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tags/tag51.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4.xml" ContentType="application/vnd.openxmlformats-officedocument.theme+xml"/>
  <Override PartName="/ppt/tags/tag52.xml" ContentType="application/vnd.openxmlformats-officedocument.presentationml.tags+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5.xml" ContentType="application/vnd.openxmlformats-officedocument.theme+xml"/>
  <Override PartName="/ppt/tags/tag53.xml" ContentType="application/vnd.openxmlformats-officedocument.presentationml.tags+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6.xml" ContentType="application/vnd.openxmlformats-officedocument.theme+xml"/>
  <Override PartName="/ppt/tags/tag54.xml" ContentType="application/vnd.openxmlformats-officedocument.presentationml.tags+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7.xml" ContentType="application/vnd.openxmlformats-officedocument.them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theme/theme8.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heme/theme9.xml" ContentType="application/vnd.openxmlformats-officedocument.them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omments/modernComment_7FFFEE30_B611A19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 id="2147483682" r:id="rId5"/>
    <p:sldMasterId id="2147483732" r:id="rId6"/>
    <p:sldMasterId id="2147483747" r:id="rId7"/>
    <p:sldMasterId id="2147483787" r:id="rId8"/>
    <p:sldMasterId id="2147483803" r:id="rId9"/>
    <p:sldMasterId id="2147483829" r:id="rId10"/>
    <p:sldMasterId id="2147483889" r:id="rId11"/>
  </p:sldMasterIdLst>
  <p:notesMasterIdLst>
    <p:notesMasterId r:id="rId92"/>
  </p:notesMasterIdLst>
  <p:sldIdLst>
    <p:sldId id="2147479133" r:id="rId12"/>
    <p:sldId id="2147479135" r:id="rId13"/>
    <p:sldId id="2147479143" r:id="rId14"/>
    <p:sldId id="2147479144" r:id="rId15"/>
    <p:sldId id="2147479136" r:id="rId16"/>
    <p:sldId id="2147479155" r:id="rId17"/>
    <p:sldId id="2147479152" r:id="rId18"/>
    <p:sldId id="2147479156" r:id="rId19"/>
    <p:sldId id="266" r:id="rId20"/>
    <p:sldId id="265" r:id="rId21"/>
    <p:sldId id="2147479157" r:id="rId22"/>
    <p:sldId id="2147483645" r:id="rId23"/>
    <p:sldId id="2147483646" r:id="rId24"/>
    <p:sldId id="2147483647" r:id="rId25"/>
    <p:sldId id="260" r:id="rId26"/>
    <p:sldId id="261" r:id="rId27"/>
    <p:sldId id="262" r:id="rId28"/>
    <p:sldId id="263" r:id="rId29"/>
    <p:sldId id="267" r:id="rId30"/>
    <p:sldId id="268" r:id="rId31"/>
    <p:sldId id="2147479184" r:id="rId32"/>
    <p:sldId id="2147479174" r:id="rId33"/>
    <p:sldId id="2147479175" r:id="rId34"/>
    <p:sldId id="2147479137" r:id="rId35"/>
    <p:sldId id="264" r:id="rId36"/>
    <p:sldId id="2147479204" r:id="rId37"/>
    <p:sldId id="2147479210" r:id="rId38"/>
    <p:sldId id="2147479211" r:id="rId39"/>
    <p:sldId id="2147479053" r:id="rId40"/>
    <p:sldId id="2147479054" r:id="rId41"/>
    <p:sldId id="2147479138" r:id="rId42"/>
    <p:sldId id="2147479110" r:id="rId43"/>
    <p:sldId id="2147479111" r:id="rId44"/>
    <p:sldId id="2147479112" r:id="rId45"/>
    <p:sldId id="2147479117" r:id="rId46"/>
    <p:sldId id="2147479118" r:id="rId47"/>
    <p:sldId id="2147479115" r:id="rId48"/>
    <p:sldId id="2147479114" r:id="rId49"/>
    <p:sldId id="2147479116" r:id="rId50"/>
    <p:sldId id="2147479167" r:id="rId51"/>
    <p:sldId id="2147479168" r:id="rId52"/>
    <p:sldId id="2147479139" r:id="rId53"/>
    <p:sldId id="2147479103" r:id="rId54"/>
    <p:sldId id="2147479104" r:id="rId55"/>
    <p:sldId id="2147479105" r:id="rId56"/>
    <p:sldId id="2147479106" r:id="rId57"/>
    <p:sldId id="2147479140" r:id="rId58"/>
    <p:sldId id="2147479186" r:id="rId59"/>
    <p:sldId id="2147479062" r:id="rId60"/>
    <p:sldId id="2147479063" r:id="rId61"/>
    <p:sldId id="2147479064" r:id="rId62"/>
    <p:sldId id="2147479065" r:id="rId63"/>
    <p:sldId id="2147479066" r:id="rId64"/>
    <p:sldId id="2147479067" r:id="rId65"/>
    <p:sldId id="2147479068" r:id="rId66"/>
    <p:sldId id="2147479069" r:id="rId67"/>
    <p:sldId id="257" r:id="rId68"/>
    <p:sldId id="258" r:id="rId69"/>
    <p:sldId id="259" r:id="rId70"/>
    <p:sldId id="2147479141" r:id="rId71"/>
    <p:sldId id="2147479213" r:id="rId72"/>
    <p:sldId id="2147479214" r:id="rId73"/>
    <p:sldId id="269" r:id="rId74"/>
    <p:sldId id="270" r:id="rId75"/>
    <p:sldId id="271" r:id="rId76"/>
    <p:sldId id="2147479142" r:id="rId77"/>
    <p:sldId id="2147479071" r:id="rId78"/>
    <p:sldId id="2147479072" r:id="rId79"/>
    <p:sldId id="2147479073" r:id="rId80"/>
    <p:sldId id="2147479074" r:id="rId81"/>
    <p:sldId id="2147479075" r:id="rId82"/>
    <p:sldId id="2147479076" r:id="rId83"/>
    <p:sldId id="2147479077" r:id="rId84"/>
    <p:sldId id="2147479078" r:id="rId85"/>
    <p:sldId id="2147479087" r:id="rId86"/>
    <p:sldId id="2147479088" r:id="rId87"/>
    <p:sldId id="2147479121" r:id="rId88"/>
    <p:sldId id="2147479122" r:id="rId89"/>
    <p:sldId id="2147479123" r:id="rId90"/>
    <p:sldId id="2147479124"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3E9B15-D6E2-447C-BEF5-15153FDB74F1}">
          <p14:sldIdLst/>
        </p14:section>
        <p14:section name="Structured Content" id="{E077877C-EB35-4BE3-89F2-8BB4ED896DEC}">
          <p14:sldIdLst>
            <p14:sldId id="2147479133"/>
            <p14:sldId id="2147479135"/>
            <p14:sldId id="2147479143"/>
            <p14:sldId id="2147479144"/>
            <p14:sldId id="2147479136"/>
            <p14:sldId id="2147479155"/>
            <p14:sldId id="2147479152"/>
            <p14:sldId id="2147479156"/>
            <p14:sldId id="266"/>
            <p14:sldId id="265"/>
            <p14:sldId id="2147479157"/>
            <p14:sldId id="2147483645"/>
            <p14:sldId id="2147483646"/>
            <p14:sldId id="2147483647"/>
            <p14:sldId id="260"/>
            <p14:sldId id="261"/>
            <p14:sldId id="262"/>
            <p14:sldId id="263"/>
            <p14:sldId id="267"/>
            <p14:sldId id="268"/>
            <p14:sldId id="2147479184"/>
            <p14:sldId id="2147479174"/>
            <p14:sldId id="2147479175"/>
            <p14:sldId id="2147479137"/>
            <p14:sldId id="264"/>
            <p14:sldId id="2147479204"/>
            <p14:sldId id="2147479210"/>
            <p14:sldId id="2147479211"/>
            <p14:sldId id="2147479053"/>
            <p14:sldId id="2147479054"/>
            <p14:sldId id="2147479138"/>
            <p14:sldId id="2147479110"/>
            <p14:sldId id="2147479111"/>
            <p14:sldId id="2147479112"/>
            <p14:sldId id="2147479117"/>
            <p14:sldId id="2147479118"/>
            <p14:sldId id="2147479115"/>
            <p14:sldId id="2147479114"/>
            <p14:sldId id="2147479116"/>
            <p14:sldId id="2147479167"/>
            <p14:sldId id="2147479168"/>
            <p14:sldId id="2147479139"/>
            <p14:sldId id="2147479103"/>
            <p14:sldId id="2147479104"/>
            <p14:sldId id="2147479105"/>
            <p14:sldId id="2147479106"/>
            <p14:sldId id="2147479140"/>
            <p14:sldId id="2147479186"/>
            <p14:sldId id="2147479062"/>
            <p14:sldId id="2147479063"/>
            <p14:sldId id="2147479064"/>
            <p14:sldId id="2147479065"/>
            <p14:sldId id="2147479066"/>
            <p14:sldId id="2147479067"/>
            <p14:sldId id="2147479068"/>
            <p14:sldId id="2147479069"/>
            <p14:sldId id="257"/>
            <p14:sldId id="258"/>
            <p14:sldId id="259"/>
            <p14:sldId id="2147479141"/>
            <p14:sldId id="2147479213"/>
            <p14:sldId id="2147479214"/>
            <p14:sldId id="269"/>
            <p14:sldId id="270"/>
            <p14:sldId id="271"/>
          </p14:sldIdLst>
        </p14:section>
        <p14:section name="Credentials &amp; Case Study" id="{B9865B45-BD53-4268-A99C-CD268106D7BE}">
          <p14:sldIdLst>
            <p14:sldId id="2147479142"/>
            <p14:sldId id="2147479071"/>
            <p14:sldId id="2147479072"/>
            <p14:sldId id="2147479073"/>
            <p14:sldId id="2147479074"/>
            <p14:sldId id="2147479075"/>
            <p14:sldId id="2147479076"/>
            <p14:sldId id="2147479077"/>
            <p14:sldId id="2147479078"/>
            <p14:sldId id="2147479087"/>
            <p14:sldId id="2147479088"/>
            <p14:sldId id="2147479121"/>
            <p14:sldId id="2147479122"/>
            <p14:sldId id="2147479123"/>
            <p14:sldId id="214747912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2AF438-8C6B-960B-7B05-D5E5008112C1}" name="Baldev Chopra" initials="BC" userId="S::Baldev.Chopra1@gds.ey.com::a54e8303-b89f-49a7-bca4-00378049c30c" providerId="AD"/>
  <p188:author id="{01A73F3E-3C98-1573-FF68-43607AB71A71}" name="Nidhi Kakkar" initials="NK" userId="S::Nidhi.Kakkar@gds.ey.com::8212b8ce-8c37-402a-9b96-395a2a6398e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46464"/>
    <a:srgbClr val="4EA72E"/>
    <a:srgbClr val="8ED973"/>
    <a:srgbClr val="FFCC00"/>
    <a:srgbClr val="FF9900"/>
    <a:srgbClr val="FFFF00"/>
    <a:srgbClr val="3B7D2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7AB999-85E9-48A9-9DF1-927172DABEEE}" v="56" dt="2025-11-27T19:57:50.0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0" d="100"/>
          <a:sy n="60" d="100"/>
        </p:scale>
        <p:origin x="76" y="3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6" Type="http://schemas.openxmlformats.org/officeDocument/2006/relationships/slide" Target="slides/slide5.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5" Type="http://schemas.openxmlformats.org/officeDocument/2006/relationships/slideMaster" Target="slideMasters/slideMaster2.xml"/><Relationship Id="rId90" Type="http://schemas.openxmlformats.org/officeDocument/2006/relationships/slide" Target="slides/slide79.xml"/><Relationship Id="rId95" Type="http://schemas.openxmlformats.org/officeDocument/2006/relationships/theme" Target="theme/theme1.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80" Type="http://schemas.openxmlformats.org/officeDocument/2006/relationships/slide" Target="slides/slide69.xml"/><Relationship Id="rId85" Type="http://schemas.openxmlformats.org/officeDocument/2006/relationships/slide" Target="slides/slide74.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slide" Target="slides/slide80.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viewProps" Target="viewProps.xml"/><Relationship Id="rId9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microsoft.com/office/2016/11/relationships/changesInfo" Target="changesInfos/changesInfo1.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th Walia" userId="63003097-9a48-4653-90c0-3372deb9525c" providerId="ADAL" clId="{191DDA98-5381-4928-84F3-86A653F4F99A}"/>
    <pc:docChg chg="undo redo custSel addSld delSld modSld sldOrd addSection delSection modSection">
      <pc:chgData name="Parth Walia" userId="63003097-9a48-4653-90c0-3372deb9525c" providerId="ADAL" clId="{191DDA98-5381-4928-84F3-86A653F4F99A}" dt="2025-09-11T11:35:18.985" v="26134" actId="20577"/>
      <pc:docMkLst>
        <pc:docMk/>
      </pc:docMkLst>
      <pc:sldChg chg="addSp delSp modSp add del mod">
        <pc:chgData name="Parth Walia" userId="63003097-9a48-4653-90c0-3372deb9525c" providerId="ADAL" clId="{191DDA98-5381-4928-84F3-86A653F4F99A}" dt="2025-08-19T12:11:59.920" v="1571" actId="478"/>
        <pc:sldMkLst>
          <pc:docMk/>
          <pc:sldMk cId="3829395533" sldId="452"/>
        </pc:sldMkLst>
      </pc:sldChg>
      <pc:sldChg chg="add">
        <pc:chgData name="Parth Walia" userId="63003097-9a48-4653-90c0-3372deb9525c" providerId="ADAL" clId="{191DDA98-5381-4928-84F3-86A653F4F99A}" dt="2025-08-19T12:12:30.019" v="1572"/>
        <pc:sldMkLst>
          <pc:docMk/>
          <pc:sldMk cId="3152808842" sldId="1881838801"/>
        </pc:sldMkLst>
      </pc:sldChg>
      <pc:sldChg chg="add">
        <pc:chgData name="Parth Walia" userId="63003097-9a48-4653-90c0-3372deb9525c" providerId="ADAL" clId="{191DDA98-5381-4928-84F3-86A653F4F99A}" dt="2025-08-19T12:12:49.810" v="1574"/>
        <pc:sldMkLst>
          <pc:docMk/>
          <pc:sldMk cId="2755761181" sldId="1881838804"/>
        </pc:sldMkLst>
      </pc:sldChg>
      <pc:sldChg chg="add">
        <pc:chgData name="Parth Walia" userId="63003097-9a48-4653-90c0-3372deb9525c" providerId="ADAL" clId="{191DDA98-5381-4928-84F3-86A653F4F99A}" dt="2025-08-19T12:12:44.096" v="1573"/>
        <pc:sldMkLst>
          <pc:docMk/>
          <pc:sldMk cId="698576068" sldId="1881838838"/>
        </pc:sldMkLst>
      </pc:sldChg>
      <pc:sldChg chg="add">
        <pc:chgData name="Parth Walia" userId="63003097-9a48-4653-90c0-3372deb9525c" providerId="ADAL" clId="{191DDA98-5381-4928-84F3-86A653F4F99A}" dt="2025-08-19T12:12:44.096" v="1573"/>
        <pc:sldMkLst>
          <pc:docMk/>
          <pc:sldMk cId="2676451775" sldId="1881838839"/>
        </pc:sldMkLst>
      </pc:sldChg>
      <pc:sldChg chg="del ord">
        <pc:chgData name="Parth Walia" userId="63003097-9a48-4653-90c0-3372deb9525c" providerId="ADAL" clId="{191DDA98-5381-4928-84F3-86A653F4F99A}" dt="2025-08-21T19:19:43.379" v="4972" actId="47"/>
        <pc:sldMkLst>
          <pc:docMk/>
          <pc:sldMk cId="2385824187" sldId="2147375185"/>
        </pc:sldMkLst>
      </pc:sldChg>
      <pc:sldChg chg="add">
        <pc:chgData name="Parth Walia" userId="63003097-9a48-4653-90c0-3372deb9525c" providerId="ADAL" clId="{191DDA98-5381-4928-84F3-86A653F4F99A}" dt="2025-08-19T12:12:30.019" v="1572"/>
        <pc:sldMkLst>
          <pc:docMk/>
          <pc:sldMk cId="2577794630" sldId="2147478804"/>
        </pc:sldMkLst>
      </pc:sldChg>
      <pc:sldChg chg="mod ord modShow">
        <pc:chgData name="Parth Walia" userId="63003097-9a48-4653-90c0-3372deb9525c" providerId="ADAL" clId="{191DDA98-5381-4928-84F3-86A653F4F99A}" dt="2025-09-02T22:30:46.860" v="13686"/>
        <pc:sldMkLst>
          <pc:docMk/>
          <pc:sldMk cId="3281582822" sldId="2147479046"/>
        </pc:sldMkLst>
      </pc:sldChg>
      <pc:sldChg chg="modSp mod ord modShow">
        <pc:chgData name="Parth Walia" userId="63003097-9a48-4653-90c0-3372deb9525c" providerId="ADAL" clId="{191DDA98-5381-4928-84F3-86A653F4F99A}" dt="2025-09-02T22:30:46.860" v="13686"/>
        <pc:sldMkLst>
          <pc:docMk/>
          <pc:sldMk cId="3726799611" sldId="2147479047"/>
        </pc:sldMkLst>
      </pc:sldChg>
      <pc:sldChg chg="addSp delSp modSp del mod">
        <pc:chgData name="Parth Walia" userId="63003097-9a48-4653-90c0-3372deb9525c" providerId="ADAL" clId="{191DDA98-5381-4928-84F3-86A653F4F99A}" dt="2025-09-02T22:58:21.047" v="14186" actId="47"/>
        <pc:sldMkLst>
          <pc:docMk/>
          <pc:sldMk cId="1004585457" sldId="2147479079"/>
        </pc:sldMkLst>
      </pc:sldChg>
      <pc:sldChg chg="del">
        <pc:chgData name="Parth Walia" userId="63003097-9a48-4653-90c0-3372deb9525c" providerId="ADAL" clId="{191DDA98-5381-4928-84F3-86A653F4F99A}" dt="2025-09-02T21:47:02.896" v="13104" actId="2696"/>
        <pc:sldMkLst>
          <pc:docMk/>
          <pc:sldMk cId="992260532" sldId="2147479080"/>
        </pc:sldMkLst>
      </pc:sldChg>
      <pc:sldChg chg="addSp delSp modSp add del mod">
        <pc:chgData name="Parth Walia" userId="63003097-9a48-4653-90c0-3372deb9525c" providerId="ADAL" clId="{191DDA98-5381-4928-84F3-86A653F4F99A}" dt="2025-09-03T12:27:53.040" v="15295" actId="47"/>
        <pc:sldMkLst>
          <pc:docMk/>
          <pc:sldMk cId="4239291445" sldId="2147479080"/>
        </pc:sldMkLst>
      </pc:sldChg>
      <pc:sldChg chg="delSp add del mod">
        <pc:chgData name="Parth Walia" userId="63003097-9a48-4653-90c0-3372deb9525c" providerId="ADAL" clId="{191DDA98-5381-4928-84F3-86A653F4F99A}" dt="2025-09-03T12:48:29.425" v="15515" actId="2696"/>
        <pc:sldMkLst>
          <pc:docMk/>
          <pc:sldMk cId="636088898" sldId="2147479081"/>
        </pc:sldMkLst>
      </pc:sldChg>
      <pc:sldChg chg="del">
        <pc:chgData name="Parth Walia" userId="63003097-9a48-4653-90c0-3372deb9525c" providerId="ADAL" clId="{191DDA98-5381-4928-84F3-86A653F4F99A}" dt="2025-09-02T21:47:02.896" v="13104" actId="2696"/>
        <pc:sldMkLst>
          <pc:docMk/>
          <pc:sldMk cId="2084099392" sldId="2147479081"/>
        </pc:sldMkLst>
      </pc:sldChg>
      <pc:sldChg chg="addSp delSp modSp add del mod">
        <pc:chgData name="Parth Walia" userId="63003097-9a48-4653-90c0-3372deb9525c" providerId="ADAL" clId="{191DDA98-5381-4928-84F3-86A653F4F99A}" dt="2025-09-03T12:50:38.696" v="15544" actId="47"/>
        <pc:sldMkLst>
          <pc:docMk/>
          <pc:sldMk cId="190650719" sldId="2147479082"/>
        </pc:sldMkLst>
      </pc:sldChg>
      <pc:sldChg chg="del">
        <pc:chgData name="Parth Walia" userId="63003097-9a48-4653-90c0-3372deb9525c" providerId="ADAL" clId="{191DDA98-5381-4928-84F3-86A653F4F99A}" dt="2025-09-02T21:47:02.896" v="13104" actId="2696"/>
        <pc:sldMkLst>
          <pc:docMk/>
          <pc:sldMk cId="1923746959" sldId="2147479082"/>
        </pc:sldMkLst>
      </pc:sldChg>
      <pc:sldChg chg="delSp modSp add del mod">
        <pc:chgData name="Parth Walia" userId="63003097-9a48-4653-90c0-3372deb9525c" providerId="ADAL" clId="{191DDA98-5381-4928-84F3-86A653F4F99A}" dt="2025-09-03T12:50:39.849" v="15545" actId="47"/>
        <pc:sldMkLst>
          <pc:docMk/>
          <pc:sldMk cId="2259364064" sldId="2147479083"/>
        </pc:sldMkLst>
      </pc:sldChg>
      <pc:sldChg chg="del">
        <pc:chgData name="Parth Walia" userId="63003097-9a48-4653-90c0-3372deb9525c" providerId="ADAL" clId="{191DDA98-5381-4928-84F3-86A653F4F99A}" dt="2025-09-02T21:47:02.896" v="13104" actId="2696"/>
        <pc:sldMkLst>
          <pc:docMk/>
          <pc:sldMk cId="3553381895" sldId="2147479083"/>
        </pc:sldMkLst>
      </pc:sldChg>
      <pc:sldChg chg="del">
        <pc:chgData name="Parth Walia" userId="63003097-9a48-4653-90c0-3372deb9525c" providerId="ADAL" clId="{191DDA98-5381-4928-84F3-86A653F4F99A}" dt="2025-08-19T11:56:59.039" v="1515" actId="47"/>
        <pc:sldMkLst>
          <pc:docMk/>
          <pc:sldMk cId="4160273617" sldId="2147479084"/>
        </pc:sldMkLst>
      </pc:sldChg>
      <pc:sldChg chg="mod ord modShow">
        <pc:chgData name="Parth Walia" userId="63003097-9a48-4653-90c0-3372deb9525c" providerId="ADAL" clId="{191DDA98-5381-4928-84F3-86A653F4F99A}" dt="2025-09-02T14:14:39.038" v="6791" actId="729"/>
        <pc:sldMkLst>
          <pc:docMk/>
          <pc:sldMk cId="1554783003" sldId="2147479093"/>
        </pc:sldMkLst>
      </pc:sldChg>
      <pc:sldChg chg="mod ord modShow">
        <pc:chgData name="Parth Walia" userId="63003097-9a48-4653-90c0-3372deb9525c" providerId="ADAL" clId="{191DDA98-5381-4928-84F3-86A653F4F99A}" dt="2025-09-02T14:14:39.038" v="6791" actId="729"/>
        <pc:sldMkLst>
          <pc:docMk/>
          <pc:sldMk cId="3999383612" sldId="2147479094"/>
        </pc:sldMkLst>
      </pc:sldChg>
      <pc:sldChg chg="modSp">
        <pc:chgData name="Parth Walia" userId="63003097-9a48-4653-90c0-3372deb9525c" providerId="ADAL" clId="{191DDA98-5381-4928-84F3-86A653F4F99A}" dt="2025-09-02T15:09:05.117" v="8083"/>
        <pc:sldMkLst>
          <pc:docMk/>
          <pc:sldMk cId="2986584773" sldId="2147479098"/>
        </pc:sldMkLst>
      </pc:sldChg>
      <pc:sldChg chg="modSp mod">
        <pc:chgData name="Parth Walia" userId="63003097-9a48-4653-90c0-3372deb9525c" providerId="ADAL" clId="{191DDA98-5381-4928-84F3-86A653F4F99A}" dt="2025-09-02T11:56:11.439" v="6279" actId="1076"/>
        <pc:sldMkLst>
          <pc:docMk/>
          <pc:sldMk cId="1811309042" sldId="2147479099"/>
        </pc:sldMkLst>
      </pc:sldChg>
      <pc:sldChg chg="modSp">
        <pc:chgData name="Parth Walia" userId="63003097-9a48-4653-90c0-3372deb9525c" providerId="ADAL" clId="{191DDA98-5381-4928-84F3-86A653F4F99A}" dt="2025-09-02T15:09:05.117" v="8083"/>
        <pc:sldMkLst>
          <pc:docMk/>
          <pc:sldMk cId="2356807934" sldId="2147479100"/>
        </pc:sldMkLst>
      </pc:sldChg>
      <pc:sldChg chg="addSp delSp modSp new del mod">
        <pc:chgData name="Parth Walia" userId="63003097-9a48-4653-90c0-3372deb9525c" providerId="ADAL" clId="{191DDA98-5381-4928-84F3-86A653F4F99A}" dt="2025-08-19T10:13:00.255" v="559" actId="47"/>
        <pc:sldMkLst>
          <pc:docMk/>
          <pc:sldMk cId="3028585462" sldId="2147479101"/>
        </pc:sldMkLst>
      </pc:sldChg>
      <pc:sldChg chg="add del">
        <pc:chgData name="Parth Walia" userId="63003097-9a48-4653-90c0-3372deb9525c" providerId="ADAL" clId="{191DDA98-5381-4928-84F3-86A653F4F99A}" dt="2025-08-19T10:13:00.255" v="559" actId="47"/>
        <pc:sldMkLst>
          <pc:docMk/>
          <pc:sldMk cId="2584103952" sldId="2147479102"/>
        </pc:sldMkLst>
      </pc:sldChg>
      <pc:sldChg chg="add del">
        <pc:chgData name="Parth Walia" userId="63003097-9a48-4653-90c0-3372deb9525c" providerId="ADAL" clId="{191DDA98-5381-4928-84F3-86A653F4F99A}" dt="2025-09-02T21:32:28.868" v="12847"/>
        <pc:sldMkLst>
          <pc:docMk/>
          <pc:sldMk cId="2962399379" sldId="2147479103"/>
        </pc:sldMkLst>
      </pc:sldChg>
      <pc:sldChg chg="addSp delSp modSp add mod">
        <pc:chgData name="Parth Walia" userId="63003097-9a48-4653-90c0-3372deb9525c" providerId="ADAL" clId="{191DDA98-5381-4928-84F3-86A653F4F99A}" dt="2025-09-03T13:10:04.968" v="15766" actId="948"/>
        <pc:sldMkLst>
          <pc:docMk/>
          <pc:sldMk cId="4007849610" sldId="2147479103"/>
        </pc:sldMkLst>
      </pc:sldChg>
      <pc:sldChg chg="addSp delSp modSp add del mod ord">
        <pc:chgData name="Parth Walia" userId="63003097-9a48-4653-90c0-3372deb9525c" providerId="ADAL" clId="{191DDA98-5381-4928-84F3-86A653F4F99A}" dt="2025-09-02T21:32:21.823" v="12845" actId="2696"/>
        <pc:sldMkLst>
          <pc:docMk/>
          <pc:sldMk cId="4136219372" sldId="2147479103"/>
        </pc:sldMkLst>
      </pc:sldChg>
      <pc:sldChg chg="add del">
        <pc:chgData name="Parth Walia" userId="63003097-9a48-4653-90c0-3372deb9525c" providerId="ADAL" clId="{191DDA98-5381-4928-84F3-86A653F4F99A}" dt="2025-09-02T21:32:28.868" v="12847"/>
        <pc:sldMkLst>
          <pc:docMk/>
          <pc:sldMk cId="2951939876" sldId="2147479104"/>
        </pc:sldMkLst>
      </pc:sldChg>
      <pc:sldChg chg="addSp delSp modSp add mod">
        <pc:chgData name="Parth Walia" userId="63003097-9a48-4653-90c0-3372deb9525c" providerId="ADAL" clId="{191DDA98-5381-4928-84F3-86A653F4F99A}" dt="2025-09-03T13:10:09.195" v="15767" actId="948"/>
        <pc:sldMkLst>
          <pc:docMk/>
          <pc:sldMk cId="3093563939" sldId="2147479104"/>
        </pc:sldMkLst>
      </pc:sldChg>
      <pc:sldChg chg="addSp delSp modSp add del mod">
        <pc:chgData name="Parth Walia" userId="63003097-9a48-4653-90c0-3372deb9525c" providerId="ADAL" clId="{191DDA98-5381-4928-84F3-86A653F4F99A}" dt="2025-09-02T21:32:21.823" v="12845" actId="2696"/>
        <pc:sldMkLst>
          <pc:docMk/>
          <pc:sldMk cId="3095676069" sldId="2147479104"/>
        </pc:sldMkLst>
      </pc:sldChg>
      <pc:sldChg chg="modSp add del mod ord">
        <pc:chgData name="Parth Walia" userId="63003097-9a48-4653-90c0-3372deb9525c" providerId="ADAL" clId="{191DDA98-5381-4928-84F3-86A653F4F99A}" dt="2025-08-19T11:30:04.928" v="1331" actId="2696"/>
        <pc:sldMkLst>
          <pc:docMk/>
          <pc:sldMk cId="1499500407" sldId="2147479105"/>
        </pc:sldMkLst>
      </pc:sldChg>
      <pc:sldChg chg="addSp delSp modSp add mod">
        <pc:chgData name="Parth Walia" userId="63003097-9a48-4653-90c0-3372deb9525c" providerId="ADAL" clId="{191DDA98-5381-4928-84F3-86A653F4F99A}" dt="2025-09-03T13:10:13.744" v="15768" actId="948"/>
        <pc:sldMkLst>
          <pc:docMk/>
          <pc:sldMk cId="2633759914" sldId="2147479105"/>
        </pc:sldMkLst>
      </pc:sldChg>
      <pc:sldChg chg="add del">
        <pc:chgData name="Parth Walia" userId="63003097-9a48-4653-90c0-3372deb9525c" providerId="ADAL" clId="{191DDA98-5381-4928-84F3-86A653F4F99A}" dt="2025-09-02T21:32:28.868" v="12847"/>
        <pc:sldMkLst>
          <pc:docMk/>
          <pc:sldMk cId="3781742156" sldId="2147479105"/>
        </pc:sldMkLst>
      </pc:sldChg>
      <pc:sldChg chg="addSp delSp modSp add del mod ord">
        <pc:chgData name="Parth Walia" userId="63003097-9a48-4653-90c0-3372deb9525c" providerId="ADAL" clId="{191DDA98-5381-4928-84F3-86A653F4F99A}" dt="2025-09-02T21:32:21.823" v="12845" actId="2696"/>
        <pc:sldMkLst>
          <pc:docMk/>
          <pc:sldMk cId="4096197538" sldId="2147479105"/>
        </pc:sldMkLst>
      </pc:sldChg>
      <pc:sldChg chg="add del">
        <pc:chgData name="Parth Walia" userId="63003097-9a48-4653-90c0-3372deb9525c" providerId="ADAL" clId="{191DDA98-5381-4928-84F3-86A653F4F99A}" dt="2025-09-02T21:32:28.868" v="12847"/>
        <pc:sldMkLst>
          <pc:docMk/>
          <pc:sldMk cId="1169161597" sldId="2147479106"/>
        </pc:sldMkLst>
      </pc:sldChg>
      <pc:sldChg chg="addSp delSp modSp add del mod ord">
        <pc:chgData name="Parth Walia" userId="63003097-9a48-4653-90c0-3372deb9525c" providerId="ADAL" clId="{191DDA98-5381-4928-84F3-86A653F4F99A}" dt="2025-09-02T21:32:21.823" v="12845" actId="2696"/>
        <pc:sldMkLst>
          <pc:docMk/>
          <pc:sldMk cId="2333145662" sldId="2147479106"/>
        </pc:sldMkLst>
      </pc:sldChg>
      <pc:sldChg chg="addSp delSp modSp add mod">
        <pc:chgData name="Parth Walia" userId="63003097-9a48-4653-90c0-3372deb9525c" providerId="ADAL" clId="{191DDA98-5381-4928-84F3-86A653F4F99A}" dt="2025-09-03T13:10:18.167" v="15769" actId="948"/>
        <pc:sldMkLst>
          <pc:docMk/>
          <pc:sldMk cId="3621718353" sldId="2147479106"/>
        </pc:sldMkLst>
      </pc:sldChg>
      <pc:sldChg chg="addSp delSp modSp new mod">
        <pc:chgData name="Parth Walia" userId="63003097-9a48-4653-90c0-3372deb9525c" providerId="ADAL" clId="{191DDA98-5381-4928-84F3-86A653F4F99A}" dt="2025-08-19T12:24:18.498" v="1684" actId="14100"/>
        <pc:sldMkLst>
          <pc:docMk/>
          <pc:sldMk cId="745218940" sldId="2147479107"/>
        </pc:sldMkLst>
      </pc:sldChg>
      <pc:sldChg chg="addSp delSp modSp add del mod">
        <pc:chgData name="Parth Walia" userId="63003097-9a48-4653-90c0-3372deb9525c" providerId="ADAL" clId="{191DDA98-5381-4928-84F3-86A653F4F99A}" dt="2025-08-19T12:47:28.387" v="1961" actId="47"/>
        <pc:sldMkLst>
          <pc:docMk/>
          <pc:sldMk cId="928217514" sldId="2147479108"/>
        </pc:sldMkLst>
      </pc:sldChg>
      <pc:sldChg chg="addSp delSp modSp add mod">
        <pc:chgData name="Parth Walia" userId="63003097-9a48-4653-90c0-3372deb9525c" providerId="ADAL" clId="{191DDA98-5381-4928-84F3-86A653F4F99A}" dt="2025-09-03T13:02:16.674" v="15655" actId="207"/>
        <pc:sldMkLst>
          <pc:docMk/>
          <pc:sldMk cId="1968228704" sldId="2147479109"/>
        </pc:sldMkLst>
      </pc:sldChg>
      <pc:sldChg chg="addSp delSp modSp add del mod ord">
        <pc:chgData name="Parth Walia" userId="63003097-9a48-4653-90c0-3372deb9525c" providerId="ADAL" clId="{191DDA98-5381-4928-84F3-86A653F4F99A}" dt="2025-09-02T18:01:50.021" v="8124" actId="2696"/>
        <pc:sldMkLst>
          <pc:docMk/>
          <pc:sldMk cId="520237830" sldId="2147479110"/>
        </pc:sldMkLst>
      </pc:sldChg>
      <pc:sldChg chg="addSp delSp modSp add mod">
        <pc:chgData name="Parth Walia" userId="63003097-9a48-4653-90c0-3372deb9525c" providerId="ADAL" clId="{191DDA98-5381-4928-84F3-86A653F4F99A}" dt="2025-09-03T13:09:36.277" v="15760" actId="948"/>
        <pc:sldMkLst>
          <pc:docMk/>
          <pc:sldMk cId="2766671643" sldId="2147479110"/>
        </pc:sldMkLst>
      </pc:sldChg>
      <pc:sldChg chg="add del">
        <pc:chgData name="Parth Walia" userId="63003097-9a48-4653-90c0-3372deb9525c" providerId="ADAL" clId="{191DDA98-5381-4928-84F3-86A653F4F99A}" dt="2025-09-02T18:01:58.144" v="8126"/>
        <pc:sldMkLst>
          <pc:docMk/>
          <pc:sldMk cId="3670316883" sldId="2147479110"/>
        </pc:sldMkLst>
      </pc:sldChg>
      <pc:sldChg chg="addSp delSp modSp add del mod">
        <pc:chgData name="Parth Walia" userId="63003097-9a48-4653-90c0-3372deb9525c" providerId="ADAL" clId="{191DDA98-5381-4928-84F3-86A653F4F99A}" dt="2025-09-02T18:01:50.021" v="8124" actId="2696"/>
        <pc:sldMkLst>
          <pc:docMk/>
          <pc:sldMk cId="867270034" sldId="2147479111"/>
        </pc:sldMkLst>
      </pc:sldChg>
      <pc:sldChg chg="add del">
        <pc:chgData name="Parth Walia" userId="63003097-9a48-4653-90c0-3372deb9525c" providerId="ADAL" clId="{191DDA98-5381-4928-84F3-86A653F4F99A}" dt="2025-08-21T17:55:23.408" v="4264" actId="47"/>
        <pc:sldMkLst>
          <pc:docMk/>
          <pc:sldMk cId="1206288042" sldId="2147479111"/>
        </pc:sldMkLst>
      </pc:sldChg>
      <pc:sldChg chg="addSp delSp modSp add mod">
        <pc:chgData name="Parth Walia" userId="63003097-9a48-4653-90c0-3372deb9525c" providerId="ADAL" clId="{191DDA98-5381-4928-84F3-86A653F4F99A}" dt="2025-09-03T13:09:40.735" v="15761" actId="948"/>
        <pc:sldMkLst>
          <pc:docMk/>
          <pc:sldMk cId="1778039899" sldId="2147479111"/>
        </pc:sldMkLst>
      </pc:sldChg>
      <pc:sldChg chg="add del">
        <pc:chgData name="Parth Walia" userId="63003097-9a48-4653-90c0-3372deb9525c" providerId="ADAL" clId="{191DDA98-5381-4928-84F3-86A653F4F99A}" dt="2025-09-02T18:01:58.144" v="8126"/>
        <pc:sldMkLst>
          <pc:docMk/>
          <pc:sldMk cId="2670579162" sldId="2147479111"/>
        </pc:sldMkLst>
      </pc:sldChg>
      <pc:sldChg chg="addSp delSp modSp add del mod">
        <pc:chgData name="Parth Walia" userId="63003097-9a48-4653-90c0-3372deb9525c" providerId="ADAL" clId="{191DDA98-5381-4928-84F3-86A653F4F99A}" dt="2025-08-21T13:26:12.012" v="3289" actId="2696"/>
        <pc:sldMkLst>
          <pc:docMk/>
          <pc:sldMk cId="4004084027" sldId="2147479111"/>
        </pc:sldMkLst>
      </pc:sldChg>
      <pc:sldChg chg="addSp delSp modSp add del mod">
        <pc:chgData name="Parth Walia" userId="63003097-9a48-4653-90c0-3372deb9525c" providerId="ADAL" clId="{191DDA98-5381-4928-84F3-86A653F4F99A}" dt="2025-09-02T18:01:50.021" v="8124" actId="2696"/>
        <pc:sldMkLst>
          <pc:docMk/>
          <pc:sldMk cId="744211107" sldId="2147479112"/>
        </pc:sldMkLst>
      </pc:sldChg>
      <pc:sldChg chg="add del">
        <pc:chgData name="Parth Walia" userId="63003097-9a48-4653-90c0-3372deb9525c" providerId="ADAL" clId="{191DDA98-5381-4928-84F3-86A653F4F99A}" dt="2025-09-02T18:01:58.144" v="8126"/>
        <pc:sldMkLst>
          <pc:docMk/>
          <pc:sldMk cId="2488448938" sldId="2147479112"/>
        </pc:sldMkLst>
      </pc:sldChg>
      <pc:sldChg chg="addSp delSp modSp add mod">
        <pc:chgData name="Parth Walia" userId="63003097-9a48-4653-90c0-3372deb9525c" providerId="ADAL" clId="{191DDA98-5381-4928-84F3-86A653F4F99A}" dt="2025-09-03T13:09:44.929" v="15762" actId="948"/>
        <pc:sldMkLst>
          <pc:docMk/>
          <pc:sldMk cId="2773514342" sldId="2147479112"/>
        </pc:sldMkLst>
      </pc:sldChg>
      <pc:sldChg chg="addSp delSp modSp add mod ord">
        <pc:chgData name="Parth Walia" userId="63003097-9a48-4653-90c0-3372deb9525c" providerId="ADAL" clId="{191DDA98-5381-4928-84F3-86A653F4F99A}" dt="2025-08-21T20:37:58.583" v="6047" actId="478"/>
        <pc:sldMkLst>
          <pc:docMk/>
          <pc:sldMk cId="3463513910" sldId="2147479113"/>
        </pc:sldMkLst>
      </pc:sldChg>
      <pc:sldChg chg="addSp delSp modSp add mod">
        <pc:chgData name="Parth Walia" userId="63003097-9a48-4653-90c0-3372deb9525c" providerId="ADAL" clId="{191DDA98-5381-4928-84F3-86A653F4F99A}" dt="2025-08-22T08:44:02.925" v="6185" actId="478"/>
        <pc:sldMkLst>
          <pc:docMk/>
          <pc:sldMk cId="1671222159" sldId="2147479114"/>
        </pc:sldMkLst>
      </pc:sldChg>
      <pc:sldChg chg="addSp delSp modSp add mod ord">
        <pc:chgData name="Parth Walia" userId="63003097-9a48-4653-90c0-3372deb9525c" providerId="ADAL" clId="{191DDA98-5381-4928-84F3-86A653F4F99A}" dt="2025-08-21T20:47:13.221" v="6180" actId="207"/>
        <pc:sldMkLst>
          <pc:docMk/>
          <pc:sldMk cId="3448258088" sldId="2147479115"/>
        </pc:sldMkLst>
      </pc:sldChg>
      <pc:sldChg chg="addSp delSp modSp add mod">
        <pc:chgData name="Parth Walia" userId="63003097-9a48-4653-90c0-3372deb9525c" providerId="ADAL" clId="{191DDA98-5381-4928-84F3-86A653F4F99A}" dt="2025-08-21T20:47:43.362" v="6184" actId="207"/>
        <pc:sldMkLst>
          <pc:docMk/>
          <pc:sldMk cId="2116821721" sldId="2147479116"/>
        </pc:sldMkLst>
      </pc:sldChg>
      <pc:sldChg chg="addSp delSp modSp add mod ord">
        <pc:chgData name="Parth Walia" userId="63003097-9a48-4653-90c0-3372deb9525c" providerId="ADAL" clId="{191DDA98-5381-4928-84F3-86A653F4F99A}" dt="2025-08-21T20:47:06.385" v="6177" actId="207"/>
        <pc:sldMkLst>
          <pc:docMk/>
          <pc:sldMk cId="925467700" sldId="2147479117"/>
        </pc:sldMkLst>
      </pc:sldChg>
      <pc:sldChg chg="addSp delSp modSp add mod">
        <pc:chgData name="Parth Walia" userId="63003097-9a48-4653-90c0-3372deb9525c" providerId="ADAL" clId="{191DDA98-5381-4928-84F3-86A653F4F99A}" dt="2025-08-21T20:47:10.747" v="6179" actId="207"/>
        <pc:sldMkLst>
          <pc:docMk/>
          <pc:sldMk cId="4035986883" sldId="2147479118"/>
        </pc:sldMkLst>
      </pc:sldChg>
      <pc:sldChg chg="del">
        <pc:chgData name="Parth Walia" userId="63003097-9a48-4653-90c0-3372deb9525c" providerId="ADAL" clId="{191DDA98-5381-4928-84F3-86A653F4F99A}" dt="2025-09-02T20:32:32.353" v="11852" actId="2696"/>
        <pc:sldMkLst>
          <pc:docMk/>
          <pc:sldMk cId="314250993" sldId="2147479128"/>
        </pc:sldMkLst>
      </pc:sldChg>
      <pc:sldChg chg="add del ord">
        <pc:chgData name="Parth Walia" userId="63003097-9a48-4653-90c0-3372deb9525c" providerId="ADAL" clId="{191DDA98-5381-4928-84F3-86A653F4F99A}" dt="2025-09-02T20:42:13.096" v="12061" actId="47"/>
        <pc:sldMkLst>
          <pc:docMk/>
          <pc:sldMk cId="704453683" sldId="2147479128"/>
        </pc:sldMkLst>
      </pc:sldChg>
      <pc:sldChg chg="del">
        <pc:chgData name="Parth Walia" userId="63003097-9a48-4653-90c0-3372deb9525c" providerId="ADAL" clId="{191DDA98-5381-4928-84F3-86A653F4F99A}" dt="2025-09-02T20:32:32.353" v="11852" actId="2696"/>
        <pc:sldMkLst>
          <pc:docMk/>
          <pc:sldMk cId="2255363412" sldId="2147479129"/>
        </pc:sldMkLst>
      </pc:sldChg>
      <pc:sldChg chg="delSp modSp add del mod">
        <pc:chgData name="Parth Walia" userId="63003097-9a48-4653-90c0-3372deb9525c" providerId="ADAL" clId="{191DDA98-5381-4928-84F3-86A653F4F99A}" dt="2025-09-02T21:31:58.202" v="12844" actId="47"/>
        <pc:sldMkLst>
          <pc:docMk/>
          <pc:sldMk cId="2913967689" sldId="2147479129"/>
        </pc:sldMkLst>
      </pc:sldChg>
      <pc:sldChg chg="addSp delSp modSp del mod">
        <pc:chgData name="Parth Walia" userId="63003097-9a48-4653-90c0-3372deb9525c" providerId="ADAL" clId="{191DDA98-5381-4928-84F3-86A653F4F99A}" dt="2025-09-02T22:56:07.942" v="14159" actId="47"/>
        <pc:sldMkLst>
          <pc:docMk/>
          <pc:sldMk cId="3472341338" sldId="2147479130"/>
        </pc:sldMkLst>
      </pc:sldChg>
      <pc:sldChg chg="addSp delSp modSp new del mod modClrScheme chgLayout">
        <pc:chgData name="Parth Walia" userId="63003097-9a48-4653-90c0-3372deb9525c" providerId="ADAL" clId="{191DDA98-5381-4928-84F3-86A653F4F99A}" dt="2025-09-02T14:56:20.387" v="7838" actId="47"/>
        <pc:sldMkLst>
          <pc:docMk/>
          <pc:sldMk cId="904413920" sldId="2147479131"/>
        </pc:sldMkLst>
      </pc:sldChg>
      <pc:sldChg chg="add del">
        <pc:chgData name="Parth Walia" userId="63003097-9a48-4653-90c0-3372deb9525c" providerId="ADAL" clId="{191DDA98-5381-4928-84F3-86A653F4F99A}" dt="2025-09-02T14:42:01.945" v="7556" actId="47"/>
        <pc:sldMkLst>
          <pc:docMk/>
          <pc:sldMk cId="1400053892" sldId="2147479132"/>
        </pc:sldMkLst>
      </pc:sldChg>
      <pc:sldChg chg="addSp delSp modSp new mod ord modClrScheme chgLayout">
        <pc:chgData name="Parth Walia" userId="63003097-9a48-4653-90c0-3372deb9525c" providerId="ADAL" clId="{191DDA98-5381-4928-84F3-86A653F4F99A}" dt="2025-09-02T14:48:29.553" v="7672" actId="403"/>
        <pc:sldMkLst>
          <pc:docMk/>
          <pc:sldMk cId="408807901" sldId="2147479133"/>
        </pc:sldMkLst>
      </pc:sldChg>
      <pc:sldChg chg="addSp delSp add del mod ord modClrScheme chgLayout">
        <pc:chgData name="Parth Walia" userId="63003097-9a48-4653-90c0-3372deb9525c" providerId="ADAL" clId="{191DDA98-5381-4928-84F3-86A653F4F99A}" dt="2025-09-02T14:43:31.162" v="7586" actId="47"/>
        <pc:sldMkLst>
          <pc:docMk/>
          <pc:sldMk cId="2156238455" sldId="2147479134"/>
        </pc:sldMkLst>
      </pc:sldChg>
      <pc:sldChg chg="new del">
        <pc:chgData name="Parth Walia" userId="63003097-9a48-4653-90c0-3372deb9525c" providerId="ADAL" clId="{191DDA98-5381-4928-84F3-86A653F4F99A}" dt="2025-09-02T14:42:50.062" v="7574" actId="47"/>
        <pc:sldMkLst>
          <pc:docMk/>
          <pc:sldMk cId="4129610181" sldId="2147479134"/>
        </pc:sldMkLst>
      </pc:sldChg>
      <pc:sldChg chg="addSp delSp modSp add mod modClrScheme chgLayout">
        <pc:chgData name="Parth Walia" userId="63003097-9a48-4653-90c0-3372deb9525c" providerId="ADAL" clId="{191DDA98-5381-4928-84F3-86A653F4F99A}" dt="2025-09-02T14:46:13.940" v="7636" actId="478"/>
        <pc:sldMkLst>
          <pc:docMk/>
          <pc:sldMk cId="951329010" sldId="2147479135"/>
        </pc:sldMkLst>
      </pc:sldChg>
      <pc:sldChg chg="addSp delSp modSp add mod">
        <pc:chgData name="Parth Walia" userId="63003097-9a48-4653-90c0-3372deb9525c" providerId="ADAL" clId="{191DDA98-5381-4928-84F3-86A653F4F99A}" dt="2025-09-02T14:46:04.668" v="7632" actId="478"/>
        <pc:sldMkLst>
          <pc:docMk/>
          <pc:sldMk cId="1664615369" sldId="2147479136"/>
        </pc:sldMkLst>
      </pc:sldChg>
      <pc:sldChg chg="modSp add mod">
        <pc:chgData name="Parth Walia" userId="63003097-9a48-4653-90c0-3372deb9525c" providerId="ADAL" clId="{191DDA98-5381-4928-84F3-86A653F4F99A}" dt="2025-09-02T14:46:29.506" v="7638"/>
        <pc:sldMkLst>
          <pc:docMk/>
          <pc:sldMk cId="1244923268" sldId="2147479137"/>
        </pc:sldMkLst>
      </pc:sldChg>
      <pc:sldChg chg="modSp add mod">
        <pc:chgData name="Parth Walia" userId="63003097-9a48-4653-90c0-3372deb9525c" providerId="ADAL" clId="{191DDA98-5381-4928-84F3-86A653F4F99A}" dt="2025-09-02T14:46:36.958" v="7640"/>
        <pc:sldMkLst>
          <pc:docMk/>
          <pc:sldMk cId="1141548901" sldId="2147479138"/>
        </pc:sldMkLst>
      </pc:sldChg>
      <pc:sldChg chg="modSp add mod">
        <pc:chgData name="Parth Walia" userId="63003097-9a48-4653-90c0-3372deb9525c" providerId="ADAL" clId="{191DDA98-5381-4928-84F3-86A653F4F99A}" dt="2025-09-02T14:46:50.160" v="7644"/>
        <pc:sldMkLst>
          <pc:docMk/>
          <pc:sldMk cId="3163489332" sldId="2147479139"/>
        </pc:sldMkLst>
      </pc:sldChg>
      <pc:sldChg chg="modSp add mod">
        <pc:chgData name="Parth Walia" userId="63003097-9a48-4653-90c0-3372deb9525c" providerId="ADAL" clId="{191DDA98-5381-4928-84F3-86A653F4F99A}" dt="2025-09-02T14:46:58.608" v="7646"/>
        <pc:sldMkLst>
          <pc:docMk/>
          <pc:sldMk cId="1290977018" sldId="2147479140"/>
        </pc:sldMkLst>
      </pc:sldChg>
      <pc:sldChg chg="modSp add mod">
        <pc:chgData name="Parth Walia" userId="63003097-9a48-4653-90c0-3372deb9525c" providerId="ADAL" clId="{191DDA98-5381-4928-84F3-86A653F4F99A}" dt="2025-09-02T14:48:44.709" v="7674"/>
        <pc:sldMkLst>
          <pc:docMk/>
          <pc:sldMk cId="898287739" sldId="2147479141"/>
        </pc:sldMkLst>
      </pc:sldChg>
      <pc:sldChg chg="modSp add mod">
        <pc:chgData name="Parth Walia" userId="63003097-9a48-4653-90c0-3372deb9525c" providerId="ADAL" clId="{191DDA98-5381-4928-84F3-86A653F4F99A}" dt="2025-09-02T14:48:59.338" v="7676"/>
        <pc:sldMkLst>
          <pc:docMk/>
          <pc:sldMk cId="2874868319" sldId="2147479142"/>
        </pc:sldMkLst>
      </pc:sldChg>
      <pc:sldChg chg="addSp delSp modSp add mod ord">
        <pc:chgData name="Parth Walia" userId="63003097-9a48-4653-90c0-3372deb9525c" providerId="ADAL" clId="{191DDA98-5381-4928-84F3-86A653F4F99A}" dt="2025-09-03T13:08:12.103" v="15743" actId="948"/>
        <pc:sldMkLst>
          <pc:docMk/>
          <pc:sldMk cId="3366096707" sldId="2147479143"/>
        </pc:sldMkLst>
      </pc:sldChg>
      <pc:sldChg chg="addSp delSp modSp add mod">
        <pc:chgData name="Parth Walia" userId="63003097-9a48-4653-90c0-3372deb9525c" providerId="ADAL" clId="{191DDA98-5381-4928-84F3-86A653F4F99A}" dt="2025-09-04T18:58:41.857" v="23154" actId="3064"/>
        <pc:sldMkLst>
          <pc:docMk/>
          <pc:sldMk cId="3277551308" sldId="2147479144"/>
        </pc:sldMkLst>
      </pc:sldChg>
      <pc:sldChg chg="addSp delSp modSp add del mod ord">
        <pc:chgData name="Parth Walia" userId="63003097-9a48-4653-90c0-3372deb9525c" providerId="ADAL" clId="{191DDA98-5381-4928-84F3-86A653F4F99A}" dt="2025-09-04T11:38:52.206" v="19499" actId="47"/>
        <pc:sldMkLst>
          <pc:docMk/>
          <pc:sldMk cId="2015132497" sldId="2147479145"/>
        </pc:sldMkLst>
      </pc:sldChg>
      <pc:sldChg chg="addSp delSp modSp add del mod ord">
        <pc:chgData name="Parth Walia" userId="63003097-9a48-4653-90c0-3372deb9525c" providerId="ADAL" clId="{191DDA98-5381-4928-84F3-86A653F4F99A}" dt="2025-09-02T19:00:23.551" v="9021" actId="47"/>
        <pc:sldMkLst>
          <pc:docMk/>
          <pc:sldMk cId="1167178677" sldId="2147479146"/>
        </pc:sldMkLst>
      </pc:sldChg>
      <pc:sldChg chg="add del">
        <pc:chgData name="Parth Walia" userId="63003097-9a48-4653-90c0-3372deb9525c" providerId="ADAL" clId="{191DDA98-5381-4928-84F3-86A653F4F99A}" dt="2025-09-02T15:00:35.117" v="7892" actId="47"/>
        <pc:sldMkLst>
          <pc:docMk/>
          <pc:sldMk cId="2502701660" sldId="2147479147"/>
        </pc:sldMkLst>
      </pc:sldChg>
      <pc:sldChg chg="add del">
        <pc:chgData name="Parth Walia" userId="63003097-9a48-4653-90c0-3372deb9525c" providerId="ADAL" clId="{191DDA98-5381-4928-84F3-86A653F4F99A}" dt="2025-09-02T15:03:33.591" v="7941" actId="47"/>
        <pc:sldMkLst>
          <pc:docMk/>
          <pc:sldMk cId="831678486" sldId="2147479148"/>
        </pc:sldMkLst>
      </pc:sldChg>
      <pc:sldChg chg="add del">
        <pc:chgData name="Parth Walia" userId="63003097-9a48-4653-90c0-3372deb9525c" providerId="ADAL" clId="{191DDA98-5381-4928-84F3-86A653F4F99A}" dt="2025-09-02T15:04:45.253" v="7964" actId="47"/>
        <pc:sldMkLst>
          <pc:docMk/>
          <pc:sldMk cId="18941269" sldId="2147479149"/>
        </pc:sldMkLst>
      </pc:sldChg>
      <pc:sldChg chg="add del">
        <pc:chgData name="Parth Walia" userId="63003097-9a48-4653-90c0-3372deb9525c" providerId="ADAL" clId="{191DDA98-5381-4928-84F3-86A653F4F99A}" dt="2025-09-02T15:05:18.252" v="7991" actId="47"/>
        <pc:sldMkLst>
          <pc:docMk/>
          <pc:sldMk cId="2946251916" sldId="2147479150"/>
        </pc:sldMkLst>
      </pc:sldChg>
      <pc:sldChg chg="addSp delSp modSp add del mod">
        <pc:chgData name="Parth Walia" userId="63003097-9a48-4653-90c0-3372deb9525c" providerId="ADAL" clId="{191DDA98-5381-4928-84F3-86A653F4F99A}" dt="2025-09-02T15:09:43.838" v="8095" actId="47"/>
        <pc:sldMkLst>
          <pc:docMk/>
          <pc:sldMk cId="2842301601" sldId="2147479151"/>
        </pc:sldMkLst>
      </pc:sldChg>
      <pc:sldChg chg="addSp delSp modSp add mod">
        <pc:chgData name="Parth Walia" userId="63003097-9a48-4653-90c0-3372deb9525c" providerId="ADAL" clId="{191DDA98-5381-4928-84F3-86A653F4F99A}" dt="2025-09-03T13:08:27.194" v="15746" actId="948"/>
        <pc:sldMkLst>
          <pc:docMk/>
          <pc:sldMk cId="3310670397" sldId="2147479152"/>
        </pc:sldMkLst>
      </pc:sldChg>
      <pc:sldChg chg="addSp delSp modSp add mod ord modShow">
        <pc:chgData name="Parth Walia" userId="63003097-9a48-4653-90c0-3372deb9525c" providerId="ADAL" clId="{191DDA98-5381-4928-84F3-86A653F4F99A}" dt="2025-09-02T20:04:44.427" v="10087" actId="729"/>
        <pc:sldMkLst>
          <pc:docMk/>
          <pc:sldMk cId="365628203" sldId="2147479153"/>
        </pc:sldMkLst>
      </pc:sldChg>
      <pc:sldChg chg="addSp delSp modSp add mod">
        <pc:chgData name="Parth Walia" userId="63003097-9a48-4653-90c0-3372deb9525c" providerId="ADAL" clId="{191DDA98-5381-4928-84F3-86A653F4F99A}" dt="2025-09-03T13:08:35.939" v="15748" actId="948"/>
        <pc:sldMkLst>
          <pc:docMk/>
          <pc:sldMk cId="485995093" sldId="2147479154"/>
        </pc:sldMkLst>
      </pc:sldChg>
      <pc:sldChg chg="addSp delSp modSp add mod">
        <pc:chgData name="Parth Walia" userId="63003097-9a48-4653-90c0-3372deb9525c" providerId="ADAL" clId="{191DDA98-5381-4928-84F3-86A653F4F99A}" dt="2025-09-03T13:08:23.217" v="15745" actId="948"/>
        <pc:sldMkLst>
          <pc:docMk/>
          <pc:sldMk cId="2816045482" sldId="2147479155"/>
        </pc:sldMkLst>
      </pc:sldChg>
      <pc:sldChg chg="addSp delSp modSp add mod">
        <pc:chgData name="Parth Walia" userId="63003097-9a48-4653-90c0-3372deb9525c" providerId="ADAL" clId="{191DDA98-5381-4928-84F3-86A653F4F99A}" dt="2025-09-03T13:08:30.984" v="15747" actId="948"/>
        <pc:sldMkLst>
          <pc:docMk/>
          <pc:sldMk cId="1308961655" sldId="2147479156"/>
        </pc:sldMkLst>
      </pc:sldChg>
      <pc:sldChg chg="delSp modSp add mod">
        <pc:chgData name="Parth Walia" userId="63003097-9a48-4653-90c0-3372deb9525c" providerId="ADAL" clId="{191DDA98-5381-4928-84F3-86A653F4F99A}" dt="2025-09-03T13:08:42.613" v="15749" actId="948"/>
        <pc:sldMkLst>
          <pc:docMk/>
          <pc:sldMk cId="2004261416" sldId="2147479157"/>
        </pc:sldMkLst>
      </pc:sldChg>
      <pc:sldChg chg="modSp add mod">
        <pc:chgData name="Parth Walia" userId="63003097-9a48-4653-90c0-3372deb9525c" providerId="ADAL" clId="{191DDA98-5381-4928-84F3-86A653F4F99A}" dt="2025-09-03T13:08:48.431" v="15750" actId="948"/>
        <pc:sldMkLst>
          <pc:docMk/>
          <pc:sldMk cId="3933930800" sldId="2147479158"/>
        </pc:sldMkLst>
      </pc:sldChg>
      <pc:sldChg chg="addSp delSp modSp add mod">
        <pc:chgData name="Parth Walia" userId="63003097-9a48-4653-90c0-3372deb9525c" providerId="ADAL" clId="{191DDA98-5381-4928-84F3-86A653F4F99A}" dt="2025-09-04T18:56:19.649" v="23140" actId="255"/>
        <pc:sldMkLst>
          <pc:docMk/>
          <pc:sldMk cId="267631653" sldId="2147479159"/>
        </pc:sldMkLst>
      </pc:sldChg>
      <pc:sldChg chg="addSp delSp modSp add del mod ord">
        <pc:chgData name="Parth Walia" userId="63003097-9a48-4653-90c0-3372deb9525c" providerId="ADAL" clId="{191DDA98-5381-4928-84F3-86A653F4F99A}" dt="2025-09-04T14:24:32.717" v="21838" actId="47"/>
        <pc:sldMkLst>
          <pc:docMk/>
          <pc:sldMk cId="2371463358" sldId="2147479160"/>
        </pc:sldMkLst>
      </pc:sldChg>
      <pc:sldChg chg="add del ord">
        <pc:chgData name="Parth Walia" userId="63003097-9a48-4653-90c0-3372deb9525c" providerId="ADAL" clId="{191DDA98-5381-4928-84F3-86A653F4F99A}" dt="2025-09-03T11:36:47.230" v="14389" actId="47"/>
        <pc:sldMkLst>
          <pc:docMk/>
          <pc:sldMk cId="170959232" sldId="2147479161"/>
        </pc:sldMkLst>
      </pc:sldChg>
      <pc:sldChg chg="modSp add mod">
        <pc:chgData name="Parth Walia" userId="63003097-9a48-4653-90c0-3372deb9525c" providerId="ADAL" clId="{191DDA98-5381-4928-84F3-86A653F4F99A}" dt="2025-09-03T13:09:15.624" v="15756" actId="948"/>
        <pc:sldMkLst>
          <pc:docMk/>
          <pc:sldMk cId="3940696922" sldId="2147479162"/>
        </pc:sldMkLst>
      </pc:sldChg>
      <pc:sldChg chg="modSp add mod">
        <pc:chgData name="Parth Walia" userId="63003097-9a48-4653-90c0-3372deb9525c" providerId="ADAL" clId="{191DDA98-5381-4928-84F3-86A653F4F99A}" dt="2025-09-03T13:09:20.367" v="15757" actId="948"/>
        <pc:sldMkLst>
          <pc:docMk/>
          <pc:sldMk cId="3750538842" sldId="2147479163"/>
        </pc:sldMkLst>
      </pc:sldChg>
      <pc:sldChg chg="modSp add mod">
        <pc:chgData name="Parth Walia" userId="63003097-9a48-4653-90c0-3372deb9525c" providerId="ADAL" clId="{191DDA98-5381-4928-84F3-86A653F4F99A}" dt="2025-09-03T13:09:25.520" v="15758" actId="948"/>
        <pc:sldMkLst>
          <pc:docMk/>
          <pc:sldMk cId="2409192128" sldId="2147479164"/>
        </pc:sldMkLst>
      </pc:sldChg>
      <pc:sldChg chg="modSp add mod replId">
        <pc:chgData name="Parth Walia" userId="63003097-9a48-4653-90c0-3372deb9525c" providerId="ADAL" clId="{191DDA98-5381-4928-84F3-86A653F4F99A}" dt="2025-09-03T13:09:30.817" v="15759" actId="948"/>
        <pc:sldMkLst>
          <pc:docMk/>
          <pc:sldMk cId="2597424573" sldId="2147479165"/>
        </pc:sldMkLst>
      </pc:sldChg>
      <pc:sldChg chg="addSp modSp add mod ord">
        <pc:chgData name="Parth Walia" userId="63003097-9a48-4653-90c0-3372deb9525c" providerId="ADAL" clId="{191DDA98-5381-4928-84F3-86A653F4F99A}" dt="2025-09-03T13:09:49.167" v="15763" actId="948"/>
        <pc:sldMkLst>
          <pc:docMk/>
          <pc:sldMk cId="400506855" sldId="2147479166"/>
        </pc:sldMkLst>
      </pc:sldChg>
      <pc:sldChg chg="addSp delSp modSp add mod">
        <pc:chgData name="Parth Walia" userId="63003097-9a48-4653-90c0-3372deb9525c" providerId="ADAL" clId="{191DDA98-5381-4928-84F3-86A653F4F99A}" dt="2025-09-03T13:09:53.370" v="15764" actId="948"/>
        <pc:sldMkLst>
          <pc:docMk/>
          <pc:sldMk cId="1847087755" sldId="2147479167"/>
        </pc:sldMkLst>
      </pc:sldChg>
      <pc:sldChg chg="addSp delSp modSp add mod">
        <pc:chgData name="Parth Walia" userId="63003097-9a48-4653-90c0-3372deb9525c" providerId="ADAL" clId="{191DDA98-5381-4928-84F3-86A653F4F99A}" dt="2025-09-03T13:09:57.400" v="15765" actId="948"/>
        <pc:sldMkLst>
          <pc:docMk/>
          <pc:sldMk cId="575171115" sldId="2147479168"/>
        </pc:sldMkLst>
      </pc:sldChg>
      <pc:sldChg chg="addSp delSp modSp add mod ord">
        <pc:chgData name="Parth Walia" userId="63003097-9a48-4653-90c0-3372deb9525c" providerId="ADAL" clId="{191DDA98-5381-4928-84F3-86A653F4F99A}" dt="2025-09-03T13:08:56.944" v="15752" actId="948"/>
        <pc:sldMkLst>
          <pc:docMk/>
          <pc:sldMk cId="885745468" sldId="2147479169"/>
        </pc:sldMkLst>
      </pc:sldChg>
      <pc:sldChg chg="addSp delSp modSp add mod">
        <pc:chgData name="Parth Walia" userId="63003097-9a48-4653-90c0-3372deb9525c" providerId="ADAL" clId="{191DDA98-5381-4928-84F3-86A653F4F99A}" dt="2025-09-03T13:09:01.512" v="15753" actId="948"/>
        <pc:sldMkLst>
          <pc:docMk/>
          <pc:sldMk cId="1676572982" sldId="2147479170"/>
        </pc:sldMkLst>
      </pc:sldChg>
      <pc:sldChg chg="addSp delSp modSp add mod ord">
        <pc:chgData name="Parth Walia" userId="63003097-9a48-4653-90c0-3372deb9525c" providerId="ADAL" clId="{191DDA98-5381-4928-84F3-86A653F4F99A}" dt="2025-09-03T13:08:01.976" v="15742" actId="948"/>
        <pc:sldMkLst>
          <pc:docMk/>
          <pc:sldMk cId="150581735" sldId="2147479171"/>
        </pc:sldMkLst>
      </pc:sldChg>
      <pc:sldChg chg="addSp delSp modSp add mod ord">
        <pc:chgData name="Parth Walia" userId="63003097-9a48-4653-90c0-3372deb9525c" providerId="ADAL" clId="{191DDA98-5381-4928-84F3-86A653F4F99A}" dt="2025-09-04T15:10:42.067" v="22599" actId="255"/>
        <pc:sldMkLst>
          <pc:docMk/>
          <pc:sldMk cId="801515810" sldId="2147479172"/>
        </pc:sldMkLst>
      </pc:sldChg>
      <pc:sldChg chg="addSp delSp modSp add mod ord">
        <pc:chgData name="Parth Walia" userId="63003097-9a48-4653-90c0-3372deb9525c" providerId="ADAL" clId="{191DDA98-5381-4928-84F3-86A653F4F99A}" dt="2025-09-03T14:07:51.762" v="17057" actId="21"/>
        <pc:sldMkLst>
          <pc:docMk/>
          <pc:sldMk cId="2230521236" sldId="2147479173"/>
        </pc:sldMkLst>
      </pc:sldChg>
      <pc:sldChg chg="delSp add del mod">
        <pc:chgData name="Parth Walia" userId="63003097-9a48-4653-90c0-3372deb9525c" providerId="ADAL" clId="{191DDA98-5381-4928-84F3-86A653F4F99A}" dt="2025-09-03T12:34:41.217" v="15378" actId="47"/>
        <pc:sldMkLst>
          <pc:docMk/>
          <pc:sldMk cId="469047572" sldId="2147479174"/>
        </pc:sldMkLst>
      </pc:sldChg>
      <pc:sldChg chg="addSp delSp modSp add mod">
        <pc:chgData name="Parth Walia" userId="63003097-9a48-4653-90c0-3372deb9525c" providerId="ADAL" clId="{191DDA98-5381-4928-84F3-86A653F4F99A}" dt="2025-09-03T13:10:55.210" v="15773" actId="948"/>
        <pc:sldMkLst>
          <pc:docMk/>
          <pc:sldMk cId="4062119482" sldId="2147479174"/>
        </pc:sldMkLst>
      </pc:sldChg>
      <pc:sldChg chg="addSp delSp modSp add mod">
        <pc:chgData name="Parth Walia" userId="63003097-9a48-4653-90c0-3372deb9525c" providerId="ADAL" clId="{191DDA98-5381-4928-84F3-86A653F4F99A}" dt="2025-09-03T13:10:59.508" v="15774" actId="948"/>
        <pc:sldMkLst>
          <pc:docMk/>
          <pc:sldMk cId="1889297940" sldId="2147479175"/>
        </pc:sldMkLst>
      </pc:sldChg>
      <pc:sldChg chg="add del">
        <pc:chgData name="Parth Walia" userId="63003097-9a48-4653-90c0-3372deb9525c" providerId="ADAL" clId="{191DDA98-5381-4928-84F3-86A653F4F99A}" dt="2025-09-03T12:47:17.364" v="15510" actId="2890"/>
        <pc:sldMkLst>
          <pc:docMk/>
          <pc:sldMk cId="3081796650" sldId="2147479175"/>
        </pc:sldMkLst>
      </pc:sldChg>
      <pc:sldChg chg="add del">
        <pc:chgData name="Parth Walia" userId="63003097-9a48-4653-90c0-3372deb9525c" providerId="ADAL" clId="{191DDA98-5381-4928-84F3-86A653F4F99A}" dt="2025-09-03T12:50:23.987" v="15535"/>
        <pc:sldMkLst>
          <pc:docMk/>
          <pc:sldMk cId="2334496731" sldId="2147479176"/>
        </pc:sldMkLst>
      </pc:sldChg>
      <pc:sldChg chg="addSp delSp modSp add mod">
        <pc:chgData name="Parth Walia" userId="63003097-9a48-4653-90c0-3372deb9525c" providerId="ADAL" clId="{191DDA98-5381-4928-84F3-86A653F4F99A}" dt="2025-09-03T13:11:04.486" v="15775" actId="948"/>
        <pc:sldMkLst>
          <pc:docMk/>
          <pc:sldMk cId="3246594256" sldId="2147479176"/>
        </pc:sldMkLst>
      </pc:sldChg>
      <pc:sldChg chg="add del">
        <pc:chgData name="Parth Walia" userId="63003097-9a48-4653-90c0-3372deb9525c" providerId="ADAL" clId="{191DDA98-5381-4928-84F3-86A653F4F99A}" dt="2025-09-03T12:50:22.088" v="15533"/>
        <pc:sldMkLst>
          <pc:docMk/>
          <pc:sldMk cId="3918599600" sldId="2147479176"/>
        </pc:sldMkLst>
      </pc:sldChg>
      <pc:sldChg chg="delSp modSp add mod ord">
        <pc:chgData name="Parth Walia" userId="63003097-9a48-4653-90c0-3372deb9525c" providerId="ADAL" clId="{191DDA98-5381-4928-84F3-86A653F4F99A}" dt="2025-09-03T13:40:24.275" v="16512" actId="20577"/>
        <pc:sldMkLst>
          <pc:docMk/>
          <pc:sldMk cId="1638835188" sldId="2147479177"/>
        </pc:sldMkLst>
      </pc:sldChg>
      <pc:sldChg chg="add del">
        <pc:chgData name="Parth Walia" userId="63003097-9a48-4653-90c0-3372deb9525c" providerId="ADAL" clId="{191DDA98-5381-4928-84F3-86A653F4F99A}" dt="2025-09-03T12:54:45.926" v="15586"/>
        <pc:sldMkLst>
          <pc:docMk/>
          <pc:sldMk cId="3118999611" sldId="2147479177"/>
        </pc:sldMkLst>
      </pc:sldChg>
      <pc:sldChg chg="modSp add del mod">
        <pc:chgData name="Parth Walia" userId="63003097-9a48-4653-90c0-3372deb9525c" providerId="ADAL" clId="{191DDA98-5381-4928-84F3-86A653F4F99A}" dt="2025-09-04T10:38:30.963" v="18271" actId="47"/>
        <pc:sldMkLst>
          <pc:docMk/>
          <pc:sldMk cId="205225972" sldId="2147479178"/>
        </pc:sldMkLst>
      </pc:sldChg>
      <pc:sldChg chg="delSp modSp add del mod ord">
        <pc:chgData name="Parth Walia" userId="63003097-9a48-4653-90c0-3372deb9525c" providerId="ADAL" clId="{191DDA98-5381-4928-84F3-86A653F4F99A}" dt="2025-09-03T13:36:15.780" v="16315" actId="47"/>
        <pc:sldMkLst>
          <pc:docMk/>
          <pc:sldMk cId="2162381015" sldId="2147479179"/>
        </pc:sldMkLst>
      </pc:sldChg>
      <pc:sldChg chg="modSp add del mod">
        <pc:chgData name="Parth Walia" userId="63003097-9a48-4653-90c0-3372deb9525c" providerId="ADAL" clId="{191DDA98-5381-4928-84F3-86A653F4F99A}" dt="2025-09-03T16:40:51.537" v="18254" actId="47"/>
        <pc:sldMkLst>
          <pc:docMk/>
          <pc:sldMk cId="2104435789" sldId="2147479180"/>
        </pc:sldMkLst>
      </pc:sldChg>
      <pc:sldChg chg="delSp modSp add del mod ord">
        <pc:chgData name="Parth Walia" userId="63003097-9a48-4653-90c0-3372deb9525c" providerId="ADAL" clId="{191DDA98-5381-4928-84F3-86A653F4F99A}" dt="2025-09-03T13:53:56.551" v="16818" actId="47"/>
        <pc:sldMkLst>
          <pc:docMk/>
          <pc:sldMk cId="3631763111" sldId="2147479181"/>
        </pc:sldMkLst>
      </pc:sldChg>
      <pc:sldChg chg="addSp delSp modSp add mod ord">
        <pc:chgData name="Parth Walia" userId="63003097-9a48-4653-90c0-3372deb9525c" providerId="ADAL" clId="{191DDA98-5381-4928-84F3-86A653F4F99A}" dt="2025-09-03T14:25:56.735" v="17385" actId="164"/>
        <pc:sldMkLst>
          <pc:docMk/>
          <pc:sldMk cId="847240635" sldId="2147479182"/>
        </pc:sldMkLst>
      </pc:sldChg>
      <pc:sldChg chg="addSp delSp add del mod modShow">
        <pc:chgData name="Parth Walia" userId="63003097-9a48-4653-90c0-3372deb9525c" providerId="ADAL" clId="{191DDA98-5381-4928-84F3-86A653F4F99A}" dt="2025-09-03T13:38:19.221" v="16386" actId="47"/>
        <pc:sldMkLst>
          <pc:docMk/>
          <pc:sldMk cId="2663399768" sldId="2147479183"/>
        </pc:sldMkLst>
      </pc:sldChg>
      <pc:sldChg chg="modSp add mod">
        <pc:chgData name="Parth Walia" userId="63003097-9a48-4653-90c0-3372deb9525c" providerId="ADAL" clId="{191DDA98-5381-4928-84F3-86A653F4F99A}" dt="2025-09-03T13:10:50.906" v="15772" actId="948"/>
        <pc:sldMkLst>
          <pc:docMk/>
          <pc:sldMk cId="229694817" sldId="2147479184"/>
        </pc:sldMkLst>
      </pc:sldChg>
      <pc:sldChg chg="addSp delSp modSp add mod ord">
        <pc:chgData name="Parth Walia" userId="63003097-9a48-4653-90c0-3372deb9525c" providerId="ADAL" clId="{191DDA98-5381-4928-84F3-86A653F4F99A}" dt="2025-09-03T16:40:26.610" v="18253" actId="14100"/>
        <pc:sldMkLst>
          <pc:docMk/>
          <pc:sldMk cId="2425379502" sldId="2147479185"/>
        </pc:sldMkLst>
      </pc:sldChg>
      <pc:sldChg chg="modSp add mod">
        <pc:chgData name="Parth Walia" userId="63003097-9a48-4653-90c0-3372deb9525c" providerId="ADAL" clId="{191DDA98-5381-4928-84F3-86A653F4F99A}" dt="2025-09-03T13:40:30.991" v="16521" actId="20577"/>
        <pc:sldMkLst>
          <pc:docMk/>
          <pc:sldMk cId="932475914" sldId="2147479186"/>
        </pc:sldMkLst>
      </pc:sldChg>
      <pc:sldChg chg="modSp add mod">
        <pc:chgData name="Parth Walia" userId="63003097-9a48-4653-90c0-3372deb9525c" providerId="ADAL" clId="{191DDA98-5381-4928-84F3-86A653F4F99A}" dt="2025-09-03T13:40:55.466" v="16548" actId="20577"/>
        <pc:sldMkLst>
          <pc:docMk/>
          <pc:sldMk cId="1928719161" sldId="2147479187"/>
        </pc:sldMkLst>
      </pc:sldChg>
      <pc:sldChg chg="modSp add mod">
        <pc:chgData name="Parth Walia" userId="63003097-9a48-4653-90c0-3372deb9525c" providerId="ADAL" clId="{191DDA98-5381-4928-84F3-86A653F4F99A}" dt="2025-09-03T13:40:58.208" v="16549" actId="20577"/>
        <pc:sldMkLst>
          <pc:docMk/>
          <pc:sldMk cId="728323385" sldId="2147479188"/>
        </pc:sldMkLst>
      </pc:sldChg>
      <pc:sldChg chg="modSp add mod">
        <pc:chgData name="Parth Walia" userId="63003097-9a48-4653-90c0-3372deb9525c" providerId="ADAL" clId="{191DDA98-5381-4928-84F3-86A653F4F99A}" dt="2025-09-03T13:41:01.207" v="16552" actId="20577"/>
        <pc:sldMkLst>
          <pc:docMk/>
          <pc:sldMk cId="3006553445" sldId="2147479189"/>
        </pc:sldMkLst>
      </pc:sldChg>
      <pc:sldChg chg="modSp add mod">
        <pc:chgData name="Parth Walia" userId="63003097-9a48-4653-90c0-3372deb9525c" providerId="ADAL" clId="{191DDA98-5381-4928-84F3-86A653F4F99A}" dt="2025-09-03T13:41:08.782" v="16564" actId="20577"/>
        <pc:sldMkLst>
          <pc:docMk/>
          <pc:sldMk cId="3928709733" sldId="2147479190"/>
        </pc:sldMkLst>
      </pc:sldChg>
      <pc:sldChg chg="modSp add mod">
        <pc:chgData name="Parth Walia" userId="63003097-9a48-4653-90c0-3372deb9525c" providerId="ADAL" clId="{191DDA98-5381-4928-84F3-86A653F4F99A}" dt="2025-09-03T13:41:33.856" v="16566" actId="20577"/>
        <pc:sldMkLst>
          <pc:docMk/>
          <pc:sldMk cId="3735260449" sldId="2147479191"/>
        </pc:sldMkLst>
      </pc:sldChg>
      <pc:sldChg chg="modSp add mod">
        <pc:chgData name="Parth Walia" userId="63003097-9a48-4653-90c0-3372deb9525c" providerId="ADAL" clId="{191DDA98-5381-4928-84F3-86A653F4F99A}" dt="2025-09-03T13:41:36.784" v="16568" actId="20577"/>
        <pc:sldMkLst>
          <pc:docMk/>
          <pc:sldMk cId="432672785" sldId="2147479192"/>
        </pc:sldMkLst>
      </pc:sldChg>
      <pc:sldChg chg="modSp add mod">
        <pc:chgData name="Parth Walia" userId="63003097-9a48-4653-90c0-3372deb9525c" providerId="ADAL" clId="{191DDA98-5381-4928-84F3-86A653F4F99A}" dt="2025-09-03T13:42:14.770" v="16575" actId="20577"/>
        <pc:sldMkLst>
          <pc:docMk/>
          <pc:sldMk cId="4231701425" sldId="2147479193"/>
        </pc:sldMkLst>
      </pc:sldChg>
      <pc:sldChg chg="modSp add mod">
        <pc:chgData name="Parth Walia" userId="63003097-9a48-4653-90c0-3372deb9525c" providerId="ADAL" clId="{191DDA98-5381-4928-84F3-86A653F4F99A}" dt="2025-09-03T13:42:22.449" v="16580" actId="20577"/>
        <pc:sldMkLst>
          <pc:docMk/>
          <pc:sldMk cId="51398494" sldId="2147479194"/>
        </pc:sldMkLst>
      </pc:sldChg>
      <pc:sldChg chg="modSp add mod">
        <pc:chgData name="Parth Walia" userId="63003097-9a48-4653-90c0-3372deb9525c" providerId="ADAL" clId="{191DDA98-5381-4928-84F3-86A653F4F99A}" dt="2025-09-03T13:42:26.126" v="16582" actId="20577"/>
        <pc:sldMkLst>
          <pc:docMk/>
          <pc:sldMk cId="357389490" sldId="2147479195"/>
        </pc:sldMkLst>
      </pc:sldChg>
      <pc:sldChg chg="modSp add mod">
        <pc:chgData name="Parth Walia" userId="63003097-9a48-4653-90c0-3372deb9525c" providerId="ADAL" clId="{191DDA98-5381-4928-84F3-86A653F4F99A}" dt="2025-09-11T11:32:45.462" v="26071" actId="20577"/>
        <pc:sldMkLst>
          <pc:docMk/>
          <pc:sldMk cId="4072810145" sldId="2147479196"/>
        </pc:sldMkLst>
      </pc:sldChg>
      <pc:sldChg chg="modSp add mod">
        <pc:chgData name="Parth Walia" userId="63003097-9a48-4653-90c0-3372deb9525c" providerId="ADAL" clId="{191DDA98-5381-4928-84F3-86A653F4F99A}" dt="2025-09-11T11:32:49.769" v="26072"/>
        <pc:sldMkLst>
          <pc:docMk/>
          <pc:sldMk cId="3591945291" sldId="2147479197"/>
        </pc:sldMkLst>
      </pc:sldChg>
      <pc:sldChg chg="modSp add mod">
        <pc:chgData name="Parth Walia" userId="63003097-9a48-4653-90c0-3372deb9525c" providerId="ADAL" clId="{191DDA98-5381-4928-84F3-86A653F4F99A}" dt="2025-09-11T11:32:52.661" v="26073"/>
        <pc:sldMkLst>
          <pc:docMk/>
          <pc:sldMk cId="2006198126" sldId="2147479198"/>
        </pc:sldMkLst>
      </pc:sldChg>
      <pc:sldChg chg="delSp add del mod">
        <pc:chgData name="Parth Walia" userId="63003097-9a48-4653-90c0-3372deb9525c" providerId="ADAL" clId="{191DDA98-5381-4928-84F3-86A653F4F99A}" dt="2025-09-03T14:25:14.302" v="17374" actId="47"/>
        <pc:sldMkLst>
          <pc:docMk/>
          <pc:sldMk cId="1156028630" sldId="2147479199"/>
        </pc:sldMkLst>
      </pc:sldChg>
      <pc:sldChg chg="add mod ord modShow">
        <pc:chgData name="Parth Walia" userId="63003097-9a48-4653-90c0-3372deb9525c" providerId="ADAL" clId="{191DDA98-5381-4928-84F3-86A653F4F99A}" dt="2025-09-04T13:57:29.316" v="20924"/>
        <pc:sldMkLst>
          <pc:docMk/>
          <pc:sldMk cId="2354782344" sldId="2147479199"/>
        </pc:sldMkLst>
      </pc:sldChg>
      <pc:sldChg chg="addSp delSp modSp add del mod ord">
        <pc:chgData name="Parth Walia" userId="63003097-9a48-4653-90c0-3372deb9525c" providerId="ADAL" clId="{191DDA98-5381-4928-84F3-86A653F4F99A}" dt="2025-09-04T13:56:51.256" v="20920" actId="2696"/>
        <pc:sldMkLst>
          <pc:docMk/>
          <pc:sldMk cId="2517648831" sldId="2147479200"/>
        </pc:sldMkLst>
      </pc:sldChg>
      <pc:sldChg chg="add">
        <pc:chgData name="Parth Walia" userId="63003097-9a48-4653-90c0-3372deb9525c" providerId="ADAL" clId="{191DDA98-5381-4928-84F3-86A653F4F99A}" dt="2025-09-04T13:57:00.619" v="20921"/>
        <pc:sldMkLst>
          <pc:docMk/>
          <pc:sldMk cId="3225421094" sldId="2147479200"/>
        </pc:sldMkLst>
      </pc:sldChg>
      <pc:sldChg chg="add del ord">
        <pc:chgData name="Parth Walia" userId="63003097-9a48-4653-90c0-3372deb9525c" providerId="ADAL" clId="{191DDA98-5381-4928-84F3-86A653F4F99A}" dt="2025-09-04T14:24:32.717" v="21838" actId="47"/>
        <pc:sldMkLst>
          <pc:docMk/>
          <pc:sldMk cId="3168169039" sldId="2147479201"/>
        </pc:sldMkLst>
      </pc:sldChg>
      <pc:sldChg chg="add del">
        <pc:chgData name="Parth Walia" userId="63003097-9a48-4653-90c0-3372deb9525c" providerId="ADAL" clId="{191DDA98-5381-4928-84F3-86A653F4F99A}" dt="2025-09-04T14:20:38.984" v="21651" actId="47"/>
        <pc:sldMkLst>
          <pc:docMk/>
          <pc:sldMk cId="3841036434" sldId="2147479202"/>
        </pc:sldMkLst>
      </pc:sldChg>
      <pc:sldChg chg="add del">
        <pc:chgData name="Parth Walia" userId="63003097-9a48-4653-90c0-3372deb9525c" providerId="ADAL" clId="{191DDA98-5381-4928-84F3-86A653F4F99A}" dt="2025-09-04T14:19:58.862" v="21615" actId="2696"/>
        <pc:sldMkLst>
          <pc:docMk/>
          <pc:sldMk cId="3966077528" sldId="2147479202"/>
        </pc:sldMkLst>
      </pc:sldChg>
      <pc:sldChg chg="add del">
        <pc:chgData name="Parth Walia" userId="63003097-9a48-4653-90c0-3372deb9525c" providerId="ADAL" clId="{191DDA98-5381-4928-84F3-86A653F4F99A}" dt="2025-09-04T14:21:15.991" v="21714" actId="47"/>
        <pc:sldMkLst>
          <pc:docMk/>
          <pc:sldMk cId="329509182" sldId="2147479203"/>
        </pc:sldMkLst>
      </pc:sldChg>
      <pc:sldChg chg="add del">
        <pc:chgData name="Parth Walia" userId="63003097-9a48-4653-90c0-3372deb9525c" providerId="ADAL" clId="{191DDA98-5381-4928-84F3-86A653F4F99A}" dt="2025-09-04T14:19:58.862" v="21615" actId="2696"/>
        <pc:sldMkLst>
          <pc:docMk/>
          <pc:sldMk cId="2086125143" sldId="2147479203"/>
        </pc:sldMkLst>
      </pc:sldChg>
      <pc:sldChg chg="addSp delSp modSp add mod">
        <pc:chgData name="Parth Walia" userId="63003097-9a48-4653-90c0-3372deb9525c" providerId="ADAL" clId="{191DDA98-5381-4928-84F3-86A653F4F99A}" dt="2025-09-04T21:47:50.074" v="25892" actId="207"/>
        <pc:sldMkLst>
          <pc:docMk/>
          <pc:sldMk cId="1455890914" sldId="2147479204"/>
        </pc:sldMkLst>
      </pc:sldChg>
      <pc:sldChg chg="add del">
        <pc:chgData name="Parth Walia" userId="63003097-9a48-4653-90c0-3372deb9525c" providerId="ADAL" clId="{191DDA98-5381-4928-84F3-86A653F4F99A}" dt="2025-09-04T14:22:24.419" v="21753" actId="47"/>
        <pc:sldMkLst>
          <pc:docMk/>
          <pc:sldMk cId="982485197" sldId="2147479205"/>
        </pc:sldMkLst>
      </pc:sldChg>
      <pc:sldChg chg="addSp delSp modSp add del mod">
        <pc:chgData name="Parth Walia" userId="63003097-9a48-4653-90c0-3372deb9525c" providerId="ADAL" clId="{191DDA98-5381-4928-84F3-86A653F4F99A}" dt="2025-09-04T18:59:24.624" v="23155" actId="47"/>
        <pc:sldMkLst>
          <pc:docMk/>
          <pc:sldMk cId="88728025" sldId="2147479206"/>
        </pc:sldMkLst>
      </pc:sldChg>
      <pc:sldChg chg="addSp delSp modSp add del mod">
        <pc:chgData name="Parth Walia" userId="63003097-9a48-4653-90c0-3372deb9525c" providerId="ADAL" clId="{191DDA98-5381-4928-84F3-86A653F4F99A}" dt="2025-09-04T14:18:06.620" v="21591" actId="2696"/>
        <pc:sldMkLst>
          <pc:docMk/>
          <pc:sldMk cId="573677470" sldId="2147479206"/>
        </pc:sldMkLst>
      </pc:sldChg>
      <pc:sldChg chg="add del ord">
        <pc:chgData name="Parth Walia" userId="63003097-9a48-4653-90c0-3372deb9525c" providerId="ADAL" clId="{191DDA98-5381-4928-84F3-86A653F4F99A}" dt="2025-09-04T19:48:19.705" v="24070" actId="47"/>
        <pc:sldMkLst>
          <pc:docMk/>
          <pc:sldMk cId="968197023" sldId="2147479207"/>
        </pc:sldMkLst>
      </pc:sldChg>
      <pc:sldChg chg="add del">
        <pc:chgData name="Parth Walia" userId="63003097-9a48-4653-90c0-3372deb9525c" providerId="ADAL" clId="{191DDA98-5381-4928-84F3-86A653F4F99A}" dt="2025-09-04T14:21:42.136" v="21716"/>
        <pc:sldMkLst>
          <pc:docMk/>
          <pc:sldMk cId="3887010157" sldId="2147479207"/>
        </pc:sldMkLst>
      </pc:sldChg>
      <pc:sldChg chg="add del">
        <pc:chgData name="Parth Walia" userId="63003097-9a48-4653-90c0-3372deb9525c" providerId="ADAL" clId="{191DDA98-5381-4928-84F3-86A653F4F99A}" dt="2025-09-04T14:21:42.136" v="21716"/>
        <pc:sldMkLst>
          <pc:docMk/>
          <pc:sldMk cId="614134069" sldId="2147479208"/>
        </pc:sldMkLst>
      </pc:sldChg>
      <pc:sldChg chg="add del ord">
        <pc:chgData name="Parth Walia" userId="63003097-9a48-4653-90c0-3372deb9525c" providerId="ADAL" clId="{191DDA98-5381-4928-84F3-86A653F4F99A}" dt="2025-09-04T20:12:07.916" v="24684" actId="47"/>
        <pc:sldMkLst>
          <pc:docMk/>
          <pc:sldMk cId="3221807067" sldId="2147479208"/>
        </pc:sldMkLst>
      </pc:sldChg>
      <pc:sldChg chg="add del">
        <pc:chgData name="Parth Walia" userId="63003097-9a48-4653-90c0-3372deb9525c" providerId="ADAL" clId="{191DDA98-5381-4928-84F3-86A653F4F99A}" dt="2025-09-04T22:00:22.404" v="26055" actId="47"/>
        <pc:sldMkLst>
          <pc:docMk/>
          <pc:sldMk cId="1369703383" sldId="2147479209"/>
        </pc:sldMkLst>
      </pc:sldChg>
      <pc:sldChg chg="add del">
        <pc:chgData name="Parth Walia" userId="63003097-9a48-4653-90c0-3372deb9525c" providerId="ADAL" clId="{191DDA98-5381-4928-84F3-86A653F4F99A}" dt="2025-09-04T14:21:42.136" v="21716"/>
        <pc:sldMkLst>
          <pc:docMk/>
          <pc:sldMk cId="2716135640" sldId="2147479209"/>
        </pc:sldMkLst>
      </pc:sldChg>
      <pc:sldChg chg="addSp delSp modSp add mod">
        <pc:chgData name="Parth Walia" userId="63003097-9a48-4653-90c0-3372deb9525c" providerId="ADAL" clId="{191DDA98-5381-4928-84F3-86A653F4F99A}" dt="2025-09-04T21:47:46.282" v="25891" actId="207"/>
        <pc:sldMkLst>
          <pc:docMk/>
          <pc:sldMk cId="1476437718" sldId="2147479210"/>
        </pc:sldMkLst>
      </pc:sldChg>
      <pc:sldChg chg="addSp delSp modSp add mod">
        <pc:chgData name="Parth Walia" userId="63003097-9a48-4653-90c0-3372deb9525c" providerId="ADAL" clId="{191DDA98-5381-4928-84F3-86A653F4F99A}" dt="2025-09-04T22:00:07.552" v="26054" actId="20577"/>
        <pc:sldMkLst>
          <pc:docMk/>
          <pc:sldMk cId="969698055" sldId="2147479211"/>
        </pc:sldMkLst>
      </pc:sldChg>
      <pc:sldChg chg="add del">
        <pc:chgData name="Parth Walia" userId="63003097-9a48-4653-90c0-3372deb9525c" providerId="ADAL" clId="{191DDA98-5381-4928-84F3-86A653F4F99A}" dt="2025-09-04T18:12:21.474" v="22601" actId="2890"/>
        <pc:sldMkLst>
          <pc:docMk/>
          <pc:sldMk cId="2943932883" sldId="2147479212"/>
        </pc:sldMkLst>
      </pc:sldChg>
      <pc:sldChg chg="add del">
        <pc:chgData name="Parth Walia" userId="63003097-9a48-4653-90c0-3372deb9525c" providerId="ADAL" clId="{191DDA98-5381-4928-84F3-86A653F4F99A}" dt="2025-09-04T18:19:28.055" v="22721" actId="2890"/>
        <pc:sldMkLst>
          <pc:docMk/>
          <pc:sldMk cId="3079118452" sldId="2147479212"/>
        </pc:sldMkLst>
      </pc:sldChg>
      <pc:sldChg chg="addSp delSp modSp add mod">
        <pc:chgData name="Parth Walia" userId="63003097-9a48-4653-90c0-3372deb9525c" providerId="ADAL" clId="{191DDA98-5381-4928-84F3-86A653F4F99A}" dt="2025-09-04T18:56:32.858" v="23142" actId="255"/>
        <pc:sldMkLst>
          <pc:docMk/>
          <pc:sldMk cId="4293461959" sldId="2147479212"/>
        </pc:sldMkLst>
      </pc:sldChg>
      <pc:sldChg chg="modSp add mod">
        <pc:chgData name="Parth Walia" userId="63003097-9a48-4653-90c0-3372deb9525c" providerId="ADAL" clId="{191DDA98-5381-4928-84F3-86A653F4F99A}" dt="2025-09-11T11:34:42.674" v="26102" actId="20577"/>
        <pc:sldMkLst>
          <pc:docMk/>
          <pc:sldMk cId="3058682786" sldId="2147479213"/>
        </pc:sldMkLst>
      </pc:sldChg>
      <pc:sldChg chg="modSp add mod">
        <pc:chgData name="Parth Walia" userId="63003097-9a48-4653-90c0-3372deb9525c" providerId="ADAL" clId="{191DDA98-5381-4928-84F3-86A653F4F99A}" dt="2025-09-11T11:34:47.601" v="26104" actId="20577"/>
        <pc:sldMkLst>
          <pc:docMk/>
          <pc:sldMk cId="1511704639" sldId="2147479214"/>
        </pc:sldMkLst>
      </pc:sldChg>
      <pc:sldChg chg="modSp add mod">
        <pc:chgData name="Parth Walia" userId="63003097-9a48-4653-90c0-3372deb9525c" providerId="ADAL" clId="{191DDA98-5381-4928-84F3-86A653F4F99A}" dt="2025-09-11T11:35:18.985" v="26134" actId="20577"/>
        <pc:sldMkLst>
          <pc:docMk/>
          <pc:sldMk cId="1562100083" sldId="2147479215"/>
        </pc:sldMkLst>
      </pc:sldChg>
      <pc:sldChg chg="add del">
        <pc:chgData name="Parth Walia" userId="63003097-9a48-4653-90c0-3372deb9525c" providerId="ADAL" clId="{191DDA98-5381-4928-84F3-86A653F4F99A}" dt="2025-09-11T11:34:55.500" v="26106"/>
        <pc:sldMkLst>
          <pc:docMk/>
          <pc:sldMk cId="2557975084" sldId="2147479215"/>
        </pc:sldMkLst>
      </pc:sldChg>
      <pc:sldChg chg="new del">
        <pc:chgData name="Parth Walia" userId="63003097-9a48-4653-90c0-3372deb9525c" providerId="ADAL" clId="{191DDA98-5381-4928-84F3-86A653F4F99A}" dt="2025-09-11T11:34:59.229" v="26108" actId="680"/>
        <pc:sldMkLst>
          <pc:docMk/>
          <pc:sldMk cId="4038676628" sldId="2147479215"/>
        </pc:sldMkLst>
      </pc:sldChg>
    </pc:docChg>
  </pc:docChgLst>
  <pc:docChgLst>
    <pc:chgData name="Baldev Chopra" userId="a54e8303-b89f-49a7-bca4-00378049c30c" providerId="ADAL" clId="{8F37D50B-BDFA-4F63-BB99-B1F9EDD57B42}"/>
    <pc:docChg chg="undo custSel addSld delSld modSld sldOrd addSection modSection">
      <pc:chgData name="Baldev Chopra" userId="a54e8303-b89f-49a7-bca4-00378049c30c" providerId="ADAL" clId="{8F37D50B-BDFA-4F63-BB99-B1F9EDD57B42}" dt="2025-08-28T11:43:42.075" v="3561" actId="47"/>
      <pc:docMkLst>
        <pc:docMk/>
      </pc:docMkLst>
      <pc:sldChg chg="add">
        <pc:chgData name="Baldev Chopra" userId="a54e8303-b89f-49a7-bca4-00378049c30c" providerId="ADAL" clId="{8F37D50B-BDFA-4F63-BB99-B1F9EDD57B42}" dt="2025-08-22T09:12:29.431" v="37"/>
        <pc:sldMkLst>
          <pc:docMk/>
          <pc:sldMk cId="511742140" sldId="297"/>
        </pc:sldMkLst>
      </pc:sldChg>
      <pc:sldChg chg="add">
        <pc:chgData name="Baldev Chopra" userId="a54e8303-b89f-49a7-bca4-00378049c30c" providerId="ADAL" clId="{8F37D50B-BDFA-4F63-BB99-B1F9EDD57B42}" dt="2025-08-22T09:13:17.712" v="39"/>
        <pc:sldMkLst>
          <pc:docMk/>
          <pc:sldMk cId="256826049" sldId="346"/>
        </pc:sldMkLst>
      </pc:sldChg>
      <pc:sldChg chg="add">
        <pc:chgData name="Baldev Chopra" userId="a54e8303-b89f-49a7-bca4-00378049c30c" providerId="ADAL" clId="{8F37D50B-BDFA-4F63-BB99-B1F9EDD57B42}" dt="2025-08-22T09:12:35.262" v="38"/>
        <pc:sldMkLst>
          <pc:docMk/>
          <pc:sldMk cId="2095779274" sldId="351"/>
        </pc:sldMkLst>
      </pc:sldChg>
      <pc:sldChg chg="add ord">
        <pc:chgData name="Baldev Chopra" userId="a54e8303-b89f-49a7-bca4-00378049c30c" providerId="ADAL" clId="{8F37D50B-BDFA-4F63-BB99-B1F9EDD57B42}" dt="2025-08-20T08:14:08.023" v="2"/>
        <pc:sldMkLst>
          <pc:docMk/>
          <pc:sldMk cId="1613818312" sldId="2767"/>
        </pc:sldMkLst>
      </pc:sldChg>
      <pc:sldChg chg="add">
        <pc:chgData name="Baldev Chopra" userId="a54e8303-b89f-49a7-bca4-00378049c30c" providerId="ADAL" clId="{8F37D50B-BDFA-4F63-BB99-B1F9EDD57B42}" dt="2025-08-21T12:02:07.582" v="8"/>
        <pc:sldMkLst>
          <pc:docMk/>
          <pc:sldMk cId="2385824187" sldId="2147375185"/>
        </pc:sldMkLst>
      </pc:sldChg>
      <pc:sldChg chg="del">
        <pc:chgData name="Baldev Chopra" userId="a54e8303-b89f-49a7-bca4-00378049c30c" providerId="ADAL" clId="{8F37D50B-BDFA-4F63-BB99-B1F9EDD57B42}" dt="2025-08-28T10:46:39.482" v="2813" actId="47"/>
        <pc:sldMkLst>
          <pc:docMk/>
          <pc:sldMk cId="2546375478" sldId="2147479044"/>
        </pc:sldMkLst>
      </pc:sldChg>
      <pc:sldChg chg="ord">
        <pc:chgData name="Baldev Chopra" userId="a54e8303-b89f-49a7-bca4-00378049c30c" providerId="ADAL" clId="{8F37D50B-BDFA-4F63-BB99-B1F9EDD57B42}" dt="2025-08-28T10:58:09.216" v="3101"/>
        <pc:sldMkLst>
          <pc:docMk/>
          <pc:sldMk cId="3281582822" sldId="2147479046"/>
        </pc:sldMkLst>
      </pc:sldChg>
      <pc:sldChg chg="ord">
        <pc:chgData name="Baldev Chopra" userId="a54e8303-b89f-49a7-bca4-00378049c30c" providerId="ADAL" clId="{8F37D50B-BDFA-4F63-BB99-B1F9EDD57B42}" dt="2025-08-28T10:58:09.216" v="3101"/>
        <pc:sldMkLst>
          <pc:docMk/>
          <pc:sldMk cId="3726799611" sldId="2147479047"/>
        </pc:sldMkLst>
      </pc:sldChg>
      <pc:sldChg chg="modSp mod">
        <pc:chgData name="Baldev Chopra" userId="a54e8303-b89f-49a7-bca4-00378049c30c" providerId="ADAL" clId="{8F37D50B-BDFA-4F63-BB99-B1F9EDD57B42}" dt="2025-08-28T10:49:45.154" v="2914" actId="1037"/>
        <pc:sldMkLst>
          <pc:docMk/>
          <pc:sldMk cId="1004585457" sldId="2147479079"/>
        </pc:sldMkLst>
      </pc:sldChg>
      <pc:sldChg chg="ord">
        <pc:chgData name="Baldev Chopra" userId="a54e8303-b89f-49a7-bca4-00378049c30c" providerId="ADAL" clId="{8F37D50B-BDFA-4F63-BB99-B1F9EDD57B42}" dt="2025-08-28T10:53:31.322" v="3070"/>
        <pc:sldMkLst>
          <pc:docMk/>
          <pc:sldMk cId="992260532" sldId="2147479080"/>
        </pc:sldMkLst>
      </pc:sldChg>
      <pc:sldChg chg="ord">
        <pc:chgData name="Baldev Chopra" userId="a54e8303-b89f-49a7-bca4-00378049c30c" providerId="ADAL" clId="{8F37D50B-BDFA-4F63-BB99-B1F9EDD57B42}" dt="2025-08-28T10:53:31.322" v="3070"/>
        <pc:sldMkLst>
          <pc:docMk/>
          <pc:sldMk cId="2084099392" sldId="2147479081"/>
        </pc:sldMkLst>
      </pc:sldChg>
      <pc:sldChg chg="ord">
        <pc:chgData name="Baldev Chopra" userId="a54e8303-b89f-49a7-bca4-00378049c30c" providerId="ADAL" clId="{8F37D50B-BDFA-4F63-BB99-B1F9EDD57B42}" dt="2025-08-28T10:53:31.322" v="3070"/>
        <pc:sldMkLst>
          <pc:docMk/>
          <pc:sldMk cId="1923746959" sldId="2147479082"/>
        </pc:sldMkLst>
      </pc:sldChg>
      <pc:sldChg chg="ord">
        <pc:chgData name="Baldev Chopra" userId="a54e8303-b89f-49a7-bca4-00378049c30c" providerId="ADAL" clId="{8F37D50B-BDFA-4F63-BB99-B1F9EDD57B42}" dt="2025-08-28T10:53:31.322" v="3070"/>
        <pc:sldMkLst>
          <pc:docMk/>
          <pc:sldMk cId="3553381895" sldId="2147479083"/>
        </pc:sldMkLst>
      </pc:sldChg>
      <pc:sldChg chg="modSp mod">
        <pc:chgData name="Baldev Chopra" userId="a54e8303-b89f-49a7-bca4-00378049c30c" providerId="ADAL" clId="{8F37D50B-BDFA-4F63-BB99-B1F9EDD57B42}" dt="2025-08-21T11:57:20.860" v="5" actId="13926"/>
        <pc:sldMkLst>
          <pc:docMk/>
          <pc:sldMk cId="1554783003" sldId="2147479093"/>
        </pc:sldMkLst>
      </pc:sldChg>
      <pc:sldChg chg="modSp mod">
        <pc:chgData name="Baldev Chopra" userId="a54e8303-b89f-49a7-bca4-00378049c30c" providerId="ADAL" clId="{8F37D50B-BDFA-4F63-BB99-B1F9EDD57B42}" dt="2025-08-21T11:57:35.928" v="7" actId="13926"/>
        <pc:sldMkLst>
          <pc:docMk/>
          <pc:sldMk cId="3999383612" sldId="2147479094"/>
        </pc:sldMkLst>
      </pc:sldChg>
      <pc:sldChg chg="modSp mod">
        <pc:chgData name="Baldev Chopra" userId="a54e8303-b89f-49a7-bca4-00378049c30c" providerId="ADAL" clId="{8F37D50B-BDFA-4F63-BB99-B1F9EDD57B42}" dt="2025-08-28T10:56:43.629" v="3099" actId="20577"/>
        <pc:sldMkLst>
          <pc:docMk/>
          <pc:sldMk cId="2986584773" sldId="2147479098"/>
        </pc:sldMkLst>
      </pc:sldChg>
      <pc:sldChg chg="ord">
        <pc:chgData name="Baldev Chopra" userId="a54e8303-b89f-49a7-bca4-00378049c30c" providerId="ADAL" clId="{8F37D50B-BDFA-4F63-BB99-B1F9EDD57B42}" dt="2025-08-28T11:00:31.729" v="3210"/>
        <pc:sldMkLst>
          <pc:docMk/>
          <pc:sldMk cId="4136219372" sldId="2147479103"/>
        </pc:sldMkLst>
      </pc:sldChg>
      <pc:sldChg chg="ord">
        <pc:chgData name="Baldev Chopra" userId="a54e8303-b89f-49a7-bca4-00378049c30c" providerId="ADAL" clId="{8F37D50B-BDFA-4F63-BB99-B1F9EDD57B42}" dt="2025-08-28T10:47:06.065" v="2815"/>
        <pc:sldMkLst>
          <pc:docMk/>
          <pc:sldMk cId="3095676069" sldId="2147479104"/>
        </pc:sldMkLst>
      </pc:sldChg>
      <pc:sldChg chg="ord">
        <pc:chgData name="Baldev Chopra" userId="a54e8303-b89f-49a7-bca4-00378049c30c" providerId="ADAL" clId="{8F37D50B-BDFA-4F63-BB99-B1F9EDD57B42}" dt="2025-08-28T10:47:06.065" v="2815"/>
        <pc:sldMkLst>
          <pc:docMk/>
          <pc:sldMk cId="4096197538" sldId="2147479105"/>
        </pc:sldMkLst>
      </pc:sldChg>
      <pc:sldChg chg="ord">
        <pc:chgData name="Baldev Chopra" userId="a54e8303-b89f-49a7-bca4-00378049c30c" providerId="ADAL" clId="{8F37D50B-BDFA-4F63-BB99-B1F9EDD57B42}" dt="2025-08-28T10:47:06.065" v="2815"/>
        <pc:sldMkLst>
          <pc:docMk/>
          <pc:sldMk cId="2333145662" sldId="2147479106"/>
        </pc:sldMkLst>
      </pc:sldChg>
      <pc:sldChg chg="addSp modSp mod">
        <pc:chgData name="Baldev Chopra" userId="a54e8303-b89f-49a7-bca4-00378049c30c" providerId="ADAL" clId="{8F37D50B-BDFA-4F63-BB99-B1F9EDD57B42}" dt="2025-08-22T09:01:16.199" v="32" actId="20577"/>
        <pc:sldMkLst>
          <pc:docMk/>
          <pc:sldMk cId="1968228704" sldId="2147479109"/>
        </pc:sldMkLst>
      </pc:sldChg>
      <pc:sldChg chg="modSp mod ord">
        <pc:chgData name="Baldev Chopra" userId="a54e8303-b89f-49a7-bca4-00378049c30c" providerId="ADAL" clId="{8F37D50B-BDFA-4F63-BB99-B1F9EDD57B42}" dt="2025-08-28T11:05:02.882" v="3290"/>
        <pc:sldMkLst>
          <pc:docMk/>
          <pc:sldMk cId="520237830" sldId="2147479110"/>
        </pc:sldMkLst>
      </pc:sldChg>
      <pc:sldChg chg="ord">
        <pc:chgData name="Baldev Chopra" userId="a54e8303-b89f-49a7-bca4-00378049c30c" providerId="ADAL" clId="{8F37D50B-BDFA-4F63-BB99-B1F9EDD57B42}" dt="2025-08-28T11:05:02.882" v="3290"/>
        <pc:sldMkLst>
          <pc:docMk/>
          <pc:sldMk cId="867270034" sldId="2147479111"/>
        </pc:sldMkLst>
      </pc:sldChg>
      <pc:sldChg chg="ord">
        <pc:chgData name="Baldev Chopra" userId="a54e8303-b89f-49a7-bca4-00378049c30c" providerId="ADAL" clId="{8F37D50B-BDFA-4F63-BB99-B1F9EDD57B42}" dt="2025-08-28T11:05:02.882" v="3290"/>
        <pc:sldMkLst>
          <pc:docMk/>
          <pc:sldMk cId="744211107" sldId="2147479112"/>
        </pc:sldMkLst>
      </pc:sldChg>
      <pc:sldChg chg="addSp delSp modSp new mod">
        <pc:chgData name="Baldev Chopra" userId="a54e8303-b89f-49a7-bca4-00378049c30c" providerId="ADAL" clId="{8F37D50B-BDFA-4F63-BB99-B1F9EDD57B42}" dt="2025-08-22T09:10:09.195" v="34" actId="22"/>
        <pc:sldMkLst>
          <pc:docMk/>
          <pc:sldMk cId="3862563710" sldId="2147479119"/>
        </pc:sldMkLst>
      </pc:sldChg>
      <pc:sldChg chg="addSp delSp modSp new mod">
        <pc:chgData name="Baldev Chopra" userId="a54e8303-b89f-49a7-bca4-00378049c30c" providerId="ADAL" clId="{8F37D50B-BDFA-4F63-BB99-B1F9EDD57B42}" dt="2025-08-25T05:26:50.836" v="56" actId="20577"/>
        <pc:sldMkLst>
          <pc:docMk/>
          <pc:sldMk cId="746150090" sldId="2147479120"/>
        </pc:sldMkLst>
      </pc:sldChg>
      <pc:sldChg chg="new del">
        <pc:chgData name="Baldev Chopra" userId="a54e8303-b89f-49a7-bca4-00378049c30c" providerId="ADAL" clId="{8F37D50B-BDFA-4F63-BB99-B1F9EDD57B42}" dt="2025-08-22T09:12:24.102" v="36" actId="47"/>
        <pc:sldMkLst>
          <pc:docMk/>
          <pc:sldMk cId="2531414795" sldId="2147479120"/>
        </pc:sldMkLst>
      </pc:sldChg>
      <pc:sldChg chg="addSp delSp modSp new mod">
        <pc:chgData name="Baldev Chopra" userId="a54e8303-b89f-49a7-bca4-00378049c30c" providerId="ADAL" clId="{8F37D50B-BDFA-4F63-BB99-B1F9EDD57B42}" dt="2025-08-25T05:50:03.535" v="563" actId="113"/>
        <pc:sldMkLst>
          <pc:docMk/>
          <pc:sldMk cId="37493355" sldId="2147479121"/>
        </pc:sldMkLst>
      </pc:sldChg>
      <pc:sldChg chg="modSp add mod">
        <pc:chgData name="Baldev Chopra" userId="a54e8303-b89f-49a7-bca4-00378049c30c" providerId="ADAL" clId="{8F37D50B-BDFA-4F63-BB99-B1F9EDD57B42}" dt="2025-08-25T06:31:10.526" v="872" actId="20577"/>
        <pc:sldMkLst>
          <pc:docMk/>
          <pc:sldMk cId="2178277469" sldId="2147479122"/>
        </pc:sldMkLst>
      </pc:sldChg>
      <pc:sldChg chg="modSp add mod">
        <pc:chgData name="Baldev Chopra" userId="a54e8303-b89f-49a7-bca4-00378049c30c" providerId="ADAL" clId="{8F37D50B-BDFA-4F63-BB99-B1F9EDD57B42}" dt="2025-08-25T06:38:38.449" v="1194" actId="20577"/>
        <pc:sldMkLst>
          <pc:docMk/>
          <pc:sldMk cId="2439236045" sldId="2147479123"/>
        </pc:sldMkLst>
      </pc:sldChg>
      <pc:sldChg chg="modSp add mod">
        <pc:chgData name="Baldev Chopra" userId="a54e8303-b89f-49a7-bca4-00378049c30c" providerId="ADAL" clId="{8F37D50B-BDFA-4F63-BB99-B1F9EDD57B42}" dt="2025-08-25T06:59:29.993" v="1518" actId="20577"/>
        <pc:sldMkLst>
          <pc:docMk/>
          <pc:sldMk cId="4255976452" sldId="2147479124"/>
        </pc:sldMkLst>
      </pc:sldChg>
      <pc:sldChg chg="modSp add mod">
        <pc:chgData name="Baldev Chopra" userId="a54e8303-b89f-49a7-bca4-00378049c30c" providerId="ADAL" clId="{8F37D50B-BDFA-4F63-BB99-B1F9EDD57B42}" dt="2025-08-25T13:28:54.325" v="1607" actId="113"/>
        <pc:sldMkLst>
          <pc:docMk/>
          <pc:sldMk cId="38550298" sldId="2147479125"/>
        </pc:sldMkLst>
      </pc:sldChg>
      <pc:sldChg chg="addSp delSp modSp new mod">
        <pc:chgData name="Baldev Chopra" userId="a54e8303-b89f-49a7-bca4-00378049c30c" providerId="ADAL" clId="{8F37D50B-BDFA-4F63-BB99-B1F9EDD57B42}" dt="2025-08-26T13:00:40.339" v="1743" actId="20577"/>
        <pc:sldMkLst>
          <pc:docMk/>
          <pc:sldMk cId="1812625554" sldId="2147479126"/>
        </pc:sldMkLst>
      </pc:sldChg>
      <pc:sldChg chg="delSp add del mod">
        <pc:chgData name="Baldev Chopra" userId="a54e8303-b89f-49a7-bca4-00378049c30c" providerId="ADAL" clId="{8F37D50B-BDFA-4F63-BB99-B1F9EDD57B42}" dt="2025-08-26T13:26:05.364" v="1748" actId="47"/>
        <pc:sldMkLst>
          <pc:docMk/>
          <pc:sldMk cId="2172078794" sldId="2147479127"/>
        </pc:sldMkLst>
      </pc:sldChg>
      <pc:sldChg chg="addSp delSp modSp add mod ord">
        <pc:chgData name="Baldev Chopra" userId="a54e8303-b89f-49a7-bca4-00378049c30c" providerId="ADAL" clId="{8F37D50B-BDFA-4F63-BB99-B1F9EDD57B42}" dt="2025-08-28T11:07:21.194" v="3465"/>
        <pc:sldMkLst>
          <pc:docMk/>
          <pc:sldMk cId="314250993" sldId="2147479128"/>
        </pc:sldMkLst>
      </pc:sldChg>
      <pc:sldChg chg="addSp delSp modSp new mod ord">
        <pc:chgData name="Baldev Chopra" userId="a54e8303-b89f-49a7-bca4-00378049c30c" providerId="ADAL" clId="{8F37D50B-BDFA-4F63-BB99-B1F9EDD57B42}" dt="2025-08-28T11:07:21.194" v="3465"/>
        <pc:sldMkLst>
          <pc:docMk/>
          <pc:sldMk cId="2255363412" sldId="2147479129"/>
        </pc:sldMkLst>
      </pc:sldChg>
      <pc:sldChg chg="addSp delSp modSp new mod ord">
        <pc:chgData name="Baldev Chopra" userId="a54e8303-b89f-49a7-bca4-00378049c30c" providerId="ADAL" clId="{8F37D50B-BDFA-4F63-BB99-B1F9EDD57B42}" dt="2025-08-28T11:08:08.516" v="3560" actId="2165"/>
        <pc:sldMkLst>
          <pc:docMk/>
          <pc:sldMk cId="3472341338" sldId="2147479130"/>
        </pc:sldMkLst>
      </pc:sldChg>
      <pc:sldChg chg="addSp modSp new del mod">
        <pc:chgData name="Baldev Chopra" userId="a54e8303-b89f-49a7-bca4-00378049c30c" providerId="ADAL" clId="{8F37D50B-BDFA-4F63-BB99-B1F9EDD57B42}" dt="2025-08-28T11:43:42.075" v="3561" actId="47"/>
        <pc:sldMkLst>
          <pc:docMk/>
          <pc:sldMk cId="1515220479" sldId="2147479131"/>
        </pc:sldMkLst>
      </pc:sldChg>
    </pc:docChg>
  </pc:docChgLst>
  <pc:docChgLst>
    <pc:chgData name="Baldev Chopra" userId="a54e8303-b89f-49a7-bca4-00378049c30c" providerId="ADAL" clId="{B92B562A-D969-4B35-9D12-F864A8377DB5}"/>
    <pc:docChg chg="modSld">
      <pc:chgData name="Baldev Chopra" userId="a54e8303-b89f-49a7-bca4-00378049c30c" providerId="ADAL" clId="{B92B562A-D969-4B35-9D12-F864A8377DB5}" dt="2025-09-22T05:11:33.309" v="0" actId="1076"/>
      <pc:docMkLst>
        <pc:docMk/>
      </pc:docMkLst>
      <pc:sldChg chg="modSp mod">
        <pc:chgData name="Baldev Chopra" userId="a54e8303-b89f-49a7-bca4-00378049c30c" providerId="ADAL" clId="{B92B562A-D969-4B35-9D12-F864A8377DB5}" dt="2025-09-22T05:11:33.309" v="0" actId="1076"/>
        <pc:sldMkLst>
          <pc:docMk/>
          <pc:sldMk cId="150581735" sldId="2147479171"/>
        </pc:sldMkLst>
      </pc:sldChg>
    </pc:docChg>
  </pc:docChgLst>
  <pc:docChgLst>
    <pc:chgData name="Baldev Chopra" userId="a54e8303-b89f-49a7-bca4-00378049c30c" providerId="ADAL" clId="{FAC92628-EC45-4C4A-A0C5-05E4B049AF8A}"/>
    <pc:docChg chg="undo custSel addSld delSld modSld sldOrd delMainMaster addSection delSection modSection">
      <pc:chgData name="Baldev Chopra" userId="a54e8303-b89f-49a7-bca4-00378049c30c" providerId="ADAL" clId="{FAC92628-EC45-4C4A-A0C5-05E4B049AF8A}" dt="2025-11-27T20:05:39.436" v="735" actId="47"/>
      <pc:docMkLst>
        <pc:docMk/>
      </pc:docMkLst>
      <pc:sldChg chg="del">
        <pc:chgData name="Baldev Chopra" userId="a54e8303-b89f-49a7-bca4-00378049c30c" providerId="ADAL" clId="{FAC92628-EC45-4C4A-A0C5-05E4B049AF8A}" dt="2025-11-27T20:04:07.396" v="725" actId="18676"/>
        <pc:sldMkLst>
          <pc:docMk/>
          <pc:sldMk cId="3859118726" sldId="256"/>
        </pc:sldMkLst>
      </pc:sldChg>
      <pc:sldChg chg="ord">
        <pc:chgData name="Baldev Chopra" userId="a54e8303-b89f-49a7-bca4-00378049c30c" providerId="ADAL" clId="{FAC92628-EC45-4C4A-A0C5-05E4B049AF8A}" dt="2025-11-27T19:30:04.630" v="366"/>
        <pc:sldMkLst>
          <pc:docMk/>
          <pc:sldMk cId="3671927868" sldId="257"/>
        </pc:sldMkLst>
      </pc:sldChg>
      <pc:sldChg chg="ord">
        <pc:chgData name="Baldev Chopra" userId="a54e8303-b89f-49a7-bca4-00378049c30c" providerId="ADAL" clId="{FAC92628-EC45-4C4A-A0C5-05E4B049AF8A}" dt="2025-11-27T19:30:04.630" v="366"/>
        <pc:sldMkLst>
          <pc:docMk/>
          <pc:sldMk cId="1230116666" sldId="258"/>
        </pc:sldMkLst>
      </pc:sldChg>
      <pc:sldChg chg="ord">
        <pc:chgData name="Baldev Chopra" userId="a54e8303-b89f-49a7-bca4-00378049c30c" providerId="ADAL" clId="{FAC92628-EC45-4C4A-A0C5-05E4B049AF8A}" dt="2025-11-27T19:30:04.630" v="366"/>
        <pc:sldMkLst>
          <pc:docMk/>
          <pc:sldMk cId="3558005796" sldId="259"/>
        </pc:sldMkLst>
      </pc:sldChg>
      <pc:sldChg chg="modSp mod">
        <pc:chgData name="Baldev Chopra" userId="a54e8303-b89f-49a7-bca4-00378049c30c" providerId="ADAL" clId="{FAC92628-EC45-4C4A-A0C5-05E4B049AF8A}" dt="2025-11-27T19:42:00.466" v="446" actId="20577"/>
        <pc:sldMkLst>
          <pc:docMk/>
          <pc:sldMk cId="2650990043" sldId="260"/>
        </pc:sldMkLst>
        <pc:spChg chg="mod">
          <ac:chgData name="Baldev Chopra" userId="a54e8303-b89f-49a7-bca4-00378049c30c" providerId="ADAL" clId="{FAC92628-EC45-4C4A-A0C5-05E4B049AF8A}" dt="2025-11-27T19:42:00.466" v="446" actId="20577"/>
          <ac:spMkLst>
            <pc:docMk/>
            <pc:sldMk cId="2650990043" sldId="260"/>
            <ac:spMk id="8" creationId="{439F63E1-E6B6-D1DC-ED59-3B35A80F5B0E}"/>
          </ac:spMkLst>
        </pc:spChg>
      </pc:sldChg>
      <pc:sldChg chg="modSp mod">
        <pc:chgData name="Baldev Chopra" userId="a54e8303-b89f-49a7-bca4-00378049c30c" providerId="ADAL" clId="{FAC92628-EC45-4C4A-A0C5-05E4B049AF8A}" dt="2025-11-27T20:05:07.180" v="733" actId="20577"/>
        <pc:sldMkLst>
          <pc:docMk/>
          <pc:sldMk cId="426325896" sldId="261"/>
        </pc:sldMkLst>
        <pc:spChg chg="mod">
          <ac:chgData name="Baldev Chopra" userId="a54e8303-b89f-49a7-bca4-00378049c30c" providerId="ADAL" clId="{FAC92628-EC45-4C4A-A0C5-05E4B049AF8A}" dt="2025-11-27T20:05:07.180" v="733" actId="20577"/>
          <ac:spMkLst>
            <pc:docMk/>
            <pc:sldMk cId="426325896" sldId="261"/>
            <ac:spMk id="8" creationId="{D5AA14DA-D848-09E6-ED3E-37551E59C78D}"/>
          </ac:spMkLst>
        </pc:spChg>
      </pc:sldChg>
      <pc:sldChg chg="modSp mod">
        <pc:chgData name="Baldev Chopra" userId="a54e8303-b89f-49a7-bca4-00378049c30c" providerId="ADAL" clId="{FAC92628-EC45-4C4A-A0C5-05E4B049AF8A}" dt="2025-11-27T19:42:11.622" v="451" actId="20577"/>
        <pc:sldMkLst>
          <pc:docMk/>
          <pc:sldMk cId="2427864537" sldId="262"/>
        </pc:sldMkLst>
        <pc:spChg chg="mod">
          <ac:chgData name="Baldev Chopra" userId="a54e8303-b89f-49a7-bca4-00378049c30c" providerId="ADAL" clId="{FAC92628-EC45-4C4A-A0C5-05E4B049AF8A}" dt="2025-11-27T19:42:11.622" v="451" actId="20577"/>
          <ac:spMkLst>
            <pc:docMk/>
            <pc:sldMk cId="2427864537" sldId="262"/>
            <ac:spMk id="8" creationId="{873A45F9-CACA-B0FB-76BB-2A8911DF87C3}"/>
          </ac:spMkLst>
        </pc:spChg>
      </pc:sldChg>
      <pc:sldChg chg="modSp mod">
        <pc:chgData name="Baldev Chopra" userId="a54e8303-b89f-49a7-bca4-00378049c30c" providerId="ADAL" clId="{FAC92628-EC45-4C4A-A0C5-05E4B049AF8A}" dt="2025-11-27T19:42:15.470" v="453" actId="20577"/>
        <pc:sldMkLst>
          <pc:docMk/>
          <pc:sldMk cId="1683886977" sldId="263"/>
        </pc:sldMkLst>
        <pc:spChg chg="mod">
          <ac:chgData name="Baldev Chopra" userId="a54e8303-b89f-49a7-bca4-00378049c30c" providerId="ADAL" clId="{FAC92628-EC45-4C4A-A0C5-05E4B049AF8A}" dt="2025-11-27T19:42:15.470" v="453" actId="20577"/>
          <ac:spMkLst>
            <pc:docMk/>
            <pc:sldMk cId="1683886977" sldId="263"/>
            <ac:spMk id="8" creationId="{3F19758F-4F18-5CC6-5784-8805808B0DDD}"/>
          </ac:spMkLst>
        </pc:spChg>
      </pc:sldChg>
      <pc:sldChg chg="addSp delSp modSp new mod ord">
        <pc:chgData name="Baldev Chopra" userId="a54e8303-b89f-49a7-bca4-00378049c30c" providerId="ADAL" clId="{FAC92628-EC45-4C4A-A0C5-05E4B049AF8A}" dt="2025-11-27T18:55:30.853" v="53" actId="2711"/>
        <pc:sldMkLst>
          <pc:docMk/>
          <pc:sldMk cId="925789936" sldId="265"/>
        </pc:sldMkLst>
        <pc:spChg chg="mod">
          <ac:chgData name="Baldev Chopra" userId="a54e8303-b89f-49a7-bca4-00378049c30c" providerId="ADAL" clId="{FAC92628-EC45-4C4A-A0C5-05E4B049AF8A}" dt="2025-11-27T18:55:30.853" v="53" actId="2711"/>
          <ac:spMkLst>
            <pc:docMk/>
            <pc:sldMk cId="925789936" sldId="265"/>
            <ac:spMk id="2" creationId="{BF074ABE-B248-6F6E-F7A3-A5069F81893D}"/>
          </ac:spMkLst>
        </pc:spChg>
        <pc:spChg chg="del">
          <ac:chgData name="Baldev Chopra" userId="a54e8303-b89f-49a7-bca4-00378049c30c" providerId="ADAL" clId="{FAC92628-EC45-4C4A-A0C5-05E4B049AF8A}" dt="2025-11-27T18:53:24.422" v="3" actId="478"/>
          <ac:spMkLst>
            <pc:docMk/>
            <pc:sldMk cId="925789936" sldId="265"/>
            <ac:spMk id="3" creationId="{22B2055B-8C6C-203E-1A56-7CA30338F7D3}"/>
          </ac:spMkLst>
        </pc:spChg>
        <pc:spChg chg="del">
          <ac:chgData name="Baldev Chopra" userId="a54e8303-b89f-49a7-bca4-00378049c30c" providerId="ADAL" clId="{FAC92628-EC45-4C4A-A0C5-05E4B049AF8A}" dt="2025-11-27T18:53:24.422" v="3" actId="478"/>
          <ac:spMkLst>
            <pc:docMk/>
            <pc:sldMk cId="925789936" sldId="265"/>
            <ac:spMk id="4" creationId="{03A24561-78F2-065D-5E76-064A47AD6DF3}"/>
          </ac:spMkLst>
        </pc:spChg>
        <pc:spChg chg="add mod">
          <ac:chgData name="Baldev Chopra" userId="a54e8303-b89f-49a7-bca4-00378049c30c" providerId="ADAL" clId="{FAC92628-EC45-4C4A-A0C5-05E4B049AF8A}" dt="2025-11-27T18:53:38.570" v="4"/>
          <ac:spMkLst>
            <pc:docMk/>
            <pc:sldMk cId="925789936" sldId="265"/>
            <ac:spMk id="8" creationId="{67E9CD56-C6B3-E9B2-22F6-6E654AA0593D}"/>
          </ac:spMkLst>
        </pc:spChg>
        <pc:spChg chg="add mod">
          <ac:chgData name="Baldev Chopra" userId="a54e8303-b89f-49a7-bca4-00378049c30c" providerId="ADAL" clId="{FAC92628-EC45-4C4A-A0C5-05E4B049AF8A}" dt="2025-11-27T18:53:38.570" v="4"/>
          <ac:spMkLst>
            <pc:docMk/>
            <pc:sldMk cId="925789936" sldId="265"/>
            <ac:spMk id="10" creationId="{A74481F3-3878-1A89-F64E-061A0A14EAFF}"/>
          </ac:spMkLst>
        </pc:spChg>
        <pc:spChg chg="add mod">
          <ac:chgData name="Baldev Chopra" userId="a54e8303-b89f-49a7-bca4-00378049c30c" providerId="ADAL" clId="{FAC92628-EC45-4C4A-A0C5-05E4B049AF8A}" dt="2025-11-27T18:53:38.570" v="4"/>
          <ac:spMkLst>
            <pc:docMk/>
            <pc:sldMk cId="925789936" sldId="265"/>
            <ac:spMk id="12" creationId="{F2B4FF43-07E7-4644-5C62-FFA9E192E619}"/>
          </ac:spMkLst>
        </pc:spChg>
        <pc:spChg chg="add mod">
          <ac:chgData name="Baldev Chopra" userId="a54e8303-b89f-49a7-bca4-00378049c30c" providerId="ADAL" clId="{FAC92628-EC45-4C4A-A0C5-05E4B049AF8A}" dt="2025-11-27T18:53:38.570" v="4"/>
          <ac:spMkLst>
            <pc:docMk/>
            <pc:sldMk cId="925789936" sldId="265"/>
            <ac:spMk id="13" creationId="{BF0DA086-07F2-F477-9423-974D1A34DFFE}"/>
          </ac:spMkLst>
        </pc:spChg>
        <pc:spChg chg="add mod">
          <ac:chgData name="Baldev Chopra" userId="a54e8303-b89f-49a7-bca4-00378049c30c" providerId="ADAL" clId="{FAC92628-EC45-4C4A-A0C5-05E4B049AF8A}" dt="2025-11-27T18:53:38.570" v="4"/>
          <ac:spMkLst>
            <pc:docMk/>
            <pc:sldMk cId="925789936" sldId="265"/>
            <ac:spMk id="14" creationId="{EB4B3DA6-9ED6-4BDB-18C9-F69383576003}"/>
          </ac:spMkLst>
        </pc:spChg>
        <pc:spChg chg="add mod">
          <ac:chgData name="Baldev Chopra" userId="a54e8303-b89f-49a7-bca4-00378049c30c" providerId="ADAL" clId="{FAC92628-EC45-4C4A-A0C5-05E4B049AF8A}" dt="2025-11-27T18:53:38.570" v="4"/>
          <ac:spMkLst>
            <pc:docMk/>
            <pc:sldMk cId="925789936" sldId="265"/>
            <ac:spMk id="15" creationId="{25A08B6A-DCF2-F0AE-C0A6-6FC419FCD9D3}"/>
          </ac:spMkLst>
        </pc:spChg>
        <pc:spChg chg="add mod">
          <ac:chgData name="Baldev Chopra" userId="a54e8303-b89f-49a7-bca4-00378049c30c" providerId="ADAL" clId="{FAC92628-EC45-4C4A-A0C5-05E4B049AF8A}" dt="2025-11-27T18:53:38.570" v="4"/>
          <ac:spMkLst>
            <pc:docMk/>
            <pc:sldMk cId="925789936" sldId="265"/>
            <ac:spMk id="17" creationId="{BFE63F7A-E3C0-7557-AD2C-E10C5882FAC4}"/>
          </ac:spMkLst>
        </pc:spChg>
        <pc:spChg chg="add mod">
          <ac:chgData name="Baldev Chopra" userId="a54e8303-b89f-49a7-bca4-00378049c30c" providerId="ADAL" clId="{FAC92628-EC45-4C4A-A0C5-05E4B049AF8A}" dt="2025-11-27T18:53:38.570" v="4"/>
          <ac:spMkLst>
            <pc:docMk/>
            <pc:sldMk cId="925789936" sldId="265"/>
            <ac:spMk id="18" creationId="{4B590BAD-B787-857F-9E1B-599EC9095382}"/>
          </ac:spMkLst>
        </pc:spChg>
        <pc:spChg chg="add mod">
          <ac:chgData name="Baldev Chopra" userId="a54e8303-b89f-49a7-bca4-00378049c30c" providerId="ADAL" clId="{FAC92628-EC45-4C4A-A0C5-05E4B049AF8A}" dt="2025-11-27T18:53:38.570" v="4"/>
          <ac:spMkLst>
            <pc:docMk/>
            <pc:sldMk cId="925789936" sldId="265"/>
            <ac:spMk id="20" creationId="{E7853CCD-3ECF-3C69-C318-A3B7B6CAB11D}"/>
          </ac:spMkLst>
        </pc:spChg>
        <pc:spChg chg="add mod">
          <ac:chgData name="Baldev Chopra" userId="a54e8303-b89f-49a7-bca4-00378049c30c" providerId="ADAL" clId="{FAC92628-EC45-4C4A-A0C5-05E4B049AF8A}" dt="2025-11-27T18:53:38.570" v="4"/>
          <ac:spMkLst>
            <pc:docMk/>
            <pc:sldMk cId="925789936" sldId="265"/>
            <ac:spMk id="22" creationId="{EF733D02-A02B-4C2D-5AC2-47B900152D9B}"/>
          </ac:spMkLst>
        </pc:spChg>
        <pc:spChg chg="add mod">
          <ac:chgData name="Baldev Chopra" userId="a54e8303-b89f-49a7-bca4-00378049c30c" providerId="ADAL" clId="{FAC92628-EC45-4C4A-A0C5-05E4B049AF8A}" dt="2025-11-27T18:53:41.369" v="5"/>
          <ac:spMkLst>
            <pc:docMk/>
            <pc:sldMk cId="925789936" sldId="265"/>
            <ac:spMk id="24" creationId="{082BBE8C-2C35-09A5-E016-E10FA450E43E}"/>
          </ac:spMkLst>
        </pc:spChg>
        <pc:spChg chg="add mod">
          <ac:chgData name="Baldev Chopra" userId="a54e8303-b89f-49a7-bca4-00378049c30c" providerId="ADAL" clId="{FAC92628-EC45-4C4A-A0C5-05E4B049AF8A}" dt="2025-11-27T18:53:41.369" v="5"/>
          <ac:spMkLst>
            <pc:docMk/>
            <pc:sldMk cId="925789936" sldId="265"/>
            <ac:spMk id="27" creationId="{7FDC25FC-1E04-A394-BD89-DAFF1E24354A}"/>
          </ac:spMkLst>
        </pc:spChg>
        <pc:spChg chg="add mod">
          <ac:chgData name="Baldev Chopra" userId="a54e8303-b89f-49a7-bca4-00378049c30c" providerId="ADAL" clId="{FAC92628-EC45-4C4A-A0C5-05E4B049AF8A}" dt="2025-11-27T18:53:41.369" v="5"/>
          <ac:spMkLst>
            <pc:docMk/>
            <pc:sldMk cId="925789936" sldId="265"/>
            <ac:spMk id="29" creationId="{9043CD2D-B400-9AB9-0866-ABF668E46981}"/>
          </ac:spMkLst>
        </pc:spChg>
        <pc:spChg chg="add mod">
          <ac:chgData name="Baldev Chopra" userId="a54e8303-b89f-49a7-bca4-00378049c30c" providerId="ADAL" clId="{FAC92628-EC45-4C4A-A0C5-05E4B049AF8A}" dt="2025-11-27T18:53:41.369" v="5"/>
          <ac:spMkLst>
            <pc:docMk/>
            <pc:sldMk cId="925789936" sldId="265"/>
            <ac:spMk id="30" creationId="{26DEDFBE-D1E5-5D68-B871-BCADBDBFCDC3}"/>
          </ac:spMkLst>
        </pc:spChg>
        <pc:spChg chg="add mod">
          <ac:chgData name="Baldev Chopra" userId="a54e8303-b89f-49a7-bca4-00378049c30c" providerId="ADAL" clId="{FAC92628-EC45-4C4A-A0C5-05E4B049AF8A}" dt="2025-11-27T18:53:41.369" v="5"/>
          <ac:spMkLst>
            <pc:docMk/>
            <pc:sldMk cId="925789936" sldId="265"/>
            <ac:spMk id="31" creationId="{24401D40-4108-08A4-D368-12604F440062}"/>
          </ac:spMkLst>
        </pc:spChg>
        <pc:spChg chg="add mod">
          <ac:chgData name="Baldev Chopra" userId="a54e8303-b89f-49a7-bca4-00378049c30c" providerId="ADAL" clId="{FAC92628-EC45-4C4A-A0C5-05E4B049AF8A}" dt="2025-11-27T18:53:41.369" v="5"/>
          <ac:spMkLst>
            <pc:docMk/>
            <pc:sldMk cId="925789936" sldId="265"/>
            <ac:spMk id="32" creationId="{617455C4-65F6-5BFE-386D-F39183C88F43}"/>
          </ac:spMkLst>
        </pc:spChg>
        <pc:spChg chg="add mod">
          <ac:chgData name="Baldev Chopra" userId="a54e8303-b89f-49a7-bca4-00378049c30c" providerId="ADAL" clId="{FAC92628-EC45-4C4A-A0C5-05E4B049AF8A}" dt="2025-11-27T18:53:41.369" v="5"/>
          <ac:spMkLst>
            <pc:docMk/>
            <pc:sldMk cId="925789936" sldId="265"/>
            <ac:spMk id="33" creationId="{37EBA48C-8923-C6B9-8DCC-B3EA18ECE6D0}"/>
          </ac:spMkLst>
        </pc:spChg>
        <pc:spChg chg="add mod">
          <ac:chgData name="Baldev Chopra" userId="a54e8303-b89f-49a7-bca4-00378049c30c" providerId="ADAL" clId="{FAC92628-EC45-4C4A-A0C5-05E4B049AF8A}" dt="2025-11-27T18:53:41.369" v="5"/>
          <ac:spMkLst>
            <pc:docMk/>
            <pc:sldMk cId="925789936" sldId="265"/>
            <ac:spMk id="34" creationId="{3F2BA4E3-5458-C3A0-D3CC-BF3B79B07E1E}"/>
          </ac:spMkLst>
        </pc:spChg>
        <pc:spChg chg="add mod">
          <ac:chgData name="Baldev Chopra" userId="a54e8303-b89f-49a7-bca4-00378049c30c" providerId="ADAL" clId="{FAC92628-EC45-4C4A-A0C5-05E4B049AF8A}" dt="2025-11-27T18:53:41.369" v="5"/>
          <ac:spMkLst>
            <pc:docMk/>
            <pc:sldMk cId="925789936" sldId="265"/>
            <ac:spMk id="37" creationId="{8B94658F-3702-8FF5-E257-328871CE0CC8}"/>
          </ac:spMkLst>
        </pc:spChg>
        <pc:spChg chg="add mod">
          <ac:chgData name="Baldev Chopra" userId="a54e8303-b89f-49a7-bca4-00378049c30c" providerId="ADAL" clId="{FAC92628-EC45-4C4A-A0C5-05E4B049AF8A}" dt="2025-11-27T18:53:41.369" v="5"/>
          <ac:spMkLst>
            <pc:docMk/>
            <pc:sldMk cId="925789936" sldId="265"/>
            <ac:spMk id="39" creationId="{DE527929-60A3-1F90-87FA-FD0688521275}"/>
          </ac:spMkLst>
        </pc:spChg>
      </pc:sldChg>
      <pc:sldChg chg="addSp delSp modSp new mod ord">
        <pc:chgData name="Baldev Chopra" userId="a54e8303-b89f-49a7-bca4-00378049c30c" providerId="ADAL" clId="{FAC92628-EC45-4C4A-A0C5-05E4B049AF8A}" dt="2025-11-27T19:09:39.389" v="327"/>
        <pc:sldMkLst>
          <pc:docMk/>
          <pc:sldMk cId="3866730050" sldId="266"/>
        </pc:sldMkLst>
        <pc:spChg chg="mod">
          <ac:chgData name="Baldev Chopra" userId="a54e8303-b89f-49a7-bca4-00378049c30c" providerId="ADAL" clId="{FAC92628-EC45-4C4A-A0C5-05E4B049AF8A}" dt="2025-11-27T18:56:05.295" v="60" actId="404"/>
          <ac:spMkLst>
            <pc:docMk/>
            <pc:sldMk cId="3866730050" sldId="266"/>
            <ac:spMk id="2" creationId="{D26A562B-26E4-E815-A878-C2EBE113AC98}"/>
          </ac:spMkLst>
        </pc:spChg>
        <pc:spChg chg="del">
          <ac:chgData name="Baldev Chopra" userId="a54e8303-b89f-49a7-bca4-00378049c30c" providerId="ADAL" clId="{FAC92628-EC45-4C4A-A0C5-05E4B049AF8A}" dt="2025-11-27T18:54:35.813" v="19" actId="478"/>
          <ac:spMkLst>
            <pc:docMk/>
            <pc:sldMk cId="3866730050" sldId="266"/>
            <ac:spMk id="3" creationId="{989C19FF-38CC-8675-B753-FD2A41116926}"/>
          </ac:spMkLst>
        </pc:spChg>
        <pc:spChg chg="del">
          <ac:chgData name="Baldev Chopra" userId="a54e8303-b89f-49a7-bca4-00378049c30c" providerId="ADAL" clId="{FAC92628-EC45-4C4A-A0C5-05E4B049AF8A}" dt="2025-11-27T18:54:35.813" v="19" actId="478"/>
          <ac:spMkLst>
            <pc:docMk/>
            <pc:sldMk cId="3866730050" sldId="266"/>
            <ac:spMk id="4" creationId="{492D6E70-DD24-C129-01D8-3DC47E0012DE}"/>
          </ac:spMkLst>
        </pc:spChg>
        <pc:spChg chg="add mod">
          <ac:chgData name="Baldev Chopra" userId="a54e8303-b89f-49a7-bca4-00378049c30c" providerId="ADAL" clId="{FAC92628-EC45-4C4A-A0C5-05E4B049AF8A}" dt="2025-11-27T18:54:43.259" v="20"/>
          <ac:spMkLst>
            <pc:docMk/>
            <pc:sldMk cId="3866730050" sldId="266"/>
            <ac:spMk id="12" creationId="{4118786D-6A25-2BF9-C2F2-9F6180E35ADC}"/>
          </ac:spMkLst>
        </pc:spChg>
        <pc:spChg chg="add mod">
          <ac:chgData name="Baldev Chopra" userId="a54e8303-b89f-49a7-bca4-00378049c30c" providerId="ADAL" clId="{FAC92628-EC45-4C4A-A0C5-05E4B049AF8A}" dt="2025-11-27T18:54:43.259" v="20"/>
          <ac:spMkLst>
            <pc:docMk/>
            <pc:sldMk cId="3866730050" sldId="266"/>
            <ac:spMk id="13" creationId="{F5A72598-01E5-9188-2199-3BD9F2B8DAF5}"/>
          </ac:spMkLst>
        </pc:spChg>
        <pc:spChg chg="add mod">
          <ac:chgData name="Baldev Chopra" userId="a54e8303-b89f-49a7-bca4-00378049c30c" providerId="ADAL" clId="{FAC92628-EC45-4C4A-A0C5-05E4B049AF8A}" dt="2025-11-27T18:54:43.259" v="20"/>
          <ac:spMkLst>
            <pc:docMk/>
            <pc:sldMk cId="3866730050" sldId="266"/>
            <ac:spMk id="16" creationId="{1589A8AE-55BB-80AC-59B5-5550A8A29C46}"/>
          </ac:spMkLst>
        </pc:spChg>
        <pc:spChg chg="add mod">
          <ac:chgData name="Baldev Chopra" userId="a54e8303-b89f-49a7-bca4-00378049c30c" providerId="ADAL" clId="{FAC92628-EC45-4C4A-A0C5-05E4B049AF8A}" dt="2025-11-27T18:54:43.259" v="20"/>
          <ac:spMkLst>
            <pc:docMk/>
            <pc:sldMk cId="3866730050" sldId="266"/>
            <ac:spMk id="23" creationId="{9D732782-A039-0FE8-C86E-F3C24A067801}"/>
          </ac:spMkLst>
        </pc:spChg>
        <pc:spChg chg="add mod">
          <ac:chgData name="Baldev Chopra" userId="a54e8303-b89f-49a7-bca4-00378049c30c" providerId="ADAL" clId="{FAC92628-EC45-4C4A-A0C5-05E4B049AF8A}" dt="2025-11-27T18:54:43.259" v="20"/>
          <ac:spMkLst>
            <pc:docMk/>
            <pc:sldMk cId="3866730050" sldId="266"/>
            <ac:spMk id="34" creationId="{4FF30F3C-6311-CE43-8300-2F956F8FB95A}"/>
          </ac:spMkLst>
        </pc:spChg>
        <pc:spChg chg="add mod">
          <ac:chgData name="Baldev Chopra" userId="a54e8303-b89f-49a7-bca4-00378049c30c" providerId="ADAL" clId="{FAC92628-EC45-4C4A-A0C5-05E4B049AF8A}" dt="2025-11-27T18:54:43.259" v="20"/>
          <ac:spMkLst>
            <pc:docMk/>
            <pc:sldMk cId="3866730050" sldId="266"/>
            <ac:spMk id="35" creationId="{287DD44A-F308-2EB9-3F7C-4ADFACCA7F5C}"/>
          </ac:spMkLst>
        </pc:spChg>
        <pc:spChg chg="add mod">
          <ac:chgData name="Baldev Chopra" userId="a54e8303-b89f-49a7-bca4-00378049c30c" providerId="ADAL" clId="{FAC92628-EC45-4C4A-A0C5-05E4B049AF8A}" dt="2025-11-27T18:54:43.259" v="20"/>
          <ac:spMkLst>
            <pc:docMk/>
            <pc:sldMk cId="3866730050" sldId="266"/>
            <ac:spMk id="36" creationId="{E766449D-0314-94B0-C580-C36715A7AD7F}"/>
          </ac:spMkLst>
        </pc:spChg>
        <pc:spChg chg="mod">
          <ac:chgData name="Baldev Chopra" userId="a54e8303-b89f-49a7-bca4-00378049c30c" providerId="ADAL" clId="{FAC92628-EC45-4C4A-A0C5-05E4B049AF8A}" dt="2025-11-27T18:54:43.259" v="20"/>
          <ac:spMkLst>
            <pc:docMk/>
            <pc:sldMk cId="3866730050" sldId="266"/>
            <ac:spMk id="39" creationId="{713E4970-369A-3FFF-6557-B7B0986E23DC}"/>
          </ac:spMkLst>
        </pc:spChg>
        <pc:spChg chg="add mod">
          <ac:chgData name="Baldev Chopra" userId="a54e8303-b89f-49a7-bca4-00378049c30c" providerId="ADAL" clId="{FAC92628-EC45-4C4A-A0C5-05E4B049AF8A}" dt="2025-11-27T18:54:43.259" v="20"/>
          <ac:spMkLst>
            <pc:docMk/>
            <pc:sldMk cId="3866730050" sldId="266"/>
            <ac:spMk id="44" creationId="{C130EF2C-2F1B-A721-F70A-06E5603B49E2}"/>
          </ac:spMkLst>
        </pc:spChg>
        <pc:spChg chg="mod">
          <ac:chgData name="Baldev Chopra" userId="a54e8303-b89f-49a7-bca4-00378049c30c" providerId="ADAL" clId="{FAC92628-EC45-4C4A-A0C5-05E4B049AF8A}" dt="2025-11-27T18:54:43.259" v="20"/>
          <ac:spMkLst>
            <pc:docMk/>
            <pc:sldMk cId="3866730050" sldId="266"/>
            <ac:spMk id="55" creationId="{00737F39-EEC4-2C1D-FB56-3112DAD9F470}"/>
          </ac:spMkLst>
        </pc:spChg>
        <pc:spChg chg="add mod">
          <ac:chgData name="Baldev Chopra" userId="a54e8303-b89f-49a7-bca4-00378049c30c" providerId="ADAL" clId="{FAC92628-EC45-4C4A-A0C5-05E4B049AF8A}" dt="2025-11-27T18:54:53.402" v="50" actId="1038"/>
          <ac:spMkLst>
            <pc:docMk/>
            <pc:sldMk cId="3866730050" sldId="266"/>
            <ac:spMk id="57" creationId="{86E2F8AF-0C6B-956C-6056-7FDF6B556AD1}"/>
          </ac:spMkLst>
        </pc:spChg>
        <pc:spChg chg="add mod">
          <ac:chgData name="Baldev Chopra" userId="a54e8303-b89f-49a7-bca4-00378049c30c" providerId="ADAL" clId="{FAC92628-EC45-4C4A-A0C5-05E4B049AF8A}" dt="2025-11-27T18:54:53.402" v="50" actId="1038"/>
          <ac:spMkLst>
            <pc:docMk/>
            <pc:sldMk cId="3866730050" sldId="266"/>
            <ac:spMk id="58" creationId="{99B58089-8FB0-2C8A-85E5-5ED48EDA4384}"/>
          </ac:spMkLst>
        </pc:spChg>
        <pc:spChg chg="add mod">
          <ac:chgData name="Baldev Chopra" userId="a54e8303-b89f-49a7-bca4-00378049c30c" providerId="ADAL" clId="{FAC92628-EC45-4C4A-A0C5-05E4B049AF8A}" dt="2025-11-27T18:54:53.402" v="50" actId="1038"/>
          <ac:spMkLst>
            <pc:docMk/>
            <pc:sldMk cId="3866730050" sldId="266"/>
            <ac:spMk id="62" creationId="{A20597E6-342F-E0F4-0426-67BC698BF015}"/>
          </ac:spMkLst>
        </pc:spChg>
        <pc:spChg chg="add mod">
          <ac:chgData name="Baldev Chopra" userId="a54e8303-b89f-49a7-bca4-00378049c30c" providerId="ADAL" clId="{FAC92628-EC45-4C4A-A0C5-05E4B049AF8A}" dt="2025-11-27T18:54:53.402" v="50" actId="1038"/>
          <ac:spMkLst>
            <pc:docMk/>
            <pc:sldMk cId="3866730050" sldId="266"/>
            <ac:spMk id="68" creationId="{13E846C5-E270-AFCD-54D8-48FA5115A9D9}"/>
          </ac:spMkLst>
        </pc:spChg>
        <pc:spChg chg="mod">
          <ac:chgData name="Baldev Chopra" userId="a54e8303-b89f-49a7-bca4-00378049c30c" providerId="ADAL" clId="{FAC92628-EC45-4C4A-A0C5-05E4B049AF8A}" dt="2025-11-27T18:54:53.402" v="50" actId="1038"/>
          <ac:spMkLst>
            <pc:docMk/>
            <pc:sldMk cId="3866730050" sldId="266"/>
            <ac:spMk id="69" creationId="{F3345B72-9D3A-2C2C-5716-FD491851D718}"/>
          </ac:spMkLst>
        </pc:spChg>
        <pc:spChg chg="add mod">
          <ac:chgData name="Baldev Chopra" userId="a54e8303-b89f-49a7-bca4-00378049c30c" providerId="ADAL" clId="{FAC92628-EC45-4C4A-A0C5-05E4B049AF8A}" dt="2025-11-27T18:54:53.402" v="50" actId="1038"/>
          <ac:spMkLst>
            <pc:docMk/>
            <pc:sldMk cId="3866730050" sldId="266"/>
            <ac:spMk id="72" creationId="{D9E3539E-DF8B-0698-3B6E-D6765AA7FA4C}"/>
          </ac:spMkLst>
        </pc:spChg>
        <pc:spChg chg="add mod">
          <ac:chgData name="Baldev Chopra" userId="a54e8303-b89f-49a7-bca4-00378049c30c" providerId="ADAL" clId="{FAC92628-EC45-4C4A-A0C5-05E4B049AF8A}" dt="2025-11-27T18:54:53.402" v="50" actId="1038"/>
          <ac:spMkLst>
            <pc:docMk/>
            <pc:sldMk cId="3866730050" sldId="266"/>
            <ac:spMk id="73" creationId="{ECC3B388-B622-AF36-EF6B-2FD65AB29004}"/>
          </ac:spMkLst>
        </pc:spChg>
        <pc:spChg chg="add mod">
          <ac:chgData name="Baldev Chopra" userId="a54e8303-b89f-49a7-bca4-00378049c30c" providerId="ADAL" clId="{FAC92628-EC45-4C4A-A0C5-05E4B049AF8A}" dt="2025-11-27T18:54:53.402" v="50" actId="1038"/>
          <ac:spMkLst>
            <pc:docMk/>
            <pc:sldMk cId="3866730050" sldId="266"/>
            <ac:spMk id="79" creationId="{0C8DCF26-5B63-2AA9-2660-E6848A8F6ABC}"/>
          </ac:spMkLst>
        </pc:spChg>
        <pc:spChg chg="add mod">
          <ac:chgData name="Baldev Chopra" userId="a54e8303-b89f-49a7-bca4-00378049c30c" providerId="ADAL" clId="{FAC92628-EC45-4C4A-A0C5-05E4B049AF8A}" dt="2025-11-27T18:54:53.402" v="50" actId="1038"/>
          <ac:spMkLst>
            <pc:docMk/>
            <pc:sldMk cId="3866730050" sldId="266"/>
            <ac:spMk id="91" creationId="{7A28F41C-6516-637E-C9CB-B2DD8F96E3A2}"/>
          </ac:spMkLst>
        </pc:spChg>
        <pc:spChg chg="add mod">
          <ac:chgData name="Baldev Chopra" userId="a54e8303-b89f-49a7-bca4-00378049c30c" providerId="ADAL" clId="{FAC92628-EC45-4C4A-A0C5-05E4B049AF8A}" dt="2025-11-27T18:54:53.402" v="50" actId="1038"/>
          <ac:spMkLst>
            <pc:docMk/>
            <pc:sldMk cId="3866730050" sldId="266"/>
            <ac:spMk id="92" creationId="{87A0A7F3-377F-C326-2F2B-1B35DE88D257}"/>
          </ac:spMkLst>
        </pc:spChg>
        <pc:spChg chg="mod">
          <ac:chgData name="Baldev Chopra" userId="a54e8303-b89f-49a7-bca4-00378049c30c" providerId="ADAL" clId="{FAC92628-EC45-4C4A-A0C5-05E4B049AF8A}" dt="2025-11-27T18:54:48.868" v="21"/>
          <ac:spMkLst>
            <pc:docMk/>
            <pc:sldMk cId="3866730050" sldId="266"/>
            <ac:spMk id="104" creationId="{FCCE3683-AE96-D62D-45A2-CB98F7F620F8}"/>
          </ac:spMkLst>
        </pc:spChg>
      </pc:sldChg>
      <pc:sldChg chg="addSp delSp modSp new mod">
        <pc:chgData name="Baldev Chopra" userId="a54e8303-b89f-49a7-bca4-00378049c30c" providerId="ADAL" clId="{FAC92628-EC45-4C4A-A0C5-05E4B049AF8A}" dt="2025-11-27T19:09:24.662" v="322" actId="20577"/>
        <pc:sldMkLst>
          <pc:docMk/>
          <pc:sldMk cId="4008896472" sldId="267"/>
        </pc:sldMkLst>
        <pc:spChg chg="mod">
          <ac:chgData name="Baldev Chopra" userId="a54e8303-b89f-49a7-bca4-00378049c30c" providerId="ADAL" clId="{FAC92628-EC45-4C4A-A0C5-05E4B049AF8A}" dt="2025-11-27T19:09:24.662" v="322" actId="20577"/>
          <ac:spMkLst>
            <pc:docMk/>
            <pc:sldMk cId="4008896472" sldId="267"/>
            <ac:spMk id="2" creationId="{5389FCB1-6889-CC6F-9971-9A370ED6E0E3}"/>
          </ac:spMkLst>
        </pc:spChg>
        <pc:spChg chg="del">
          <ac:chgData name="Baldev Chopra" userId="a54e8303-b89f-49a7-bca4-00378049c30c" providerId="ADAL" clId="{FAC92628-EC45-4C4A-A0C5-05E4B049AF8A}" dt="2025-11-27T19:03:17.702" v="81" actId="478"/>
          <ac:spMkLst>
            <pc:docMk/>
            <pc:sldMk cId="4008896472" sldId="267"/>
            <ac:spMk id="3" creationId="{A835F766-890A-3220-069C-A7C5006BD834}"/>
          </ac:spMkLst>
        </pc:spChg>
        <pc:spChg chg="del">
          <ac:chgData name="Baldev Chopra" userId="a54e8303-b89f-49a7-bca4-00378049c30c" providerId="ADAL" clId="{FAC92628-EC45-4C4A-A0C5-05E4B049AF8A}" dt="2025-11-27T19:03:17.702" v="81" actId="478"/>
          <ac:spMkLst>
            <pc:docMk/>
            <pc:sldMk cId="4008896472" sldId="267"/>
            <ac:spMk id="4" creationId="{CEE4C45F-51E4-5D77-C5E1-52A7AA8BACE9}"/>
          </ac:spMkLst>
        </pc:spChg>
        <pc:graphicFrameChg chg="add mod">
          <ac:chgData name="Baldev Chopra" userId="a54e8303-b89f-49a7-bca4-00378049c30c" providerId="ADAL" clId="{FAC92628-EC45-4C4A-A0C5-05E4B049AF8A}" dt="2025-11-27T19:03:26.391" v="82"/>
          <ac:graphicFrameMkLst>
            <pc:docMk/>
            <pc:sldMk cId="4008896472" sldId="267"/>
            <ac:graphicFrameMk id="8" creationId="{8274B2E1-B7D9-BA42-3F17-D7592E91E869}"/>
          </ac:graphicFrameMkLst>
        </pc:graphicFrameChg>
        <pc:graphicFrameChg chg="add mod">
          <ac:chgData name="Baldev Chopra" userId="a54e8303-b89f-49a7-bca4-00378049c30c" providerId="ADAL" clId="{FAC92628-EC45-4C4A-A0C5-05E4B049AF8A}" dt="2025-11-27T19:03:26.391" v="82"/>
          <ac:graphicFrameMkLst>
            <pc:docMk/>
            <pc:sldMk cId="4008896472" sldId="267"/>
            <ac:graphicFrameMk id="9" creationId="{57E3FD2B-FE0C-30EF-0403-D159E2D37FF4}"/>
          </ac:graphicFrameMkLst>
        </pc:graphicFrameChg>
        <pc:graphicFrameChg chg="add mod modGraphic">
          <ac:chgData name="Baldev Chopra" userId="a54e8303-b89f-49a7-bca4-00378049c30c" providerId="ADAL" clId="{FAC92628-EC45-4C4A-A0C5-05E4B049AF8A}" dt="2025-11-27T19:03:58.189" v="87" actId="207"/>
          <ac:graphicFrameMkLst>
            <pc:docMk/>
            <pc:sldMk cId="4008896472" sldId="267"/>
            <ac:graphicFrameMk id="10" creationId="{745CFA1D-41B5-22A1-8F2E-194F8FC1B484}"/>
          </ac:graphicFrameMkLst>
        </pc:graphicFrameChg>
        <pc:graphicFrameChg chg="add mod modGraphic">
          <ac:chgData name="Baldev Chopra" userId="a54e8303-b89f-49a7-bca4-00378049c30c" providerId="ADAL" clId="{FAC92628-EC45-4C4A-A0C5-05E4B049AF8A}" dt="2025-11-27T19:07:21.717" v="230" actId="403"/>
          <ac:graphicFrameMkLst>
            <pc:docMk/>
            <pc:sldMk cId="4008896472" sldId="267"/>
            <ac:graphicFrameMk id="11" creationId="{C58E6541-59F2-FFA1-B64A-998657A4EE19}"/>
          </ac:graphicFrameMkLst>
        </pc:graphicFrameChg>
      </pc:sldChg>
      <pc:sldChg chg="addSp delSp modSp new mod">
        <pc:chgData name="Baldev Chopra" userId="a54e8303-b89f-49a7-bca4-00378049c30c" providerId="ADAL" clId="{FAC92628-EC45-4C4A-A0C5-05E4B049AF8A}" dt="2025-11-27T19:09:30.307" v="325" actId="20577"/>
        <pc:sldMkLst>
          <pc:docMk/>
          <pc:sldMk cId="4250030932" sldId="268"/>
        </pc:sldMkLst>
        <pc:spChg chg="mod">
          <ac:chgData name="Baldev Chopra" userId="a54e8303-b89f-49a7-bca4-00378049c30c" providerId="ADAL" clId="{FAC92628-EC45-4C4A-A0C5-05E4B049AF8A}" dt="2025-11-27T19:09:30.307" v="325" actId="20577"/>
          <ac:spMkLst>
            <pc:docMk/>
            <pc:sldMk cId="4250030932" sldId="268"/>
            <ac:spMk id="2" creationId="{192609FE-6703-B287-6E50-5A8097E9E5B7}"/>
          </ac:spMkLst>
        </pc:spChg>
        <pc:spChg chg="del">
          <ac:chgData name="Baldev Chopra" userId="a54e8303-b89f-49a7-bca4-00378049c30c" providerId="ADAL" clId="{FAC92628-EC45-4C4A-A0C5-05E4B049AF8A}" dt="2025-11-27T19:07:35.573" v="232" actId="478"/>
          <ac:spMkLst>
            <pc:docMk/>
            <pc:sldMk cId="4250030932" sldId="268"/>
            <ac:spMk id="3" creationId="{C83F44B1-D7E6-4418-E8DE-922E688CE0C7}"/>
          </ac:spMkLst>
        </pc:spChg>
        <pc:spChg chg="del">
          <ac:chgData name="Baldev Chopra" userId="a54e8303-b89f-49a7-bca4-00378049c30c" providerId="ADAL" clId="{FAC92628-EC45-4C4A-A0C5-05E4B049AF8A}" dt="2025-11-27T19:07:35.573" v="232" actId="478"/>
          <ac:spMkLst>
            <pc:docMk/>
            <pc:sldMk cId="4250030932" sldId="268"/>
            <ac:spMk id="4" creationId="{C73FAA87-07F9-647D-FF6F-03DF6224E980}"/>
          </ac:spMkLst>
        </pc:spChg>
        <pc:graphicFrameChg chg="add mod modGraphic">
          <ac:chgData name="Baldev Chopra" userId="a54e8303-b89f-49a7-bca4-00378049c30c" providerId="ADAL" clId="{FAC92628-EC45-4C4A-A0C5-05E4B049AF8A}" dt="2025-11-27T19:09:18.733" v="316" actId="20577"/>
          <ac:graphicFrameMkLst>
            <pc:docMk/>
            <pc:sldMk cId="4250030932" sldId="268"/>
            <ac:graphicFrameMk id="8" creationId="{C68C838C-8192-6274-B08D-6E45327A095D}"/>
          </ac:graphicFrameMkLst>
        </pc:graphicFrameChg>
      </pc:sldChg>
      <pc:sldChg chg="addSp delSp modSp new mod">
        <pc:chgData name="Baldev Chopra" userId="a54e8303-b89f-49a7-bca4-00378049c30c" providerId="ADAL" clId="{FAC92628-EC45-4C4A-A0C5-05E4B049AF8A}" dt="2025-11-27T19:49:44.693" v="527" actId="20577"/>
        <pc:sldMkLst>
          <pc:docMk/>
          <pc:sldMk cId="2024479171" sldId="269"/>
        </pc:sldMkLst>
        <pc:spChg chg="mod">
          <ac:chgData name="Baldev Chopra" userId="a54e8303-b89f-49a7-bca4-00378049c30c" providerId="ADAL" clId="{FAC92628-EC45-4C4A-A0C5-05E4B049AF8A}" dt="2025-11-27T19:49:44.693" v="527" actId="20577"/>
          <ac:spMkLst>
            <pc:docMk/>
            <pc:sldMk cId="2024479171" sldId="269"/>
            <ac:spMk id="2" creationId="{85918ED9-E5B4-D3C7-8587-15E9F2D6AD95}"/>
          </ac:spMkLst>
        </pc:spChg>
        <pc:spChg chg="del">
          <ac:chgData name="Baldev Chopra" userId="a54e8303-b89f-49a7-bca4-00378049c30c" providerId="ADAL" clId="{FAC92628-EC45-4C4A-A0C5-05E4B049AF8A}" dt="2025-11-27T19:48:59.035" v="500" actId="478"/>
          <ac:spMkLst>
            <pc:docMk/>
            <pc:sldMk cId="2024479171" sldId="269"/>
            <ac:spMk id="3" creationId="{89941CE8-35E6-9091-E8D4-872A38FF80FD}"/>
          </ac:spMkLst>
        </pc:spChg>
        <pc:spChg chg="del">
          <ac:chgData name="Baldev Chopra" userId="a54e8303-b89f-49a7-bca4-00378049c30c" providerId="ADAL" clId="{FAC92628-EC45-4C4A-A0C5-05E4B049AF8A}" dt="2025-11-27T19:48:59.035" v="500" actId="478"/>
          <ac:spMkLst>
            <pc:docMk/>
            <pc:sldMk cId="2024479171" sldId="269"/>
            <ac:spMk id="4" creationId="{7EFF210F-8EFA-7E6B-DC60-5B1564DB5477}"/>
          </ac:spMkLst>
        </pc:spChg>
        <pc:picChg chg="add mod">
          <ac:chgData name="Baldev Chopra" userId="a54e8303-b89f-49a7-bca4-00378049c30c" providerId="ADAL" clId="{FAC92628-EC45-4C4A-A0C5-05E4B049AF8A}" dt="2025-11-27T19:49:04.634" v="501"/>
          <ac:picMkLst>
            <pc:docMk/>
            <pc:sldMk cId="2024479171" sldId="269"/>
            <ac:picMk id="8" creationId="{9D8E1570-BEC8-24EB-D6B1-B0DCD64E6F5D}"/>
          </ac:picMkLst>
        </pc:picChg>
      </pc:sldChg>
      <pc:sldChg chg="addSp delSp modSp new mod">
        <pc:chgData name="Baldev Chopra" userId="a54e8303-b89f-49a7-bca4-00378049c30c" providerId="ADAL" clId="{FAC92628-EC45-4C4A-A0C5-05E4B049AF8A}" dt="2025-11-27T19:50:13.371" v="540" actId="404"/>
        <pc:sldMkLst>
          <pc:docMk/>
          <pc:sldMk cId="2872464698" sldId="270"/>
        </pc:sldMkLst>
        <pc:spChg chg="mod">
          <ac:chgData name="Baldev Chopra" userId="a54e8303-b89f-49a7-bca4-00378049c30c" providerId="ADAL" clId="{FAC92628-EC45-4C4A-A0C5-05E4B049AF8A}" dt="2025-11-27T19:50:13.371" v="540" actId="404"/>
          <ac:spMkLst>
            <pc:docMk/>
            <pc:sldMk cId="2872464698" sldId="270"/>
            <ac:spMk id="2" creationId="{B1A1597B-6D3A-03A0-320E-127D7189806F}"/>
          </ac:spMkLst>
        </pc:spChg>
        <pc:spChg chg="del">
          <ac:chgData name="Baldev Chopra" userId="a54e8303-b89f-49a7-bca4-00378049c30c" providerId="ADAL" clId="{FAC92628-EC45-4C4A-A0C5-05E4B049AF8A}" dt="2025-11-27T19:49:51.109" v="529" actId="478"/>
          <ac:spMkLst>
            <pc:docMk/>
            <pc:sldMk cId="2872464698" sldId="270"/>
            <ac:spMk id="3" creationId="{CD255D95-1C52-F8E2-590E-0307C766BECE}"/>
          </ac:spMkLst>
        </pc:spChg>
        <pc:spChg chg="del">
          <ac:chgData name="Baldev Chopra" userId="a54e8303-b89f-49a7-bca4-00378049c30c" providerId="ADAL" clId="{FAC92628-EC45-4C4A-A0C5-05E4B049AF8A}" dt="2025-11-27T19:49:51.109" v="529" actId="478"/>
          <ac:spMkLst>
            <pc:docMk/>
            <pc:sldMk cId="2872464698" sldId="270"/>
            <ac:spMk id="4" creationId="{7304255A-94EF-016E-128C-7420BBF8D4BC}"/>
          </ac:spMkLst>
        </pc:spChg>
        <pc:picChg chg="add mod">
          <ac:chgData name="Baldev Chopra" userId="a54e8303-b89f-49a7-bca4-00378049c30c" providerId="ADAL" clId="{FAC92628-EC45-4C4A-A0C5-05E4B049AF8A}" dt="2025-11-27T19:49:57.726" v="530"/>
          <ac:picMkLst>
            <pc:docMk/>
            <pc:sldMk cId="2872464698" sldId="270"/>
            <ac:picMk id="8" creationId="{97F0521D-D7D7-8F95-A61F-8363616447DD}"/>
          </ac:picMkLst>
        </pc:picChg>
      </pc:sldChg>
      <pc:sldChg chg="addSp delSp modSp new mod">
        <pc:chgData name="Baldev Chopra" userId="a54e8303-b89f-49a7-bca4-00378049c30c" providerId="ADAL" clId="{FAC92628-EC45-4C4A-A0C5-05E4B049AF8A}" dt="2025-11-27T19:58:12.729" v="718" actId="20577"/>
        <pc:sldMkLst>
          <pc:docMk/>
          <pc:sldMk cId="2988319049" sldId="271"/>
        </pc:sldMkLst>
        <pc:spChg chg="mod">
          <ac:chgData name="Baldev Chopra" userId="a54e8303-b89f-49a7-bca4-00378049c30c" providerId="ADAL" clId="{FAC92628-EC45-4C4A-A0C5-05E4B049AF8A}" dt="2025-11-27T19:58:12.729" v="718" actId="20577"/>
          <ac:spMkLst>
            <pc:docMk/>
            <pc:sldMk cId="2988319049" sldId="271"/>
            <ac:spMk id="2" creationId="{78A72E99-46C6-20CA-2BFE-B0E629479E46}"/>
          </ac:spMkLst>
        </pc:spChg>
        <pc:spChg chg="del">
          <ac:chgData name="Baldev Chopra" userId="a54e8303-b89f-49a7-bca4-00378049c30c" providerId="ADAL" clId="{FAC92628-EC45-4C4A-A0C5-05E4B049AF8A}" dt="2025-11-27T19:54:36.126" v="542" actId="478"/>
          <ac:spMkLst>
            <pc:docMk/>
            <pc:sldMk cId="2988319049" sldId="271"/>
            <ac:spMk id="3" creationId="{9FD04D1B-DCFF-94A2-D330-BF5AFB9FF5FD}"/>
          </ac:spMkLst>
        </pc:spChg>
        <pc:spChg chg="del">
          <ac:chgData name="Baldev Chopra" userId="a54e8303-b89f-49a7-bca4-00378049c30c" providerId="ADAL" clId="{FAC92628-EC45-4C4A-A0C5-05E4B049AF8A}" dt="2025-11-27T19:54:36.126" v="542" actId="478"/>
          <ac:spMkLst>
            <pc:docMk/>
            <pc:sldMk cId="2988319049" sldId="271"/>
            <ac:spMk id="4" creationId="{08EF11F7-45CD-898B-372E-ED0DD90C6400}"/>
          </ac:spMkLst>
        </pc:spChg>
        <pc:graphicFrameChg chg="add del mod">
          <ac:chgData name="Baldev Chopra" userId="a54e8303-b89f-49a7-bca4-00378049c30c" providerId="ADAL" clId="{FAC92628-EC45-4C4A-A0C5-05E4B049AF8A}" dt="2025-11-27T19:54:40.295" v="544" actId="478"/>
          <ac:graphicFrameMkLst>
            <pc:docMk/>
            <pc:sldMk cId="2988319049" sldId="271"/>
            <ac:graphicFrameMk id="8" creationId="{138B9292-8895-4E73-F869-A775E287FE2A}"/>
          </ac:graphicFrameMkLst>
        </pc:graphicFrameChg>
        <pc:graphicFrameChg chg="add mod modGraphic">
          <ac:chgData name="Baldev Chopra" userId="a54e8303-b89f-49a7-bca4-00378049c30c" providerId="ADAL" clId="{FAC92628-EC45-4C4A-A0C5-05E4B049AF8A}" dt="2025-11-27T19:57:54.821" v="674" actId="207"/>
          <ac:graphicFrameMkLst>
            <pc:docMk/>
            <pc:sldMk cId="2988319049" sldId="271"/>
            <ac:graphicFrameMk id="9" creationId="{E01C31A3-24DB-44C4-4876-ADDB9E0AC368}"/>
          </ac:graphicFrameMkLst>
        </pc:graphicFrameChg>
      </pc:sldChg>
      <pc:sldChg chg="del">
        <pc:chgData name="Baldev Chopra" userId="a54e8303-b89f-49a7-bca4-00378049c30c" providerId="ADAL" clId="{FAC92628-EC45-4C4A-A0C5-05E4B049AF8A}" dt="2025-11-27T18:54:28.093" v="17" actId="47"/>
        <pc:sldMkLst>
          <pc:docMk/>
          <pc:sldMk cId="2651929129" sldId="288"/>
        </pc:sldMkLst>
      </pc:sldChg>
      <pc:sldChg chg="del">
        <pc:chgData name="Baldev Chopra" userId="a54e8303-b89f-49a7-bca4-00378049c30c" providerId="ADAL" clId="{FAC92628-EC45-4C4A-A0C5-05E4B049AF8A}" dt="2025-11-27T20:03:55.687" v="722" actId="18676"/>
        <pc:sldMkLst>
          <pc:docMk/>
          <pc:sldMk cId="511742140" sldId="297"/>
        </pc:sldMkLst>
      </pc:sldChg>
      <pc:sldChg chg="del">
        <pc:chgData name="Baldev Chopra" userId="a54e8303-b89f-49a7-bca4-00378049c30c" providerId="ADAL" clId="{FAC92628-EC45-4C4A-A0C5-05E4B049AF8A}" dt="2025-11-27T20:03:55.687" v="722" actId="18676"/>
        <pc:sldMkLst>
          <pc:docMk/>
          <pc:sldMk cId="256826049" sldId="346"/>
        </pc:sldMkLst>
      </pc:sldChg>
      <pc:sldChg chg="del">
        <pc:chgData name="Baldev Chopra" userId="a54e8303-b89f-49a7-bca4-00378049c30c" providerId="ADAL" clId="{FAC92628-EC45-4C4A-A0C5-05E4B049AF8A}" dt="2025-11-27T20:03:55.687" v="722" actId="18676"/>
        <pc:sldMkLst>
          <pc:docMk/>
          <pc:sldMk cId="2095779274" sldId="351"/>
        </pc:sldMkLst>
      </pc:sldChg>
      <pc:sldChg chg="del">
        <pc:chgData name="Baldev Chopra" userId="a54e8303-b89f-49a7-bca4-00378049c30c" providerId="ADAL" clId="{FAC92628-EC45-4C4A-A0C5-05E4B049AF8A}" dt="2025-11-27T20:03:50.569" v="721" actId="18676"/>
        <pc:sldMkLst>
          <pc:docMk/>
          <pc:sldMk cId="3829395533" sldId="452"/>
        </pc:sldMkLst>
      </pc:sldChg>
      <pc:sldChg chg="del">
        <pc:chgData name="Baldev Chopra" userId="a54e8303-b89f-49a7-bca4-00378049c30c" providerId="ADAL" clId="{FAC92628-EC45-4C4A-A0C5-05E4B049AF8A}" dt="2025-11-27T20:04:07.396" v="725" actId="18676"/>
        <pc:sldMkLst>
          <pc:docMk/>
          <pc:sldMk cId="1613818312" sldId="2767"/>
        </pc:sldMkLst>
      </pc:sldChg>
      <pc:sldChg chg="del">
        <pc:chgData name="Baldev Chopra" userId="a54e8303-b89f-49a7-bca4-00378049c30c" providerId="ADAL" clId="{FAC92628-EC45-4C4A-A0C5-05E4B049AF8A}" dt="2025-11-27T20:03:50.569" v="721" actId="18676"/>
        <pc:sldMkLst>
          <pc:docMk/>
          <pc:sldMk cId="3152808842" sldId="1881838801"/>
        </pc:sldMkLst>
      </pc:sldChg>
      <pc:sldChg chg="del">
        <pc:chgData name="Baldev Chopra" userId="a54e8303-b89f-49a7-bca4-00378049c30c" providerId="ADAL" clId="{FAC92628-EC45-4C4A-A0C5-05E4B049AF8A}" dt="2025-11-27T20:03:50.569" v="721" actId="18676"/>
        <pc:sldMkLst>
          <pc:docMk/>
          <pc:sldMk cId="2755761181" sldId="1881838804"/>
        </pc:sldMkLst>
      </pc:sldChg>
      <pc:sldChg chg="del">
        <pc:chgData name="Baldev Chopra" userId="a54e8303-b89f-49a7-bca4-00378049c30c" providerId="ADAL" clId="{FAC92628-EC45-4C4A-A0C5-05E4B049AF8A}" dt="2025-11-27T20:03:50.569" v="721" actId="18676"/>
        <pc:sldMkLst>
          <pc:docMk/>
          <pc:sldMk cId="698576068" sldId="1881838838"/>
        </pc:sldMkLst>
      </pc:sldChg>
      <pc:sldChg chg="del">
        <pc:chgData name="Baldev Chopra" userId="a54e8303-b89f-49a7-bca4-00378049c30c" providerId="ADAL" clId="{FAC92628-EC45-4C4A-A0C5-05E4B049AF8A}" dt="2025-11-27T20:03:50.569" v="721" actId="18676"/>
        <pc:sldMkLst>
          <pc:docMk/>
          <pc:sldMk cId="2676451775" sldId="1881838839"/>
        </pc:sldMkLst>
      </pc:sldChg>
      <pc:sldChg chg="del">
        <pc:chgData name="Baldev Chopra" userId="a54e8303-b89f-49a7-bca4-00378049c30c" providerId="ADAL" clId="{FAC92628-EC45-4C4A-A0C5-05E4B049AF8A}" dt="2025-11-27T20:03:50.569" v="721" actId="18676"/>
        <pc:sldMkLst>
          <pc:docMk/>
          <pc:sldMk cId="2577794630" sldId="2147478804"/>
        </pc:sldMkLst>
      </pc:sldChg>
      <pc:sldChg chg="del">
        <pc:chgData name="Baldev Chopra" userId="a54e8303-b89f-49a7-bca4-00378049c30c" providerId="ADAL" clId="{FAC92628-EC45-4C4A-A0C5-05E4B049AF8A}" dt="2025-11-27T20:03:50.569" v="721" actId="18676"/>
        <pc:sldMkLst>
          <pc:docMk/>
          <pc:sldMk cId="3108315211" sldId="2147479045"/>
        </pc:sldMkLst>
      </pc:sldChg>
      <pc:sldChg chg="del">
        <pc:chgData name="Baldev Chopra" userId="a54e8303-b89f-49a7-bca4-00378049c30c" providerId="ADAL" clId="{FAC92628-EC45-4C4A-A0C5-05E4B049AF8A}" dt="2025-11-27T20:04:22.157" v="729" actId="18676"/>
        <pc:sldMkLst>
          <pc:docMk/>
          <pc:sldMk cId="3281582822" sldId="2147479046"/>
        </pc:sldMkLst>
      </pc:sldChg>
      <pc:sldChg chg="del">
        <pc:chgData name="Baldev Chopra" userId="a54e8303-b89f-49a7-bca4-00378049c30c" providerId="ADAL" clId="{FAC92628-EC45-4C4A-A0C5-05E4B049AF8A}" dt="2025-11-27T20:04:22.157" v="729" actId="18676"/>
        <pc:sldMkLst>
          <pc:docMk/>
          <pc:sldMk cId="3726799611" sldId="2147479047"/>
        </pc:sldMkLst>
      </pc:sldChg>
      <pc:sldChg chg="del">
        <pc:chgData name="Baldev Chopra" userId="a54e8303-b89f-49a7-bca4-00378049c30c" providerId="ADAL" clId="{FAC92628-EC45-4C4A-A0C5-05E4B049AF8A}" dt="2025-11-27T20:03:50.569" v="721" actId="18676"/>
        <pc:sldMkLst>
          <pc:docMk/>
          <pc:sldMk cId="312071111" sldId="2147479049"/>
        </pc:sldMkLst>
      </pc:sldChg>
      <pc:sldChg chg="del">
        <pc:chgData name="Baldev Chopra" userId="a54e8303-b89f-49a7-bca4-00378049c30c" providerId="ADAL" clId="{FAC92628-EC45-4C4A-A0C5-05E4B049AF8A}" dt="2025-11-27T20:03:59.882" v="723" actId="18676"/>
        <pc:sldMkLst>
          <pc:docMk/>
          <pc:sldMk cId="3574950834" sldId="2147479050"/>
        </pc:sldMkLst>
      </pc:sldChg>
      <pc:sldChg chg="del">
        <pc:chgData name="Baldev Chopra" userId="a54e8303-b89f-49a7-bca4-00378049c30c" providerId="ADAL" clId="{FAC92628-EC45-4C4A-A0C5-05E4B049AF8A}" dt="2025-11-27T20:03:59.882" v="723" actId="18676"/>
        <pc:sldMkLst>
          <pc:docMk/>
          <pc:sldMk cId="4281426983" sldId="2147479051"/>
        </pc:sldMkLst>
      </pc:sldChg>
      <pc:sldChg chg="del">
        <pc:chgData name="Baldev Chopra" userId="a54e8303-b89f-49a7-bca4-00378049c30c" providerId="ADAL" clId="{FAC92628-EC45-4C4A-A0C5-05E4B049AF8A}" dt="2025-11-27T20:04:03.868" v="724" actId="18676"/>
        <pc:sldMkLst>
          <pc:docMk/>
          <pc:sldMk cId="813779602" sldId="2147479052"/>
        </pc:sldMkLst>
      </pc:sldChg>
      <pc:sldChg chg="ord">
        <pc:chgData name="Baldev Chopra" userId="a54e8303-b89f-49a7-bca4-00378049c30c" providerId="ADAL" clId="{FAC92628-EC45-4C4A-A0C5-05E4B049AF8A}" dt="2025-11-27T19:17:52.693" v="331"/>
        <pc:sldMkLst>
          <pc:docMk/>
          <pc:sldMk cId="3211195395" sldId="2147479053"/>
        </pc:sldMkLst>
      </pc:sldChg>
      <pc:sldChg chg="ord">
        <pc:chgData name="Baldev Chopra" userId="a54e8303-b89f-49a7-bca4-00378049c30c" providerId="ADAL" clId="{FAC92628-EC45-4C4A-A0C5-05E4B049AF8A}" dt="2025-11-27T19:18:21.889" v="336"/>
        <pc:sldMkLst>
          <pc:docMk/>
          <pc:sldMk cId="1098649406" sldId="2147479054"/>
        </pc:sldMkLst>
      </pc:sldChg>
      <pc:sldChg chg="del">
        <pc:chgData name="Baldev Chopra" userId="a54e8303-b89f-49a7-bca4-00378049c30c" providerId="ADAL" clId="{FAC92628-EC45-4C4A-A0C5-05E4B049AF8A}" dt="2025-11-27T20:04:07.396" v="725" actId="18676"/>
        <pc:sldMkLst>
          <pc:docMk/>
          <pc:sldMk cId="4216375366" sldId="2147479055"/>
        </pc:sldMkLst>
      </pc:sldChg>
      <pc:sldChg chg="del">
        <pc:chgData name="Baldev Chopra" userId="a54e8303-b89f-49a7-bca4-00378049c30c" providerId="ADAL" clId="{FAC92628-EC45-4C4A-A0C5-05E4B049AF8A}" dt="2025-11-27T20:03:55.687" v="722" actId="18676"/>
        <pc:sldMkLst>
          <pc:docMk/>
          <pc:sldMk cId="3600678054" sldId="2147479056"/>
        </pc:sldMkLst>
      </pc:sldChg>
      <pc:sldChg chg="del">
        <pc:chgData name="Baldev Chopra" userId="a54e8303-b89f-49a7-bca4-00378049c30c" providerId="ADAL" clId="{FAC92628-EC45-4C4A-A0C5-05E4B049AF8A}" dt="2025-11-27T20:03:55.687" v="722" actId="18676"/>
        <pc:sldMkLst>
          <pc:docMk/>
          <pc:sldMk cId="1816390299" sldId="2147479057"/>
        </pc:sldMkLst>
      </pc:sldChg>
      <pc:sldChg chg="del">
        <pc:chgData name="Baldev Chopra" userId="a54e8303-b89f-49a7-bca4-00378049c30c" providerId="ADAL" clId="{FAC92628-EC45-4C4A-A0C5-05E4B049AF8A}" dt="2025-11-27T20:03:55.687" v="722" actId="18676"/>
        <pc:sldMkLst>
          <pc:docMk/>
          <pc:sldMk cId="410439545" sldId="2147479058"/>
        </pc:sldMkLst>
      </pc:sldChg>
      <pc:sldChg chg="del">
        <pc:chgData name="Baldev Chopra" userId="a54e8303-b89f-49a7-bca4-00378049c30c" providerId="ADAL" clId="{FAC92628-EC45-4C4A-A0C5-05E4B049AF8A}" dt="2025-11-27T20:03:55.687" v="722" actId="18676"/>
        <pc:sldMkLst>
          <pc:docMk/>
          <pc:sldMk cId="1470662232" sldId="2147479059"/>
        </pc:sldMkLst>
      </pc:sldChg>
      <pc:sldChg chg="del">
        <pc:chgData name="Baldev Chopra" userId="a54e8303-b89f-49a7-bca4-00378049c30c" providerId="ADAL" clId="{FAC92628-EC45-4C4A-A0C5-05E4B049AF8A}" dt="2025-11-27T20:03:50.569" v="721" actId="18676"/>
        <pc:sldMkLst>
          <pc:docMk/>
          <pc:sldMk cId="3479182218" sldId="2147479060"/>
        </pc:sldMkLst>
      </pc:sldChg>
      <pc:sldChg chg="del">
        <pc:chgData name="Baldev Chopra" userId="a54e8303-b89f-49a7-bca4-00378049c30c" providerId="ADAL" clId="{FAC92628-EC45-4C4A-A0C5-05E4B049AF8A}" dt="2025-11-27T20:03:50.569" v="721" actId="18676"/>
        <pc:sldMkLst>
          <pc:docMk/>
          <pc:sldMk cId="4218875351" sldId="2147479061"/>
        </pc:sldMkLst>
      </pc:sldChg>
      <pc:sldChg chg="ord">
        <pc:chgData name="Baldev Chopra" userId="a54e8303-b89f-49a7-bca4-00378049c30c" providerId="ADAL" clId="{FAC92628-EC45-4C4A-A0C5-05E4B049AF8A}" dt="2025-11-27T19:28:32.736" v="347"/>
        <pc:sldMkLst>
          <pc:docMk/>
          <pc:sldMk cId="160614888" sldId="2147479062"/>
        </pc:sldMkLst>
      </pc:sldChg>
      <pc:sldChg chg="ord">
        <pc:chgData name="Baldev Chopra" userId="a54e8303-b89f-49a7-bca4-00378049c30c" providerId="ADAL" clId="{FAC92628-EC45-4C4A-A0C5-05E4B049AF8A}" dt="2025-11-27T19:28:32.736" v="347"/>
        <pc:sldMkLst>
          <pc:docMk/>
          <pc:sldMk cId="3499468343" sldId="2147479063"/>
        </pc:sldMkLst>
      </pc:sldChg>
      <pc:sldChg chg="ord">
        <pc:chgData name="Baldev Chopra" userId="a54e8303-b89f-49a7-bca4-00378049c30c" providerId="ADAL" clId="{FAC92628-EC45-4C4A-A0C5-05E4B049AF8A}" dt="2025-11-27T19:28:32.736" v="347"/>
        <pc:sldMkLst>
          <pc:docMk/>
          <pc:sldMk cId="2553699016" sldId="2147479064"/>
        </pc:sldMkLst>
      </pc:sldChg>
      <pc:sldChg chg="ord">
        <pc:chgData name="Baldev Chopra" userId="a54e8303-b89f-49a7-bca4-00378049c30c" providerId="ADAL" clId="{FAC92628-EC45-4C4A-A0C5-05E4B049AF8A}" dt="2025-11-27T19:29:07.529" v="362"/>
        <pc:sldMkLst>
          <pc:docMk/>
          <pc:sldMk cId="2972932333" sldId="2147479065"/>
        </pc:sldMkLst>
      </pc:sldChg>
      <pc:sldChg chg="ord">
        <pc:chgData name="Baldev Chopra" userId="a54e8303-b89f-49a7-bca4-00378049c30c" providerId="ADAL" clId="{FAC92628-EC45-4C4A-A0C5-05E4B049AF8A}" dt="2025-11-27T19:29:07.529" v="362"/>
        <pc:sldMkLst>
          <pc:docMk/>
          <pc:sldMk cId="631529818" sldId="2147479066"/>
        </pc:sldMkLst>
      </pc:sldChg>
      <pc:sldChg chg="ord">
        <pc:chgData name="Baldev Chopra" userId="a54e8303-b89f-49a7-bca4-00378049c30c" providerId="ADAL" clId="{FAC92628-EC45-4C4A-A0C5-05E4B049AF8A}" dt="2025-11-27T19:29:44.561" v="364"/>
        <pc:sldMkLst>
          <pc:docMk/>
          <pc:sldMk cId="426141257" sldId="2147479067"/>
        </pc:sldMkLst>
      </pc:sldChg>
      <pc:sldChg chg="ord">
        <pc:chgData name="Baldev Chopra" userId="a54e8303-b89f-49a7-bca4-00378049c30c" providerId="ADAL" clId="{FAC92628-EC45-4C4A-A0C5-05E4B049AF8A}" dt="2025-11-27T19:29:44.561" v="364"/>
        <pc:sldMkLst>
          <pc:docMk/>
          <pc:sldMk cId="3024503870" sldId="2147479068"/>
        </pc:sldMkLst>
      </pc:sldChg>
      <pc:sldChg chg="ord">
        <pc:chgData name="Baldev Chopra" userId="a54e8303-b89f-49a7-bca4-00378049c30c" providerId="ADAL" clId="{FAC92628-EC45-4C4A-A0C5-05E4B049AF8A}" dt="2025-11-27T19:29:44.561" v="364"/>
        <pc:sldMkLst>
          <pc:docMk/>
          <pc:sldMk cId="3025975380" sldId="2147479069"/>
        </pc:sldMkLst>
      </pc:sldChg>
      <pc:sldChg chg="del">
        <pc:chgData name="Baldev Chopra" userId="a54e8303-b89f-49a7-bca4-00378049c30c" providerId="ADAL" clId="{FAC92628-EC45-4C4A-A0C5-05E4B049AF8A}" dt="2025-11-27T20:04:12.632" v="726" actId="18676"/>
        <pc:sldMkLst>
          <pc:docMk/>
          <pc:sldMk cId="3195518374" sldId="2147479070"/>
        </pc:sldMkLst>
      </pc:sldChg>
      <pc:sldChg chg="ord">
        <pc:chgData name="Baldev Chopra" userId="a54e8303-b89f-49a7-bca4-00378049c30c" providerId="ADAL" clId="{FAC92628-EC45-4C4A-A0C5-05E4B049AF8A}" dt="2025-11-27T19:31:37.601" v="370"/>
        <pc:sldMkLst>
          <pc:docMk/>
          <pc:sldMk cId="1209848762" sldId="2147479071"/>
        </pc:sldMkLst>
      </pc:sldChg>
      <pc:sldChg chg="ord">
        <pc:chgData name="Baldev Chopra" userId="a54e8303-b89f-49a7-bca4-00378049c30c" providerId="ADAL" clId="{FAC92628-EC45-4C4A-A0C5-05E4B049AF8A}" dt="2025-11-27T19:31:37.601" v="370"/>
        <pc:sldMkLst>
          <pc:docMk/>
          <pc:sldMk cId="2327675099" sldId="2147479072"/>
        </pc:sldMkLst>
      </pc:sldChg>
      <pc:sldChg chg="ord">
        <pc:chgData name="Baldev Chopra" userId="a54e8303-b89f-49a7-bca4-00378049c30c" providerId="ADAL" clId="{FAC92628-EC45-4C4A-A0C5-05E4B049AF8A}" dt="2025-11-27T19:31:37.601" v="370"/>
        <pc:sldMkLst>
          <pc:docMk/>
          <pc:sldMk cId="2012484052" sldId="2147479073"/>
        </pc:sldMkLst>
      </pc:sldChg>
      <pc:sldChg chg="ord">
        <pc:chgData name="Baldev Chopra" userId="a54e8303-b89f-49a7-bca4-00378049c30c" providerId="ADAL" clId="{FAC92628-EC45-4C4A-A0C5-05E4B049AF8A}" dt="2025-11-27T19:31:37.601" v="370"/>
        <pc:sldMkLst>
          <pc:docMk/>
          <pc:sldMk cId="4287235620" sldId="2147479074"/>
        </pc:sldMkLst>
      </pc:sldChg>
      <pc:sldChg chg="ord">
        <pc:chgData name="Baldev Chopra" userId="a54e8303-b89f-49a7-bca4-00378049c30c" providerId="ADAL" clId="{FAC92628-EC45-4C4A-A0C5-05E4B049AF8A}" dt="2025-11-27T19:31:37.601" v="370"/>
        <pc:sldMkLst>
          <pc:docMk/>
          <pc:sldMk cId="1995546262" sldId="2147479075"/>
        </pc:sldMkLst>
      </pc:sldChg>
      <pc:sldChg chg="ord">
        <pc:chgData name="Baldev Chopra" userId="a54e8303-b89f-49a7-bca4-00378049c30c" providerId="ADAL" clId="{FAC92628-EC45-4C4A-A0C5-05E4B049AF8A}" dt="2025-11-27T19:31:37.601" v="370"/>
        <pc:sldMkLst>
          <pc:docMk/>
          <pc:sldMk cId="1088924459" sldId="2147479076"/>
        </pc:sldMkLst>
      </pc:sldChg>
      <pc:sldChg chg="ord">
        <pc:chgData name="Baldev Chopra" userId="a54e8303-b89f-49a7-bca4-00378049c30c" providerId="ADAL" clId="{FAC92628-EC45-4C4A-A0C5-05E4B049AF8A}" dt="2025-11-27T19:31:37.601" v="370"/>
        <pc:sldMkLst>
          <pc:docMk/>
          <pc:sldMk cId="2137547025" sldId="2147479077"/>
        </pc:sldMkLst>
      </pc:sldChg>
      <pc:sldChg chg="ord">
        <pc:chgData name="Baldev Chopra" userId="a54e8303-b89f-49a7-bca4-00378049c30c" providerId="ADAL" clId="{FAC92628-EC45-4C4A-A0C5-05E4B049AF8A}" dt="2025-11-27T19:31:37.601" v="370"/>
        <pc:sldMkLst>
          <pc:docMk/>
          <pc:sldMk cId="3977326930" sldId="2147479078"/>
        </pc:sldMkLst>
      </pc:sldChg>
      <pc:sldChg chg="del">
        <pc:chgData name="Baldev Chopra" userId="a54e8303-b89f-49a7-bca4-00378049c30c" providerId="ADAL" clId="{FAC92628-EC45-4C4A-A0C5-05E4B049AF8A}" dt="2025-11-27T20:03:50.569" v="721" actId="18676"/>
        <pc:sldMkLst>
          <pc:docMk/>
          <pc:sldMk cId="546119742" sldId="2147479086"/>
        </pc:sldMkLst>
      </pc:sldChg>
      <pc:sldChg chg="ord">
        <pc:chgData name="Baldev Chopra" userId="a54e8303-b89f-49a7-bca4-00378049c30c" providerId="ADAL" clId="{FAC92628-EC45-4C4A-A0C5-05E4B049AF8A}" dt="2025-11-27T19:31:37.601" v="370"/>
        <pc:sldMkLst>
          <pc:docMk/>
          <pc:sldMk cId="43891764" sldId="2147479087"/>
        </pc:sldMkLst>
      </pc:sldChg>
      <pc:sldChg chg="ord">
        <pc:chgData name="Baldev Chopra" userId="a54e8303-b89f-49a7-bca4-00378049c30c" providerId="ADAL" clId="{FAC92628-EC45-4C4A-A0C5-05E4B049AF8A}" dt="2025-11-27T19:31:37.601" v="370"/>
        <pc:sldMkLst>
          <pc:docMk/>
          <pc:sldMk cId="3054608790" sldId="2147479088"/>
        </pc:sldMkLst>
      </pc:sldChg>
      <pc:sldChg chg="del">
        <pc:chgData name="Baldev Chopra" userId="a54e8303-b89f-49a7-bca4-00378049c30c" providerId="ADAL" clId="{FAC92628-EC45-4C4A-A0C5-05E4B049AF8A}" dt="2025-11-27T20:04:03.868" v="724" actId="18676"/>
        <pc:sldMkLst>
          <pc:docMk/>
          <pc:sldMk cId="464012902" sldId="2147479089"/>
        </pc:sldMkLst>
      </pc:sldChg>
      <pc:sldChg chg="del">
        <pc:chgData name="Baldev Chopra" userId="a54e8303-b89f-49a7-bca4-00378049c30c" providerId="ADAL" clId="{FAC92628-EC45-4C4A-A0C5-05E4B049AF8A}" dt="2025-11-27T20:04:03.868" v="724" actId="18676"/>
        <pc:sldMkLst>
          <pc:docMk/>
          <pc:sldMk cId="2118757156" sldId="2147479090"/>
        </pc:sldMkLst>
      </pc:sldChg>
      <pc:sldChg chg="del">
        <pc:chgData name="Baldev Chopra" userId="a54e8303-b89f-49a7-bca4-00378049c30c" providerId="ADAL" clId="{FAC92628-EC45-4C4A-A0C5-05E4B049AF8A}" dt="2025-11-27T20:04:03.868" v="724" actId="18676"/>
        <pc:sldMkLst>
          <pc:docMk/>
          <pc:sldMk cId="1968000667" sldId="2147479091"/>
        </pc:sldMkLst>
      </pc:sldChg>
      <pc:sldChg chg="del">
        <pc:chgData name="Baldev Chopra" userId="a54e8303-b89f-49a7-bca4-00378049c30c" providerId="ADAL" clId="{FAC92628-EC45-4C4A-A0C5-05E4B049AF8A}" dt="2025-11-27T20:04:03.868" v="724" actId="18676"/>
        <pc:sldMkLst>
          <pc:docMk/>
          <pc:sldMk cId="3269214848" sldId="2147479092"/>
        </pc:sldMkLst>
      </pc:sldChg>
      <pc:sldChg chg="del">
        <pc:chgData name="Baldev Chopra" userId="a54e8303-b89f-49a7-bca4-00378049c30c" providerId="ADAL" clId="{FAC92628-EC45-4C4A-A0C5-05E4B049AF8A}" dt="2025-11-27T20:04:22.157" v="729" actId="18676"/>
        <pc:sldMkLst>
          <pc:docMk/>
          <pc:sldMk cId="1554783003" sldId="2147479093"/>
        </pc:sldMkLst>
      </pc:sldChg>
      <pc:sldChg chg="del">
        <pc:chgData name="Baldev Chopra" userId="a54e8303-b89f-49a7-bca4-00378049c30c" providerId="ADAL" clId="{FAC92628-EC45-4C4A-A0C5-05E4B049AF8A}" dt="2025-11-27T20:04:22.157" v="729" actId="18676"/>
        <pc:sldMkLst>
          <pc:docMk/>
          <pc:sldMk cId="3999383612" sldId="2147479094"/>
        </pc:sldMkLst>
      </pc:sldChg>
      <pc:sldChg chg="del">
        <pc:chgData name="Baldev Chopra" userId="a54e8303-b89f-49a7-bca4-00378049c30c" providerId="ADAL" clId="{FAC92628-EC45-4C4A-A0C5-05E4B049AF8A}" dt="2025-11-27T20:04:03.868" v="724" actId="18676"/>
        <pc:sldMkLst>
          <pc:docMk/>
          <pc:sldMk cId="3363772537" sldId="2147479095"/>
        </pc:sldMkLst>
      </pc:sldChg>
      <pc:sldChg chg="del">
        <pc:chgData name="Baldev Chopra" userId="a54e8303-b89f-49a7-bca4-00378049c30c" providerId="ADAL" clId="{FAC92628-EC45-4C4A-A0C5-05E4B049AF8A}" dt="2025-11-27T20:04:03.868" v="724" actId="18676"/>
        <pc:sldMkLst>
          <pc:docMk/>
          <pc:sldMk cId="413931306" sldId="2147479096"/>
        </pc:sldMkLst>
      </pc:sldChg>
      <pc:sldChg chg="del">
        <pc:chgData name="Baldev Chopra" userId="a54e8303-b89f-49a7-bca4-00378049c30c" providerId="ADAL" clId="{FAC92628-EC45-4C4A-A0C5-05E4B049AF8A}" dt="2025-11-27T20:04:03.868" v="724" actId="18676"/>
        <pc:sldMkLst>
          <pc:docMk/>
          <pc:sldMk cId="1981931312" sldId="2147479097"/>
        </pc:sldMkLst>
      </pc:sldChg>
      <pc:sldChg chg="del">
        <pc:chgData name="Baldev Chopra" userId="a54e8303-b89f-49a7-bca4-00378049c30c" providerId="ADAL" clId="{FAC92628-EC45-4C4A-A0C5-05E4B049AF8A}" dt="2025-11-27T20:03:55.687" v="722" actId="18676"/>
        <pc:sldMkLst>
          <pc:docMk/>
          <pc:sldMk cId="2986584773" sldId="2147479098"/>
        </pc:sldMkLst>
      </pc:sldChg>
      <pc:sldChg chg="del">
        <pc:chgData name="Baldev Chopra" userId="a54e8303-b89f-49a7-bca4-00378049c30c" providerId="ADAL" clId="{FAC92628-EC45-4C4A-A0C5-05E4B049AF8A}" dt="2025-11-27T20:03:55.687" v="722" actId="18676"/>
        <pc:sldMkLst>
          <pc:docMk/>
          <pc:sldMk cId="1811309042" sldId="2147479099"/>
        </pc:sldMkLst>
      </pc:sldChg>
      <pc:sldChg chg="del">
        <pc:chgData name="Baldev Chopra" userId="a54e8303-b89f-49a7-bca4-00378049c30c" providerId="ADAL" clId="{FAC92628-EC45-4C4A-A0C5-05E4B049AF8A}" dt="2025-11-27T20:03:55.687" v="722" actId="18676"/>
        <pc:sldMkLst>
          <pc:docMk/>
          <pc:sldMk cId="2356807934" sldId="2147479100"/>
        </pc:sldMkLst>
      </pc:sldChg>
      <pc:sldChg chg="modSp mod">
        <pc:chgData name="Baldev Chopra" userId="a54e8303-b89f-49a7-bca4-00378049c30c" providerId="ADAL" clId="{FAC92628-EC45-4C4A-A0C5-05E4B049AF8A}" dt="2025-11-27T19:01:50.621" v="75" actId="207"/>
        <pc:sldMkLst>
          <pc:docMk/>
          <pc:sldMk cId="4007849610" sldId="2147479103"/>
        </pc:sldMkLst>
        <pc:graphicFrameChg chg="modGraphic">
          <ac:chgData name="Baldev Chopra" userId="a54e8303-b89f-49a7-bca4-00378049c30c" providerId="ADAL" clId="{FAC92628-EC45-4C4A-A0C5-05E4B049AF8A}" dt="2025-11-27T19:01:50.621" v="75" actId="207"/>
          <ac:graphicFrameMkLst>
            <pc:docMk/>
            <pc:sldMk cId="4007849610" sldId="2147479103"/>
            <ac:graphicFrameMk id="4" creationId="{0C30BA88-42AD-F5D3-6A92-11B2C9C7AEB0}"/>
          </ac:graphicFrameMkLst>
        </pc:graphicFrameChg>
      </pc:sldChg>
      <pc:sldChg chg="modSp mod">
        <pc:chgData name="Baldev Chopra" userId="a54e8303-b89f-49a7-bca4-00378049c30c" providerId="ADAL" clId="{FAC92628-EC45-4C4A-A0C5-05E4B049AF8A}" dt="2025-11-27T19:02:01.545" v="77" actId="207"/>
        <pc:sldMkLst>
          <pc:docMk/>
          <pc:sldMk cId="3093563939" sldId="2147479104"/>
        </pc:sldMkLst>
        <pc:graphicFrameChg chg="modGraphic">
          <ac:chgData name="Baldev Chopra" userId="a54e8303-b89f-49a7-bca4-00378049c30c" providerId="ADAL" clId="{FAC92628-EC45-4C4A-A0C5-05E4B049AF8A}" dt="2025-11-27T19:01:58.889" v="76" actId="207"/>
          <ac:graphicFrameMkLst>
            <pc:docMk/>
            <pc:sldMk cId="3093563939" sldId="2147479104"/>
            <ac:graphicFrameMk id="4" creationId="{1987D761-3617-5ED2-0733-57F4780117A0}"/>
          </ac:graphicFrameMkLst>
        </pc:graphicFrameChg>
        <pc:graphicFrameChg chg="modGraphic">
          <ac:chgData name="Baldev Chopra" userId="a54e8303-b89f-49a7-bca4-00378049c30c" providerId="ADAL" clId="{FAC92628-EC45-4C4A-A0C5-05E4B049AF8A}" dt="2025-11-27T19:02:01.545" v="77" actId="207"/>
          <ac:graphicFrameMkLst>
            <pc:docMk/>
            <pc:sldMk cId="3093563939" sldId="2147479104"/>
            <ac:graphicFrameMk id="18" creationId="{C7E502A9-772F-A71B-6AA3-8603A4A36532}"/>
          </ac:graphicFrameMkLst>
        </pc:graphicFrameChg>
      </pc:sldChg>
      <pc:sldChg chg="modSp mod">
        <pc:chgData name="Baldev Chopra" userId="a54e8303-b89f-49a7-bca4-00378049c30c" providerId="ADAL" clId="{FAC92628-EC45-4C4A-A0C5-05E4B049AF8A}" dt="2025-11-27T19:02:10.483" v="79" actId="207"/>
        <pc:sldMkLst>
          <pc:docMk/>
          <pc:sldMk cId="3621718353" sldId="2147479106"/>
        </pc:sldMkLst>
        <pc:graphicFrameChg chg="modGraphic">
          <ac:chgData name="Baldev Chopra" userId="a54e8303-b89f-49a7-bca4-00378049c30c" providerId="ADAL" clId="{FAC92628-EC45-4C4A-A0C5-05E4B049AF8A}" dt="2025-11-27T19:02:10.483" v="79" actId="207"/>
          <ac:graphicFrameMkLst>
            <pc:docMk/>
            <pc:sldMk cId="3621718353" sldId="2147479106"/>
            <ac:graphicFrameMk id="2" creationId="{35D5190D-8FA1-23AE-A657-4A6C1957EE6D}"/>
          </ac:graphicFrameMkLst>
        </pc:graphicFrameChg>
        <pc:graphicFrameChg chg="modGraphic">
          <ac:chgData name="Baldev Chopra" userId="a54e8303-b89f-49a7-bca4-00378049c30c" providerId="ADAL" clId="{FAC92628-EC45-4C4A-A0C5-05E4B049AF8A}" dt="2025-11-27T19:02:07.933" v="78" actId="207"/>
          <ac:graphicFrameMkLst>
            <pc:docMk/>
            <pc:sldMk cId="3621718353" sldId="2147479106"/>
            <ac:graphicFrameMk id="18" creationId="{5C154106-FD41-272F-A630-3B1B5355C1B2}"/>
          </ac:graphicFrameMkLst>
        </pc:graphicFrameChg>
      </pc:sldChg>
      <pc:sldChg chg="del">
        <pc:chgData name="Baldev Chopra" userId="a54e8303-b89f-49a7-bca4-00378049c30c" providerId="ADAL" clId="{FAC92628-EC45-4C4A-A0C5-05E4B049AF8A}" dt="2025-11-27T20:04:12.632" v="726" actId="18676"/>
        <pc:sldMkLst>
          <pc:docMk/>
          <pc:sldMk cId="745218940" sldId="2147479107"/>
        </pc:sldMkLst>
      </pc:sldChg>
      <pc:sldChg chg="del">
        <pc:chgData name="Baldev Chopra" userId="a54e8303-b89f-49a7-bca4-00378049c30c" providerId="ADAL" clId="{FAC92628-EC45-4C4A-A0C5-05E4B049AF8A}" dt="2025-11-27T20:04:12.632" v="726" actId="18676"/>
        <pc:sldMkLst>
          <pc:docMk/>
          <pc:sldMk cId="1968228704" sldId="2147479109"/>
        </pc:sldMkLst>
      </pc:sldChg>
      <pc:sldChg chg="del">
        <pc:chgData name="Baldev Chopra" userId="a54e8303-b89f-49a7-bca4-00378049c30c" providerId="ADAL" clId="{FAC92628-EC45-4C4A-A0C5-05E4B049AF8A}" dt="2025-11-27T20:03:59.882" v="723" actId="18676"/>
        <pc:sldMkLst>
          <pc:docMk/>
          <pc:sldMk cId="3463513910" sldId="2147479113"/>
        </pc:sldMkLst>
      </pc:sldChg>
      <pc:sldChg chg="ord">
        <pc:chgData name="Baldev Chopra" userId="a54e8303-b89f-49a7-bca4-00378049c30c" providerId="ADAL" clId="{FAC92628-EC45-4C4A-A0C5-05E4B049AF8A}" dt="2025-11-27T19:36:51.933" v="394"/>
        <pc:sldMkLst>
          <pc:docMk/>
          <pc:sldMk cId="1671222159" sldId="2147479114"/>
        </pc:sldMkLst>
      </pc:sldChg>
      <pc:sldChg chg="ord">
        <pc:chgData name="Baldev Chopra" userId="a54e8303-b89f-49a7-bca4-00378049c30c" providerId="ADAL" clId="{FAC92628-EC45-4C4A-A0C5-05E4B049AF8A}" dt="2025-11-27T19:36:51.933" v="394"/>
        <pc:sldMkLst>
          <pc:docMk/>
          <pc:sldMk cId="3448258088" sldId="2147479115"/>
        </pc:sldMkLst>
      </pc:sldChg>
      <pc:sldChg chg="ord">
        <pc:chgData name="Baldev Chopra" userId="a54e8303-b89f-49a7-bca4-00378049c30c" providerId="ADAL" clId="{FAC92628-EC45-4C4A-A0C5-05E4B049AF8A}" dt="2025-11-27T19:36:51.933" v="394"/>
        <pc:sldMkLst>
          <pc:docMk/>
          <pc:sldMk cId="2116821721" sldId="2147479116"/>
        </pc:sldMkLst>
      </pc:sldChg>
      <pc:sldChg chg="ord">
        <pc:chgData name="Baldev Chopra" userId="a54e8303-b89f-49a7-bca4-00378049c30c" providerId="ADAL" clId="{FAC92628-EC45-4C4A-A0C5-05E4B049AF8A}" dt="2025-11-27T19:36:51.933" v="394"/>
        <pc:sldMkLst>
          <pc:docMk/>
          <pc:sldMk cId="925467700" sldId="2147479117"/>
        </pc:sldMkLst>
      </pc:sldChg>
      <pc:sldChg chg="ord">
        <pc:chgData name="Baldev Chopra" userId="a54e8303-b89f-49a7-bca4-00378049c30c" providerId="ADAL" clId="{FAC92628-EC45-4C4A-A0C5-05E4B049AF8A}" dt="2025-11-27T19:36:51.933" v="394"/>
        <pc:sldMkLst>
          <pc:docMk/>
          <pc:sldMk cId="4035986883" sldId="2147479118"/>
        </pc:sldMkLst>
      </pc:sldChg>
      <pc:sldChg chg="del">
        <pc:chgData name="Baldev Chopra" userId="a54e8303-b89f-49a7-bca4-00378049c30c" providerId="ADAL" clId="{FAC92628-EC45-4C4A-A0C5-05E4B049AF8A}" dt="2025-11-27T20:03:55.687" v="722" actId="18676"/>
        <pc:sldMkLst>
          <pc:docMk/>
          <pc:sldMk cId="3862563710" sldId="2147479119"/>
        </pc:sldMkLst>
      </pc:sldChg>
      <pc:sldChg chg="del">
        <pc:chgData name="Baldev Chopra" userId="a54e8303-b89f-49a7-bca4-00378049c30c" providerId="ADAL" clId="{FAC92628-EC45-4C4A-A0C5-05E4B049AF8A}" dt="2025-11-27T20:04:12.632" v="726" actId="18676"/>
        <pc:sldMkLst>
          <pc:docMk/>
          <pc:sldMk cId="746150090" sldId="2147479120"/>
        </pc:sldMkLst>
      </pc:sldChg>
      <pc:sldChg chg="ord">
        <pc:chgData name="Baldev Chopra" userId="a54e8303-b89f-49a7-bca4-00378049c30c" providerId="ADAL" clId="{FAC92628-EC45-4C4A-A0C5-05E4B049AF8A}" dt="2025-11-27T19:31:37.601" v="370"/>
        <pc:sldMkLst>
          <pc:docMk/>
          <pc:sldMk cId="37493355" sldId="2147479121"/>
        </pc:sldMkLst>
      </pc:sldChg>
      <pc:sldChg chg="ord">
        <pc:chgData name="Baldev Chopra" userId="a54e8303-b89f-49a7-bca4-00378049c30c" providerId="ADAL" clId="{FAC92628-EC45-4C4A-A0C5-05E4B049AF8A}" dt="2025-11-27T19:31:37.601" v="370"/>
        <pc:sldMkLst>
          <pc:docMk/>
          <pc:sldMk cId="2178277469" sldId="2147479122"/>
        </pc:sldMkLst>
      </pc:sldChg>
      <pc:sldChg chg="modSp mod ord">
        <pc:chgData name="Baldev Chopra" userId="a54e8303-b89f-49a7-bca4-00378049c30c" providerId="ADAL" clId="{FAC92628-EC45-4C4A-A0C5-05E4B049AF8A}" dt="2025-11-27T19:45:49.426" v="477" actId="313"/>
        <pc:sldMkLst>
          <pc:docMk/>
          <pc:sldMk cId="2439236045" sldId="2147479123"/>
        </pc:sldMkLst>
        <pc:graphicFrameChg chg="modGraphic">
          <ac:chgData name="Baldev Chopra" userId="a54e8303-b89f-49a7-bca4-00378049c30c" providerId="ADAL" clId="{FAC92628-EC45-4C4A-A0C5-05E4B049AF8A}" dt="2025-11-27T19:45:49.426" v="477" actId="313"/>
          <ac:graphicFrameMkLst>
            <pc:docMk/>
            <pc:sldMk cId="2439236045" sldId="2147479123"/>
            <ac:graphicFrameMk id="8" creationId="{608746E3-F1F3-8E68-2CE6-AE8F99ED08C5}"/>
          </ac:graphicFrameMkLst>
        </pc:graphicFrameChg>
      </pc:sldChg>
      <pc:sldChg chg="ord">
        <pc:chgData name="Baldev Chopra" userId="a54e8303-b89f-49a7-bca4-00378049c30c" providerId="ADAL" clId="{FAC92628-EC45-4C4A-A0C5-05E4B049AF8A}" dt="2025-11-27T19:31:37.601" v="370"/>
        <pc:sldMkLst>
          <pc:docMk/>
          <pc:sldMk cId="4255976452" sldId="2147479124"/>
        </pc:sldMkLst>
      </pc:sldChg>
      <pc:sldChg chg="del ord">
        <pc:chgData name="Baldev Chopra" userId="a54e8303-b89f-49a7-bca4-00378049c30c" providerId="ADAL" clId="{FAC92628-EC45-4C4A-A0C5-05E4B049AF8A}" dt="2025-11-27T19:35:32.714" v="392" actId="47"/>
        <pc:sldMkLst>
          <pc:docMk/>
          <pc:sldMk cId="38550298" sldId="2147479125"/>
        </pc:sldMkLst>
      </pc:sldChg>
      <pc:sldChg chg="del">
        <pc:chgData name="Baldev Chopra" userId="a54e8303-b89f-49a7-bca4-00378049c30c" providerId="ADAL" clId="{FAC92628-EC45-4C4A-A0C5-05E4B049AF8A}" dt="2025-11-27T20:03:55.687" v="722" actId="18676"/>
        <pc:sldMkLst>
          <pc:docMk/>
          <pc:sldMk cId="1812625554" sldId="2147479126"/>
        </pc:sldMkLst>
      </pc:sldChg>
      <pc:sldChg chg="ord">
        <pc:chgData name="Baldev Chopra" userId="a54e8303-b89f-49a7-bca4-00378049c30c" providerId="ADAL" clId="{FAC92628-EC45-4C4A-A0C5-05E4B049AF8A}" dt="2025-11-27T19:31:43.354" v="372"/>
        <pc:sldMkLst>
          <pc:docMk/>
          <pc:sldMk cId="2874868319" sldId="2147479142"/>
        </pc:sldMkLst>
      </pc:sldChg>
      <pc:sldChg chg="modSp mod">
        <pc:chgData name="Baldev Chopra" userId="a54e8303-b89f-49a7-bca4-00378049c30c" providerId="ADAL" clId="{FAC92628-EC45-4C4A-A0C5-05E4B049AF8A}" dt="2025-11-27T20:04:37.913" v="732" actId="20577"/>
        <pc:sldMkLst>
          <pc:docMk/>
          <pc:sldMk cId="3366096707" sldId="2147479143"/>
        </pc:sldMkLst>
        <pc:spChg chg="mod">
          <ac:chgData name="Baldev Chopra" userId="a54e8303-b89f-49a7-bca4-00378049c30c" providerId="ADAL" clId="{FAC92628-EC45-4C4A-A0C5-05E4B049AF8A}" dt="2025-11-27T20:04:37.913" v="732" actId="20577"/>
          <ac:spMkLst>
            <pc:docMk/>
            <pc:sldMk cId="3366096707" sldId="2147479143"/>
            <ac:spMk id="3" creationId="{A4FE5439-1A0E-F400-626A-21AA3C832229}"/>
          </ac:spMkLst>
        </pc:spChg>
      </pc:sldChg>
      <pc:sldChg chg="ord">
        <pc:chgData name="Baldev Chopra" userId="a54e8303-b89f-49a7-bca4-00378049c30c" providerId="ADAL" clId="{FAC92628-EC45-4C4A-A0C5-05E4B049AF8A}" dt="2025-11-27T18:57:45.498" v="68"/>
        <pc:sldMkLst>
          <pc:docMk/>
          <pc:sldMk cId="3310670397" sldId="2147479152"/>
        </pc:sldMkLst>
      </pc:sldChg>
      <pc:sldChg chg="del">
        <pc:chgData name="Baldev Chopra" userId="a54e8303-b89f-49a7-bca4-00378049c30c" providerId="ADAL" clId="{FAC92628-EC45-4C4A-A0C5-05E4B049AF8A}" dt="2025-11-27T20:04:22.157" v="729" actId="18676"/>
        <pc:sldMkLst>
          <pc:docMk/>
          <pc:sldMk cId="365628203" sldId="2147479153"/>
        </pc:sldMkLst>
      </pc:sldChg>
      <pc:sldChg chg="del">
        <pc:chgData name="Baldev Chopra" userId="a54e8303-b89f-49a7-bca4-00378049c30c" providerId="ADAL" clId="{FAC92628-EC45-4C4A-A0C5-05E4B049AF8A}" dt="2025-11-27T18:57:49.749" v="71" actId="47"/>
        <pc:sldMkLst>
          <pc:docMk/>
          <pc:sldMk cId="485995093" sldId="2147479154"/>
        </pc:sldMkLst>
      </pc:sldChg>
      <pc:sldChg chg="ord">
        <pc:chgData name="Baldev Chopra" userId="a54e8303-b89f-49a7-bca4-00378049c30c" providerId="ADAL" clId="{FAC92628-EC45-4C4A-A0C5-05E4B049AF8A}" dt="2025-11-27T18:57:42.662" v="66"/>
        <pc:sldMkLst>
          <pc:docMk/>
          <pc:sldMk cId="2816045482" sldId="2147479155"/>
        </pc:sldMkLst>
      </pc:sldChg>
      <pc:sldChg chg="ord">
        <pc:chgData name="Baldev Chopra" userId="a54e8303-b89f-49a7-bca4-00378049c30c" providerId="ADAL" clId="{FAC92628-EC45-4C4A-A0C5-05E4B049AF8A}" dt="2025-11-27T18:57:47.866" v="70"/>
        <pc:sldMkLst>
          <pc:docMk/>
          <pc:sldMk cId="1308961655" sldId="2147479156"/>
        </pc:sldMkLst>
      </pc:sldChg>
      <pc:sldChg chg="modSp mod">
        <pc:chgData name="Baldev Chopra" userId="a54e8303-b89f-49a7-bca4-00378049c30c" providerId="ADAL" clId="{FAC92628-EC45-4C4A-A0C5-05E4B049AF8A}" dt="2025-11-27T19:41:35.226" v="419" actId="20577"/>
        <pc:sldMkLst>
          <pc:docMk/>
          <pc:sldMk cId="2004261416" sldId="2147479157"/>
        </pc:sldMkLst>
        <pc:spChg chg="mod">
          <ac:chgData name="Baldev Chopra" userId="a54e8303-b89f-49a7-bca4-00378049c30c" providerId="ADAL" clId="{FAC92628-EC45-4C4A-A0C5-05E4B049AF8A}" dt="2025-11-27T19:41:35.226" v="419" actId="20577"/>
          <ac:spMkLst>
            <pc:docMk/>
            <pc:sldMk cId="2004261416" sldId="2147479157"/>
            <ac:spMk id="8" creationId="{6A6BE1E8-EECC-754D-661B-49079EE89922}"/>
          </ac:spMkLst>
        </pc:spChg>
      </pc:sldChg>
      <pc:sldChg chg="del">
        <pc:chgData name="Baldev Chopra" userId="a54e8303-b89f-49a7-bca4-00378049c30c" providerId="ADAL" clId="{FAC92628-EC45-4C4A-A0C5-05E4B049AF8A}" dt="2025-11-27T19:00:34.252" v="73" actId="47"/>
        <pc:sldMkLst>
          <pc:docMk/>
          <pc:sldMk cId="3933930800" sldId="2147479158"/>
        </pc:sldMkLst>
      </pc:sldChg>
      <pc:sldChg chg="del">
        <pc:chgData name="Baldev Chopra" userId="a54e8303-b89f-49a7-bca4-00378049c30c" providerId="ADAL" clId="{FAC92628-EC45-4C4A-A0C5-05E4B049AF8A}" dt="2025-11-27T19:17:55.814" v="332" actId="47"/>
        <pc:sldMkLst>
          <pc:docMk/>
          <pc:sldMk cId="3940696922" sldId="2147479162"/>
        </pc:sldMkLst>
      </pc:sldChg>
      <pc:sldChg chg="del">
        <pc:chgData name="Baldev Chopra" userId="a54e8303-b89f-49a7-bca4-00378049c30c" providerId="ADAL" clId="{FAC92628-EC45-4C4A-A0C5-05E4B049AF8A}" dt="2025-11-27T19:17:56.397" v="333" actId="47"/>
        <pc:sldMkLst>
          <pc:docMk/>
          <pc:sldMk cId="3750538842" sldId="2147479163"/>
        </pc:sldMkLst>
      </pc:sldChg>
      <pc:sldChg chg="addSp delSp del mod">
        <pc:chgData name="Baldev Chopra" userId="a54e8303-b89f-49a7-bca4-00378049c30c" providerId="ADAL" clId="{FAC92628-EC45-4C4A-A0C5-05E4B049AF8A}" dt="2025-11-27T19:17:57.075" v="334" actId="47"/>
        <pc:sldMkLst>
          <pc:docMk/>
          <pc:sldMk cId="2409192128" sldId="2147479164"/>
        </pc:sldMkLst>
        <pc:spChg chg="add del">
          <ac:chgData name="Baldev Chopra" userId="a54e8303-b89f-49a7-bca4-00378049c30c" providerId="ADAL" clId="{FAC92628-EC45-4C4A-A0C5-05E4B049AF8A}" dt="2025-11-27T19:16:34.271" v="329" actId="478"/>
          <ac:spMkLst>
            <pc:docMk/>
            <pc:sldMk cId="2409192128" sldId="2147479164"/>
            <ac:spMk id="3" creationId="{1DA100CB-1C87-5CA9-BA96-02459979B217}"/>
          </ac:spMkLst>
        </pc:spChg>
      </pc:sldChg>
      <pc:sldChg chg="del">
        <pc:chgData name="Baldev Chopra" userId="a54e8303-b89f-49a7-bca4-00378049c30c" providerId="ADAL" clId="{FAC92628-EC45-4C4A-A0C5-05E4B049AF8A}" dt="2025-11-27T19:18:22.975" v="337" actId="47"/>
        <pc:sldMkLst>
          <pc:docMk/>
          <pc:sldMk cId="2597424573" sldId="2147479165"/>
        </pc:sldMkLst>
      </pc:sldChg>
      <pc:sldChg chg="add del">
        <pc:chgData name="Baldev Chopra" userId="a54e8303-b89f-49a7-bca4-00378049c30c" providerId="ADAL" clId="{FAC92628-EC45-4C4A-A0C5-05E4B049AF8A}" dt="2025-11-27T19:19:58.235" v="340" actId="47"/>
        <pc:sldMkLst>
          <pc:docMk/>
          <pc:sldMk cId="400506855" sldId="2147479166"/>
        </pc:sldMkLst>
      </pc:sldChg>
      <pc:sldChg chg="del">
        <pc:chgData name="Baldev Chopra" userId="a54e8303-b89f-49a7-bca4-00378049c30c" providerId="ADAL" clId="{FAC92628-EC45-4C4A-A0C5-05E4B049AF8A}" dt="2025-11-27T18:57:14.843" v="63" actId="47"/>
        <pc:sldMkLst>
          <pc:docMk/>
          <pc:sldMk cId="885745468" sldId="2147479169"/>
        </pc:sldMkLst>
      </pc:sldChg>
      <pc:sldChg chg="del">
        <pc:chgData name="Baldev Chopra" userId="a54e8303-b89f-49a7-bca4-00378049c30c" providerId="ADAL" clId="{FAC92628-EC45-4C4A-A0C5-05E4B049AF8A}" dt="2025-11-27T18:57:25.102" v="64" actId="47"/>
        <pc:sldMkLst>
          <pc:docMk/>
          <pc:sldMk cId="1676572982" sldId="2147479170"/>
        </pc:sldMkLst>
      </pc:sldChg>
      <pc:sldChg chg="del">
        <pc:chgData name="Baldev Chopra" userId="a54e8303-b89f-49a7-bca4-00378049c30c" providerId="ADAL" clId="{FAC92628-EC45-4C4A-A0C5-05E4B049AF8A}" dt="2025-11-27T20:05:39.436" v="735" actId="47"/>
        <pc:sldMkLst>
          <pc:docMk/>
          <pc:sldMk cId="150581735" sldId="2147479171"/>
        </pc:sldMkLst>
      </pc:sldChg>
      <pc:sldChg chg="del">
        <pc:chgData name="Baldev Chopra" userId="a54e8303-b89f-49a7-bca4-00378049c30c" providerId="ADAL" clId="{FAC92628-EC45-4C4A-A0C5-05E4B049AF8A}" dt="2025-11-27T20:05:30.593" v="734" actId="47"/>
        <pc:sldMkLst>
          <pc:docMk/>
          <pc:sldMk cId="801515810" sldId="2147479172"/>
        </pc:sldMkLst>
      </pc:sldChg>
      <pc:sldChg chg="del">
        <pc:chgData name="Baldev Chopra" userId="a54e8303-b89f-49a7-bca4-00378049c30c" providerId="ADAL" clId="{FAC92628-EC45-4C4A-A0C5-05E4B049AF8A}" dt="2025-11-27T19:41:00.254" v="395" actId="47"/>
        <pc:sldMkLst>
          <pc:docMk/>
          <pc:sldMk cId="2230521236" sldId="2147479173"/>
        </pc:sldMkLst>
      </pc:sldChg>
      <pc:sldChg chg="modSp mod ord">
        <pc:chgData name="Baldev Chopra" userId="a54e8303-b89f-49a7-bca4-00378049c30c" providerId="ADAL" clId="{FAC92628-EC45-4C4A-A0C5-05E4B049AF8A}" dt="2025-11-27T19:42:40.695" v="455" actId="20577"/>
        <pc:sldMkLst>
          <pc:docMk/>
          <pc:sldMk cId="4062119482" sldId="2147479174"/>
        </pc:sldMkLst>
        <pc:spChg chg="mod">
          <ac:chgData name="Baldev Chopra" userId="a54e8303-b89f-49a7-bca4-00378049c30c" providerId="ADAL" clId="{FAC92628-EC45-4C4A-A0C5-05E4B049AF8A}" dt="2025-11-27T19:42:40.695" v="455" actId="20577"/>
          <ac:spMkLst>
            <pc:docMk/>
            <pc:sldMk cId="4062119482" sldId="2147479174"/>
            <ac:spMk id="8" creationId="{B60D380A-9FA9-D801-0371-DD729F0D9CA1}"/>
          </ac:spMkLst>
        </pc:spChg>
      </pc:sldChg>
      <pc:sldChg chg="modSp mod ord">
        <pc:chgData name="Baldev Chopra" userId="a54e8303-b89f-49a7-bca4-00378049c30c" providerId="ADAL" clId="{FAC92628-EC45-4C4A-A0C5-05E4B049AF8A}" dt="2025-11-27T19:42:46.829" v="458" actId="20577"/>
        <pc:sldMkLst>
          <pc:docMk/>
          <pc:sldMk cId="1889297940" sldId="2147479175"/>
        </pc:sldMkLst>
        <pc:spChg chg="mod">
          <ac:chgData name="Baldev Chopra" userId="a54e8303-b89f-49a7-bca4-00378049c30c" providerId="ADAL" clId="{FAC92628-EC45-4C4A-A0C5-05E4B049AF8A}" dt="2025-11-27T19:42:46.829" v="458" actId="20577"/>
          <ac:spMkLst>
            <pc:docMk/>
            <pc:sldMk cId="1889297940" sldId="2147479175"/>
            <ac:spMk id="8" creationId="{F0149789-6904-B449-5105-BA47619F130E}"/>
          </ac:spMkLst>
        </pc:spChg>
        <pc:graphicFrameChg chg="modGraphic">
          <ac:chgData name="Baldev Chopra" userId="a54e8303-b89f-49a7-bca4-00378049c30c" providerId="ADAL" clId="{FAC92628-EC45-4C4A-A0C5-05E4B049AF8A}" dt="2025-11-27T19:34:30.067" v="390" actId="2165"/>
          <ac:graphicFrameMkLst>
            <pc:docMk/>
            <pc:sldMk cId="1889297940" sldId="2147479175"/>
            <ac:graphicFrameMk id="2" creationId="{CE909F8F-CE78-38BA-0BC3-12BB144546CC}"/>
          </ac:graphicFrameMkLst>
        </pc:graphicFrameChg>
      </pc:sldChg>
      <pc:sldChg chg="del">
        <pc:chgData name="Baldev Chopra" userId="a54e8303-b89f-49a7-bca4-00378049c30c" providerId="ADAL" clId="{FAC92628-EC45-4C4A-A0C5-05E4B049AF8A}" dt="2025-11-27T19:34:57.571" v="391" actId="47"/>
        <pc:sldMkLst>
          <pc:docMk/>
          <pc:sldMk cId="3246594256" sldId="2147479176"/>
        </pc:sldMkLst>
      </pc:sldChg>
      <pc:sldChg chg="del">
        <pc:chgData name="Baldev Chopra" userId="a54e8303-b89f-49a7-bca4-00378049c30c" providerId="ADAL" clId="{FAC92628-EC45-4C4A-A0C5-05E4B049AF8A}" dt="2025-11-27T19:28:34.158" v="348" actId="47"/>
        <pc:sldMkLst>
          <pc:docMk/>
          <pc:sldMk cId="1638835188" sldId="2147479177"/>
        </pc:sldMkLst>
      </pc:sldChg>
      <pc:sldChg chg="del">
        <pc:chgData name="Baldev Chopra" userId="a54e8303-b89f-49a7-bca4-00378049c30c" providerId="ADAL" clId="{FAC92628-EC45-4C4A-A0C5-05E4B049AF8A}" dt="2025-11-27T19:41:00.916" v="396" actId="47"/>
        <pc:sldMkLst>
          <pc:docMk/>
          <pc:sldMk cId="847240635" sldId="2147479182"/>
        </pc:sldMkLst>
      </pc:sldChg>
      <pc:sldChg chg="ord">
        <pc:chgData name="Baldev Chopra" userId="a54e8303-b89f-49a7-bca4-00378049c30c" providerId="ADAL" clId="{FAC92628-EC45-4C4A-A0C5-05E4B049AF8A}" dt="2025-11-27T19:34:17.974" v="389"/>
        <pc:sldMkLst>
          <pc:docMk/>
          <pc:sldMk cId="229694817" sldId="2147479184"/>
        </pc:sldMkLst>
      </pc:sldChg>
      <pc:sldChg chg="del">
        <pc:chgData name="Baldev Chopra" userId="a54e8303-b89f-49a7-bca4-00378049c30c" providerId="ADAL" clId="{FAC92628-EC45-4C4A-A0C5-05E4B049AF8A}" dt="2025-11-27T19:41:02.276" v="397" actId="47"/>
        <pc:sldMkLst>
          <pc:docMk/>
          <pc:sldMk cId="2425379502" sldId="2147479185"/>
        </pc:sldMkLst>
      </pc:sldChg>
      <pc:sldChg chg="addSp delSp modSp mod">
        <pc:chgData name="Baldev Chopra" userId="a54e8303-b89f-49a7-bca4-00378049c30c" providerId="ADAL" clId="{FAC92628-EC45-4C4A-A0C5-05E4B049AF8A}" dt="2025-11-27T19:26:28.726" v="345" actId="1076"/>
        <pc:sldMkLst>
          <pc:docMk/>
          <pc:sldMk cId="932475914" sldId="2147479186"/>
        </pc:sldMkLst>
        <pc:spChg chg="mod">
          <ac:chgData name="Baldev Chopra" userId="a54e8303-b89f-49a7-bca4-00378049c30c" providerId="ADAL" clId="{FAC92628-EC45-4C4A-A0C5-05E4B049AF8A}" dt="2025-11-27T19:26:21.334" v="342" actId="164"/>
          <ac:spMkLst>
            <pc:docMk/>
            <pc:sldMk cId="932475914" sldId="2147479186"/>
            <ac:spMk id="3" creationId="{23B5D946-0021-0B86-8A55-8756D6F7FF93}"/>
          </ac:spMkLst>
        </pc:spChg>
        <pc:spChg chg="mod">
          <ac:chgData name="Baldev Chopra" userId="a54e8303-b89f-49a7-bca4-00378049c30c" providerId="ADAL" clId="{FAC92628-EC45-4C4A-A0C5-05E4B049AF8A}" dt="2025-11-27T19:26:21.334" v="342" actId="164"/>
          <ac:spMkLst>
            <pc:docMk/>
            <pc:sldMk cId="932475914" sldId="2147479186"/>
            <ac:spMk id="15" creationId="{40996D2E-C24B-E4BB-D902-7300E6220AA2}"/>
          </ac:spMkLst>
        </pc:spChg>
        <pc:spChg chg="mod">
          <ac:chgData name="Baldev Chopra" userId="a54e8303-b89f-49a7-bca4-00378049c30c" providerId="ADAL" clId="{FAC92628-EC45-4C4A-A0C5-05E4B049AF8A}" dt="2025-11-27T19:26:21.334" v="342" actId="164"/>
          <ac:spMkLst>
            <pc:docMk/>
            <pc:sldMk cId="932475914" sldId="2147479186"/>
            <ac:spMk id="16" creationId="{E97DBA90-ADE2-63C0-B52F-C4BEFD723B19}"/>
          </ac:spMkLst>
        </pc:spChg>
        <pc:spChg chg="mod">
          <ac:chgData name="Baldev Chopra" userId="a54e8303-b89f-49a7-bca4-00378049c30c" providerId="ADAL" clId="{FAC92628-EC45-4C4A-A0C5-05E4B049AF8A}" dt="2025-11-27T19:26:21.334" v="342" actId="164"/>
          <ac:spMkLst>
            <pc:docMk/>
            <pc:sldMk cId="932475914" sldId="2147479186"/>
            <ac:spMk id="17" creationId="{E3ADE244-79D6-BFE1-A8B8-CB5AF1D066E4}"/>
          </ac:spMkLst>
        </pc:spChg>
        <pc:spChg chg="mod">
          <ac:chgData name="Baldev Chopra" userId="a54e8303-b89f-49a7-bca4-00378049c30c" providerId="ADAL" clId="{FAC92628-EC45-4C4A-A0C5-05E4B049AF8A}" dt="2025-11-27T19:26:21.334" v="342" actId="164"/>
          <ac:spMkLst>
            <pc:docMk/>
            <pc:sldMk cId="932475914" sldId="2147479186"/>
            <ac:spMk id="18" creationId="{E66C959C-1D35-3482-D2DA-DADF86ACA3B6}"/>
          </ac:spMkLst>
        </pc:spChg>
        <pc:spChg chg="mod">
          <ac:chgData name="Baldev Chopra" userId="a54e8303-b89f-49a7-bca4-00378049c30c" providerId="ADAL" clId="{FAC92628-EC45-4C4A-A0C5-05E4B049AF8A}" dt="2025-11-27T19:26:21.334" v="342" actId="164"/>
          <ac:spMkLst>
            <pc:docMk/>
            <pc:sldMk cId="932475914" sldId="2147479186"/>
            <ac:spMk id="19" creationId="{33C712D2-5A22-760F-F2C0-5F2690579CD9}"/>
          </ac:spMkLst>
        </pc:spChg>
        <pc:spChg chg="mod">
          <ac:chgData name="Baldev Chopra" userId="a54e8303-b89f-49a7-bca4-00378049c30c" providerId="ADAL" clId="{FAC92628-EC45-4C4A-A0C5-05E4B049AF8A}" dt="2025-11-27T19:26:21.334" v="342" actId="164"/>
          <ac:spMkLst>
            <pc:docMk/>
            <pc:sldMk cId="932475914" sldId="2147479186"/>
            <ac:spMk id="24" creationId="{3B11B055-0B5E-43B9-A9A6-5B30846A9AFC}"/>
          </ac:spMkLst>
        </pc:spChg>
        <pc:spChg chg="mod">
          <ac:chgData name="Baldev Chopra" userId="a54e8303-b89f-49a7-bca4-00378049c30c" providerId="ADAL" clId="{FAC92628-EC45-4C4A-A0C5-05E4B049AF8A}" dt="2025-11-27T19:26:21.334" v="342" actId="164"/>
          <ac:spMkLst>
            <pc:docMk/>
            <pc:sldMk cId="932475914" sldId="2147479186"/>
            <ac:spMk id="27" creationId="{60DDE8C7-AF71-CD74-3D15-F32C031AC427}"/>
          </ac:spMkLst>
        </pc:spChg>
        <pc:spChg chg="mod">
          <ac:chgData name="Baldev Chopra" userId="a54e8303-b89f-49a7-bca4-00378049c30c" providerId="ADAL" clId="{FAC92628-EC45-4C4A-A0C5-05E4B049AF8A}" dt="2025-11-27T19:26:21.334" v="342" actId="164"/>
          <ac:spMkLst>
            <pc:docMk/>
            <pc:sldMk cId="932475914" sldId="2147479186"/>
            <ac:spMk id="30" creationId="{C7D1BFD7-0DC8-8894-05D2-42459BAE5714}"/>
          </ac:spMkLst>
        </pc:spChg>
        <pc:spChg chg="mod">
          <ac:chgData name="Baldev Chopra" userId="a54e8303-b89f-49a7-bca4-00378049c30c" providerId="ADAL" clId="{FAC92628-EC45-4C4A-A0C5-05E4B049AF8A}" dt="2025-11-27T19:26:21.334" v="342" actId="164"/>
          <ac:spMkLst>
            <pc:docMk/>
            <pc:sldMk cId="932475914" sldId="2147479186"/>
            <ac:spMk id="32" creationId="{103638E8-160C-AA94-4CA2-EBFAB91BF431}"/>
          </ac:spMkLst>
        </pc:spChg>
        <pc:spChg chg="del">
          <ac:chgData name="Baldev Chopra" userId="a54e8303-b89f-49a7-bca4-00378049c30c" providerId="ADAL" clId="{FAC92628-EC45-4C4A-A0C5-05E4B049AF8A}" dt="2025-11-27T19:26:15.064" v="341" actId="478"/>
          <ac:spMkLst>
            <pc:docMk/>
            <pc:sldMk cId="932475914" sldId="2147479186"/>
            <ac:spMk id="34" creationId="{877DFF9A-8E02-1B84-D946-C7F32E61345C}"/>
          </ac:spMkLst>
        </pc:spChg>
        <pc:grpChg chg="mod">
          <ac:chgData name="Baldev Chopra" userId="a54e8303-b89f-49a7-bca4-00378049c30c" providerId="ADAL" clId="{FAC92628-EC45-4C4A-A0C5-05E4B049AF8A}" dt="2025-11-27T19:26:28.726" v="345" actId="1076"/>
          <ac:grpSpMkLst>
            <pc:docMk/>
            <pc:sldMk cId="932475914" sldId="2147479186"/>
            <ac:grpSpMk id="50" creationId="{D2CBA037-EF99-2148-6AD7-3D41E7AA43B2}"/>
          </ac:grpSpMkLst>
        </pc:grpChg>
      </pc:sldChg>
      <pc:sldChg chg="del">
        <pc:chgData name="Baldev Chopra" userId="a54e8303-b89f-49a7-bca4-00378049c30c" providerId="ADAL" clId="{FAC92628-EC45-4C4A-A0C5-05E4B049AF8A}" dt="2025-11-27T19:28:36.587" v="349" actId="47"/>
        <pc:sldMkLst>
          <pc:docMk/>
          <pc:sldMk cId="1928719161" sldId="2147479187"/>
        </pc:sldMkLst>
      </pc:sldChg>
      <pc:sldChg chg="del">
        <pc:chgData name="Baldev Chopra" userId="a54e8303-b89f-49a7-bca4-00378049c30c" providerId="ADAL" clId="{FAC92628-EC45-4C4A-A0C5-05E4B049AF8A}" dt="2025-11-27T19:28:37.520" v="350" actId="47"/>
        <pc:sldMkLst>
          <pc:docMk/>
          <pc:sldMk cId="728323385" sldId="2147479188"/>
        </pc:sldMkLst>
      </pc:sldChg>
      <pc:sldChg chg="del">
        <pc:chgData name="Baldev Chopra" userId="a54e8303-b89f-49a7-bca4-00378049c30c" providerId="ADAL" clId="{FAC92628-EC45-4C4A-A0C5-05E4B049AF8A}" dt="2025-11-27T19:28:38.166" v="351" actId="47"/>
        <pc:sldMkLst>
          <pc:docMk/>
          <pc:sldMk cId="3006553445" sldId="2147479189"/>
        </pc:sldMkLst>
      </pc:sldChg>
      <pc:sldChg chg="del">
        <pc:chgData name="Baldev Chopra" userId="a54e8303-b89f-49a7-bca4-00378049c30c" providerId="ADAL" clId="{FAC92628-EC45-4C4A-A0C5-05E4B049AF8A}" dt="2025-11-27T19:28:39.127" v="352" actId="47"/>
        <pc:sldMkLst>
          <pc:docMk/>
          <pc:sldMk cId="3928709733" sldId="2147479190"/>
        </pc:sldMkLst>
      </pc:sldChg>
      <pc:sldChg chg="del">
        <pc:chgData name="Baldev Chopra" userId="a54e8303-b89f-49a7-bca4-00378049c30c" providerId="ADAL" clId="{FAC92628-EC45-4C4A-A0C5-05E4B049AF8A}" dt="2025-11-27T19:28:39.631" v="353" actId="47"/>
        <pc:sldMkLst>
          <pc:docMk/>
          <pc:sldMk cId="3735260449" sldId="2147479191"/>
        </pc:sldMkLst>
      </pc:sldChg>
      <pc:sldChg chg="del">
        <pc:chgData name="Baldev Chopra" userId="a54e8303-b89f-49a7-bca4-00378049c30c" providerId="ADAL" clId="{FAC92628-EC45-4C4A-A0C5-05E4B049AF8A}" dt="2025-11-27T19:28:40.120" v="354" actId="47"/>
        <pc:sldMkLst>
          <pc:docMk/>
          <pc:sldMk cId="432672785" sldId="2147479192"/>
        </pc:sldMkLst>
      </pc:sldChg>
      <pc:sldChg chg="del">
        <pc:chgData name="Baldev Chopra" userId="a54e8303-b89f-49a7-bca4-00378049c30c" providerId="ADAL" clId="{FAC92628-EC45-4C4A-A0C5-05E4B049AF8A}" dt="2025-11-27T19:28:40.672" v="355" actId="47"/>
        <pc:sldMkLst>
          <pc:docMk/>
          <pc:sldMk cId="4231701425" sldId="2147479193"/>
        </pc:sldMkLst>
      </pc:sldChg>
      <pc:sldChg chg="del">
        <pc:chgData name="Baldev Chopra" userId="a54e8303-b89f-49a7-bca4-00378049c30c" providerId="ADAL" clId="{FAC92628-EC45-4C4A-A0C5-05E4B049AF8A}" dt="2025-11-27T19:28:41.255" v="356" actId="47"/>
        <pc:sldMkLst>
          <pc:docMk/>
          <pc:sldMk cId="51398494" sldId="2147479194"/>
        </pc:sldMkLst>
      </pc:sldChg>
      <pc:sldChg chg="del">
        <pc:chgData name="Baldev Chopra" userId="a54e8303-b89f-49a7-bca4-00378049c30c" providerId="ADAL" clId="{FAC92628-EC45-4C4A-A0C5-05E4B049AF8A}" dt="2025-11-27T19:28:42.061" v="357" actId="47"/>
        <pc:sldMkLst>
          <pc:docMk/>
          <pc:sldMk cId="357389490" sldId="2147479195"/>
        </pc:sldMkLst>
      </pc:sldChg>
      <pc:sldChg chg="del">
        <pc:chgData name="Baldev Chopra" userId="a54e8303-b89f-49a7-bca4-00378049c30c" providerId="ADAL" clId="{FAC92628-EC45-4C4A-A0C5-05E4B049AF8A}" dt="2025-11-27T19:28:42.925" v="358" actId="47"/>
        <pc:sldMkLst>
          <pc:docMk/>
          <pc:sldMk cId="4072810145" sldId="2147479196"/>
        </pc:sldMkLst>
      </pc:sldChg>
      <pc:sldChg chg="del">
        <pc:chgData name="Baldev Chopra" userId="a54e8303-b89f-49a7-bca4-00378049c30c" providerId="ADAL" clId="{FAC92628-EC45-4C4A-A0C5-05E4B049AF8A}" dt="2025-11-27T19:28:43.697" v="359" actId="47"/>
        <pc:sldMkLst>
          <pc:docMk/>
          <pc:sldMk cId="3591945291" sldId="2147479197"/>
        </pc:sldMkLst>
      </pc:sldChg>
      <pc:sldChg chg="del">
        <pc:chgData name="Baldev Chopra" userId="a54e8303-b89f-49a7-bca4-00378049c30c" providerId="ADAL" clId="{FAC92628-EC45-4C4A-A0C5-05E4B049AF8A}" dt="2025-11-27T19:28:44.342" v="360" actId="47"/>
        <pc:sldMkLst>
          <pc:docMk/>
          <pc:sldMk cId="2006198126" sldId="2147479198"/>
        </pc:sldMkLst>
      </pc:sldChg>
      <pc:sldChg chg="del">
        <pc:chgData name="Baldev Chopra" userId="a54e8303-b89f-49a7-bca4-00378049c30c" providerId="ADAL" clId="{FAC92628-EC45-4C4A-A0C5-05E4B049AF8A}" dt="2025-11-27T20:04:22.157" v="729" actId="18676"/>
        <pc:sldMkLst>
          <pc:docMk/>
          <pc:sldMk cId="2354782344" sldId="2147479199"/>
        </pc:sldMkLst>
      </pc:sldChg>
      <pc:sldChg chg="del">
        <pc:chgData name="Baldev Chopra" userId="a54e8303-b89f-49a7-bca4-00378049c30c" providerId="ADAL" clId="{FAC92628-EC45-4C4A-A0C5-05E4B049AF8A}" dt="2025-11-27T19:00:18.135" v="72" actId="47"/>
        <pc:sldMkLst>
          <pc:docMk/>
          <pc:sldMk cId="3225421094" sldId="2147479200"/>
        </pc:sldMkLst>
      </pc:sldChg>
      <pc:sldChg chg="modSp mod">
        <pc:chgData name="Baldev Chopra" userId="a54e8303-b89f-49a7-bca4-00378049c30c" providerId="ADAL" clId="{FAC92628-EC45-4C4A-A0C5-05E4B049AF8A}" dt="2025-11-27T19:32:28.667" v="377" actId="20577"/>
        <pc:sldMkLst>
          <pc:docMk/>
          <pc:sldMk cId="1455890914" sldId="2147479204"/>
        </pc:sldMkLst>
        <pc:spChg chg="mod">
          <ac:chgData name="Baldev Chopra" userId="a54e8303-b89f-49a7-bca4-00378049c30c" providerId="ADAL" clId="{FAC92628-EC45-4C4A-A0C5-05E4B049AF8A}" dt="2025-11-27T19:32:28.667" v="377" actId="20577"/>
          <ac:spMkLst>
            <pc:docMk/>
            <pc:sldMk cId="1455890914" sldId="2147479204"/>
            <ac:spMk id="8" creationId="{73258807-329C-CC73-1AE8-59D48615C003}"/>
          </ac:spMkLst>
        </pc:spChg>
      </pc:sldChg>
      <pc:sldChg chg="modSp mod">
        <pc:chgData name="Baldev Chopra" userId="a54e8303-b89f-49a7-bca4-00378049c30c" providerId="ADAL" clId="{FAC92628-EC45-4C4A-A0C5-05E4B049AF8A}" dt="2025-11-27T19:32:33.094" v="382" actId="20577"/>
        <pc:sldMkLst>
          <pc:docMk/>
          <pc:sldMk cId="1476437718" sldId="2147479210"/>
        </pc:sldMkLst>
        <pc:spChg chg="mod">
          <ac:chgData name="Baldev Chopra" userId="a54e8303-b89f-49a7-bca4-00378049c30c" providerId="ADAL" clId="{FAC92628-EC45-4C4A-A0C5-05E4B049AF8A}" dt="2025-11-27T19:32:33.094" v="382" actId="20577"/>
          <ac:spMkLst>
            <pc:docMk/>
            <pc:sldMk cId="1476437718" sldId="2147479210"/>
            <ac:spMk id="8" creationId="{FEA46B37-10B4-02F3-F68F-1AC7BB14A24F}"/>
          </ac:spMkLst>
        </pc:spChg>
      </pc:sldChg>
      <pc:sldChg chg="modSp mod">
        <pc:chgData name="Baldev Chopra" userId="a54e8303-b89f-49a7-bca4-00378049c30c" providerId="ADAL" clId="{FAC92628-EC45-4C4A-A0C5-05E4B049AF8A}" dt="2025-11-27T19:32:38.290" v="387" actId="20577"/>
        <pc:sldMkLst>
          <pc:docMk/>
          <pc:sldMk cId="969698055" sldId="2147479211"/>
        </pc:sldMkLst>
        <pc:spChg chg="mod">
          <ac:chgData name="Baldev Chopra" userId="a54e8303-b89f-49a7-bca4-00378049c30c" providerId="ADAL" clId="{FAC92628-EC45-4C4A-A0C5-05E4B049AF8A}" dt="2025-11-27T19:32:38.290" v="387" actId="20577"/>
          <ac:spMkLst>
            <pc:docMk/>
            <pc:sldMk cId="969698055" sldId="2147479211"/>
            <ac:spMk id="8" creationId="{0197BC81-D9A1-6662-B4EA-FA77D7582982}"/>
          </ac:spMkLst>
        </pc:spChg>
      </pc:sldChg>
      <pc:sldChg chg="addSp modSp mod">
        <pc:chgData name="Baldev Chopra" userId="a54e8303-b89f-49a7-bca4-00378049c30c" providerId="ADAL" clId="{FAC92628-EC45-4C4A-A0C5-05E4B049AF8A}" dt="2025-11-27T19:48:52.849" v="498"/>
        <pc:sldMkLst>
          <pc:docMk/>
          <pc:sldMk cId="3058682786" sldId="2147479213"/>
        </pc:sldMkLst>
        <pc:spChg chg="mod">
          <ac:chgData name="Baldev Chopra" userId="a54e8303-b89f-49a7-bca4-00378049c30c" providerId="ADAL" clId="{FAC92628-EC45-4C4A-A0C5-05E4B049AF8A}" dt="2025-11-27T19:47:08.697" v="485" actId="208"/>
          <ac:spMkLst>
            <pc:docMk/>
            <pc:sldMk cId="3058682786" sldId="2147479213"/>
            <ac:spMk id="2" creationId="{DCC2277E-AAC0-BFFA-178B-E7B18AD644B6}"/>
          </ac:spMkLst>
        </pc:spChg>
        <pc:spChg chg="mod">
          <ac:chgData name="Baldev Chopra" userId="a54e8303-b89f-49a7-bca4-00378049c30c" providerId="ADAL" clId="{FAC92628-EC45-4C4A-A0C5-05E4B049AF8A}" dt="2025-11-27T19:46:51.706" v="484" actId="207"/>
          <ac:spMkLst>
            <pc:docMk/>
            <pc:sldMk cId="3058682786" sldId="2147479213"/>
            <ac:spMk id="3" creationId="{9307A9C8-BDD1-194A-BE59-D05F53285043}"/>
          </ac:spMkLst>
        </pc:spChg>
        <pc:spChg chg="add mod">
          <ac:chgData name="Baldev Chopra" userId="a54e8303-b89f-49a7-bca4-00378049c30c" providerId="ADAL" clId="{FAC92628-EC45-4C4A-A0C5-05E4B049AF8A}" dt="2025-11-27T19:47:08.697" v="485" actId="208"/>
          <ac:spMkLst>
            <pc:docMk/>
            <pc:sldMk cId="3058682786" sldId="2147479213"/>
            <ac:spMk id="4" creationId="{C4E7D6ED-43B1-4317-D21F-B8457F97FFA0}"/>
          </ac:spMkLst>
        </pc:spChg>
        <pc:spChg chg="mod">
          <ac:chgData name="Baldev Chopra" userId="a54e8303-b89f-49a7-bca4-00378049c30c" providerId="ADAL" clId="{FAC92628-EC45-4C4A-A0C5-05E4B049AF8A}" dt="2025-11-27T19:46:51.706" v="484" actId="207"/>
          <ac:spMkLst>
            <pc:docMk/>
            <pc:sldMk cId="3058682786" sldId="2147479213"/>
            <ac:spMk id="7" creationId="{FF9EF8EC-4F22-A539-5F71-8A24BBAB9833}"/>
          </ac:spMkLst>
        </pc:spChg>
        <pc:spChg chg="mod">
          <ac:chgData name="Baldev Chopra" userId="a54e8303-b89f-49a7-bca4-00378049c30c" providerId="ADAL" clId="{FAC92628-EC45-4C4A-A0C5-05E4B049AF8A}" dt="2025-11-27T19:48:52.849" v="498"/>
          <ac:spMkLst>
            <pc:docMk/>
            <pc:sldMk cId="3058682786" sldId="2147479213"/>
            <ac:spMk id="8" creationId="{718CA96C-8841-8B01-E0DA-8D314B57EA52}"/>
          </ac:spMkLst>
        </pc:spChg>
        <pc:spChg chg="mod">
          <ac:chgData name="Baldev Chopra" userId="a54e8303-b89f-49a7-bca4-00378049c30c" providerId="ADAL" clId="{FAC92628-EC45-4C4A-A0C5-05E4B049AF8A}" dt="2025-11-27T19:45:32.797" v="475" actId="20577"/>
          <ac:spMkLst>
            <pc:docMk/>
            <pc:sldMk cId="3058682786" sldId="2147479213"/>
            <ac:spMk id="9" creationId="{9DFE5E4B-C7FF-F80C-D836-2A92295BCEB4}"/>
          </ac:spMkLst>
        </pc:spChg>
        <pc:spChg chg="mod">
          <ac:chgData name="Baldev Chopra" userId="a54e8303-b89f-49a7-bca4-00378049c30c" providerId="ADAL" clId="{FAC92628-EC45-4C4A-A0C5-05E4B049AF8A}" dt="2025-11-27T19:47:18.801" v="487" actId="207"/>
          <ac:spMkLst>
            <pc:docMk/>
            <pc:sldMk cId="3058682786" sldId="2147479213"/>
            <ac:spMk id="12" creationId="{413EB624-7A85-3BA7-6D9C-DA094CDA3202}"/>
          </ac:spMkLst>
        </pc:spChg>
        <pc:spChg chg="mod">
          <ac:chgData name="Baldev Chopra" userId="a54e8303-b89f-49a7-bca4-00378049c30c" providerId="ADAL" clId="{FAC92628-EC45-4C4A-A0C5-05E4B049AF8A}" dt="2025-11-27T19:46:39.097" v="482" actId="208"/>
          <ac:spMkLst>
            <pc:docMk/>
            <pc:sldMk cId="3058682786" sldId="2147479213"/>
            <ac:spMk id="13" creationId="{408F680D-19A0-1724-6872-908BB3EEDC84}"/>
          </ac:spMkLst>
        </pc:spChg>
        <pc:spChg chg="add mod">
          <ac:chgData name="Baldev Chopra" userId="a54e8303-b89f-49a7-bca4-00378049c30c" providerId="ADAL" clId="{FAC92628-EC45-4C4A-A0C5-05E4B049AF8A}" dt="2025-11-27T19:45:22" v="460" actId="1036"/>
          <ac:spMkLst>
            <pc:docMk/>
            <pc:sldMk cId="3058682786" sldId="2147479213"/>
            <ac:spMk id="14" creationId="{3CA5D7FA-9D5D-5871-FA27-E81EE2BEF77D}"/>
          </ac:spMkLst>
        </pc:spChg>
        <pc:spChg chg="mod">
          <ac:chgData name="Baldev Chopra" userId="a54e8303-b89f-49a7-bca4-00378049c30c" providerId="ADAL" clId="{FAC92628-EC45-4C4A-A0C5-05E4B049AF8A}" dt="2025-11-27T19:47:33.640" v="489" actId="208"/>
          <ac:spMkLst>
            <pc:docMk/>
            <pc:sldMk cId="3058682786" sldId="2147479213"/>
            <ac:spMk id="15" creationId="{5A7BC612-9B27-CE0F-6734-EB0E16D216AB}"/>
          </ac:spMkLst>
        </pc:spChg>
        <pc:spChg chg="mod">
          <ac:chgData name="Baldev Chopra" userId="a54e8303-b89f-49a7-bca4-00378049c30c" providerId="ADAL" clId="{FAC92628-EC45-4C4A-A0C5-05E4B049AF8A}" dt="2025-11-27T19:47:33.640" v="489" actId="208"/>
          <ac:spMkLst>
            <pc:docMk/>
            <pc:sldMk cId="3058682786" sldId="2147479213"/>
            <ac:spMk id="16" creationId="{42730B2C-F200-067A-EA17-5174A013D77C}"/>
          </ac:spMkLst>
        </pc:spChg>
        <pc:spChg chg="add mod">
          <ac:chgData name="Baldev Chopra" userId="a54e8303-b89f-49a7-bca4-00378049c30c" providerId="ADAL" clId="{FAC92628-EC45-4C4A-A0C5-05E4B049AF8A}" dt="2025-11-27T19:47:33.640" v="489" actId="208"/>
          <ac:spMkLst>
            <pc:docMk/>
            <pc:sldMk cId="3058682786" sldId="2147479213"/>
            <ac:spMk id="17" creationId="{7368AE9D-99BC-52AE-E692-5F27D0AB8D5B}"/>
          </ac:spMkLst>
        </pc:spChg>
        <pc:spChg chg="mod">
          <ac:chgData name="Baldev Chopra" userId="a54e8303-b89f-49a7-bca4-00378049c30c" providerId="ADAL" clId="{FAC92628-EC45-4C4A-A0C5-05E4B049AF8A}" dt="2025-11-27T19:47:33.640" v="489" actId="208"/>
          <ac:spMkLst>
            <pc:docMk/>
            <pc:sldMk cId="3058682786" sldId="2147479213"/>
            <ac:spMk id="18" creationId="{10CEFEFD-CC99-91C9-F367-F900D8D84675}"/>
          </ac:spMkLst>
        </pc:spChg>
        <pc:spChg chg="mod">
          <ac:chgData name="Baldev Chopra" userId="a54e8303-b89f-49a7-bca4-00378049c30c" providerId="ADAL" clId="{FAC92628-EC45-4C4A-A0C5-05E4B049AF8A}" dt="2025-11-27T19:47:33.640" v="489" actId="208"/>
          <ac:spMkLst>
            <pc:docMk/>
            <pc:sldMk cId="3058682786" sldId="2147479213"/>
            <ac:spMk id="19" creationId="{C72895CC-9D88-B658-E62D-8C5193925864}"/>
          </ac:spMkLst>
        </pc:spChg>
        <pc:spChg chg="mod">
          <ac:chgData name="Baldev Chopra" userId="a54e8303-b89f-49a7-bca4-00378049c30c" providerId="ADAL" clId="{FAC92628-EC45-4C4A-A0C5-05E4B049AF8A}" dt="2025-11-27T19:46:47.716" v="483" actId="207"/>
          <ac:spMkLst>
            <pc:docMk/>
            <pc:sldMk cId="3058682786" sldId="2147479213"/>
            <ac:spMk id="20" creationId="{8290F277-633C-1DAD-F8DF-C6658432D1E0}"/>
          </ac:spMkLst>
        </pc:spChg>
        <pc:spChg chg="mod">
          <ac:chgData name="Baldev Chopra" userId="a54e8303-b89f-49a7-bca4-00378049c30c" providerId="ADAL" clId="{FAC92628-EC45-4C4A-A0C5-05E4B049AF8A}" dt="2025-11-27T19:47:33.640" v="489" actId="208"/>
          <ac:spMkLst>
            <pc:docMk/>
            <pc:sldMk cId="3058682786" sldId="2147479213"/>
            <ac:spMk id="21" creationId="{8E9CB1C2-9038-EF84-40DE-2D4F5E842C75}"/>
          </ac:spMkLst>
        </pc:spChg>
        <pc:spChg chg="mod">
          <ac:chgData name="Baldev Chopra" userId="a54e8303-b89f-49a7-bca4-00378049c30c" providerId="ADAL" clId="{FAC92628-EC45-4C4A-A0C5-05E4B049AF8A}" dt="2025-11-27T19:47:18.801" v="487" actId="207"/>
          <ac:spMkLst>
            <pc:docMk/>
            <pc:sldMk cId="3058682786" sldId="2147479213"/>
            <ac:spMk id="22" creationId="{88A2F1DE-4E62-E5A5-4AC7-682A56AA16A1}"/>
          </ac:spMkLst>
        </pc:spChg>
        <pc:spChg chg="add mod">
          <ac:chgData name="Baldev Chopra" userId="a54e8303-b89f-49a7-bca4-00378049c30c" providerId="ADAL" clId="{FAC92628-EC45-4C4A-A0C5-05E4B049AF8A}" dt="2025-11-27T19:47:18.801" v="487" actId="207"/>
          <ac:spMkLst>
            <pc:docMk/>
            <pc:sldMk cId="3058682786" sldId="2147479213"/>
            <ac:spMk id="24" creationId="{C8F7D3C9-0E8A-78D8-F9A7-818735D17992}"/>
          </ac:spMkLst>
        </pc:spChg>
        <pc:spChg chg="add mod">
          <ac:chgData name="Baldev Chopra" userId="a54e8303-b89f-49a7-bca4-00378049c30c" providerId="ADAL" clId="{FAC92628-EC45-4C4A-A0C5-05E4B049AF8A}" dt="2025-11-27T19:45:22" v="460" actId="1036"/>
          <ac:spMkLst>
            <pc:docMk/>
            <pc:sldMk cId="3058682786" sldId="2147479213"/>
            <ac:spMk id="25" creationId="{8C99FD9D-76B1-1E52-A304-0D1CCB97A065}"/>
          </ac:spMkLst>
        </pc:spChg>
        <pc:spChg chg="add mod">
          <ac:chgData name="Baldev Chopra" userId="a54e8303-b89f-49a7-bca4-00378049c30c" providerId="ADAL" clId="{FAC92628-EC45-4C4A-A0C5-05E4B049AF8A}" dt="2025-11-27T19:46:39.097" v="482" actId="208"/>
          <ac:spMkLst>
            <pc:docMk/>
            <pc:sldMk cId="3058682786" sldId="2147479213"/>
            <ac:spMk id="26" creationId="{8BFDB54F-8879-E720-1610-3A82669F80F4}"/>
          </ac:spMkLst>
        </pc:spChg>
        <pc:spChg chg="add mod">
          <ac:chgData name="Baldev Chopra" userId="a54e8303-b89f-49a7-bca4-00378049c30c" providerId="ADAL" clId="{FAC92628-EC45-4C4A-A0C5-05E4B049AF8A}" dt="2025-11-27T19:45:22" v="460" actId="1036"/>
          <ac:spMkLst>
            <pc:docMk/>
            <pc:sldMk cId="3058682786" sldId="2147479213"/>
            <ac:spMk id="27" creationId="{BAB55945-167A-54E4-1D86-F4B4EE3B7904}"/>
          </ac:spMkLst>
        </pc:spChg>
        <pc:spChg chg="add mod">
          <ac:chgData name="Baldev Chopra" userId="a54e8303-b89f-49a7-bca4-00378049c30c" providerId="ADAL" clId="{FAC92628-EC45-4C4A-A0C5-05E4B049AF8A}" dt="2025-11-27T19:46:47.716" v="483" actId="207"/>
          <ac:spMkLst>
            <pc:docMk/>
            <pc:sldMk cId="3058682786" sldId="2147479213"/>
            <ac:spMk id="28" creationId="{D6999FAA-5A19-732E-32C8-F449D343C26E}"/>
          </ac:spMkLst>
        </pc:spChg>
        <pc:spChg chg="mod">
          <ac:chgData name="Baldev Chopra" userId="a54e8303-b89f-49a7-bca4-00378049c30c" providerId="ADAL" clId="{FAC92628-EC45-4C4A-A0C5-05E4B049AF8A}" dt="2025-11-27T19:46:39.097" v="482" actId="208"/>
          <ac:spMkLst>
            <pc:docMk/>
            <pc:sldMk cId="3058682786" sldId="2147479213"/>
            <ac:spMk id="29" creationId="{4E92220C-232A-8716-6B96-0E46DA4D52A8}"/>
          </ac:spMkLst>
        </pc:spChg>
        <pc:spChg chg="add mod">
          <ac:chgData name="Baldev Chopra" userId="a54e8303-b89f-49a7-bca4-00378049c30c" providerId="ADAL" clId="{FAC92628-EC45-4C4A-A0C5-05E4B049AF8A}" dt="2025-11-27T19:46:39.097" v="482" actId="208"/>
          <ac:spMkLst>
            <pc:docMk/>
            <pc:sldMk cId="3058682786" sldId="2147479213"/>
            <ac:spMk id="30" creationId="{661FE1C2-38E8-9124-AA63-B442E6C751E7}"/>
          </ac:spMkLst>
        </pc:spChg>
        <pc:spChg chg="add mod">
          <ac:chgData name="Baldev Chopra" userId="a54e8303-b89f-49a7-bca4-00378049c30c" providerId="ADAL" clId="{FAC92628-EC45-4C4A-A0C5-05E4B049AF8A}" dt="2025-11-27T19:47:26.093" v="488" actId="208"/>
          <ac:spMkLst>
            <pc:docMk/>
            <pc:sldMk cId="3058682786" sldId="2147479213"/>
            <ac:spMk id="31" creationId="{1AEFE67E-A33B-171E-D99A-DA8B7D987853}"/>
          </ac:spMkLst>
        </pc:spChg>
        <pc:spChg chg="mod">
          <ac:chgData name="Baldev Chopra" userId="a54e8303-b89f-49a7-bca4-00378049c30c" providerId="ADAL" clId="{FAC92628-EC45-4C4A-A0C5-05E4B049AF8A}" dt="2025-11-27T19:47:18.801" v="487" actId="207"/>
          <ac:spMkLst>
            <pc:docMk/>
            <pc:sldMk cId="3058682786" sldId="2147479213"/>
            <ac:spMk id="32" creationId="{B1DB95B8-6D02-D4D1-ECE8-C784FBD69F40}"/>
          </ac:spMkLst>
        </pc:spChg>
      </pc:sldChg>
      <pc:sldChg chg="addSp modSp mod">
        <pc:chgData name="Baldev Chopra" userId="a54e8303-b89f-49a7-bca4-00378049c30c" providerId="ADAL" clId="{FAC92628-EC45-4C4A-A0C5-05E4B049AF8A}" dt="2025-11-27T19:48:43.165" v="497"/>
        <pc:sldMkLst>
          <pc:docMk/>
          <pc:sldMk cId="1511704639" sldId="2147479214"/>
        </pc:sldMkLst>
        <pc:spChg chg="mod">
          <ac:chgData name="Baldev Chopra" userId="a54e8303-b89f-49a7-bca4-00378049c30c" providerId="ADAL" clId="{FAC92628-EC45-4C4A-A0C5-05E4B049AF8A}" dt="2025-11-27T19:48:43.165" v="497"/>
          <ac:spMkLst>
            <pc:docMk/>
            <pc:sldMk cId="1511704639" sldId="2147479214"/>
            <ac:spMk id="8" creationId="{BB851DF3-6D3D-0216-D281-19F94E93C0E4}"/>
          </ac:spMkLst>
        </pc:spChg>
        <pc:spChg chg="mod">
          <ac:chgData name="Baldev Chopra" userId="a54e8303-b89f-49a7-bca4-00378049c30c" providerId="ADAL" clId="{FAC92628-EC45-4C4A-A0C5-05E4B049AF8A}" dt="2025-11-27T19:48:06.375" v="490"/>
          <ac:spMkLst>
            <pc:docMk/>
            <pc:sldMk cId="1511704639" sldId="2147479214"/>
            <ac:spMk id="46" creationId="{1BF3FE53-3AA0-14FF-E5F6-0958B5CA964A}"/>
          </ac:spMkLst>
        </pc:spChg>
        <pc:spChg chg="mod">
          <ac:chgData name="Baldev Chopra" userId="a54e8303-b89f-49a7-bca4-00378049c30c" providerId="ADAL" clId="{FAC92628-EC45-4C4A-A0C5-05E4B049AF8A}" dt="2025-11-27T19:48:06.375" v="490"/>
          <ac:spMkLst>
            <pc:docMk/>
            <pc:sldMk cId="1511704639" sldId="2147479214"/>
            <ac:spMk id="57" creationId="{D46FBB34-4B04-20F1-C5D1-FEE40897BFB6}"/>
          </ac:spMkLst>
        </pc:spChg>
        <pc:spChg chg="mod">
          <ac:chgData name="Baldev Chopra" userId="a54e8303-b89f-49a7-bca4-00378049c30c" providerId="ADAL" clId="{FAC92628-EC45-4C4A-A0C5-05E4B049AF8A}" dt="2025-11-27T19:48:06.375" v="490"/>
          <ac:spMkLst>
            <pc:docMk/>
            <pc:sldMk cId="1511704639" sldId="2147479214"/>
            <ac:spMk id="69" creationId="{99C506C7-AB53-608A-6D6A-779A60BEE925}"/>
          </ac:spMkLst>
        </pc:spChg>
        <pc:spChg chg="mod">
          <ac:chgData name="Baldev Chopra" userId="a54e8303-b89f-49a7-bca4-00378049c30c" providerId="ADAL" clId="{FAC92628-EC45-4C4A-A0C5-05E4B049AF8A}" dt="2025-11-27T19:48:06.375" v="490"/>
          <ac:spMkLst>
            <pc:docMk/>
            <pc:sldMk cId="1511704639" sldId="2147479214"/>
            <ac:spMk id="71" creationId="{CDC2BF93-987D-4C07-10A1-0DE7CE51314C}"/>
          </ac:spMkLst>
        </pc:spChg>
        <pc:spChg chg="mod">
          <ac:chgData name="Baldev Chopra" userId="a54e8303-b89f-49a7-bca4-00378049c30c" providerId="ADAL" clId="{FAC92628-EC45-4C4A-A0C5-05E4B049AF8A}" dt="2025-11-27T19:48:06.375" v="490"/>
          <ac:spMkLst>
            <pc:docMk/>
            <pc:sldMk cId="1511704639" sldId="2147479214"/>
            <ac:spMk id="105" creationId="{5A86E918-1898-55EF-AA72-7117F75A2392}"/>
          </ac:spMkLst>
        </pc:spChg>
        <pc:spChg chg="mod">
          <ac:chgData name="Baldev Chopra" userId="a54e8303-b89f-49a7-bca4-00378049c30c" providerId="ADAL" clId="{FAC92628-EC45-4C4A-A0C5-05E4B049AF8A}" dt="2025-11-27T19:48:06.375" v="490"/>
          <ac:spMkLst>
            <pc:docMk/>
            <pc:sldMk cId="1511704639" sldId="2147479214"/>
            <ac:spMk id="123" creationId="{5C8901B0-915D-F186-1E6A-88C0C14A44C2}"/>
          </ac:spMkLst>
        </pc:spChg>
        <pc:spChg chg="mod">
          <ac:chgData name="Baldev Chopra" userId="a54e8303-b89f-49a7-bca4-00378049c30c" providerId="ADAL" clId="{FAC92628-EC45-4C4A-A0C5-05E4B049AF8A}" dt="2025-11-27T19:48:06.375" v="490"/>
          <ac:spMkLst>
            <pc:docMk/>
            <pc:sldMk cId="1511704639" sldId="2147479214"/>
            <ac:spMk id="128" creationId="{49F44E23-6B35-3E74-F898-3C65573177F6}"/>
          </ac:spMkLst>
        </pc:spChg>
        <pc:spChg chg="mod">
          <ac:chgData name="Baldev Chopra" userId="a54e8303-b89f-49a7-bca4-00378049c30c" providerId="ADAL" clId="{FAC92628-EC45-4C4A-A0C5-05E4B049AF8A}" dt="2025-11-27T19:48:06.375" v="490"/>
          <ac:spMkLst>
            <pc:docMk/>
            <pc:sldMk cId="1511704639" sldId="2147479214"/>
            <ac:spMk id="135" creationId="{12DD6864-3137-F0BD-EB5A-7FAF796F1EC3}"/>
          </ac:spMkLst>
        </pc:spChg>
        <pc:spChg chg="mod">
          <ac:chgData name="Baldev Chopra" userId="a54e8303-b89f-49a7-bca4-00378049c30c" providerId="ADAL" clId="{FAC92628-EC45-4C4A-A0C5-05E4B049AF8A}" dt="2025-11-27T19:48:06.375" v="490"/>
          <ac:spMkLst>
            <pc:docMk/>
            <pc:sldMk cId="1511704639" sldId="2147479214"/>
            <ac:spMk id="157" creationId="{B88BB550-ED15-B274-00AE-B1F1D81C36A6}"/>
          </ac:spMkLst>
        </pc:spChg>
        <pc:spChg chg="mod">
          <ac:chgData name="Baldev Chopra" userId="a54e8303-b89f-49a7-bca4-00378049c30c" providerId="ADAL" clId="{FAC92628-EC45-4C4A-A0C5-05E4B049AF8A}" dt="2025-11-27T19:48:06.375" v="490"/>
          <ac:spMkLst>
            <pc:docMk/>
            <pc:sldMk cId="1511704639" sldId="2147479214"/>
            <ac:spMk id="177" creationId="{2141767E-007D-7504-46D5-45C30E6B8013}"/>
          </ac:spMkLst>
        </pc:spChg>
        <pc:spChg chg="add mod">
          <ac:chgData name="Baldev Chopra" userId="a54e8303-b89f-49a7-bca4-00378049c30c" providerId="ADAL" clId="{FAC92628-EC45-4C4A-A0C5-05E4B049AF8A}" dt="2025-11-27T19:48:08.752" v="491"/>
          <ac:spMkLst>
            <pc:docMk/>
            <pc:sldMk cId="1511704639" sldId="2147479214"/>
            <ac:spMk id="190" creationId="{EBBCFE17-0B49-8449-8948-EE433DB4E07C}"/>
          </ac:spMkLst>
        </pc:spChg>
        <pc:spChg chg="mod">
          <ac:chgData name="Baldev Chopra" userId="a54e8303-b89f-49a7-bca4-00378049c30c" providerId="ADAL" clId="{FAC92628-EC45-4C4A-A0C5-05E4B049AF8A}" dt="2025-11-27T19:48:20.339" v="493" actId="207"/>
          <ac:spMkLst>
            <pc:docMk/>
            <pc:sldMk cId="1511704639" sldId="2147479214"/>
            <ac:spMk id="191" creationId="{15994FCF-856E-4FAA-6D56-AE997621D58A}"/>
          </ac:spMkLst>
        </pc:spChg>
        <pc:spChg chg="mod">
          <ac:chgData name="Baldev Chopra" userId="a54e8303-b89f-49a7-bca4-00378049c30c" providerId="ADAL" clId="{FAC92628-EC45-4C4A-A0C5-05E4B049AF8A}" dt="2025-11-27T19:48:20.339" v="493" actId="207"/>
          <ac:spMkLst>
            <pc:docMk/>
            <pc:sldMk cId="1511704639" sldId="2147479214"/>
            <ac:spMk id="192" creationId="{445E82F4-D5AC-2F4D-5440-F09AD275BE23}"/>
          </ac:spMkLst>
        </pc:spChg>
        <pc:spChg chg="mod">
          <ac:chgData name="Baldev Chopra" userId="a54e8303-b89f-49a7-bca4-00378049c30c" providerId="ADAL" clId="{FAC92628-EC45-4C4A-A0C5-05E4B049AF8A}" dt="2025-11-27T19:48:27.211" v="494" actId="208"/>
          <ac:spMkLst>
            <pc:docMk/>
            <pc:sldMk cId="1511704639" sldId="2147479214"/>
            <ac:spMk id="202" creationId="{57D75BFD-B9FF-F23B-C1C0-B2694D4C5819}"/>
          </ac:spMkLst>
        </pc:spChg>
        <pc:spChg chg="mod">
          <ac:chgData name="Baldev Chopra" userId="a54e8303-b89f-49a7-bca4-00378049c30c" providerId="ADAL" clId="{FAC92628-EC45-4C4A-A0C5-05E4B049AF8A}" dt="2025-11-27T19:48:27.211" v="494" actId="208"/>
          <ac:spMkLst>
            <pc:docMk/>
            <pc:sldMk cId="1511704639" sldId="2147479214"/>
            <ac:spMk id="208" creationId="{3676CB19-B387-DF68-355E-EE6B458D04D7}"/>
          </ac:spMkLst>
        </pc:spChg>
        <pc:spChg chg="mod">
          <ac:chgData name="Baldev Chopra" userId="a54e8303-b89f-49a7-bca4-00378049c30c" providerId="ADAL" clId="{FAC92628-EC45-4C4A-A0C5-05E4B049AF8A}" dt="2025-11-27T19:48:30.928" v="495" actId="208"/>
          <ac:spMkLst>
            <pc:docMk/>
            <pc:sldMk cId="1511704639" sldId="2147479214"/>
            <ac:spMk id="214" creationId="{B49E52F7-AC49-78B5-B591-CC43BB4B0C21}"/>
          </ac:spMkLst>
        </pc:spChg>
        <pc:spChg chg="mod">
          <ac:chgData name="Baldev Chopra" userId="a54e8303-b89f-49a7-bca4-00378049c30c" providerId="ADAL" clId="{FAC92628-EC45-4C4A-A0C5-05E4B049AF8A}" dt="2025-11-27T19:48:08.752" v="491"/>
          <ac:spMkLst>
            <pc:docMk/>
            <pc:sldMk cId="1511704639" sldId="2147479214"/>
            <ac:spMk id="249" creationId="{1131ED21-1B00-0907-597C-5FBB62377966}"/>
          </ac:spMkLst>
        </pc:spChg>
        <pc:spChg chg="mod">
          <ac:chgData name="Baldev Chopra" userId="a54e8303-b89f-49a7-bca4-00378049c30c" providerId="ADAL" clId="{FAC92628-EC45-4C4A-A0C5-05E4B049AF8A}" dt="2025-11-27T19:48:08.752" v="491"/>
          <ac:spMkLst>
            <pc:docMk/>
            <pc:sldMk cId="1511704639" sldId="2147479214"/>
            <ac:spMk id="263" creationId="{81AEA34D-5847-A745-2E03-98FD1A49D7E6}"/>
          </ac:spMkLst>
        </pc:spChg>
        <pc:spChg chg="mod">
          <ac:chgData name="Baldev Chopra" userId="a54e8303-b89f-49a7-bca4-00378049c30c" providerId="ADAL" clId="{FAC92628-EC45-4C4A-A0C5-05E4B049AF8A}" dt="2025-11-27T19:48:08.752" v="491"/>
          <ac:spMkLst>
            <pc:docMk/>
            <pc:sldMk cId="1511704639" sldId="2147479214"/>
            <ac:spMk id="294" creationId="{E5CE78DC-2702-C313-D41E-B23053945728}"/>
          </ac:spMkLst>
        </pc:spChg>
        <pc:spChg chg="mod">
          <ac:chgData name="Baldev Chopra" userId="a54e8303-b89f-49a7-bca4-00378049c30c" providerId="ADAL" clId="{FAC92628-EC45-4C4A-A0C5-05E4B049AF8A}" dt="2025-11-27T19:48:08.752" v="491"/>
          <ac:spMkLst>
            <pc:docMk/>
            <pc:sldMk cId="1511704639" sldId="2147479214"/>
            <ac:spMk id="297" creationId="{363C4C7E-A929-D46D-62D9-E63674D6D5F8}"/>
          </ac:spMkLst>
        </pc:spChg>
        <pc:spChg chg="mod">
          <ac:chgData name="Baldev Chopra" userId="a54e8303-b89f-49a7-bca4-00378049c30c" providerId="ADAL" clId="{FAC92628-EC45-4C4A-A0C5-05E4B049AF8A}" dt="2025-11-27T19:48:08.752" v="491"/>
          <ac:spMkLst>
            <pc:docMk/>
            <pc:sldMk cId="1511704639" sldId="2147479214"/>
            <ac:spMk id="305" creationId="{D73462D7-CF65-D310-3BDA-A7892C474A8D}"/>
          </ac:spMkLst>
        </pc:spChg>
        <pc:spChg chg="mod">
          <ac:chgData name="Baldev Chopra" userId="a54e8303-b89f-49a7-bca4-00378049c30c" providerId="ADAL" clId="{FAC92628-EC45-4C4A-A0C5-05E4B049AF8A}" dt="2025-11-27T19:48:08.752" v="491"/>
          <ac:spMkLst>
            <pc:docMk/>
            <pc:sldMk cId="1511704639" sldId="2147479214"/>
            <ac:spMk id="343" creationId="{215939C6-8D04-8D06-12E9-BA6675D505E8}"/>
          </ac:spMkLst>
        </pc:spChg>
        <pc:spChg chg="mod">
          <ac:chgData name="Baldev Chopra" userId="a54e8303-b89f-49a7-bca4-00378049c30c" providerId="ADAL" clId="{FAC92628-EC45-4C4A-A0C5-05E4B049AF8A}" dt="2025-11-27T19:48:08.752" v="491"/>
          <ac:spMkLst>
            <pc:docMk/>
            <pc:sldMk cId="1511704639" sldId="2147479214"/>
            <ac:spMk id="349" creationId="{5218E851-1AA0-43BD-CA2A-BF054D8B90B2}"/>
          </ac:spMkLst>
        </pc:spChg>
        <pc:spChg chg="add mod">
          <ac:chgData name="Baldev Chopra" userId="a54e8303-b89f-49a7-bca4-00378049c30c" providerId="ADAL" clId="{FAC92628-EC45-4C4A-A0C5-05E4B049AF8A}" dt="2025-11-27T19:48:08.752" v="491"/>
          <ac:spMkLst>
            <pc:docMk/>
            <pc:sldMk cId="1511704639" sldId="2147479214"/>
            <ac:spMk id="355" creationId="{5B4A7EC1-4D64-F857-A467-ACBEA31CB1BE}"/>
          </ac:spMkLst>
        </pc:spChg>
        <pc:spChg chg="mod">
          <ac:chgData name="Baldev Chopra" userId="a54e8303-b89f-49a7-bca4-00378049c30c" providerId="ADAL" clId="{FAC92628-EC45-4C4A-A0C5-05E4B049AF8A}" dt="2025-11-27T19:48:08.752" v="491"/>
          <ac:spMkLst>
            <pc:docMk/>
            <pc:sldMk cId="1511704639" sldId="2147479214"/>
            <ac:spMk id="364" creationId="{97847342-8D9C-F938-B2BD-F0D008B66834}"/>
          </ac:spMkLst>
        </pc:spChg>
      </pc:sldChg>
      <pc:sldChg chg="del">
        <pc:chgData name="Baldev Chopra" userId="a54e8303-b89f-49a7-bca4-00378049c30c" providerId="ADAL" clId="{FAC92628-EC45-4C4A-A0C5-05E4B049AF8A}" dt="2025-11-27T19:41:06.276" v="398" actId="47"/>
        <pc:sldMkLst>
          <pc:docMk/>
          <pc:sldMk cId="1562100083" sldId="2147479215"/>
        </pc:sldMkLst>
      </pc:sldChg>
      <pc:sldChg chg="del">
        <pc:chgData name="Baldev Chopra" userId="a54e8303-b89f-49a7-bca4-00378049c30c" providerId="ADAL" clId="{FAC92628-EC45-4C4A-A0C5-05E4B049AF8A}" dt="2025-11-27T18:56:09.030" v="61" actId="47"/>
        <pc:sldMkLst>
          <pc:docMk/>
          <pc:sldMk cId="3834180722" sldId="2147479217"/>
        </pc:sldMkLst>
      </pc:sldChg>
      <pc:sldChg chg="del">
        <pc:chgData name="Baldev Chopra" userId="a54e8303-b89f-49a7-bca4-00378049c30c" providerId="ADAL" clId="{FAC92628-EC45-4C4A-A0C5-05E4B049AF8A}" dt="2025-11-27T19:01:31.676" v="74" actId="47"/>
        <pc:sldMkLst>
          <pc:docMk/>
          <pc:sldMk cId="287636911" sldId="2147479218"/>
        </pc:sldMkLst>
      </pc:sldChg>
      <pc:sldChg chg="del">
        <pc:chgData name="Baldev Chopra" userId="a54e8303-b89f-49a7-bca4-00378049c30c" providerId="ADAL" clId="{FAC92628-EC45-4C4A-A0C5-05E4B049AF8A}" dt="2025-11-27T19:41:08.856" v="399" actId="47"/>
        <pc:sldMkLst>
          <pc:docMk/>
          <pc:sldMk cId="2824264748" sldId="2147479219"/>
        </pc:sldMkLst>
      </pc:sldChg>
      <pc:sldChg chg="del">
        <pc:chgData name="Baldev Chopra" userId="a54e8303-b89f-49a7-bca4-00378049c30c" providerId="ADAL" clId="{FAC92628-EC45-4C4A-A0C5-05E4B049AF8A}" dt="2025-11-27T18:57:11.217" v="62" actId="47"/>
        <pc:sldMkLst>
          <pc:docMk/>
          <pc:sldMk cId="2497086780" sldId="2147483639"/>
        </pc:sldMkLst>
      </pc:sldChg>
      <pc:sldChg chg="modSp del">
        <pc:chgData name="Baldev Chopra" userId="a54e8303-b89f-49a7-bca4-00378049c30c" providerId="ADAL" clId="{FAC92628-EC45-4C4A-A0C5-05E4B049AF8A}" dt="2025-11-27T19:07:15.208" v="229" actId="47"/>
        <pc:sldMkLst>
          <pc:docMk/>
          <pc:sldMk cId="1572214880" sldId="2147483642"/>
        </pc:sldMkLst>
        <pc:graphicFrameChg chg="mod">
          <ac:chgData name="Baldev Chopra" userId="a54e8303-b89f-49a7-bca4-00378049c30c" providerId="ADAL" clId="{FAC92628-EC45-4C4A-A0C5-05E4B049AF8A}" dt="2025-11-27T19:06:17.703" v="189"/>
          <ac:graphicFrameMkLst>
            <pc:docMk/>
            <pc:sldMk cId="1572214880" sldId="2147483642"/>
            <ac:graphicFrameMk id="6" creationId="{7E064BBF-37DD-23DA-485D-9272F2D72925}"/>
          </ac:graphicFrameMkLst>
        </pc:graphicFrameChg>
      </pc:sldChg>
      <pc:sldChg chg="del">
        <pc:chgData name="Baldev Chopra" userId="a54e8303-b89f-49a7-bca4-00378049c30c" providerId="ADAL" clId="{FAC92628-EC45-4C4A-A0C5-05E4B049AF8A}" dt="2025-11-27T19:08:29.591" v="286" actId="47"/>
        <pc:sldMkLst>
          <pc:docMk/>
          <pc:sldMk cId="3570795702" sldId="2147483643"/>
        </pc:sldMkLst>
      </pc:sldChg>
      <pc:sldChg chg="del">
        <pc:chgData name="Baldev Chopra" userId="a54e8303-b89f-49a7-bca4-00378049c30c" providerId="ADAL" clId="{FAC92628-EC45-4C4A-A0C5-05E4B049AF8A}" dt="2025-11-27T19:08:48.537" v="289" actId="47"/>
        <pc:sldMkLst>
          <pc:docMk/>
          <pc:sldMk cId="3827688501" sldId="2147483644"/>
        </pc:sldMkLst>
      </pc:sldChg>
      <pc:sldChg chg="modSp mod">
        <pc:chgData name="Baldev Chopra" userId="a54e8303-b89f-49a7-bca4-00378049c30c" providerId="ADAL" clId="{FAC92628-EC45-4C4A-A0C5-05E4B049AF8A}" dt="2025-11-27T19:41:40.109" v="437" actId="20577"/>
        <pc:sldMkLst>
          <pc:docMk/>
          <pc:sldMk cId="894706112" sldId="2147483645"/>
        </pc:sldMkLst>
        <pc:spChg chg="mod">
          <ac:chgData name="Baldev Chopra" userId="a54e8303-b89f-49a7-bca4-00378049c30c" providerId="ADAL" clId="{FAC92628-EC45-4C4A-A0C5-05E4B049AF8A}" dt="2025-11-27T19:41:40.109" v="437" actId="20577"/>
          <ac:spMkLst>
            <pc:docMk/>
            <pc:sldMk cId="894706112" sldId="2147483645"/>
            <ac:spMk id="8" creationId="{08AF196B-74A4-CDD0-9959-728B673EB70E}"/>
          </ac:spMkLst>
        </pc:spChg>
      </pc:sldChg>
      <pc:sldChg chg="modSp mod">
        <pc:chgData name="Baldev Chopra" userId="a54e8303-b89f-49a7-bca4-00378049c30c" providerId="ADAL" clId="{FAC92628-EC45-4C4A-A0C5-05E4B049AF8A}" dt="2025-11-27T19:41:51.739" v="442" actId="20577"/>
        <pc:sldMkLst>
          <pc:docMk/>
          <pc:sldMk cId="3377040159" sldId="2147483646"/>
        </pc:sldMkLst>
        <pc:spChg chg="mod">
          <ac:chgData name="Baldev Chopra" userId="a54e8303-b89f-49a7-bca4-00378049c30c" providerId="ADAL" clId="{FAC92628-EC45-4C4A-A0C5-05E4B049AF8A}" dt="2025-11-27T19:41:51.739" v="442" actId="20577"/>
          <ac:spMkLst>
            <pc:docMk/>
            <pc:sldMk cId="3377040159" sldId="2147483646"/>
            <ac:spMk id="8" creationId="{A5704D8B-6DD7-18BE-89FE-D54579642190}"/>
          </ac:spMkLst>
        </pc:spChg>
      </pc:sldChg>
      <pc:sldChg chg="modSp mod">
        <pc:chgData name="Baldev Chopra" userId="a54e8303-b89f-49a7-bca4-00378049c30c" providerId="ADAL" clId="{FAC92628-EC45-4C4A-A0C5-05E4B049AF8A}" dt="2025-11-27T19:41:56.684" v="444" actId="20577"/>
        <pc:sldMkLst>
          <pc:docMk/>
          <pc:sldMk cId="2561393918" sldId="2147483647"/>
        </pc:sldMkLst>
        <pc:spChg chg="mod">
          <ac:chgData name="Baldev Chopra" userId="a54e8303-b89f-49a7-bca4-00378049c30c" providerId="ADAL" clId="{FAC92628-EC45-4C4A-A0C5-05E4B049AF8A}" dt="2025-11-27T19:41:56.684" v="444" actId="20577"/>
          <ac:spMkLst>
            <pc:docMk/>
            <pc:sldMk cId="2561393918" sldId="2147483647"/>
            <ac:spMk id="8" creationId="{6F8B2935-266A-516A-F1E9-804622E1E6D5}"/>
          </ac:spMkLst>
        </pc:spChg>
      </pc:sldChg>
      <pc:sldMasterChg chg="delSldLayout">
        <pc:chgData name="Baldev Chopra" userId="a54e8303-b89f-49a7-bca4-00378049c30c" providerId="ADAL" clId="{FAC92628-EC45-4C4A-A0C5-05E4B049AF8A}" dt="2025-11-27T20:04:07.396" v="725" actId="18676"/>
        <pc:sldMasterMkLst>
          <pc:docMk/>
          <pc:sldMasterMk cId="3547102820" sldId="2147483667"/>
        </pc:sldMasterMkLst>
        <pc:sldLayoutChg chg="del">
          <pc:chgData name="Baldev Chopra" userId="a54e8303-b89f-49a7-bca4-00378049c30c" providerId="ADAL" clId="{FAC92628-EC45-4C4A-A0C5-05E4B049AF8A}" dt="2025-11-27T20:04:07.396" v="725" actId="18676"/>
          <pc:sldLayoutMkLst>
            <pc:docMk/>
            <pc:sldMasterMk cId="3547102820" sldId="2147483667"/>
            <pc:sldLayoutMk cId="4000274951" sldId="2147483786"/>
          </pc:sldLayoutMkLst>
        </pc:sldLayoutChg>
      </pc:sldMasterChg>
      <pc:sldMasterChg chg="del delSldLayout">
        <pc:chgData name="Baldev Chopra" userId="a54e8303-b89f-49a7-bca4-00378049c30c" providerId="ADAL" clId="{FAC92628-EC45-4C4A-A0C5-05E4B049AF8A}" dt="2025-11-27T20:03:55.687" v="722" actId="18676"/>
        <pc:sldMasterMkLst>
          <pc:docMk/>
          <pc:sldMasterMk cId="2127987942" sldId="2147483797"/>
        </pc:sldMasterMkLst>
        <pc:sldLayoutChg chg="del">
          <pc:chgData name="Baldev Chopra" userId="a54e8303-b89f-49a7-bca4-00378049c30c" providerId="ADAL" clId="{FAC92628-EC45-4C4A-A0C5-05E4B049AF8A}" dt="2025-11-27T20:03:55.687" v="722" actId="18676"/>
          <pc:sldLayoutMkLst>
            <pc:docMk/>
            <pc:sldMasterMk cId="2127987942" sldId="2147483797"/>
            <pc:sldLayoutMk cId="1789516755" sldId="2147483798"/>
          </pc:sldLayoutMkLst>
        </pc:sldLayoutChg>
        <pc:sldLayoutChg chg="del">
          <pc:chgData name="Baldev Chopra" userId="a54e8303-b89f-49a7-bca4-00378049c30c" providerId="ADAL" clId="{FAC92628-EC45-4C4A-A0C5-05E4B049AF8A}" dt="2025-11-27T20:03:55.687" v="722" actId="18676"/>
          <pc:sldLayoutMkLst>
            <pc:docMk/>
            <pc:sldMasterMk cId="2127987942" sldId="2147483797"/>
            <pc:sldLayoutMk cId="300453088" sldId="2147483799"/>
          </pc:sldLayoutMkLst>
        </pc:sldLayoutChg>
        <pc:sldLayoutChg chg="del">
          <pc:chgData name="Baldev Chopra" userId="a54e8303-b89f-49a7-bca4-00378049c30c" providerId="ADAL" clId="{FAC92628-EC45-4C4A-A0C5-05E4B049AF8A}" dt="2025-11-27T20:03:55.687" v="722" actId="18676"/>
          <pc:sldLayoutMkLst>
            <pc:docMk/>
            <pc:sldMasterMk cId="2127987942" sldId="2147483797"/>
            <pc:sldLayoutMk cId="3947099976" sldId="2147483800"/>
          </pc:sldLayoutMkLst>
        </pc:sldLayoutChg>
        <pc:sldLayoutChg chg="del">
          <pc:chgData name="Baldev Chopra" userId="a54e8303-b89f-49a7-bca4-00378049c30c" providerId="ADAL" clId="{FAC92628-EC45-4C4A-A0C5-05E4B049AF8A}" dt="2025-11-27T20:03:55.687" v="722" actId="18676"/>
          <pc:sldLayoutMkLst>
            <pc:docMk/>
            <pc:sldMasterMk cId="2127987942" sldId="2147483797"/>
            <pc:sldLayoutMk cId="2519236838" sldId="2147483801"/>
          </pc:sldLayoutMkLst>
        </pc:sldLayoutChg>
        <pc:sldLayoutChg chg="del">
          <pc:chgData name="Baldev Chopra" userId="a54e8303-b89f-49a7-bca4-00378049c30c" providerId="ADAL" clId="{FAC92628-EC45-4C4A-A0C5-05E4B049AF8A}" dt="2025-11-27T20:03:55.687" v="722" actId="18676"/>
          <pc:sldLayoutMkLst>
            <pc:docMk/>
            <pc:sldMasterMk cId="2127987942" sldId="2147483797"/>
            <pc:sldLayoutMk cId="4010081237" sldId="2147483802"/>
          </pc:sldLayoutMkLst>
        </pc:sldLayoutChg>
      </pc:sldMasterChg>
      <pc:sldMasterChg chg="delSldLayout">
        <pc:chgData name="Baldev Chopra" userId="a54e8303-b89f-49a7-bca4-00378049c30c" providerId="ADAL" clId="{FAC92628-EC45-4C4A-A0C5-05E4B049AF8A}" dt="2025-11-27T18:57:11.217" v="62" actId="47"/>
        <pc:sldMasterMkLst>
          <pc:docMk/>
          <pc:sldMasterMk cId="899322146" sldId="2147483829"/>
        </pc:sldMasterMkLst>
        <pc:sldLayoutChg chg="del">
          <pc:chgData name="Baldev Chopra" userId="a54e8303-b89f-49a7-bca4-00378049c30c" providerId="ADAL" clId="{FAC92628-EC45-4C4A-A0C5-05E4B049AF8A}" dt="2025-11-27T18:57:11.217" v="62" actId="47"/>
          <pc:sldLayoutMkLst>
            <pc:docMk/>
            <pc:sldMasterMk cId="899322146" sldId="2147483829"/>
            <pc:sldLayoutMk cId="522182558" sldId="2147483885"/>
          </pc:sldLayoutMkLst>
        </pc:sldLayoutChg>
      </pc:sldMasterChg>
    </pc:docChg>
  </pc:docChgLst>
  <pc:docChgLst>
    <pc:chgData name="Baldev Chopra" userId="a54e8303-b89f-49a7-bca4-00378049c30c" providerId="ADAL" clId="{6E88D61B-0C2E-428F-904A-5BE88CFF576D}"/>
    <pc:docChg chg="undo custSel addSld delSld modSld sldOrd modSection">
      <pc:chgData name="Baldev Chopra" userId="a54e8303-b89f-49a7-bca4-00378049c30c" providerId="ADAL" clId="{6E88D61B-0C2E-428F-904A-5BE88CFF576D}" dt="2025-10-22T11:23:35.696" v="986" actId="20577"/>
      <pc:docMkLst>
        <pc:docMk/>
      </pc:docMkLst>
      <pc:sldChg chg="addSp delSp modSp add mod">
        <pc:chgData name="Baldev Chopra" userId="a54e8303-b89f-49a7-bca4-00378049c30c" providerId="ADAL" clId="{6E88D61B-0C2E-428F-904A-5BE88CFF576D}" dt="2025-10-22T10:41:30.311" v="594" actId="14100"/>
        <pc:sldMkLst>
          <pc:docMk/>
          <pc:sldMk cId="2650990043" sldId="260"/>
        </pc:sldMkLst>
      </pc:sldChg>
      <pc:sldChg chg="addSp delSp modSp add mod">
        <pc:chgData name="Baldev Chopra" userId="a54e8303-b89f-49a7-bca4-00378049c30c" providerId="ADAL" clId="{6E88D61B-0C2E-428F-904A-5BE88CFF576D}" dt="2025-10-22T10:41:51.878" v="599" actId="1076"/>
        <pc:sldMkLst>
          <pc:docMk/>
          <pc:sldMk cId="426325896" sldId="261"/>
        </pc:sldMkLst>
      </pc:sldChg>
      <pc:sldChg chg="addSp delSp modSp add mod">
        <pc:chgData name="Baldev Chopra" userId="a54e8303-b89f-49a7-bca4-00378049c30c" providerId="ADAL" clId="{6E88D61B-0C2E-428F-904A-5BE88CFF576D}" dt="2025-10-22T10:43:09.871" v="604" actId="1076"/>
        <pc:sldMkLst>
          <pc:docMk/>
          <pc:sldMk cId="2427864537" sldId="262"/>
        </pc:sldMkLst>
      </pc:sldChg>
      <pc:sldChg chg="addSp delSp modSp add mod">
        <pc:chgData name="Baldev Chopra" userId="a54e8303-b89f-49a7-bca4-00378049c30c" providerId="ADAL" clId="{6E88D61B-0C2E-428F-904A-5BE88CFF576D}" dt="2025-10-22T10:43:50.582" v="609" actId="1076"/>
        <pc:sldMkLst>
          <pc:docMk/>
          <pc:sldMk cId="1683886977" sldId="263"/>
        </pc:sldMkLst>
      </pc:sldChg>
      <pc:sldChg chg="addSp delSp modSp add mod">
        <pc:chgData name="Baldev Chopra" userId="a54e8303-b89f-49a7-bca4-00378049c30c" providerId="ADAL" clId="{6E88D61B-0C2E-428F-904A-5BE88CFF576D}" dt="2025-10-22T11:11:49.001" v="973" actId="12"/>
        <pc:sldMkLst>
          <pc:docMk/>
          <pc:sldMk cId="1871356754" sldId="264"/>
        </pc:sldMkLst>
      </pc:sldChg>
      <pc:sldChg chg="delSp add mod ord">
        <pc:chgData name="Baldev Chopra" userId="a54e8303-b89f-49a7-bca4-00378049c30c" providerId="ADAL" clId="{6E88D61B-0C2E-428F-904A-5BE88CFF576D}" dt="2025-10-22T08:49:46.905" v="10" actId="478"/>
        <pc:sldMkLst>
          <pc:docMk/>
          <pc:sldMk cId="2651929129" sldId="288"/>
        </pc:sldMkLst>
      </pc:sldChg>
      <pc:sldChg chg="modSp mod">
        <pc:chgData name="Baldev Chopra" userId="a54e8303-b89f-49a7-bca4-00378049c30c" providerId="ADAL" clId="{6E88D61B-0C2E-428F-904A-5BE88CFF576D}" dt="2025-10-22T11:19:15.592" v="974" actId="207"/>
        <pc:sldMkLst>
          <pc:docMk/>
          <pc:sldMk cId="4007849610" sldId="2147479103"/>
        </pc:sldMkLst>
      </pc:sldChg>
      <pc:sldChg chg="modSp mod">
        <pc:chgData name="Baldev Chopra" userId="a54e8303-b89f-49a7-bca4-00378049c30c" providerId="ADAL" clId="{6E88D61B-0C2E-428F-904A-5BE88CFF576D}" dt="2025-10-22T11:19:42.491" v="978" actId="207"/>
        <pc:sldMkLst>
          <pc:docMk/>
          <pc:sldMk cId="3093563939" sldId="2147479104"/>
        </pc:sldMkLst>
      </pc:sldChg>
      <pc:sldChg chg="modSp mod">
        <pc:chgData name="Baldev Chopra" userId="a54e8303-b89f-49a7-bca4-00378049c30c" providerId="ADAL" clId="{6E88D61B-0C2E-428F-904A-5BE88CFF576D}" dt="2025-10-22T11:19:53.595" v="979" actId="207"/>
        <pc:sldMkLst>
          <pc:docMk/>
          <pc:sldMk cId="2633759914" sldId="2147479105"/>
        </pc:sldMkLst>
      </pc:sldChg>
      <pc:sldChg chg="modSp mod">
        <pc:chgData name="Baldev Chopra" userId="a54e8303-b89f-49a7-bca4-00378049c30c" providerId="ADAL" clId="{6E88D61B-0C2E-428F-904A-5BE88CFF576D}" dt="2025-10-22T11:20:05.178" v="981" actId="207"/>
        <pc:sldMkLst>
          <pc:docMk/>
          <pc:sldMk cId="3621718353" sldId="2147479106"/>
        </pc:sldMkLst>
      </pc:sldChg>
      <pc:sldChg chg="add del">
        <pc:chgData name="Baldev Chopra" userId="a54e8303-b89f-49a7-bca4-00378049c30c" providerId="ADAL" clId="{6E88D61B-0C2E-428F-904A-5BE88CFF576D}" dt="2025-10-22T10:51:56.169" v="612" actId="47"/>
        <pc:sldMkLst>
          <pc:docMk/>
          <pc:sldMk cId="3310670397" sldId="2147479152"/>
        </pc:sldMkLst>
      </pc:sldChg>
      <pc:sldChg chg="add del">
        <pc:chgData name="Baldev Chopra" userId="a54e8303-b89f-49a7-bca4-00378049c30c" providerId="ADAL" clId="{6E88D61B-0C2E-428F-904A-5BE88CFF576D}" dt="2025-10-22T10:51:57.041" v="613" actId="47"/>
        <pc:sldMkLst>
          <pc:docMk/>
          <pc:sldMk cId="485995093" sldId="2147479154"/>
        </pc:sldMkLst>
      </pc:sldChg>
      <pc:sldChg chg="addSp modSp mod">
        <pc:chgData name="Baldev Chopra" userId="a54e8303-b89f-49a7-bca4-00378049c30c" providerId="ADAL" clId="{6E88D61B-0C2E-428F-904A-5BE88CFF576D}" dt="2025-10-22T10:39:55.704" v="576" actId="14100"/>
        <pc:sldMkLst>
          <pc:docMk/>
          <pc:sldMk cId="2004261416" sldId="2147479157"/>
        </pc:sldMkLst>
      </pc:sldChg>
      <pc:sldChg chg="add del">
        <pc:chgData name="Baldev Chopra" userId="a54e8303-b89f-49a7-bca4-00378049c30c" providerId="ADAL" clId="{6E88D61B-0C2E-428F-904A-5BE88CFF576D}" dt="2025-10-22T08:49:19.754" v="6" actId="47"/>
        <pc:sldMkLst>
          <pc:docMk/>
          <pc:sldMk cId="267631653" sldId="2147479159"/>
        </pc:sldMkLst>
      </pc:sldChg>
      <pc:sldChg chg="modSp mod">
        <pc:chgData name="Baldev Chopra" userId="a54e8303-b89f-49a7-bca4-00378049c30c" providerId="ADAL" clId="{6E88D61B-0C2E-428F-904A-5BE88CFF576D}" dt="2025-10-22T08:39:42.869" v="0" actId="2164"/>
        <pc:sldMkLst>
          <pc:docMk/>
          <pc:sldMk cId="801515810" sldId="2147479172"/>
        </pc:sldMkLst>
      </pc:sldChg>
      <pc:sldChg chg="addSp modSp mod">
        <pc:chgData name="Baldev Chopra" userId="a54e8303-b89f-49a7-bca4-00378049c30c" providerId="ADAL" clId="{6E88D61B-0C2E-428F-904A-5BE88CFF576D}" dt="2025-10-22T11:23:35.696" v="986" actId="20577"/>
        <pc:sldMkLst>
          <pc:docMk/>
          <pc:sldMk cId="932475914" sldId="2147479186"/>
        </pc:sldMkLst>
      </pc:sldChg>
      <pc:sldChg chg="del">
        <pc:chgData name="Baldev Chopra" userId="a54e8303-b89f-49a7-bca4-00378049c30c" providerId="ADAL" clId="{6E88D61B-0C2E-428F-904A-5BE88CFF576D}" dt="2025-10-22T08:49:18.734" v="5" actId="47"/>
        <pc:sldMkLst>
          <pc:docMk/>
          <pc:sldMk cId="4293461959" sldId="2147479212"/>
        </pc:sldMkLst>
      </pc:sldChg>
      <pc:sldChg chg="new del">
        <pc:chgData name="Baldev Chopra" userId="a54e8303-b89f-49a7-bca4-00378049c30c" providerId="ADAL" clId="{6E88D61B-0C2E-428F-904A-5BE88CFF576D}" dt="2025-10-22T08:50:23.503" v="13" actId="47"/>
        <pc:sldMkLst>
          <pc:docMk/>
          <pc:sldMk cId="2631204902" sldId="2147479216"/>
        </pc:sldMkLst>
      </pc:sldChg>
      <pc:sldChg chg="delSp modSp add mod">
        <pc:chgData name="Baldev Chopra" userId="a54e8303-b89f-49a7-bca4-00378049c30c" providerId="ADAL" clId="{6E88D61B-0C2E-428F-904A-5BE88CFF576D}" dt="2025-10-22T08:55:38.724" v="443" actId="478"/>
        <pc:sldMkLst>
          <pc:docMk/>
          <pc:sldMk cId="3834180722" sldId="2147479217"/>
        </pc:sldMkLst>
      </pc:sldChg>
      <pc:sldChg chg="delSp modSp new mod">
        <pc:chgData name="Baldev Chopra" userId="a54e8303-b89f-49a7-bca4-00378049c30c" providerId="ADAL" clId="{6E88D61B-0C2E-428F-904A-5BE88CFF576D}" dt="2025-10-22T09:11:21.419" v="453" actId="20577"/>
        <pc:sldMkLst>
          <pc:docMk/>
          <pc:sldMk cId="287636911" sldId="2147479218"/>
        </pc:sldMkLst>
      </pc:sldChg>
      <pc:sldChg chg="addSp modSp add mod">
        <pc:chgData name="Baldev Chopra" userId="a54e8303-b89f-49a7-bca4-00378049c30c" providerId="ADAL" clId="{6E88D61B-0C2E-428F-904A-5BE88CFF576D}" dt="2025-10-22T09:16:00.620" v="571" actId="14100"/>
        <pc:sldMkLst>
          <pc:docMk/>
          <pc:sldMk cId="2824264748" sldId="2147479219"/>
        </pc:sldMkLst>
      </pc:sldChg>
      <pc:sldChg chg="add">
        <pc:chgData name="Baldev Chopra" userId="a54e8303-b89f-49a7-bca4-00378049c30c" providerId="ADAL" clId="{6E88D61B-0C2E-428F-904A-5BE88CFF576D}" dt="2025-10-22T09:25:50.708" v="572"/>
        <pc:sldMkLst>
          <pc:docMk/>
          <pc:sldMk cId="2497086780" sldId="2147483639"/>
        </pc:sldMkLst>
      </pc:sldChg>
      <pc:sldChg chg="add">
        <pc:chgData name="Baldev Chopra" userId="a54e8303-b89f-49a7-bca4-00378049c30c" providerId="ADAL" clId="{6E88D61B-0C2E-428F-904A-5BE88CFF576D}" dt="2025-10-22T09:27:56.064" v="573"/>
        <pc:sldMkLst>
          <pc:docMk/>
          <pc:sldMk cId="1572214880" sldId="2147483642"/>
        </pc:sldMkLst>
      </pc:sldChg>
      <pc:sldChg chg="add">
        <pc:chgData name="Baldev Chopra" userId="a54e8303-b89f-49a7-bca4-00378049c30c" providerId="ADAL" clId="{6E88D61B-0C2E-428F-904A-5BE88CFF576D}" dt="2025-10-22T09:27:56.064" v="573"/>
        <pc:sldMkLst>
          <pc:docMk/>
          <pc:sldMk cId="3570795702" sldId="2147483643"/>
        </pc:sldMkLst>
      </pc:sldChg>
      <pc:sldChg chg="add">
        <pc:chgData name="Baldev Chopra" userId="a54e8303-b89f-49a7-bca4-00378049c30c" providerId="ADAL" clId="{6E88D61B-0C2E-428F-904A-5BE88CFF576D}" dt="2025-10-22T09:27:56.064" v="573"/>
        <pc:sldMkLst>
          <pc:docMk/>
          <pc:sldMk cId="3827688501" sldId="2147483644"/>
        </pc:sldMkLst>
      </pc:sldChg>
      <pc:sldChg chg="addSp delSp modSp add mod">
        <pc:chgData name="Baldev Chopra" userId="a54e8303-b89f-49a7-bca4-00378049c30c" providerId="ADAL" clId="{6E88D61B-0C2E-428F-904A-5BE88CFF576D}" dt="2025-10-22T10:40:28.861" v="584" actId="1076"/>
        <pc:sldMkLst>
          <pc:docMk/>
          <pc:sldMk cId="894706112" sldId="2147483645"/>
        </pc:sldMkLst>
      </pc:sldChg>
      <pc:sldChg chg="new del">
        <pc:chgData name="Baldev Chopra" userId="a54e8303-b89f-49a7-bca4-00378049c30c" providerId="ADAL" clId="{6E88D61B-0C2E-428F-904A-5BE88CFF576D}" dt="2025-10-22T10:40:00.574" v="578" actId="680"/>
        <pc:sldMkLst>
          <pc:docMk/>
          <pc:sldMk cId="2955182467" sldId="2147483645"/>
        </pc:sldMkLst>
      </pc:sldChg>
      <pc:sldChg chg="addSp delSp modSp add mod">
        <pc:chgData name="Baldev Chopra" userId="a54e8303-b89f-49a7-bca4-00378049c30c" providerId="ADAL" clId="{6E88D61B-0C2E-428F-904A-5BE88CFF576D}" dt="2025-10-22T10:40:49.667" v="589" actId="1076"/>
        <pc:sldMkLst>
          <pc:docMk/>
          <pc:sldMk cId="3377040159" sldId="2147483646"/>
        </pc:sldMkLst>
      </pc:sldChg>
      <pc:sldChg chg="add">
        <pc:chgData name="Baldev Chopra" userId="a54e8303-b89f-49a7-bca4-00378049c30c" providerId="ADAL" clId="{6E88D61B-0C2E-428F-904A-5BE88CFF576D}" dt="2025-10-22T10:40:52.549" v="590" actId="2890"/>
        <pc:sldMkLst>
          <pc:docMk/>
          <pc:sldMk cId="2561393918" sldId="214748364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eyus.sharepoint.com/sites/Evestnet-Finance/Shared%20Documents/Finance%20Diagnostic/05.%20Roadmap/01.%20Workshop/envestnet%20initative%20rankings.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eyus.sharepoint.com/sites/Evestnet-Finance/Shared%20Documents/Finance%20Diagnostic/05.%20Roadmap/01.%20Workshop/envestnet%20initative%20ranking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bg1">
                <a:lumMod val="75000"/>
              </a:schemeClr>
            </a:solidFill>
            <a:ln>
              <a:noFill/>
            </a:ln>
            <a:effectLst/>
          </c:spPr>
          <c:invertIfNegative val="0"/>
          <c:dPt>
            <c:idx val="0"/>
            <c:invertIfNegative val="0"/>
            <c:bubble3D val="0"/>
            <c:spPr>
              <a:solidFill>
                <a:srgbClr val="FFE600"/>
              </a:solidFill>
              <a:ln>
                <a:noFill/>
              </a:ln>
              <a:effectLst/>
            </c:spPr>
            <c:extLst>
              <c:ext xmlns:c16="http://schemas.microsoft.com/office/drawing/2014/chart" uri="{C3380CC4-5D6E-409C-BE32-E72D297353CC}">
                <c16:uniqueId val="{00000001-8387-4840-823B-1FA72344C48F}"/>
              </c:ext>
            </c:extLst>
          </c:dPt>
          <c:dPt>
            <c:idx val="1"/>
            <c:invertIfNegative val="0"/>
            <c:bubble3D val="0"/>
            <c:spPr>
              <a:solidFill>
                <a:srgbClr val="FFE600"/>
              </a:solidFill>
              <a:ln>
                <a:noFill/>
              </a:ln>
              <a:effectLst/>
            </c:spPr>
            <c:extLst>
              <c:ext xmlns:c16="http://schemas.microsoft.com/office/drawing/2014/chart" uri="{C3380CC4-5D6E-409C-BE32-E72D297353CC}">
                <c16:uniqueId val="{00000003-8387-4840-823B-1FA72344C48F}"/>
              </c:ext>
            </c:extLst>
          </c:dPt>
          <c:dPt>
            <c:idx val="2"/>
            <c:invertIfNegative val="0"/>
            <c:bubble3D val="0"/>
            <c:spPr>
              <a:solidFill>
                <a:srgbClr val="FFE600"/>
              </a:solidFill>
              <a:ln>
                <a:noFill/>
              </a:ln>
              <a:effectLst/>
            </c:spPr>
            <c:extLst>
              <c:ext xmlns:c16="http://schemas.microsoft.com/office/drawing/2014/chart" uri="{C3380CC4-5D6E-409C-BE32-E72D297353CC}">
                <c16:uniqueId val="{00000005-8387-4840-823B-1FA72344C48F}"/>
              </c:ext>
            </c:extLst>
          </c:dPt>
          <c:dPt>
            <c:idx val="3"/>
            <c:invertIfNegative val="0"/>
            <c:bubble3D val="0"/>
            <c:spPr>
              <a:solidFill>
                <a:srgbClr val="FFE600"/>
              </a:solidFill>
              <a:ln>
                <a:noFill/>
              </a:ln>
              <a:effectLst/>
            </c:spPr>
            <c:extLst>
              <c:ext xmlns:c16="http://schemas.microsoft.com/office/drawing/2014/chart" uri="{C3380CC4-5D6E-409C-BE32-E72D297353CC}">
                <c16:uniqueId val="{00000007-8387-4840-823B-1FA72344C48F}"/>
              </c:ext>
            </c:extLst>
          </c:dPt>
          <c:dPt>
            <c:idx val="4"/>
            <c:invertIfNegative val="0"/>
            <c:bubble3D val="0"/>
            <c:spPr>
              <a:solidFill>
                <a:srgbClr val="FFE600"/>
              </a:solidFill>
              <a:ln>
                <a:noFill/>
              </a:ln>
              <a:effectLst/>
            </c:spPr>
            <c:extLst>
              <c:ext xmlns:c16="http://schemas.microsoft.com/office/drawing/2014/chart" uri="{C3380CC4-5D6E-409C-BE32-E72D297353CC}">
                <c16:uniqueId val="{00000009-8387-4840-823B-1FA72344C48F}"/>
              </c:ext>
            </c:extLst>
          </c:dPt>
          <c:val>
            <c:numRef>
              <c:f>'[envestnet initative rankings.xlsx]Sheet1'!$H$4:$H$13</c:f>
              <c:numCache>
                <c:formatCode>General</c:formatCode>
                <c:ptCount val="10"/>
                <c:pt idx="0">
                  <c:v>10</c:v>
                </c:pt>
                <c:pt idx="1">
                  <c:v>9</c:v>
                </c:pt>
                <c:pt idx="2">
                  <c:v>8</c:v>
                </c:pt>
                <c:pt idx="3">
                  <c:v>7</c:v>
                </c:pt>
                <c:pt idx="4">
                  <c:v>6</c:v>
                </c:pt>
                <c:pt idx="5">
                  <c:v>5</c:v>
                </c:pt>
                <c:pt idx="6">
                  <c:v>4</c:v>
                </c:pt>
                <c:pt idx="7">
                  <c:v>3</c:v>
                </c:pt>
                <c:pt idx="8">
                  <c:v>2</c:v>
                </c:pt>
                <c:pt idx="9">
                  <c:v>1</c:v>
                </c:pt>
              </c:numCache>
            </c:numRef>
          </c:val>
          <c:extLst>
            <c:ext xmlns:c15="http://schemas.microsoft.com/office/drawing/2012/chart" uri="{02D57815-91ED-43cb-92C2-25804820EDAC}">
              <c15:filteredSeriesTitle>
                <c15:tx>
                  <c:strRef>
                    <c:extLst>
                      <c:ext uri="{02D57815-91ED-43cb-92C2-25804820EDAC}">
                        <c15:formulaRef>
                          <c15:sqref>'[envestnet initative rankings.xlsx]Sheet1'!$H$3</c15:sqref>
                        </c15:formulaRef>
                      </c:ext>
                    </c:extLst>
                    <c:strCache>
                      <c:ptCount val="1"/>
                      <c:pt idx="0">
                        <c:v>Importance</c:v>
                      </c:pt>
                    </c:strCache>
                  </c:strRef>
                </c15:tx>
              </c15:filteredSeriesTitle>
            </c:ext>
            <c:ext xmlns:c15="http://schemas.microsoft.com/office/drawing/2012/chart" uri="{02D57815-91ED-43cb-92C2-25804820EDAC}">
              <c15:filteredCategoryTitle>
                <c15:cat>
                  <c:strRef>
                    <c:extLst>
                      <c:ext uri="{02D57815-91ED-43cb-92C2-25804820EDAC}">
                        <c15:formulaRef>
                          <c15:sqref>'[envestnet initative rankings.xlsx]Sheet1'!$B$4:$B$13</c15:sqref>
                        </c15:formulaRef>
                      </c:ext>
                    </c:extLst>
                    <c:strCache>
                      <c:ptCount val="10"/>
                      <c:pt idx="0">
                        <c:v>O.3: Transform service delivery model to leverage offshore</c:v>
                      </c:pt>
                      <c:pt idx="1">
                        <c:v>O.1: Optimize internal controls and modify nature, timing and extent of testing</c:v>
                      </c:pt>
                      <c:pt idx="2">
                        <c:v>O.2: Re-structure Finance org to support scalable end-to-end process</c:v>
                      </c:pt>
                      <c:pt idx="3">
                        <c:v>FPA.1: Modern data platform, data domains &amp; data owners</c:v>
                      </c:pt>
                      <c:pt idx="4">
                        <c:v>RTR.2: Reduce manual prep for JEs through elimination/automation</c:v>
                      </c:pt>
                      <c:pt idx="5">
                        <c:v>CTC.2: Implement intelligent contract management </c:v>
                      </c:pt>
                      <c:pt idx="6">
                        <c:v>STP.1: Enhance purchase requisition / purchase order quality and timeliness</c:v>
                      </c:pt>
                      <c:pt idx="7">
                        <c:v>CTC.1: Determine standard contract templates / terms</c:v>
                      </c:pt>
                      <c:pt idx="8">
                        <c:v>RTR.1: Enhance quality of close data, reduce effort for reporting</c:v>
                      </c:pt>
                      <c:pt idx="9">
                        <c:v>O.4: Deploy self-service for vendor, customer &amp; employee inquiries</c:v>
                      </c:pt>
                    </c:strCache>
                  </c:strRef>
                </c15:cat>
              </c15:filteredCategoryTitle>
            </c:ext>
            <c:ext xmlns:c16="http://schemas.microsoft.com/office/drawing/2014/chart" uri="{C3380CC4-5D6E-409C-BE32-E72D297353CC}">
              <c16:uniqueId val="{0000000A-8387-4840-823B-1FA72344C48F}"/>
            </c:ext>
          </c:extLst>
        </c:ser>
        <c:dLbls>
          <c:showLegendKey val="0"/>
          <c:showVal val="0"/>
          <c:showCatName val="0"/>
          <c:showSerName val="0"/>
          <c:showPercent val="0"/>
          <c:showBubbleSize val="0"/>
        </c:dLbls>
        <c:gapWidth val="75"/>
        <c:axId val="1733323727"/>
        <c:axId val="1733324207"/>
      </c:barChart>
      <c:catAx>
        <c:axId val="1733323727"/>
        <c:scaling>
          <c:orientation val="maxMin"/>
        </c:scaling>
        <c:delete val="1"/>
        <c:axPos val="l"/>
        <c:numFmt formatCode="General" sourceLinked="1"/>
        <c:majorTickMark val="out"/>
        <c:minorTickMark val="none"/>
        <c:tickLblPos val="nextTo"/>
        <c:crossAx val="1733324207"/>
        <c:crosses val="autoZero"/>
        <c:auto val="1"/>
        <c:lblAlgn val="ctr"/>
        <c:lblOffset val="100"/>
        <c:noMultiLvlLbl val="0"/>
      </c:catAx>
      <c:valAx>
        <c:axId val="1733324207"/>
        <c:scaling>
          <c:orientation val="minMax"/>
          <c:max val="10"/>
        </c:scaling>
        <c:delete val="1"/>
        <c:axPos val="t"/>
        <c:numFmt formatCode="General" sourceLinked="1"/>
        <c:majorTickMark val="out"/>
        <c:minorTickMark val="none"/>
        <c:tickLblPos val="nextTo"/>
        <c:crossAx val="1733323727"/>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bg1">
                <a:lumMod val="75000"/>
              </a:schemeClr>
            </a:solidFill>
            <a:ln>
              <a:noFill/>
            </a:ln>
            <a:effectLst/>
          </c:spPr>
          <c:invertIfNegative val="0"/>
          <c:val>
            <c:numRef>
              <c:f>'[envestnet initative rankings.xlsx]Sheet1'!$I$4:$I$13</c:f>
              <c:numCache>
                <c:formatCode>General</c:formatCode>
                <c:ptCount val="10"/>
                <c:pt idx="0">
                  <c:v>9</c:v>
                </c:pt>
                <c:pt idx="1">
                  <c:v>10</c:v>
                </c:pt>
                <c:pt idx="2">
                  <c:v>6</c:v>
                </c:pt>
                <c:pt idx="3">
                  <c:v>2</c:v>
                </c:pt>
                <c:pt idx="4">
                  <c:v>7</c:v>
                </c:pt>
                <c:pt idx="5">
                  <c:v>3</c:v>
                </c:pt>
                <c:pt idx="6">
                  <c:v>8</c:v>
                </c:pt>
                <c:pt idx="7">
                  <c:v>1</c:v>
                </c:pt>
                <c:pt idx="8">
                  <c:v>5</c:v>
                </c:pt>
                <c:pt idx="9">
                  <c:v>4</c:v>
                </c:pt>
              </c:numCache>
            </c:numRef>
          </c:val>
          <c:extLst>
            <c:ext xmlns:c15="http://schemas.microsoft.com/office/drawing/2012/chart" uri="{02D57815-91ED-43cb-92C2-25804820EDAC}">
              <c15:filteredSeriesTitle>
                <c15:tx>
                  <c:strRef>
                    <c:extLst>
                      <c:ext uri="{02D57815-91ED-43cb-92C2-25804820EDAC}">
                        <c15:formulaRef>
                          <c15:sqref>'[envestnet initative rankings.xlsx]Sheet1'!$I$3</c15:sqref>
                        </c15:formulaRef>
                      </c:ext>
                    </c:extLst>
                    <c:strCache>
                      <c:ptCount val="1"/>
                      <c:pt idx="0">
                        <c:v>Feasibility</c:v>
                      </c:pt>
                    </c:strCache>
                  </c:strRef>
                </c15:tx>
              </c15:filteredSeriesTitle>
            </c:ext>
            <c:ext xmlns:c15="http://schemas.microsoft.com/office/drawing/2012/chart" uri="{02D57815-91ED-43cb-92C2-25804820EDAC}">
              <c15:filteredCategoryTitle>
                <c15:cat>
                  <c:strRef>
                    <c:extLst>
                      <c:ext uri="{02D57815-91ED-43cb-92C2-25804820EDAC}">
                        <c15:formulaRef>
                          <c15:sqref>'[envestnet initative rankings.xlsx]Sheet1'!$B$4:$B$13</c15:sqref>
                        </c15:formulaRef>
                      </c:ext>
                    </c:extLst>
                    <c:strCache>
                      <c:ptCount val="10"/>
                      <c:pt idx="0">
                        <c:v>O.3: Transform service delivery model to leverage offshore</c:v>
                      </c:pt>
                      <c:pt idx="1">
                        <c:v>O.1: Optimize internal controls and modify nature, timing and extent of testing</c:v>
                      </c:pt>
                      <c:pt idx="2">
                        <c:v>O.2: Re-structure Finance org to support scalable end-to-end process</c:v>
                      </c:pt>
                      <c:pt idx="3">
                        <c:v>FPA.1: Modern data platform, data domains &amp; data owners</c:v>
                      </c:pt>
                      <c:pt idx="4">
                        <c:v>RTR.2: Reduce manual prep for JEs through elimination/automation</c:v>
                      </c:pt>
                      <c:pt idx="5">
                        <c:v>CTC.2: Implement intelligent contract management </c:v>
                      </c:pt>
                      <c:pt idx="6">
                        <c:v>STP.1: Enhance purchase requisition / purchase order quality and timeliness</c:v>
                      </c:pt>
                      <c:pt idx="7">
                        <c:v>CTC.1: Determine standard contract templates / terms</c:v>
                      </c:pt>
                      <c:pt idx="8">
                        <c:v>RTR.1: Enhance quality of close data, reduce effort for reporting</c:v>
                      </c:pt>
                      <c:pt idx="9">
                        <c:v>O.4: Deploy self-service for vendor, customer &amp; employee inquiries</c:v>
                      </c:pt>
                    </c:strCache>
                  </c:strRef>
                </c15:cat>
              </c15:filteredCategoryTitle>
            </c:ext>
            <c:ext xmlns:c16="http://schemas.microsoft.com/office/drawing/2014/chart" uri="{C3380CC4-5D6E-409C-BE32-E72D297353CC}">
              <c16:uniqueId val="{00000000-436A-48D3-8385-C19842525F47}"/>
            </c:ext>
          </c:extLst>
        </c:ser>
        <c:dLbls>
          <c:showLegendKey val="0"/>
          <c:showVal val="0"/>
          <c:showCatName val="0"/>
          <c:showSerName val="0"/>
          <c:showPercent val="0"/>
          <c:showBubbleSize val="0"/>
        </c:dLbls>
        <c:gapWidth val="75"/>
        <c:axId val="1733323727"/>
        <c:axId val="1733324207"/>
      </c:barChart>
      <c:catAx>
        <c:axId val="1733323727"/>
        <c:scaling>
          <c:orientation val="maxMin"/>
        </c:scaling>
        <c:delete val="1"/>
        <c:axPos val="l"/>
        <c:numFmt formatCode="General" sourceLinked="1"/>
        <c:majorTickMark val="out"/>
        <c:minorTickMark val="none"/>
        <c:tickLblPos val="nextTo"/>
        <c:crossAx val="1733324207"/>
        <c:crosses val="autoZero"/>
        <c:auto val="1"/>
        <c:lblAlgn val="ctr"/>
        <c:lblOffset val="100"/>
        <c:noMultiLvlLbl val="0"/>
      </c:catAx>
      <c:valAx>
        <c:axId val="1733324207"/>
        <c:scaling>
          <c:orientation val="minMax"/>
          <c:max val="10"/>
        </c:scaling>
        <c:delete val="1"/>
        <c:axPos val="t"/>
        <c:numFmt formatCode="General" sourceLinked="1"/>
        <c:majorTickMark val="out"/>
        <c:minorTickMark val="none"/>
        <c:tickLblPos val="nextTo"/>
        <c:crossAx val="1733323727"/>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EE30_B611A196.xml><?xml version="1.0" encoding="utf-8"?>
<p188:cmLst xmlns:a="http://schemas.openxmlformats.org/drawingml/2006/main" xmlns:r="http://schemas.openxmlformats.org/officeDocument/2006/relationships" xmlns:p188="http://schemas.microsoft.com/office/powerpoint/2018/8/main">
  <p188:cm id="{5AC6917A-8DDB-43E6-B115-C30144FAE8E3}" authorId="{F12AF438-8C6B-960B-7B05-D5E5008112C1}" created="2025-08-22T09:02:31.793">
    <pc:sldMkLst xmlns:pc="http://schemas.microsoft.com/office/powerpoint/2013/main/command">
      <pc:docMk/>
      <pc:sldMk cId="3054608790" sldId="2147479088"/>
    </pc:sldMkLst>
    <p188:txBody>
      <a:bodyPr/>
      <a:lstStyle/>
      <a:p>
        <a:r>
          <a:rPr lang="en-IN"/>
          <a:t>[@Baldev Chopra] to find list of GDS project RTR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2AD77E-291A-4F78-AAF8-D921562820EE}" type="datetimeFigureOut">
              <a:rPr lang="en-IN" smtClean="0"/>
              <a:t>28-11-2025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5D1626-3820-4118-81B8-7D113FA8A8A3}" type="slidenum">
              <a:rPr lang="en-IN" smtClean="0"/>
              <a:t>‹#›</a:t>
            </a:fld>
            <a:endParaRPr lang="en-IN"/>
          </a:p>
        </p:txBody>
      </p:sp>
    </p:spTree>
    <p:extLst>
      <p:ext uri="{BB962C8B-B14F-4D97-AF65-F5344CB8AC3E}">
        <p14:creationId xmlns:p14="http://schemas.microsoft.com/office/powerpoint/2010/main" val="2970960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2.jpe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5.svg"/><Relationship Id="rId2" Type="http://schemas.openxmlformats.org/officeDocument/2006/relationships/slideMaster" Target="../slideMasters/slideMaster2.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7.png"/><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2.xml"/><Relationship Id="rId1" Type="http://schemas.openxmlformats.org/officeDocument/2006/relationships/tags" Target="../tags/tag36.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2.xml"/><Relationship Id="rId1" Type="http://schemas.openxmlformats.org/officeDocument/2006/relationships/tags" Target="../tags/tag38.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2.xml"/><Relationship Id="rId1" Type="http://schemas.openxmlformats.org/officeDocument/2006/relationships/tags" Target="../tags/tag40.xml"/><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2.xml"/><Relationship Id="rId1" Type="http://schemas.openxmlformats.org/officeDocument/2006/relationships/tags" Target="../tags/tag43.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2.xml"/><Relationship Id="rId1" Type="http://schemas.openxmlformats.org/officeDocument/2006/relationships/tags" Target="../tags/tag44.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2.xml"/><Relationship Id="rId1" Type="http://schemas.openxmlformats.org/officeDocument/2006/relationships/tags" Target="../tags/tag45.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2.xml"/><Relationship Id="rId1" Type="http://schemas.openxmlformats.org/officeDocument/2006/relationships/tags" Target="../tags/tag46.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2.xml"/><Relationship Id="rId1" Type="http://schemas.openxmlformats.org/officeDocument/2006/relationships/tags" Target="../tags/tag48.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2.xml"/><Relationship Id="rId1" Type="http://schemas.openxmlformats.org/officeDocument/2006/relationships/tags" Target="../tags/tag49.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1.jpe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6.xml"/><Relationship Id="rId4" Type="http://schemas.openxmlformats.org/officeDocument/2006/relationships/image" Target="../media/image33.svg"/></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7.xml"/><Relationship Id="rId4" Type="http://schemas.openxmlformats.org/officeDocument/2006/relationships/image" Target="../media/image33.svg"/></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1.jpeg"/><Relationship Id="rId1" Type="http://schemas.openxmlformats.org/officeDocument/2006/relationships/slideMaster" Target="../slideMasters/slideMaster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2.jpeg"/><Relationship Id="rId1" Type="http://schemas.openxmlformats.org/officeDocument/2006/relationships/slideMaster" Target="../slideMasters/slideMaster7.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33.sv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3.jpeg"/><Relationship Id="rId1" Type="http://schemas.openxmlformats.org/officeDocument/2006/relationships/slideMaster" Target="../slideMasters/slideMaster7.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51.sv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0.jpeg"/><Relationship Id="rId1" Type="http://schemas.openxmlformats.org/officeDocument/2006/relationships/slideMaster" Target="../slideMasters/slideMaster7.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33.sv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8.jpeg"/><Relationship Id="rId1" Type="http://schemas.openxmlformats.org/officeDocument/2006/relationships/slideMaster" Target="../slideMasters/slideMaster7.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51.sv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9.jpeg"/><Relationship Id="rId1" Type="http://schemas.openxmlformats.org/officeDocument/2006/relationships/slideMaster" Target="../slideMasters/slideMaster7.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53.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56.xml"/></Relationships>
</file>

<file path=ppt/slideLayouts/_rels/slideLayout202.xml.rels><?xml version="1.0" encoding="UTF-8" standalone="yes"?>
<Relationships xmlns="http://schemas.openxmlformats.org/package/2006/relationships"><Relationship Id="rId8" Type="http://schemas.openxmlformats.org/officeDocument/2006/relationships/slideMaster" Target="../slideMasters/slideMaster7.xml"/><Relationship Id="rId3" Type="http://schemas.openxmlformats.org/officeDocument/2006/relationships/tags" Target="../tags/tag59.xml"/><Relationship Id="rId7" Type="http://schemas.openxmlformats.org/officeDocument/2006/relationships/tags" Target="../tags/tag63.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5" Type="http://schemas.openxmlformats.org/officeDocument/2006/relationships/tags" Target="../tags/tag61.xml"/><Relationship Id="rId10" Type="http://schemas.openxmlformats.org/officeDocument/2006/relationships/image" Target="../media/image54.emf"/><Relationship Id="rId4" Type="http://schemas.openxmlformats.org/officeDocument/2006/relationships/tags" Target="../tags/tag60.xml"/><Relationship Id="rId9" Type="http://schemas.openxmlformats.org/officeDocument/2006/relationships/oleObject" Target="../embeddings/oleObject56.bin"/></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8.xml"/><Relationship Id="rId4" Type="http://schemas.openxmlformats.org/officeDocument/2006/relationships/image" Target="../media/image33.svg"/></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8.xml"/><Relationship Id="rId4" Type="http://schemas.openxmlformats.org/officeDocument/2006/relationships/image" Target="../media/image33.svg"/></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8" Type="http://schemas.openxmlformats.org/officeDocument/2006/relationships/slideMaster" Target="../slideMasters/slideMaster8.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10" Type="http://schemas.openxmlformats.org/officeDocument/2006/relationships/image" Target="../media/image54.emf"/><Relationship Id="rId4" Type="http://schemas.openxmlformats.org/officeDocument/2006/relationships/tags" Target="../tags/tag68.xml"/><Relationship Id="rId9" Type="http://schemas.openxmlformats.org/officeDocument/2006/relationships/oleObject" Target="../embeddings/oleObject56.bin"/></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p>
            <a:fld id="{038DE088-7949-4121-A548-A840AD88F10E}" type="datetime1">
              <a:rPr lang="en-US" smtClean="0"/>
              <a:t>11/28/2025</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p>
            <a:fld id="{F1BC30E3-FFE5-4B91-AA19-87A149EBB9EE}" type="slidenum">
              <a:rPr lang="en-GB" smtClean="0"/>
              <a:pPr/>
              <a:t>‹#›</a:t>
            </a:fld>
            <a:endParaRPr lang="en-GB"/>
          </a:p>
        </p:txBody>
      </p:sp>
      <p:sp>
        <p:nvSpPr>
          <p:cNvPr id="3" name="Highlight line 1">
            <a:extLst>
              <a:ext uri="{FF2B5EF4-FFF2-40B4-BE49-F238E27FC236}">
                <a16:creationId xmlns:a16="http://schemas.microsoft.com/office/drawing/2014/main" id="{67D32DCB-72F6-BC64-6A9F-4F444D870309}"/>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1114284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69"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Highlight line 1">
            <a:extLst>
              <a:ext uri="{FF2B5EF4-FFF2-40B4-BE49-F238E27FC236}">
                <a16:creationId xmlns:a16="http://schemas.microsoft.com/office/drawing/2014/main" id="{3BFD9291-7C93-C8C3-E865-14F1ED772B4B}"/>
              </a:ext>
            </a:extLst>
          </p:cNvPr>
          <p:cNvSpPr>
            <a:spLocks noGrp="1"/>
          </p:cNvSpPr>
          <p:nvPr>
            <p:ph type="dgm" sz="quarter" idx="17"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4221841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8"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0355038-5452-44CA-8445-EE36CD4FEB71}" type="datetime1">
              <a:rPr lang="en-US" smtClean="0"/>
              <a:t>11/28/2025</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2" name="Highlight line 1">
            <a:extLst>
              <a:ext uri="{FF2B5EF4-FFF2-40B4-BE49-F238E27FC236}">
                <a16:creationId xmlns:a16="http://schemas.microsoft.com/office/drawing/2014/main" id="{E5CC5342-66A4-BF03-2DC2-BB34A77EA402}"/>
              </a:ext>
            </a:extLst>
          </p:cNvPr>
          <p:cNvSpPr>
            <a:spLocks noGrp="1"/>
          </p:cNvSpPr>
          <p:nvPr>
            <p:ph type="dgm" sz="quarter" idx="15"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194864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372"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221"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162B249C-12B8-4D37-9258-0DDB5513ABCB}" type="datetime1">
              <a:rPr lang="en-US" smtClean="0"/>
              <a:t>11/28/2025</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070"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Highlight line 1">
            <a:extLst>
              <a:ext uri="{FF2B5EF4-FFF2-40B4-BE49-F238E27FC236}">
                <a16:creationId xmlns:a16="http://schemas.microsoft.com/office/drawing/2014/main" id="{D8436614-E485-73D8-1866-645F4E1B657B}"/>
              </a:ext>
            </a:extLst>
          </p:cNvPr>
          <p:cNvSpPr>
            <a:spLocks noGrp="1"/>
          </p:cNvSpPr>
          <p:nvPr>
            <p:ph type="dgm" sz="quarter" idx="16"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3243467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455"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388"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6F9F8BDC-3DB0-46F9-BDF0-F86151EB8B12}" type="datetime1">
              <a:rPr lang="en-US" smtClean="0"/>
              <a:t>11/28/2025</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321"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1">
            <a:extLst>
              <a:ext uri="{FF2B5EF4-FFF2-40B4-BE49-F238E27FC236}">
                <a16:creationId xmlns:a16="http://schemas.microsoft.com/office/drawing/2014/main" id="{A0091EC5-9CD6-B52C-F192-1D28C197D5EB}"/>
              </a:ext>
            </a:extLst>
          </p:cNvPr>
          <p:cNvSpPr>
            <a:spLocks noGrp="1"/>
          </p:cNvSpPr>
          <p:nvPr>
            <p:ph idx="16"/>
          </p:nvPr>
        </p:nvSpPr>
        <p:spPr>
          <a:xfrm>
            <a:off x="485523"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BF5F74F9-864E-3DD7-6291-763A9D830F2E}"/>
              </a:ext>
            </a:extLst>
          </p:cNvPr>
          <p:cNvSpPr>
            <a:spLocks noGrp="1"/>
          </p:cNvSpPr>
          <p:nvPr>
            <p:ph idx="17"/>
          </p:nvPr>
        </p:nvSpPr>
        <p:spPr>
          <a:xfrm>
            <a:off x="3377372"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ontent Placeholder 3">
            <a:extLst>
              <a:ext uri="{FF2B5EF4-FFF2-40B4-BE49-F238E27FC236}">
                <a16:creationId xmlns:a16="http://schemas.microsoft.com/office/drawing/2014/main" id="{4EC6B6C9-6D62-F36C-8404-9E032EF106E3}"/>
              </a:ext>
            </a:extLst>
          </p:cNvPr>
          <p:cNvSpPr>
            <a:spLocks noGrp="1"/>
          </p:cNvSpPr>
          <p:nvPr>
            <p:ph idx="18"/>
          </p:nvPr>
        </p:nvSpPr>
        <p:spPr>
          <a:xfrm>
            <a:off x="6269221"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Content Placeholder 3">
            <a:extLst>
              <a:ext uri="{FF2B5EF4-FFF2-40B4-BE49-F238E27FC236}">
                <a16:creationId xmlns:a16="http://schemas.microsoft.com/office/drawing/2014/main" id="{D7F9E8A1-A5A0-CC6C-3FD8-D24AC966E14B}"/>
              </a:ext>
            </a:extLst>
          </p:cNvPr>
          <p:cNvSpPr>
            <a:spLocks noGrp="1"/>
          </p:cNvSpPr>
          <p:nvPr>
            <p:ph idx="19"/>
          </p:nvPr>
        </p:nvSpPr>
        <p:spPr>
          <a:xfrm>
            <a:off x="9161070"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Highlight line 1">
            <a:extLst>
              <a:ext uri="{FF2B5EF4-FFF2-40B4-BE49-F238E27FC236}">
                <a16:creationId xmlns:a16="http://schemas.microsoft.com/office/drawing/2014/main" id="{B4B85666-74E6-3B59-B428-DA6F69438EFB}"/>
              </a:ext>
            </a:extLst>
          </p:cNvPr>
          <p:cNvSpPr>
            <a:spLocks noGrp="1"/>
          </p:cNvSpPr>
          <p:nvPr>
            <p:ph type="dgm" sz="quarter" idx="20" hasCustomPrompt="1"/>
          </p:nvPr>
        </p:nvSpPr>
        <p:spPr>
          <a:xfrm>
            <a:off x="485775"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a:t> </a:t>
            </a:r>
          </a:p>
        </p:txBody>
      </p:sp>
    </p:spTree>
    <p:extLst>
      <p:ext uri="{BB962C8B-B14F-4D97-AF65-F5344CB8AC3E}">
        <p14:creationId xmlns:p14="http://schemas.microsoft.com/office/powerpoint/2010/main" val="1029310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a:xfrm>
            <a:off x="485521"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a:t>Only one highlight line should appear. Delete the other two lines.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3AE552F-8217-4A2E-ABFA-758C455837B0}" type="datetime1">
              <a:rPr lang="en-US" smtClean="0"/>
              <a:t>11/28/2025</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a:t> </a:t>
            </a:r>
          </a:p>
        </p:txBody>
      </p:sp>
      <p:sp>
        <p:nvSpPr>
          <p:cNvPr id="3" name="Title 2">
            <a:extLst>
              <a:ext uri="{FF2B5EF4-FFF2-40B4-BE49-F238E27FC236}">
                <a16:creationId xmlns:a16="http://schemas.microsoft.com/office/drawing/2014/main" id="{861D1C9E-8438-3A10-53E8-497704D4A0E4}"/>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Tree>
    <p:extLst>
      <p:ext uri="{BB962C8B-B14F-4D97-AF65-F5344CB8AC3E}">
        <p14:creationId xmlns:p14="http://schemas.microsoft.com/office/powerpoint/2010/main" val="2823653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24549893-2D20-4D84-8C55-6DA4425304BB}" type="datetime1">
              <a:rPr lang="en-US" smtClean="0"/>
              <a:t>11/28/2025</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1411287"/>
            <a:ext cx="5610479" cy="4638673"/>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endParaRPr lang="en-US"/>
          </a:p>
        </p:txBody>
      </p:sp>
      <p:sp>
        <p:nvSpPr>
          <p:cNvPr id="2" name="Title 1">
            <a:extLst>
              <a:ext uri="{FF2B5EF4-FFF2-40B4-BE49-F238E27FC236}">
                <a16:creationId xmlns:a16="http://schemas.microsoft.com/office/drawing/2014/main" id="{9B88C567-2561-2AD2-63FE-0886450DCC49}"/>
              </a:ext>
            </a:extLst>
          </p:cNvPr>
          <p:cNvSpPr>
            <a:spLocks noGrp="1"/>
          </p:cNvSpPr>
          <p:nvPr>
            <p:ph type="title"/>
          </p:nvPr>
        </p:nvSpPr>
        <p:spPr>
          <a:xfrm>
            <a:off x="485523" y="382588"/>
            <a:ext cx="5610477" cy="638175"/>
          </a:xfrm>
        </p:spPr>
        <p:txBody>
          <a:bodyPr/>
          <a:lstStyle/>
          <a:p>
            <a:r>
              <a:rPr lang="en-GB"/>
              <a:t>Click to edit Master title style</a:t>
            </a:r>
            <a:endParaRPr lang="en-US"/>
          </a:p>
        </p:txBody>
      </p:sp>
      <p:sp>
        <p:nvSpPr>
          <p:cNvPr id="13" name="SmartArt Placeholder 13">
            <a:extLst>
              <a:ext uri="{FF2B5EF4-FFF2-40B4-BE49-F238E27FC236}">
                <a16:creationId xmlns:a16="http://schemas.microsoft.com/office/drawing/2014/main" id="{36E374FE-EF38-20ED-2BF5-CB693F717A11}"/>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a:t> </a:t>
            </a:r>
          </a:p>
        </p:txBody>
      </p:sp>
      <p:sp>
        <p:nvSpPr>
          <p:cNvPr id="14" name="SmartArt Placeholder 14">
            <a:extLst>
              <a:ext uri="{FF2B5EF4-FFF2-40B4-BE49-F238E27FC236}">
                <a16:creationId xmlns:a16="http://schemas.microsoft.com/office/drawing/2014/main" id="{E7A756FE-60E8-9B30-EBA2-BFCA0731818E}"/>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a:t> </a:t>
            </a:r>
          </a:p>
        </p:txBody>
      </p:sp>
    </p:spTree>
    <p:extLst>
      <p:ext uri="{BB962C8B-B14F-4D97-AF65-F5344CB8AC3E}">
        <p14:creationId xmlns:p14="http://schemas.microsoft.com/office/powerpoint/2010/main" val="516420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92CCA7CB-6758-4116-9FAD-05370328B49A}" type="datetime1">
              <a:rPr lang="en-US" smtClean="0"/>
              <a:t>11/28/2025</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8389938" y="0"/>
            <a:ext cx="3802061"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4311524"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a:extLst>
              <a:ext uri="{FF2B5EF4-FFF2-40B4-BE49-F238E27FC236}">
                <a16:creationId xmlns:a16="http://schemas.microsoft.com/office/drawing/2014/main" id="{79361665-A619-0AEE-E8F0-5711C7980200}"/>
              </a:ext>
            </a:extLst>
          </p:cNvPr>
          <p:cNvSpPr>
            <a:spLocks noGrp="1"/>
          </p:cNvSpPr>
          <p:nvPr>
            <p:ph type="title"/>
          </p:nvPr>
        </p:nvSpPr>
        <p:spPr>
          <a:xfrm>
            <a:off x="485523" y="382588"/>
            <a:ext cx="7394953" cy="638175"/>
          </a:xfrm>
        </p:spPr>
        <p:txBody>
          <a:bodyPr/>
          <a:lstStyle/>
          <a:p>
            <a:r>
              <a:rPr lang="en-GB"/>
              <a:t>Click to edit Master title style</a:t>
            </a:r>
            <a:endParaRPr lang="en-US"/>
          </a:p>
        </p:txBody>
      </p:sp>
      <p:sp>
        <p:nvSpPr>
          <p:cNvPr id="13" name="SmartArt Placeholder 13">
            <a:extLst>
              <a:ext uri="{FF2B5EF4-FFF2-40B4-BE49-F238E27FC236}">
                <a16:creationId xmlns:a16="http://schemas.microsoft.com/office/drawing/2014/main" id="{4810EDA4-155A-A258-0118-EFE8D82F818C}"/>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a:t> </a:t>
            </a:r>
          </a:p>
        </p:txBody>
      </p:sp>
      <p:sp>
        <p:nvSpPr>
          <p:cNvPr id="14" name="SmartArt Placeholder 14">
            <a:extLst>
              <a:ext uri="{FF2B5EF4-FFF2-40B4-BE49-F238E27FC236}">
                <a16:creationId xmlns:a16="http://schemas.microsoft.com/office/drawing/2014/main" id="{FDFC33E0-8D2C-02F1-3F63-6C8E60CA183B}"/>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a:t> </a:t>
            </a:r>
          </a:p>
        </p:txBody>
      </p:sp>
    </p:spTree>
    <p:extLst>
      <p:ext uri="{BB962C8B-B14F-4D97-AF65-F5344CB8AC3E}">
        <p14:creationId xmlns:p14="http://schemas.microsoft.com/office/powerpoint/2010/main" val="3922040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hree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02FF8B22-1840-4A49-8C89-591CF2DB1B0A}" type="datetime1">
              <a:rPr lang="en-US" smtClean="0"/>
              <a:t>11/28/2025</a:t>
            </a:fld>
            <a:endParaRPr lang="en-US"/>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254977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9155113" y="0"/>
            <a:ext cx="3036886"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329088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2">
            <a:extLst>
              <a:ext uri="{FF2B5EF4-FFF2-40B4-BE49-F238E27FC236}">
                <a16:creationId xmlns:a16="http://schemas.microsoft.com/office/drawing/2014/main" id="{E8468690-9C07-32F0-8029-E127A361B770}"/>
              </a:ext>
            </a:extLst>
          </p:cNvPr>
          <p:cNvSpPr>
            <a:spLocks noGrp="1"/>
          </p:cNvSpPr>
          <p:nvPr>
            <p:ph idx="31"/>
          </p:nvPr>
        </p:nvSpPr>
        <p:spPr>
          <a:xfrm>
            <a:off x="611790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a:extLst>
              <a:ext uri="{FF2B5EF4-FFF2-40B4-BE49-F238E27FC236}">
                <a16:creationId xmlns:a16="http://schemas.microsoft.com/office/drawing/2014/main" id="{34452E42-0F44-3CC2-78EC-9EE78A1B18DF}"/>
              </a:ext>
            </a:extLst>
          </p:cNvPr>
          <p:cNvSpPr>
            <a:spLocks noGrp="1"/>
          </p:cNvSpPr>
          <p:nvPr>
            <p:ph type="title"/>
          </p:nvPr>
        </p:nvSpPr>
        <p:spPr>
          <a:xfrm>
            <a:off x="485524" y="382588"/>
            <a:ext cx="8181910" cy="638175"/>
          </a:xfrm>
        </p:spPr>
        <p:txBody>
          <a:bodyPr/>
          <a:lstStyle/>
          <a:p>
            <a:r>
              <a:rPr lang="en-GB"/>
              <a:t>Click to edit Master title style</a:t>
            </a:r>
            <a:endParaRPr lang="en-US"/>
          </a:p>
        </p:txBody>
      </p:sp>
      <p:sp>
        <p:nvSpPr>
          <p:cNvPr id="14" name="SmartArt Placeholder 13">
            <a:extLst>
              <a:ext uri="{FF2B5EF4-FFF2-40B4-BE49-F238E27FC236}">
                <a16:creationId xmlns:a16="http://schemas.microsoft.com/office/drawing/2014/main" id="{CDF6C7E5-B2CD-8A12-144D-E84B4B13BBE5}"/>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a:t> </a:t>
            </a:r>
          </a:p>
        </p:txBody>
      </p:sp>
      <p:sp>
        <p:nvSpPr>
          <p:cNvPr id="15" name="SmartArt Placeholder 14">
            <a:extLst>
              <a:ext uri="{FF2B5EF4-FFF2-40B4-BE49-F238E27FC236}">
                <a16:creationId xmlns:a16="http://schemas.microsoft.com/office/drawing/2014/main" id="{9E0B55F5-4343-46A7-2F1A-1F8478175303}"/>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a:t> </a:t>
            </a:r>
          </a:p>
        </p:txBody>
      </p:sp>
    </p:spTree>
    <p:extLst>
      <p:ext uri="{BB962C8B-B14F-4D97-AF65-F5344CB8AC3E}">
        <p14:creationId xmlns:p14="http://schemas.microsoft.com/office/powerpoint/2010/main" val="3694664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007C522A-56EA-4B9F-A2C2-8A162AEBB0F4}" type="datetime1">
              <a:rPr lang="en-US" smtClean="0"/>
              <a:t>11/28/2025</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GB"/>
              <a:t>Click icon to add media</a:t>
            </a:r>
            <a:endParaRPr lang="en-US"/>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4107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2400AF54-D6FD-4FD7-8686-DE6944851317}" type="datetime1">
              <a:rPr lang="en-US" smtClean="0"/>
              <a:t>11/28/2025</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661"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661"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79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799"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936"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a:t>Name</a:t>
            </a:r>
            <a:endParaRPr lang="en-US"/>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937" y="5243516"/>
            <a:ext cx="2545200" cy="276999"/>
          </a:xfrm>
        </p:spPr>
        <p:txBody>
          <a:bodyPr wrap="square">
            <a:spAutoFit/>
          </a:bodyPr>
          <a:lstStyle>
            <a:lvl1pPr marL="0" indent="0">
              <a:buNone/>
              <a:defRPr sz="1800" b="0" i="0">
                <a:solidFill>
                  <a:schemeClr val="bg1"/>
                </a:solidFill>
                <a:latin typeface="+mn-lt"/>
              </a:defRPr>
            </a:lvl1pPr>
          </a:lstStyle>
          <a:p>
            <a:pPr lvl="0"/>
            <a:r>
              <a:rPr lang="en-GB"/>
              <a:t>Job title</a:t>
            </a:r>
            <a:endParaRPr lang="en-US"/>
          </a:p>
        </p:txBody>
      </p:sp>
      <p:sp>
        <p:nvSpPr>
          <p:cNvPr id="14" name="Picture Placeholder 12">
            <a:extLst>
              <a:ext uri="{FF2B5EF4-FFF2-40B4-BE49-F238E27FC236}">
                <a16:creationId xmlns:a16="http://schemas.microsoft.com/office/drawing/2014/main" id="{47795BA7-FED2-3A4E-668F-CA4916635AFA}"/>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GB"/>
              <a:t>Click icon to add picture</a:t>
            </a:r>
            <a:endParaRPr lang="en-US"/>
          </a:p>
        </p:txBody>
      </p:sp>
      <p:sp>
        <p:nvSpPr>
          <p:cNvPr id="15" name="Picture Placeholder 12">
            <a:extLst>
              <a:ext uri="{FF2B5EF4-FFF2-40B4-BE49-F238E27FC236}">
                <a16:creationId xmlns:a16="http://schemas.microsoft.com/office/drawing/2014/main" id="{AF8E8AE1-116F-1D7C-AFB6-535FEA2ADD7B}"/>
              </a:ext>
            </a:extLst>
          </p:cNvPr>
          <p:cNvSpPr>
            <a:spLocks noGrp="1"/>
          </p:cNvSpPr>
          <p:nvPr>
            <p:ph type="pic" sz="quarter" idx="18"/>
          </p:nvPr>
        </p:nvSpPr>
        <p:spPr>
          <a:xfrm>
            <a:off x="3380461" y="1693850"/>
            <a:ext cx="2541600" cy="2541600"/>
          </a:xfrm>
          <a:prstGeom prst="ellipse">
            <a:avLst/>
          </a:prstGeom>
        </p:spPr>
        <p:txBody>
          <a:bodyPr anchor="ctr"/>
          <a:lstStyle>
            <a:lvl1pPr marL="0" indent="0" algn="ctr">
              <a:buNone/>
              <a:defRPr/>
            </a:lvl1pPr>
          </a:lstStyle>
          <a:p>
            <a:r>
              <a:rPr lang="en-GB"/>
              <a:t>Click icon to add picture</a:t>
            </a:r>
            <a:endParaRPr lang="en-US"/>
          </a:p>
        </p:txBody>
      </p:sp>
      <p:sp>
        <p:nvSpPr>
          <p:cNvPr id="16" name="Picture Placeholder 12">
            <a:extLst>
              <a:ext uri="{FF2B5EF4-FFF2-40B4-BE49-F238E27FC236}">
                <a16:creationId xmlns:a16="http://schemas.microsoft.com/office/drawing/2014/main" id="{34B1E875-44CC-11CC-E72A-001D464384F8}"/>
              </a:ext>
            </a:extLst>
          </p:cNvPr>
          <p:cNvSpPr>
            <a:spLocks noGrp="1"/>
          </p:cNvSpPr>
          <p:nvPr>
            <p:ph type="pic" sz="quarter" idx="21"/>
          </p:nvPr>
        </p:nvSpPr>
        <p:spPr>
          <a:xfrm>
            <a:off x="6273598" y="1693850"/>
            <a:ext cx="2541600" cy="2541600"/>
          </a:xfrm>
          <a:prstGeom prst="ellipse">
            <a:avLst/>
          </a:prstGeom>
        </p:spPr>
        <p:txBody>
          <a:bodyPr anchor="ctr"/>
          <a:lstStyle>
            <a:lvl1pPr marL="0" indent="0" algn="ctr">
              <a:buNone/>
              <a:defRPr/>
            </a:lvl1pPr>
          </a:lstStyle>
          <a:p>
            <a:r>
              <a:rPr lang="en-GB"/>
              <a:t>Click icon to add picture</a:t>
            </a:r>
            <a:endParaRPr lang="en-US"/>
          </a:p>
        </p:txBody>
      </p:sp>
      <p:sp>
        <p:nvSpPr>
          <p:cNvPr id="17" name="Picture Placeholder 12">
            <a:extLst>
              <a:ext uri="{FF2B5EF4-FFF2-40B4-BE49-F238E27FC236}">
                <a16:creationId xmlns:a16="http://schemas.microsoft.com/office/drawing/2014/main" id="{8D314131-1577-B46C-596B-C2AD516D1E6E}"/>
              </a:ext>
            </a:extLst>
          </p:cNvPr>
          <p:cNvSpPr>
            <a:spLocks noGrp="1"/>
          </p:cNvSpPr>
          <p:nvPr>
            <p:ph type="pic" sz="quarter" idx="24"/>
          </p:nvPr>
        </p:nvSpPr>
        <p:spPr>
          <a:xfrm>
            <a:off x="9166736" y="1693850"/>
            <a:ext cx="2541600" cy="2541600"/>
          </a:xfrm>
          <a:prstGeom prst="ellipse">
            <a:avLst/>
          </a:prstGeom>
        </p:spPr>
        <p:txBody>
          <a:bodyPr anchor="ctr"/>
          <a:lstStyle>
            <a:lvl1pPr marL="0" indent="0" algn="ctr">
              <a:buNone/>
              <a:defRPr/>
            </a:lvl1pPr>
          </a:lstStyle>
          <a:p>
            <a:r>
              <a:rPr lang="en-GB"/>
              <a:t>Click icon to add picture</a:t>
            </a:r>
            <a:endParaRPr lang="en-US"/>
          </a:p>
        </p:txBody>
      </p:sp>
    </p:spTree>
    <p:extLst>
      <p:ext uri="{BB962C8B-B14F-4D97-AF65-F5344CB8AC3E}">
        <p14:creationId xmlns:p14="http://schemas.microsoft.com/office/powerpoint/2010/main" val="3569563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C10AC89D-D999-4005-9D6D-164B5346918E}" type="datetime1">
              <a:rPr lang="en-US" smtClean="0"/>
              <a:t>11/28/2025</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4" name="Text Placeholder 9">
            <a:extLst>
              <a:ext uri="{FF2B5EF4-FFF2-40B4-BE49-F238E27FC236}">
                <a16:creationId xmlns:a16="http://schemas.microsoft.com/office/drawing/2014/main" id="{1B7BC80A-0B74-DD25-90D5-7D9F71589678}"/>
              </a:ext>
            </a:extLst>
          </p:cNvPr>
          <p:cNvSpPr>
            <a:spLocks noGrp="1"/>
          </p:cNvSpPr>
          <p:nvPr>
            <p:ph type="body" sz="quarter" idx="13" hasCustomPrompt="1"/>
          </p:nvPr>
        </p:nvSpPr>
        <p:spPr>
          <a:xfrm>
            <a:off x="1507923"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15" name="Text Placeholder 9">
            <a:extLst>
              <a:ext uri="{FF2B5EF4-FFF2-40B4-BE49-F238E27FC236}">
                <a16:creationId xmlns:a16="http://schemas.microsoft.com/office/drawing/2014/main" id="{6F5E5E41-09E4-029C-0E75-C9B547EC8A03}"/>
              </a:ext>
            </a:extLst>
          </p:cNvPr>
          <p:cNvSpPr>
            <a:spLocks noGrp="1"/>
          </p:cNvSpPr>
          <p:nvPr>
            <p:ph type="body" sz="quarter" idx="14" hasCustomPrompt="1"/>
          </p:nvPr>
        </p:nvSpPr>
        <p:spPr>
          <a:xfrm>
            <a:off x="1507923"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16" name="Picture Placeholder 12">
            <a:extLst>
              <a:ext uri="{FF2B5EF4-FFF2-40B4-BE49-F238E27FC236}">
                <a16:creationId xmlns:a16="http://schemas.microsoft.com/office/drawing/2014/main" id="{1A34F1E0-A87C-7178-6538-22253973A914}"/>
              </a:ext>
            </a:extLst>
          </p:cNvPr>
          <p:cNvSpPr>
            <a:spLocks noGrp="1"/>
          </p:cNvSpPr>
          <p:nvPr>
            <p:ph type="pic" sz="quarter" idx="15" hasCustomPrompt="1"/>
          </p:nvPr>
        </p:nvSpPr>
        <p:spPr>
          <a:xfrm>
            <a:off x="485523"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17" name="Text Placeholder 9">
            <a:extLst>
              <a:ext uri="{FF2B5EF4-FFF2-40B4-BE49-F238E27FC236}">
                <a16:creationId xmlns:a16="http://schemas.microsoft.com/office/drawing/2014/main" id="{474E37A4-57E6-2CDF-2A5F-3C554861B75B}"/>
              </a:ext>
            </a:extLst>
          </p:cNvPr>
          <p:cNvSpPr>
            <a:spLocks noGrp="1"/>
          </p:cNvSpPr>
          <p:nvPr>
            <p:ph type="body" sz="quarter" idx="25" hasCustomPrompt="1"/>
          </p:nvPr>
        </p:nvSpPr>
        <p:spPr>
          <a:xfrm>
            <a:off x="485523"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a:t>Team name</a:t>
            </a:r>
            <a:endParaRPr lang="en-US"/>
          </a:p>
        </p:txBody>
      </p:sp>
      <p:sp>
        <p:nvSpPr>
          <p:cNvPr id="18" name="Text Placeholder 9">
            <a:extLst>
              <a:ext uri="{FF2B5EF4-FFF2-40B4-BE49-F238E27FC236}">
                <a16:creationId xmlns:a16="http://schemas.microsoft.com/office/drawing/2014/main" id="{8116B2E5-B73A-D121-0F3D-AD18A29831EB}"/>
              </a:ext>
            </a:extLst>
          </p:cNvPr>
          <p:cNvSpPr>
            <a:spLocks noGrp="1"/>
          </p:cNvSpPr>
          <p:nvPr>
            <p:ph type="body" sz="quarter" idx="26" hasCustomPrompt="1"/>
          </p:nvPr>
        </p:nvSpPr>
        <p:spPr>
          <a:xfrm>
            <a:off x="1507923"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19" name="Text Placeholder 9">
            <a:extLst>
              <a:ext uri="{FF2B5EF4-FFF2-40B4-BE49-F238E27FC236}">
                <a16:creationId xmlns:a16="http://schemas.microsoft.com/office/drawing/2014/main" id="{EEB861F1-1DCD-AC14-72C5-74E3CBEDCC66}"/>
              </a:ext>
            </a:extLst>
          </p:cNvPr>
          <p:cNvSpPr>
            <a:spLocks noGrp="1"/>
          </p:cNvSpPr>
          <p:nvPr>
            <p:ph type="body" sz="quarter" idx="27" hasCustomPrompt="1"/>
          </p:nvPr>
        </p:nvSpPr>
        <p:spPr>
          <a:xfrm>
            <a:off x="1507923"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20" name="Picture Placeholder 12">
            <a:extLst>
              <a:ext uri="{FF2B5EF4-FFF2-40B4-BE49-F238E27FC236}">
                <a16:creationId xmlns:a16="http://schemas.microsoft.com/office/drawing/2014/main" id="{2AD0FA3F-F163-4A05-299B-BC661CE2D5AA}"/>
              </a:ext>
            </a:extLst>
          </p:cNvPr>
          <p:cNvSpPr>
            <a:spLocks noGrp="1"/>
          </p:cNvSpPr>
          <p:nvPr>
            <p:ph type="pic" sz="quarter" idx="28" hasCustomPrompt="1"/>
          </p:nvPr>
        </p:nvSpPr>
        <p:spPr>
          <a:xfrm>
            <a:off x="485523"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21" name="Text Placeholder 9">
            <a:extLst>
              <a:ext uri="{FF2B5EF4-FFF2-40B4-BE49-F238E27FC236}">
                <a16:creationId xmlns:a16="http://schemas.microsoft.com/office/drawing/2014/main" id="{E5857066-46A9-72C9-EBC1-46A671B0000D}"/>
              </a:ext>
            </a:extLst>
          </p:cNvPr>
          <p:cNvSpPr>
            <a:spLocks noGrp="1"/>
          </p:cNvSpPr>
          <p:nvPr>
            <p:ph type="body" sz="quarter" idx="29" hasCustomPrompt="1"/>
          </p:nvPr>
        </p:nvSpPr>
        <p:spPr>
          <a:xfrm>
            <a:off x="1507923"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22" name="Text Placeholder 9">
            <a:extLst>
              <a:ext uri="{FF2B5EF4-FFF2-40B4-BE49-F238E27FC236}">
                <a16:creationId xmlns:a16="http://schemas.microsoft.com/office/drawing/2014/main" id="{018DCA9A-F508-544F-26AE-564194DADCBA}"/>
              </a:ext>
            </a:extLst>
          </p:cNvPr>
          <p:cNvSpPr>
            <a:spLocks noGrp="1"/>
          </p:cNvSpPr>
          <p:nvPr>
            <p:ph type="body" sz="quarter" idx="30" hasCustomPrompt="1"/>
          </p:nvPr>
        </p:nvSpPr>
        <p:spPr>
          <a:xfrm>
            <a:off x="1507923"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27" name="Picture Placeholder 12">
            <a:extLst>
              <a:ext uri="{FF2B5EF4-FFF2-40B4-BE49-F238E27FC236}">
                <a16:creationId xmlns:a16="http://schemas.microsoft.com/office/drawing/2014/main" id="{0057E680-F84B-F640-97B3-1574895E5903}"/>
              </a:ext>
            </a:extLst>
          </p:cNvPr>
          <p:cNvSpPr>
            <a:spLocks noGrp="1"/>
          </p:cNvSpPr>
          <p:nvPr>
            <p:ph type="pic" sz="quarter" idx="31" hasCustomPrompt="1"/>
          </p:nvPr>
        </p:nvSpPr>
        <p:spPr>
          <a:xfrm>
            <a:off x="485523"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28" name="Text Placeholder 9">
            <a:extLst>
              <a:ext uri="{FF2B5EF4-FFF2-40B4-BE49-F238E27FC236}">
                <a16:creationId xmlns:a16="http://schemas.microsoft.com/office/drawing/2014/main" id="{7A0A840B-4CD0-8E51-0DB8-CAA8C5CE5614}"/>
              </a:ext>
            </a:extLst>
          </p:cNvPr>
          <p:cNvSpPr>
            <a:spLocks noGrp="1"/>
          </p:cNvSpPr>
          <p:nvPr>
            <p:ph type="body" sz="quarter" idx="32" hasCustomPrompt="1"/>
          </p:nvPr>
        </p:nvSpPr>
        <p:spPr>
          <a:xfrm>
            <a:off x="1507923"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29" name="Text Placeholder 9">
            <a:extLst>
              <a:ext uri="{FF2B5EF4-FFF2-40B4-BE49-F238E27FC236}">
                <a16:creationId xmlns:a16="http://schemas.microsoft.com/office/drawing/2014/main" id="{907FD0F3-2EFB-1048-729B-F8D9C5387EBD}"/>
              </a:ext>
            </a:extLst>
          </p:cNvPr>
          <p:cNvSpPr>
            <a:spLocks noGrp="1"/>
          </p:cNvSpPr>
          <p:nvPr>
            <p:ph type="body" sz="quarter" idx="33" hasCustomPrompt="1"/>
          </p:nvPr>
        </p:nvSpPr>
        <p:spPr>
          <a:xfrm>
            <a:off x="1507923"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30" name="Picture Placeholder 12">
            <a:extLst>
              <a:ext uri="{FF2B5EF4-FFF2-40B4-BE49-F238E27FC236}">
                <a16:creationId xmlns:a16="http://schemas.microsoft.com/office/drawing/2014/main" id="{8F182A88-FA5D-6BF5-64A4-F27206333D05}"/>
              </a:ext>
            </a:extLst>
          </p:cNvPr>
          <p:cNvSpPr>
            <a:spLocks noGrp="1"/>
          </p:cNvSpPr>
          <p:nvPr>
            <p:ph type="pic" sz="quarter" idx="34" hasCustomPrompt="1"/>
          </p:nvPr>
        </p:nvSpPr>
        <p:spPr>
          <a:xfrm>
            <a:off x="485523"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31" name="Text Placeholder 9">
            <a:extLst>
              <a:ext uri="{FF2B5EF4-FFF2-40B4-BE49-F238E27FC236}">
                <a16:creationId xmlns:a16="http://schemas.microsoft.com/office/drawing/2014/main" id="{0E55779C-A246-7AA1-1246-32F3BAC3E9F9}"/>
              </a:ext>
            </a:extLst>
          </p:cNvPr>
          <p:cNvSpPr>
            <a:spLocks noGrp="1"/>
          </p:cNvSpPr>
          <p:nvPr>
            <p:ph type="body" sz="quarter" idx="35" hasCustomPrompt="1"/>
          </p:nvPr>
        </p:nvSpPr>
        <p:spPr>
          <a:xfrm>
            <a:off x="4399772"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32" name="Text Placeholder 9">
            <a:extLst>
              <a:ext uri="{FF2B5EF4-FFF2-40B4-BE49-F238E27FC236}">
                <a16:creationId xmlns:a16="http://schemas.microsoft.com/office/drawing/2014/main" id="{AE906D56-BF94-FEC3-DB85-DEC802C0EDF2}"/>
              </a:ext>
            </a:extLst>
          </p:cNvPr>
          <p:cNvSpPr>
            <a:spLocks noGrp="1"/>
          </p:cNvSpPr>
          <p:nvPr>
            <p:ph type="body" sz="quarter" idx="36" hasCustomPrompt="1"/>
          </p:nvPr>
        </p:nvSpPr>
        <p:spPr>
          <a:xfrm>
            <a:off x="4399772"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33" name="Picture Placeholder 12">
            <a:extLst>
              <a:ext uri="{FF2B5EF4-FFF2-40B4-BE49-F238E27FC236}">
                <a16:creationId xmlns:a16="http://schemas.microsoft.com/office/drawing/2014/main" id="{CF08BE99-68E9-C172-4584-192EAC7EBA24}"/>
              </a:ext>
            </a:extLst>
          </p:cNvPr>
          <p:cNvSpPr>
            <a:spLocks noGrp="1"/>
          </p:cNvSpPr>
          <p:nvPr>
            <p:ph type="pic" sz="quarter" idx="37" hasCustomPrompt="1"/>
          </p:nvPr>
        </p:nvSpPr>
        <p:spPr>
          <a:xfrm>
            <a:off x="3377372"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34" name="Text Placeholder 9">
            <a:extLst>
              <a:ext uri="{FF2B5EF4-FFF2-40B4-BE49-F238E27FC236}">
                <a16:creationId xmlns:a16="http://schemas.microsoft.com/office/drawing/2014/main" id="{61B59087-059A-8552-985C-C458B49492E5}"/>
              </a:ext>
            </a:extLst>
          </p:cNvPr>
          <p:cNvSpPr>
            <a:spLocks noGrp="1"/>
          </p:cNvSpPr>
          <p:nvPr>
            <p:ph type="body" sz="quarter" idx="38" hasCustomPrompt="1"/>
          </p:nvPr>
        </p:nvSpPr>
        <p:spPr>
          <a:xfrm>
            <a:off x="3377372"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a:t>Team name</a:t>
            </a:r>
            <a:endParaRPr lang="en-US"/>
          </a:p>
        </p:txBody>
      </p:sp>
      <p:sp>
        <p:nvSpPr>
          <p:cNvPr id="35" name="Text Placeholder 9">
            <a:extLst>
              <a:ext uri="{FF2B5EF4-FFF2-40B4-BE49-F238E27FC236}">
                <a16:creationId xmlns:a16="http://schemas.microsoft.com/office/drawing/2014/main" id="{B80CEAFC-3F56-53A9-7CA1-6FF2EFEA9F71}"/>
              </a:ext>
            </a:extLst>
          </p:cNvPr>
          <p:cNvSpPr>
            <a:spLocks noGrp="1"/>
          </p:cNvSpPr>
          <p:nvPr>
            <p:ph type="body" sz="quarter" idx="39" hasCustomPrompt="1"/>
          </p:nvPr>
        </p:nvSpPr>
        <p:spPr>
          <a:xfrm>
            <a:off x="4399772"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36" name="Text Placeholder 9">
            <a:extLst>
              <a:ext uri="{FF2B5EF4-FFF2-40B4-BE49-F238E27FC236}">
                <a16:creationId xmlns:a16="http://schemas.microsoft.com/office/drawing/2014/main" id="{1F927087-C230-38DF-C1BC-D979647576EB}"/>
              </a:ext>
            </a:extLst>
          </p:cNvPr>
          <p:cNvSpPr>
            <a:spLocks noGrp="1"/>
          </p:cNvSpPr>
          <p:nvPr>
            <p:ph type="body" sz="quarter" idx="40" hasCustomPrompt="1"/>
          </p:nvPr>
        </p:nvSpPr>
        <p:spPr>
          <a:xfrm>
            <a:off x="4399772"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37" name="Picture Placeholder 12">
            <a:extLst>
              <a:ext uri="{FF2B5EF4-FFF2-40B4-BE49-F238E27FC236}">
                <a16:creationId xmlns:a16="http://schemas.microsoft.com/office/drawing/2014/main" id="{E5B079F2-242E-7156-DFAD-AED073123B53}"/>
              </a:ext>
            </a:extLst>
          </p:cNvPr>
          <p:cNvSpPr>
            <a:spLocks noGrp="1"/>
          </p:cNvSpPr>
          <p:nvPr>
            <p:ph type="pic" sz="quarter" idx="41" hasCustomPrompt="1"/>
          </p:nvPr>
        </p:nvSpPr>
        <p:spPr>
          <a:xfrm>
            <a:off x="3377372"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38" name="Text Placeholder 9">
            <a:extLst>
              <a:ext uri="{FF2B5EF4-FFF2-40B4-BE49-F238E27FC236}">
                <a16:creationId xmlns:a16="http://schemas.microsoft.com/office/drawing/2014/main" id="{BAD8BB7A-C875-E730-22F2-58BF881807E3}"/>
              </a:ext>
            </a:extLst>
          </p:cNvPr>
          <p:cNvSpPr>
            <a:spLocks noGrp="1"/>
          </p:cNvSpPr>
          <p:nvPr>
            <p:ph type="body" sz="quarter" idx="42" hasCustomPrompt="1"/>
          </p:nvPr>
        </p:nvSpPr>
        <p:spPr>
          <a:xfrm>
            <a:off x="4399772"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39" name="Text Placeholder 9">
            <a:extLst>
              <a:ext uri="{FF2B5EF4-FFF2-40B4-BE49-F238E27FC236}">
                <a16:creationId xmlns:a16="http://schemas.microsoft.com/office/drawing/2014/main" id="{428864EC-7BF7-9E3F-14AA-1569F68FDBF7}"/>
              </a:ext>
            </a:extLst>
          </p:cNvPr>
          <p:cNvSpPr>
            <a:spLocks noGrp="1"/>
          </p:cNvSpPr>
          <p:nvPr>
            <p:ph type="body" sz="quarter" idx="43" hasCustomPrompt="1"/>
          </p:nvPr>
        </p:nvSpPr>
        <p:spPr>
          <a:xfrm>
            <a:off x="4399772"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40" name="Picture Placeholder 12">
            <a:extLst>
              <a:ext uri="{FF2B5EF4-FFF2-40B4-BE49-F238E27FC236}">
                <a16:creationId xmlns:a16="http://schemas.microsoft.com/office/drawing/2014/main" id="{01784631-4FDE-2C65-08D2-90389B52BB27}"/>
              </a:ext>
            </a:extLst>
          </p:cNvPr>
          <p:cNvSpPr>
            <a:spLocks noGrp="1"/>
          </p:cNvSpPr>
          <p:nvPr>
            <p:ph type="pic" sz="quarter" idx="44" hasCustomPrompt="1"/>
          </p:nvPr>
        </p:nvSpPr>
        <p:spPr>
          <a:xfrm>
            <a:off x="3377372"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41" name="Text Placeholder 9">
            <a:extLst>
              <a:ext uri="{FF2B5EF4-FFF2-40B4-BE49-F238E27FC236}">
                <a16:creationId xmlns:a16="http://schemas.microsoft.com/office/drawing/2014/main" id="{0154653D-5642-2E90-794A-C1E075F2C194}"/>
              </a:ext>
            </a:extLst>
          </p:cNvPr>
          <p:cNvSpPr>
            <a:spLocks noGrp="1"/>
          </p:cNvSpPr>
          <p:nvPr>
            <p:ph type="body" sz="quarter" idx="45" hasCustomPrompt="1"/>
          </p:nvPr>
        </p:nvSpPr>
        <p:spPr>
          <a:xfrm>
            <a:off x="4399772"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42" name="Text Placeholder 9">
            <a:extLst>
              <a:ext uri="{FF2B5EF4-FFF2-40B4-BE49-F238E27FC236}">
                <a16:creationId xmlns:a16="http://schemas.microsoft.com/office/drawing/2014/main" id="{7B745924-C16B-48BF-AE37-F5CD447BF3BE}"/>
              </a:ext>
            </a:extLst>
          </p:cNvPr>
          <p:cNvSpPr>
            <a:spLocks noGrp="1"/>
          </p:cNvSpPr>
          <p:nvPr>
            <p:ph type="body" sz="quarter" idx="46" hasCustomPrompt="1"/>
          </p:nvPr>
        </p:nvSpPr>
        <p:spPr>
          <a:xfrm>
            <a:off x="4399772"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43" name="Picture Placeholder 12">
            <a:extLst>
              <a:ext uri="{FF2B5EF4-FFF2-40B4-BE49-F238E27FC236}">
                <a16:creationId xmlns:a16="http://schemas.microsoft.com/office/drawing/2014/main" id="{4E35CBCD-AFBE-52EA-7BC2-89F29ED83F88}"/>
              </a:ext>
            </a:extLst>
          </p:cNvPr>
          <p:cNvSpPr>
            <a:spLocks noGrp="1"/>
          </p:cNvSpPr>
          <p:nvPr>
            <p:ph type="pic" sz="quarter" idx="47" hasCustomPrompt="1"/>
          </p:nvPr>
        </p:nvSpPr>
        <p:spPr>
          <a:xfrm>
            <a:off x="3377372"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44" name="Text Placeholder 9">
            <a:extLst>
              <a:ext uri="{FF2B5EF4-FFF2-40B4-BE49-F238E27FC236}">
                <a16:creationId xmlns:a16="http://schemas.microsoft.com/office/drawing/2014/main" id="{C6A4FD7C-43FE-CC16-4728-179DD98E56D5}"/>
              </a:ext>
            </a:extLst>
          </p:cNvPr>
          <p:cNvSpPr>
            <a:spLocks noGrp="1"/>
          </p:cNvSpPr>
          <p:nvPr>
            <p:ph type="body" sz="quarter" idx="48" hasCustomPrompt="1"/>
          </p:nvPr>
        </p:nvSpPr>
        <p:spPr>
          <a:xfrm>
            <a:off x="729162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45" name="Text Placeholder 9">
            <a:extLst>
              <a:ext uri="{FF2B5EF4-FFF2-40B4-BE49-F238E27FC236}">
                <a16:creationId xmlns:a16="http://schemas.microsoft.com/office/drawing/2014/main" id="{CCC5923F-9079-4223-BD7D-2ECA17762C80}"/>
              </a:ext>
            </a:extLst>
          </p:cNvPr>
          <p:cNvSpPr>
            <a:spLocks noGrp="1"/>
          </p:cNvSpPr>
          <p:nvPr>
            <p:ph type="body" sz="quarter" idx="49" hasCustomPrompt="1"/>
          </p:nvPr>
        </p:nvSpPr>
        <p:spPr>
          <a:xfrm>
            <a:off x="7291621"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46" name="Picture Placeholder 12">
            <a:extLst>
              <a:ext uri="{FF2B5EF4-FFF2-40B4-BE49-F238E27FC236}">
                <a16:creationId xmlns:a16="http://schemas.microsoft.com/office/drawing/2014/main" id="{D730576F-217C-362A-C36F-674299D51B91}"/>
              </a:ext>
            </a:extLst>
          </p:cNvPr>
          <p:cNvSpPr>
            <a:spLocks noGrp="1"/>
          </p:cNvSpPr>
          <p:nvPr>
            <p:ph type="pic" sz="quarter" idx="50" hasCustomPrompt="1"/>
          </p:nvPr>
        </p:nvSpPr>
        <p:spPr>
          <a:xfrm>
            <a:off x="6269221"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47" name="Text Placeholder 9">
            <a:extLst>
              <a:ext uri="{FF2B5EF4-FFF2-40B4-BE49-F238E27FC236}">
                <a16:creationId xmlns:a16="http://schemas.microsoft.com/office/drawing/2014/main" id="{683AAA8B-B0B9-8676-2816-59B9081C3443}"/>
              </a:ext>
            </a:extLst>
          </p:cNvPr>
          <p:cNvSpPr>
            <a:spLocks noGrp="1"/>
          </p:cNvSpPr>
          <p:nvPr>
            <p:ph type="body" sz="quarter" idx="51" hasCustomPrompt="1"/>
          </p:nvPr>
        </p:nvSpPr>
        <p:spPr>
          <a:xfrm>
            <a:off x="6269221"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a:t>Team name</a:t>
            </a:r>
            <a:endParaRPr lang="en-US"/>
          </a:p>
        </p:txBody>
      </p:sp>
      <p:sp>
        <p:nvSpPr>
          <p:cNvPr id="48" name="Text Placeholder 9">
            <a:extLst>
              <a:ext uri="{FF2B5EF4-FFF2-40B4-BE49-F238E27FC236}">
                <a16:creationId xmlns:a16="http://schemas.microsoft.com/office/drawing/2014/main" id="{66FDE5EC-EECA-8ACE-6501-3066CB7FE8A4}"/>
              </a:ext>
            </a:extLst>
          </p:cNvPr>
          <p:cNvSpPr>
            <a:spLocks noGrp="1"/>
          </p:cNvSpPr>
          <p:nvPr>
            <p:ph type="body" sz="quarter" idx="52" hasCustomPrompt="1"/>
          </p:nvPr>
        </p:nvSpPr>
        <p:spPr>
          <a:xfrm>
            <a:off x="729162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49" name="Text Placeholder 9">
            <a:extLst>
              <a:ext uri="{FF2B5EF4-FFF2-40B4-BE49-F238E27FC236}">
                <a16:creationId xmlns:a16="http://schemas.microsoft.com/office/drawing/2014/main" id="{73D20F87-E90C-42D0-0ED6-6300216BB309}"/>
              </a:ext>
            </a:extLst>
          </p:cNvPr>
          <p:cNvSpPr>
            <a:spLocks noGrp="1"/>
          </p:cNvSpPr>
          <p:nvPr>
            <p:ph type="body" sz="quarter" idx="53" hasCustomPrompt="1"/>
          </p:nvPr>
        </p:nvSpPr>
        <p:spPr>
          <a:xfrm>
            <a:off x="7291621"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0" name="Picture Placeholder 12">
            <a:extLst>
              <a:ext uri="{FF2B5EF4-FFF2-40B4-BE49-F238E27FC236}">
                <a16:creationId xmlns:a16="http://schemas.microsoft.com/office/drawing/2014/main" id="{03693376-1C6C-F15B-897B-29DF694405E9}"/>
              </a:ext>
            </a:extLst>
          </p:cNvPr>
          <p:cNvSpPr>
            <a:spLocks noGrp="1"/>
          </p:cNvSpPr>
          <p:nvPr>
            <p:ph type="pic" sz="quarter" idx="54" hasCustomPrompt="1"/>
          </p:nvPr>
        </p:nvSpPr>
        <p:spPr>
          <a:xfrm>
            <a:off x="6269221"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51" name="Text Placeholder 9">
            <a:extLst>
              <a:ext uri="{FF2B5EF4-FFF2-40B4-BE49-F238E27FC236}">
                <a16:creationId xmlns:a16="http://schemas.microsoft.com/office/drawing/2014/main" id="{77461B86-A1F2-292C-BC4A-3A720C40ECF3}"/>
              </a:ext>
            </a:extLst>
          </p:cNvPr>
          <p:cNvSpPr>
            <a:spLocks noGrp="1"/>
          </p:cNvSpPr>
          <p:nvPr>
            <p:ph type="body" sz="quarter" idx="55" hasCustomPrompt="1"/>
          </p:nvPr>
        </p:nvSpPr>
        <p:spPr>
          <a:xfrm>
            <a:off x="729162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52" name="Text Placeholder 9">
            <a:extLst>
              <a:ext uri="{FF2B5EF4-FFF2-40B4-BE49-F238E27FC236}">
                <a16:creationId xmlns:a16="http://schemas.microsoft.com/office/drawing/2014/main" id="{32236890-E7EA-252D-D7B2-D649918B3AD8}"/>
              </a:ext>
            </a:extLst>
          </p:cNvPr>
          <p:cNvSpPr>
            <a:spLocks noGrp="1"/>
          </p:cNvSpPr>
          <p:nvPr>
            <p:ph type="body" sz="quarter" idx="56" hasCustomPrompt="1"/>
          </p:nvPr>
        </p:nvSpPr>
        <p:spPr>
          <a:xfrm>
            <a:off x="7291621"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3" name="Picture Placeholder 12">
            <a:extLst>
              <a:ext uri="{FF2B5EF4-FFF2-40B4-BE49-F238E27FC236}">
                <a16:creationId xmlns:a16="http://schemas.microsoft.com/office/drawing/2014/main" id="{9D7279F8-145F-2BC9-392D-C195932B23E9}"/>
              </a:ext>
            </a:extLst>
          </p:cNvPr>
          <p:cNvSpPr>
            <a:spLocks noGrp="1"/>
          </p:cNvSpPr>
          <p:nvPr>
            <p:ph type="pic" sz="quarter" idx="57" hasCustomPrompt="1"/>
          </p:nvPr>
        </p:nvSpPr>
        <p:spPr>
          <a:xfrm>
            <a:off x="6269221"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54" name="Text Placeholder 9">
            <a:extLst>
              <a:ext uri="{FF2B5EF4-FFF2-40B4-BE49-F238E27FC236}">
                <a16:creationId xmlns:a16="http://schemas.microsoft.com/office/drawing/2014/main" id="{38CC5E8C-843D-F801-E86E-74E733EC4AC7}"/>
              </a:ext>
            </a:extLst>
          </p:cNvPr>
          <p:cNvSpPr>
            <a:spLocks noGrp="1"/>
          </p:cNvSpPr>
          <p:nvPr>
            <p:ph type="body" sz="quarter" idx="58" hasCustomPrompt="1"/>
          </p:nvPr>
        </p:nvSpPr>
        <p:spPr>
          <a:xfrm>
            <a:off x="729162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55" name="Text Placeholder 9">
            <a:extLst>
              <a:ext uri="{FF2B5EF4-FFF2-40B4-BE49-F238E27FC236}">
                <a16:creationId xmlns:a16="http://schemas.microsoft.com/office/drawing/2014/main" id="{1F5E5E23-4BD8-2BF8-132F-46B1EEF1CE42}"/>
              </a:ext>
            </a:extLst>
          </p:cNvPr>
          <p:cNvSpPr>
            <a:spLocks noGrp="1"/>
          </p:cNvSpPr>
          <p:nvPr>
            <p:ph type="body" sz="quarter" idx="59" hasCustomPrompt="1"/>
          </p:nvPr>
        </p:nvSpPr>
        <p:spPr>
          <a:xfrm>
            <a:off x="7291621"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6" name="Picture Placeholder 12">
            <a:extLst>
              <a:ext uri="{FF2B5EF4-FFF2-40B4-BE49-F238E27FC236}">
                <a16:creationId xmlns:a16="http://schemas.microsoft.com/office/drawing/2014/main" id="{5CD9EB6F-BA12-B7A4-0F8D-EF9271F7223A}"/>
              </a:ext>
            </a:extLst>
          </p:cNvPr>
          <p:cNvSpPr>
            <a:spLocks noGrp="1"/>
          </p:cNvSpPr>
          <p:nvPr>
            <p:ph type="pic" sz="quarter" idx="60" hasCustomPrompt="1"/>
          </p:nvPr>
        </p:nvSpPr>
        <p:spPr>
          <a:xfrm>
            <a:off x="6269221"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57" name="Text Placeholder 9">
            <a:extLst>
              <a:ext uri="{FF2B5EF4-FFF2-40B4-BE49-F238E27FC236}">
                <a16:creationId xmlns:a16="http://schemas.microsoft.com/office/drawing/2014/main" id="{23566F37-EF18-0360-14F6-C03B12159510}"/>
              </a:ext>
            </a:extLst>
          </p:cNvPr>
          <p:cNvSpPr>
            <a:spLocks noGrp="1"/>
          </p:cNvSpPr>
          <p:nvPr>
            <p:ph type="body" sz="quarter" idx="61" hasCustomPrompt="1"/>
          </p:nvPr>
        </p:nvSpPr>
        <p:spPr>
          <a:xfrm>
            <a:off x="1018347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58" name="Text Placeholder 9">
            <a:extLst>
              <a:ext uri="{FF2B5EF4-FFF2-40B4-BE49-F238E27FC236}">
                <a16:creationId xmlns:a16="http://schemas.microsoft.com/office/drawing/2014/main" id="{58D642CD-278F-34F9-CF75-99A7339353CF}"/>
              </a:ext>
            </a:extLst>
          </p:cNvPr>
          <p:cNvSpPr>
            <a:spLocks noGrp="1"/>
          </p:cNvSpPr>
          <p:nvPr>
            <p:ph type="body" sz="quarter" idx="62" hasCustomPrompt="1"/>
          </p:nvPr>
        </p:nvSpPr>
        <p:spPr>
          <a:xfrm>
            <a:off x="10183471" y="24193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59" name="Picture Placeholder 12">
            <a:extLst>
              <a:ext uri="{FF2B5EF4-FFF2-40B4-BE49-F238E27FC236}">
                <a16:creationId xmlns:a16="http://schemas.microsoft.com/office/drawing/2014/main" id="{4F6E90F8-DB8A-5E9D-7163-AC30457FEAC0}"/>
              </a:ext>
            </a:extLst>
          </p:cNvPr>
          <p:cNvSpPr>
            <a:spLocks noGrp="1"/>
          </p:cNvSpPr>
          <p:nvPr>
            <p:ph type="pic" sz="quarter" idx="63" hasCustomPrompt="1"/>
          </p:nvPr>
        </p:nvSpPr>
        <p:spPr>
          <a:xfrm>
            <a:off x="9161070"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60" name="Text Placeholder 9">
            <a:extLst>
              <a:ext uri="{FF2B5EF4-FFF2-40B4-BE49-F238E27FC236}">
                <a16:creationId xmlns:a16="http://schemas.microsoft.com/office/drawing/2014/main" id="{7435555B-D553-70C9-B67C-5A661E9585CD}"/>
              </a:ext>
            </a:extLst>
          </p:cNvPr>
          <p:cNvSpPr>
            <a:spLocks noGrp="1"/>
          </p:cNvSpPr>
          <p:nvPr>
            <p:ph type="body" sz="quarter" idx="64" hasCustomPrompt="1"/>
          </p:nvPr>
        </p:nvSpPr>
        <p:spPr>
          <a:xfrm>
            <a:off x="9161070"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a:t>Team name</a:t>
            </a:r>
            <a:endParaRPr lang="en-US"/>
          </a:p>
        </p:txBody>
      </p:sp>
      <p:sp>
        <p:nvSpPr>
          <p:cNvPr id="61" name="Text Placeholder 9">
            <a:extLst>
              <a:ext uri="{FF2B5EF4-FFF2-40B4-BE49-F238E27FC236}">
                <a16:creationId xmlns:a16="http://schemas.microsoft.com/office/drawing/2014/main" id="{5DB8DE5C-79AE-8E49-DC40-B4E1DDB68BA5}"/>
              </a:ext>
            </a:extLst>
          </p:cNvPr>
          <p:cNvSpPr>
            <a:spLocks noGrp="1"/>
          </p:cNvSpPr>
          <p:nvPr>
            <p:ph type="body" sz="quarter" idx="65" hasCustomPrompt="1"/>
          </p:nvPr>
        </p:nvSpPr>
        <p:spPr>
          <a:xfrm>
            <a:off x="1018347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62" name="Text Placeholder 9">
            <a:extLst>
              <a:ext uri="{FF2B5EF4-FFF2-40B4-BE49-F238E27FC236}">
                <a16:creationId xmlns:a16="http://schemas.microsoft.com/office/drawing/2014/main" id="{289E0F5F-936F-FA54-01D7-5CD0040D07C7}"/>
              </a:ext>
            </a:extLst>
          </p:cNvPr>
          <p:cNvSpPr>
            <a:spLocks noGrp="1"/>
          </p:cNvSpPr>
          <p:nvPr>
            <p:ph type="body" sz="quarter" idx="66" hasCustomPrompt="1"/>
          </p:nvPr>
        </p:nvSpPr>
        <p:spPr>
          <a:xfrm>
            <a:off x="10183471" y="34251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63" name="Picture Placeholder 12">
            <a:extLst>
              <a:ext uri="{FF2B5EF4-FFF2-40B4-BE49-F238E27FC236}">
                <a16:creationId xmlns:a16="http://schemas.microsoft.com/office/drawing/2014/main" id="{11FBE638-0595-F8E5-AFBB-43DC12983672}"/>
              </a:ext>
            </a:extLst>
          </p:cNvPr>
          <p:cNvSpPr>
            <a:spLocks noGrp="1"/>
          </p:cNvSpPr>
          <p:nvPr>
            <p:ph type="pic" sz="quarter" idx="67" hasCustomPrompt="1"/>
          </p:nvPr>
        </p:nvSpPr>
        <p:spPr>
          <a:xfrm>
            <a:off x="9161070"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64" name="Text Placeholder 9">
            <a:extLst>
              <a:ext uri="{FF2B5EF4-FFF2-40B4-BE49-F238E27FC236}">
                <a16:creationId xmlns:a16="http://schemas.microsoft.com/office/drawing/2014/main" id="{A3352A0C-1A08-FCFC-FF9C-CCA8F22308AE}"/>
              </a:ext>
            </a:extLst>
          </p:cNvPr>
          <p:cNvSpPr>
            <a:spLocks noGrp="1"/>
          </p:cNvSpPr>
          <p:nvPr>
            <p:ph type="body" sz="quarter" idx="68" hasCustomPrompt="1"/>
          </p:nvPr>
        </p:nvSpPr>
        <p:spPr>
          <a:xfrm>
            <a:off x="1018347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65" name="Text Placeholder 9">
            <a:extLst>
              <a:ext uri="{FF2B5EF4-FFF2-40B4-BE49-F238E27FC236}">
                <a16:creationId xmlns:a16="http://schemas.microsoft.com/office/drawing/2014/main" id="{6E261588-76E1-16B7-8374-3F9A28832EF4}"/>
              </a:ext>
            </a:extLst>
          </p:cNvPr>
          <p:cNvSpPr>
            <a:spLocks noGrp="1"/>
          </p:cNvSpPr>
          <p:nvPr>
            <p:ph type="body" sz="quarter" idx="69" hasCustomPrompt="1"/>
          </p:nvPr>
        </p:nvSpPr>
        <p:spPr>
          <a:xfrm>
            <a:off x="10183471" y="443864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66" name="Picture Placeholder 12">
            <a:extLst>
              <a:ext uri="{FF2B5EF4-FFF2-40B4-BE49-F238E27FC236}">
                <a16:creationId xmlns:a16="http://schemas.microsoft.com/office/drawing/2014/main" id="{CAE85F7E-2BA3-3513-9E8B-8B03FE7AAC4C}"/>
              </a:ext>
            </a:extLst>
          </p:cNvPr>
          <p:cNvSpPr>
            <a:spLocks noGrp="1"/>
          </p:cNvSpPr>
          <p:nvPr>
            <p:ph type="pic" sz="quarter" idx="70" hasCustomPrompt="1"/>
          </p:nvPr>
        </p:nvSpPr>
        <p:spPr>
          <a:xfrm>
            <a:off x="9161070"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67" name="Text Placeholder 9">
            <a:extLst>
              <a:ext uri="{FF2B5EF4-FFF2-40B4-BE49-F238E27FC236}">
                <a16:creationId xmlns:a16="http://schemas.microsoft.com/office/drawing/2014/main" id="{7280094F-B199-060D-4D4B-CA4F1BFCF5F3}"/>
              </a:ext>
            </a:extLst>
          </p:cNvPr>
          <p:cNvSpPr>
            <a:spLocks noGrp="1"/>
          </p:cNvSpPr>
          <p:nvPr>
            <p:ph type="body" sz="quarter" idx="71" hasCustomPrompt="1"/>
          </p:nvPr>
        </p:nvSpPr>
        <p:spPr>
          <a:xfrm>
            <a:off x="1018347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a:t>Name</a:t>
            </a:r>
            <a:endParaRPr lang="en-US"/>
          </a:p>
        </p:txBody>
      </p:sp>
      <p:sp>
        <p:nvSpPr>
          <p:cNvPr id="68" name="Text Placeholder 9">
            <a:extLst>
              <a:ext uri="{FF2B5EF4-FFF2-40B4-BE49-F238E27FC236}">
                <a16:creationId xmlns:a16="http://schemas.microsoft.com/office/drawing/2014/main" id="{253E3C85-558C-05C1-155E-0E52AA94351F}"/>
              </a:ext>
            </a:extLst>
          </p:cNvPr>
          <p:cNvSpPr>
            <a:spLocks noGrp="1"/>
          </p:cNvSpPr>
          <p:nvPr>
            <p:ph type="body" sz="quarter" idx="72" hasCustomPrompt="1"/>
          </p:nvPr>
        </p:nvSpPr>
        <p:spPr>
          <a:xfrm>
            <a:off x="10183471" y="5444489"/>
            <a:ext cx="1526400" cy="153888"/>
          </a:xfrm>
        </p:spPr>
        <p:txBody>
          <a:bodyPr wrap="square">
            <a:spAutoFit/>
          </a:bodyPr>
          <a:lstStyle>
            <a:lvl1pPr marL="0" indent="0">
              <a:buNone/>
              <a:defRPr sz="1000" b="0" i="0">
                <a:solidFill>
                  <a:schemeClr val="bg1"/>
                </a:solidFill>
                <a:latin typeface="+mn-lt"/>
              </a:defRPr>
            </a:lvl1pPr>
          </a:lstStyle>
          <a:p>
            <a:pPr lvl="0"/>
            <a:r>
              <a:rPr lang="en-GB"/>
              <a:t>Job title</a:t>
            </a:r>
            <a:endParaRPr lang="en-US"/>
          </a:p>
        </p:txBody>
      </p:sp>
      <p:sp>
        <p:nvSpPr>
          <p:cNvPr id="69" name="Picture Placeholder 12">
            <a:extLst>
              <a:ext uri="{FF2B5EF4-FFF2-40B4-BE49-F238E27FC236}">
                <a16:creationId xmlns:a16="http://schemas.microsoft.com/office/drawing/2014/main" id="{E5B87C2C-7F36-6D34-D014-54305471A5A7}"/>
              </a:ext>
            </a:extLst>
          </p:cNvPr>
          <p:cNvSpPr>
            <a:spLocks noGrp="1"/>
          </p:cNvSpPr>
          <p:nvPr>
            <p:ph type="pic" sz="quarter" idx="73" hasCustomPrompt="1"/>
          </p:nvPr>
        </p:nvSpPr>
        <p:spPr>
          <a:xfrm>
            <a:off x="9161070"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a:t>Picture</a:t>
            </a:r>
            <a:endParaRPr lang="en-US"/>
          </a:p>
        </p:txBody>
      </p:sp>
      <p:sp>
        <p:nvSpPr>
          <p:cNvPr id="70" name="SmartArt Placeholder 7">
            <a:extLst>
              <a:ext uri="{FF2B5EF4-FFF2-40B4-BE49-F238E27FC236}">
                <a16:creationId xmlns:a16="http://schemas.microsoft.com/office/drawing/2014/main" id="{162A8BA6-6F67-C4EB-3430-78F1A0EC0F06}"/>
              </a:ext>
            </a:extLst>
          </p:cNvPr>
          <p:cNvSpPr>
            <a:spLocks noGrp="1"/>
          </p:cNvSpPr>
          <p:nvPr>
            <p:ph type="dgm" sz="quarter" idx="74" hasCustomPrompt="1"/>
          </p:nvPr>
        </p:nvSpPr>
        <p:spPr>
          <a:xfrm>
            <a:off x="485523" y="1696224"/>
            <a:ext cx="2548800" cy="18000"/>
          </a:xfrm>
          <a:solidFill>
            <a:schemeClr val="tx2"/>
          </a:solidFill>
        </p:spPr>
        <p:txBody>
          <a:bodyPr/>
          <a:lstStyle>
            <a:lvl1pPr marL="0" indent="0">
              <a:buNone/>
              <a:defRPr sz="800">
                <a:solidFill>
                  <a:schemeClr val="bg1"/>
                </a:solidFill>
              </a:defRPr>
            </a:lvl1pPr>
          </a:lstStyle>
          <a:p>
            <a:r>
              <a:rPr lang="en-US"/>
              <a:t> </a:t>
            </a:r>
          </a:p>
        </p:txBody>
      </p:sp>
      <p:sp>
        <p:nvSpPr>
          <p:cNvPr id="71" name="SmartArt Placeholder 7">
            <a:extLst>
              <a:ext uri="{FF2B5EF4-FFF2-40B4-BE49-F238E27FC236}">
                <a16:creationId xmlns:a16="http://schemas.microsoft.com/office/drawing/2014/main" id="{EC5DF0FE-64D1-AB19-CAF1-A390D6492B0D}"/>
              </a:ext>
            </a:extLst>
          </p:cNvPr>
          <p:cNvSpPr>
            <a:spLocks noGrp="1"/>
          </p:cNvSpPr>
          <p:nvPr>
            <p:ph type="dgm" sz="quarter" idx="75" hasCustomPrompt="1"/>
          </p:nvPr>
        </p:nvSpPr>
        <p:spPr>
          <a:xfrm>
            <a:off x="3377372" y="1696224"/>
            <a:ext cx="2548800" cy="18000"/>
          </a:xfrm>
          <a:solidFill>
            <a:schemeClr val="tx2"/>
          </a:solidFill>
        </p:spPr>
        <p:txBody>
          <a:bodyPr/>
          <a:lstStyle>
            <a:lvl1pPr marL="0" indent="0">
              <a:buNone/>
              <a:defRPr sz="800">
                <a:solidFill>
                  <a:schemeClr val="bg1"/>
                </a:solidFill>
              </a:defRPr>
            </a:lvl1pPr>
          </a:lstStyle>
          <a:p>
            <a:r>
              <a:rPr lang="en-US"/>
              <a:t> </a:t>
            </a:r>
          </a:p>
        </p:txBody>
      </p:sp>
      <p:sp>
        <p:nvSpPr>
          <p:cNvPr id="72" name="SmartArt Placeholder 7">
            <a:extLst>
              <a:ext uri="{FF2B5EF4-FFF2-40B4-BE49-F238E27FC236}">
                <a16:creationId xmlns:a16="http://schemas.microsoft.com/office/drawing/2014/main" id="{60800279-F9E3-EDED-BB35-F73EEF52F830}"/>
              </a:ext>
            </a:extLst>
          </p:cNvPr>
          <p:cNvSpPr>
            <a:spLocks noGrp="1"/>
          </p:cNvSpPr>
          <p:nvPr>
            <p:ph type="dgm" sz="quarter" idx="76" hasCustomPrompt="1"/>
          </p:nvPr>
        </p:nvSpPr>
        <p:spPr>
          <a:xfrm>
            <a:off x="6269221" y="1696224"/>
            <a:ext cx="2548800" cy="18000"/>
          </a:xfrm>
          <a:solidFill>
            <a:schemeClr val="tx2"/>
          </a:solidFill>
        </p:spPr>
        <p:txBody>
          <a:bodyPr/>
          <a:lstStyle>
            <a:lvl1pPr marL="0" indent="0">
              <a:buNone/>
              <a:defRPr sz="800">
                <a:solidFill>
                  <a:schemeClr val="bg1"/>
                </a:solidFill>
              </a:defRPr>
            </a:lvl1pPr>
          </a:lstStyle>
          <a:p>
            <a:r>
              <a:rPr lang="en-US"/>
              <a:t> </a:t>
            </a:r>
          </a:p>
        </p:txBody>
      </p:sp>
      <p:sp>
        <p:nvSpPr>
          <p:cNvPr id="73" name="SmartArt Placeholder 7">
            <a:extLst>
              <a:ext uri="{FF2B5EF4-FFF2-40B4-BE49-F238E27FC236}">
                <a16:creationId xmlns:a16="http://schemas.microsoft.com/office/drawing/2014/main" id="{1BF95AC1-33EC-C487-C489-B7A97BBB2925}"/>
              </a:ext>
            </a:extLst>
          </p:cNvPr>
          <p:cNvSpPr>
            <a:spLocks noGrp="1"/>
          </p:cNvSpPr>
          <p:nvPr>
            <p:ph type="dgm" sz="quarter" idx="77" hasCustomPrompt="1"/>
          </p:nvPr>
        </p:nvSpPr>
        <p:spPr>
          <a:xfrm>
            <a:off x="9161070" y="1696224"/>
            <a:ext cx="2548800" cy="18000"/>
          </a:xfrm>
          <a:solidFill>
            <a:schemeClr val="tx2"/>
          </a:solidFill>
        </p:spPr>
        <p:txBody>
          <a:bodyPr/>
          <a:lstStyle>
            <a:lvl1pPr marL="0" indent="0">
              <a:buNone/>
              <a:defRPr sz="800">
                <a:solidFill>
                  <a:schemeClr val="bg1"/>
                </a:solidFill>
              </a:defRPr>
            </a:lvl1pPr>
          </a:lstStyle>
          <a:p>
            <a:r>
              <a:rPr lang="en-US"/>
              <a:t> </a:t>
            </a:r>
          </a:p>
        </p:txBody>
      </p:sp>
    </p:spTree>
    <p:extLst>
      <p:ext uri="{BB962C8B-B14F-4D97-AF65-F5344CB8AC3E}">
        <p14:creationId xmlns:p14="http://schemas.microsoft.com/office/powerpoint/2010/main" val="686255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EBE6284E-C3CA-4996-9CFE-359601DC7D42}" type="datetime1">
              <a:rPr lang="en-US" smtClean="0"/>
              <a:t>11/28/2025</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82B2FB72-F2C5-9972-3E89-F35F455D0FAC}"/>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a:t> </a:t>
            </a:r>
          </a:p>
        </p:txBody>
      </p:sp>
    </p:spTree>
    <p:extLst>
      <p:ext uri="{BB962C8B-B14F-4D97-AF65-F5344CB8AC3E}">
        <p14:creationId xmlns:p14="http://schemas.microsoft.com/office/powerpoint/2010/main" val="1910156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816D20D6-8A79-445A-A45D-CF40D731A149}" type="datetime1">
              <a:rPr lang="en-US" smtClean="0"/>
              <a:t>11/28/2025</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32824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alterna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9A39229-B9DB-4F7A-AA8F-2D9A7D6C5E86}"/>
              </a:ext>
            </a:extLst>
          </p:cNvPr>
          <p:cNvGraphicFramePr>
            <a:graphicFrameLocks noChangeAspect="1"/>
          </p:cNvGraphicFramePr>
          <p:nvPr userDrawn="1">
            <p:custDataLst>
              <p:tags r:id="rId1"/>
            </p:custDataLst>
            <p:extLst>
              <p:ext uri="{D42A27DB-BD31-4B8C-83A1-F6EECF244321}">
                <p14:modId xmlns:p14="http://schemas.microsoft.com/office/powerpoint/2010/main" val="2271587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3" name="Object 2" hidden="1">
                        <a:extLst>
                          <a:ext uri="{FF2B5EF4-FFF2-40B4-BE49-F238E27FC236}">
                            <a16:creationId xmlns:a16="http://schemas.microsoft.com/office/drawing/2014/main" id="{69A39229-B9DB-4F7A-AA8F-2D9A7D6C5E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B810A032-8893-4C2B-8255-57AB04F06A86}"/>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1483" t="5473" r="1462" b="12874"/>
          <a:stretch/>
        </p:blipFill>
        <p:spPr>
          <a:xfrm>
            <a:off x="-35379" y="0"/>
            <a:ext cx="12227379" cy="6858000"/>
          </a:xfrm>
          <a:prstGeom prst="rect">
            <a:avLst/>
          </a:prstGeom>
        </p:spPr>
      </p:pic>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vert="horz"/>
          <a:lstStyle>
            <a:lvl1pPr>
              <a:defRPr sz="2999" b="0">
                <a:solidFill>
                  <a:schemeClr val="tx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tx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65423307"/>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pproved question w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7266F7B-3D09-49D3-83DF-EC49FED1F114}"/>
              </a:ext>
            </a:extLst>
          </p:cNvPr>
          <p:cNvGraphicFramePr>
            <a:graphicFrameLocks noChangeAspect="1"/>
          </p:cNvGraphicFramePr>
          <p:nvPr userDrawn="1">
            <p:custDataLst>
              <p:tags r:id="rId1"/>
            </p:custDataLst>
            <p:extLst>
              <p:ext uri="{D42A27DB-BD31-4B8C-83A1-F6EECF244321}">
                <p14:modId xmlns:p14="http://schemas.microsoft.com/office/powerpoint/2010/main" val="4235023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7" name="Object 6" hidden="1">
                        <a:extLst>
                          <a:ext uri="{FF2B5EF4-FFF2-40B4-BE49-F238E27FC236}">
                            <a16:creationId xmlns:a16="http://schemas.microsoft.com/office/drawing/2014/main" id="{77266F7B-3D09-49D3-83DF-EC49FED1F1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35" name="Group 234">
            <a:extLst>
              <a:ext uri="{FF2B5EF4-FFF2-40B4-BE49-F238E27FC236}">
                <a16:creationId xmlns:a16="http://schemas.microsoft.com/office/drawing/2014/main" id="{5342E118-6F1D-4C46-956E-4CCCBCAA7952}"/>
              </a:ext>
            </a:extLst>
          </p:cNvPr>
          <p:cNvGrpSpPr/>
          <p:nvPr userDrawn="1"/>
        </p:nvGrpSpPr>
        <p:grpSpPr>
          <a:xfrm>
            <a:off x="497856" y="5826613"/>
            <a:ext cx="3876004" cy="570195"/>
            <a:chOff x="498115" y="5951018"/>
            <a:chExt cx="3878023" cy="570195"/>
          </a:xfrm>
        </p:grpSpPr>
        <p:sp>
          <p:nvSpPr>
            <p:cNvPr id="168" name="Rectangle 167">
              <a:extLst>
                <a:ext uri="{FF2B5EF4-FFF2-40B4-BE49-F238E27FC236}">
                  <a16:creationId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Rectangle 6">
              <a:extLst>
                <a:ext uri="{FF2B5EF4-FFF2-40B4-BE49-F238E27FC236}">
                  <a16:creationId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Rectangle 7">
              <a:extLst>
                <a:ext uri="{FF2B5EF4-FFF2-40B4-BE49-F238E27FC236}">
                  <a16:creationId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8">
              <a:extLst>
                <a:ext uri="{FF2B5EF4-FFF2-40B4-BE49-F238E27FC236}">
                  <a16:creationId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2" name="Freeform 9">
              <a:extLst>
                <a:ext uri="{FF2B5EF4-FFF2-40B4-BE49-F238E27FC236}">
                  <a16:creationId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3" name="Freeform 10">
              <a:extLst>
                <a:ext uri="{FF2B5EF4-FFF2-40B4-BE49-F238E27FC236}">
                  <a16:creationId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4" name="Freeform 11">
              <a:extLst>
                <a:ext uri="{FF2B5EF4-FFF2-40B4-BE49-F238E27FC236}">
                  <a16:creationId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5" name="Freeform 12">
              <a:extLst>
                <a:ext uri="{FF2B5EF4-FFF2-40B4-BE49-F238E27FC236}">
                  <a16:creationId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6" name="Freeform 13">
              <a:extLst>
                <a:ext uri="{FF2B5EF4-FFF2-40B4-BE49-F238E27FC236}">
                  <a16:creationId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7" name="Freeform 14">
              <a:extLst>
                <a:ext uri="{FF2B5EF4-FFF2-40B4-BE49-F238E27FC236}">
                  <a16:creationId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8" name="Freeform 15">
              <a:extLst>
                <a:ext uri="{FF2B5EF4-FFF2-40B4-BE49-F238E27FC236}">
                  <a16:creationId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9" name="Freeform 16">
              <a:extLst>
                <a:ext uri="{FF2B5EF4-FFF2-40B4-BE49-F238E27FC236}">
                  <a16:creationId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0" name="Freeform 17">
              <a:extLst>
                <a:ext uri="{FF2B5EF4-FFF2-40B4-BE49-F238E27FC236}">
                  <a16:creationId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1" name="Freeform 18">
              <a:extLst>
                <a:ext uri="{FF2B5EF4-FFF2-40B4-BE49-F238E27FC236}">
                  <a16:creationId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2" name="Freeform 19">
              <a:extLst>
                <a:ext uri="{FF2B5EF4-FFF2-40B4-BE49-F238E27FC236}">
                  <a16:creationId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3" name="Freeform 20">
              <a:extLst>
                <a:ext uri="{FF2B5EF4-FFF2-40B4-BE49-F238E27FC236}">
                  <a16:creationId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4" name="Freeform 21">
              <a:extLst>
                <a:ext uri="{FF2B5EF4-FFF2-40B4-BE49-F238E27FC236}">
                  <a16:creationId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5" name="Freeform 22">
              <a:extLst>
                <a:ext uri="{FF2B5EF4-FFF2-40B4-BE49-F238E27FC236}">
                  <a16:creationId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6" name="Freeform 23">
              <a:extLst>
                <a:ext uri="{FF2B5EF4-FFF2-40B4-BE49-F238E27FC236}">
                  <a16:creationId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7" name="Freeform 24">
              <a:extLst>
                <a:ext uri="{FF2B5EF4-FFF2-40B4-BE49-F238E27FC236}">
                  <a16:creationId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8" name="Freeform 25">
              <a:extLst>
                <a:ext uri="{FF2B5EF4-FFF2-40B4-BE49-F238E27FC236}">
                  <a16:creationId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9" name="Freeform 26">
              <a:extLst>
                <a:ext uri="{FF2B5EF4-FFF2-40B4-BE49-F238E27FC236}">
                  <a16:creationId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0" name="Freeform 27">
              <a:extLst>
                <a:ext uri="{FF2B5EF4-FFF2-40B4-BE49-F238E27FC236}">
                  <a16:creationId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28">
              <a:extLst>
                <a:ext uri="{FF2B5EF4-FFF2-40B4-BE49-F238E27FC236}">
                  <a16:creationId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29">
              <a:extLst>
                <a:ext uri="{FF2B5EF4-FFF2-40B4-BE49-F238E27FC236}">
                  <a16:creationId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30">
              <a:extLst>
                <a:ext uri="{FF2B5EF4-FFF2-40B4-BE49-F238E27FC236}">
                  <a16:creationId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31">
              <a:extLst>
                <a:ext uri="{FF2B5EF4-FFF2-40B4-BE49-F238E27FC236}">
                  <a16:creationId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32">
              <a:extLst>
                <a:ext uri="{FF2B5EF4-FFF2-40B4-BE49-F238E27FC236}">
                  <a16:creationId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33">
              <a:extLst>
                <a:ext uri="{FF2B5EF4-FFF2-40B4-BE49-F238E27FC236}">
                  <a16:creationId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34">
              <a:extLst>
                <a:ext uri="{FF2B5EF4-FFF2-40B4-BE49-F238E27FC236}">
                  <a16:creationId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35">
              <a:extLst>
                <a:ext uri="{FF2B5EF4-FFF2-40B4-BE49-F238E27FC236}">
                  <a16:creationId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36">
              <a:extLst>
                <a:ext uri="{FF2B5EF4-FFF2-40B4-BE49-F238E27FC236}">
                  <a16:creationId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37">
              <a:extLst>
                <a:ext uri="{FF2B5EF4-FFF2-40B4-BE49-F238E27FC236}">
                  <a16:creationId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38">
              <a:extLst>
                <a:ext uri="{FF2B5EF4-FFF2-40B4-BE49-F238E27FC236}">
                  <a16:creationId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39">
              <a:extLst>
                <a:ext uri="{FF2B5EF4-FFF2-40B4-BE49-F238E27FC236}">
                  <a16:creationId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40">
              <a:extLst>
                <a:ext uri="{FF2B5EF4-FFF2-40B4-BE49-F238E27FC236}">
                  <a16:creationId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41">
              <a:extLst>
                <a:ext uri="{FF2B5EF4-FFF2-40B4-BE49-F238E27FC236}">
                  <a16:creationId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42">
              <a:extLst>
                <a:ext uri="{FF2B5EF4-FFF2-40B4-BE49-F238E27FC236}">
                  <a16:creationId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43">
              <a:extLst>
                <a:ext uri="{FF2B5EF4-FFF2-40B4-BE49-F238E27FC236}">
                  <a16:creationId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44">
              <a:extLst>
                <a:ext uri="{FF2B5EF4-FFF2-40B4-BE49-F238E27FC236}">
                  <a16:creationId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45">
              <a:extLst>
                <a:ext uri="{FF2B5EF4-FFF2-40B4-BE49-F238E27FC236}">
                  <a16:creationId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46">
              <a:extLst>
                <a:ext uri="{FF2B5EF4-FFF2-40B4-BE49-F238E27FC236}">
                  <a16:creationId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47">
              <a:extLst>
                <a:ext uri="{FF2B5EF4-FFF2-40B4-BE49-F238E27FC236}">
                  <a16:creationId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48">
              <a:extLst>
                <a:ext uri="{FF2B5EF4-FFF2-40B4-BE49-F238E27FC236}">
                  <a16:creationId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49">
              <a:extLst>
                <a:ext uri="{FF2B5EF4-FFF2-40B4-BE49-F238E27FC236}">
                  <a16:creationId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50">
              <a:extLst>
                <a:ext uri="{FF2B5EF4-FFF2-40B4-BE49-F238E27FC236}">
                  <a16:creationId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51">
              <a:extLst>
                <a:ext uri="{FF2B5EF4-FFF2-40B4-BE49-F238E27FC236}">
                  <a16:creationId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52">
              <a:extLst>
                <a:ext uri="{FF2B5EF4-FFF2-40B4-BE49-F238E27FC236}">
                  <a16:creationId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53">
              <a:extLst>
                <a:ext uri="{FF2B5EF4-FFF2-40B4-BE49-F238E27FC236}">
                  <a16:creationId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54">
              <a:extLst>
                <a:ext uri="{FF2B5EF4-FFF2-40B4-BE49-F238E27FC236}">
                  <a16:creationId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55">
              <a:extLst>
                <a:ext uri="{FF2B5EF4-FFF2-40B4-BE49-F238E27FC236}">
                  <a16:creationId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56">
              <a:extLst>
                <a:ext uri="{FF2B5EF4-FFF2-40B4-BE49-F238E27FC236}">
                  <a16:creationId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57">
              <a:extLst>
                <a:ext uri="{FF2B5EF4-FFF2-40B4-BE49-F238E27FC236}">
                  <a16:creationId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58">
              <a:extLst>
                <a:ext uri="{FF2B5EF4-FFF2-40B4-BE49-F238E27FC236}">
                  <a16:creationId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59">
              <a:extLst>
                <a:ext uri="{FF2B5EF4-FFF2-40B4-BE49-F238E27FC236}">
                  <a16:creationId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60">
              <a:extLst>
                <a:ext uri="{FF2B5EF4-FFF2-40B4-BE49-F238E27FC236}">
                  <a16:creationId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61">
              <a:extLst>
                <a:ext uri="{FF2B5EF4-FFF2-40B4-BE49-F238E27FC236}">
                  <a16:creationId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62">
              <a:extLst>
                <a:ext uri="{FF2B5EF4-FFF2-40B4-BE49-F238E27FC236}">
                  <a16:creationId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63">
              <a:extLst>
                <a:ext uri="{FF2B5EF4-FFF2-40B4-BE49-F238E27FC236}">
                  <a16:creationId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64">
              <a:extLst>
                <a:ext uri="{FF2B5EF4-FFF2-40B4-BE49-F238E27FC236}">
                  <a16:creationId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65">
              <a:extLst>
                <a:ext uri="{FF2B5EF4-FFF2-40B4-BE49-F238E27FC236}">
                  <a16:creationId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66">
              <a:extLst>
                <a:ext uri="{FF2B5EF4-FFF2-40B4-BE49-F238E27FC236}">
                  <a16:creationId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67">
              <a:extLst>
                <a:ext uri="{FF2B5EF4-FFF2-40B4-BE49-F238E27FC236}">
                  <a16:creationId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68">
              <a:extLst>
                <a:ext uri="{FF2B5EF4-FFF2-40B4-BE49-F238E27FC236}">
                  <a16:creationId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69">
              <a:extLst>
                <a:ext uri="{FF2B5EF4-FFF2-40B4-BE49-F238E27FC236}">
                  <a16:creationId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70">
              <a:extLst>
                <a:ext uri="{FF2B5EF4-FFF2-40B4-BE49-F238E27FC236}">
                  <a16:creationId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18" name="Title 1"/>
          <p:cNvSpPr>
            <a:spLocks noGrp="1"/>
          </p:cNvSpPr>
          <p:nvPr userDrawn="1">
            <p:ph type="ctrTitle"/>
          </p:nvPr>
        </p:nvSpPr>
        <p:spPr>
          <a:xfrm>
            <a:off x="944388" y="2158329"/>
            <a:ext cx="4781392" cy="860400"/>
          </a:xfrm>
          <a:prstGeom prst="rect">
            <a:avLst/>
          </a:prstGeom>
        </p:spPr>
        <p:txBody>
          <a:bodyPr vert="horz"/>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9" name="Subtitle 2"/>
          <p:cNvSpPr>
            <a:spLocks noGrp="1"/>
          </p:cNvSpPr>
          <p:nvPr userDrawn="1">
            <p:ph type="subTitle" idx="1"/>
          </p:nvPr>
        </p:nvSpPr>
        <p:spPr>
          <a:xfrm>
            <a:off x="944580" y="3200329"/>
            <a:ext cx="480552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sp>
        <p:nvSpPr>
          <p:cNvPr id="3" name="Freeform: Shape 2">
            <a:extLst>
              <a:ext uri="{FF2B5EF4-FFF2-40B4-BE49-F238E27FC236}">
                <a16:creationId xmlns:a16="http://schemas.microsoft.com/office/drawing/2014/main" id="{44A731D0-020D-4D8E-955D-2354AF0FE452}"/>
              </a:ext>
            </a:extLst>
          </p:cNvPr>
          <p:cNvSpPr/>
          <p:nvPr userDrawn="1"/>
        </p:nvSpPr>
        <p:spPr>
          <a:xfrm>
            <a:off x="489112" y="723658"/>
            <a:ext cx="5677988"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sz="1799"/>
          </a:p>
        </p:txBody>
      </p:sp>
      <p:sp>
        <p:nvSpPr>
          <p:cNvPr id="4" name="Freeform: Shape 3">
            <a:extLst>
              <a:ext uri="{FF2B5EF4-FFF2-40B4-BE49-F238E27FC236}">
                <a16:creationId xmlns:a16="http://schemas.microsoft.com/office/drawing/2014/main" id="{15324C54-B75E-4AC0-90C2-FA558C7716F7}"/>
              </a:ext>
            </a:extLst>
          </p:cNvPr>
          <p:cNvSpPr/>
          <p:nvPr/>
        </p:nvSpPr>
        <p:spPr>
          <a:xfrm>
            <a:off x="489112"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5" name="Freeform: Shape 4">
            <a:extLst>
              <a:ext uri="{FF2B5EF4-FFF2-40B4-BE49-F238E27FC236}">
                <a16:creationId xmlns:a16="http://schemas.microsoft.com/office/drawing/2014/main" id="{CAA95478-C099-485F-AD95-A617656C6C7C}"/>
              </a:ext>
            </a:extLst>
          </p:cNvPr>
          <p:cNvSpPr/>
          <p:nvPr/>
        </p:nvSpPr>
        <p:spPr>
          <a:xfrm>
            <a:off x="774294"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6" name="Freeform: Shape 5">
            <a:extLst>
              <a:ext uri="{FF2B5EF4-FFF2-40B4-BE49-F238E27FC236}">
                <a16:creationId xmlns:a16="http://schemas.microsoft.com/office/drawing/2014/main" id="{D65680A1-86D1-44C2-AA38-0DF5735F1F26}"/>
              </a:ext>
            </a:extLst>
          </p:cNvPr>
          <p:cNvSpPr/>
          <p:nvPr/>
        </p:nvSpPr>
        <p:spPr>
          <a:xfrm>
            <a:off x="1059359"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grpSp>
        <p:nvGrpSpPr>
          <p:cNvPr id="104" name="Group 4">
            <a:extLst>
              <a:ext uri="{FF2B5EF4-FFF2-40B4-BE49-F238E27FC236}">
                <a16:creationId xmlns:a16="http://schemas.microsoft.com/office/drawing/2014/main" id="{89402076-F24D-44C5-B8A7-1127F9C4B9B7}"/>
              </a:ext>
            </a:extLst>
          </p:cNvPr>
          <p:cNvGrpSpPr>
            <a:grpSpLocks noChangeAspect="1"/>
          </p:cNvGrpSpPr>
          <p:nvPr userDrawn="1"/>
        </p:nvGrpSpPr>
        <p:grpSpPr bwMode="auto">
          <a:xfrm>
            <a:off x="10359392" y="4960938"/>
            <a:ext cx="1224912" cy="1435100"/>
            <a:chOff x="6529" y="3125"/>
            <a:chExt cx="772" cy="904"/>
          </a:xfrm>
        </p:grpSpPr>
        <p:sp>
          <p:nvSpPr>
            <p:cNvPr id="105" name="Freeform 5">
              <a:extLst>
                <a:ext uri="{FF2B5EF4-FFF2-40B4-BE49-F238E27FC236}">
                  <a16:creationId xmlns:a16="http://schemas.microsoft.com/office/drawing/2014/main" id="{A239DDBF-0740-4B20-9CF3-A05C2A0BF592}"/>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 name="Freeform 6">
              <a:extLst>
                <a:ext uri="{FF2B5EF4-FFF2-40B4-BE49-F238E27FC236}">
                  <a16:creationId xmlns:a16="http://schemas.microsoft.com/office/drawing/2014/main" id="{380EECCA-3396-425E-AB04-F11ABB1B5092}"/>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51040294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pproved question tall">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144BF5-C953-406B-A082-FB672B47047A}"/>
              </a:ext>
            </a:extLst>
          </p:cNvPr>
          <p:cNvGraphicFramePr>
            <a:graphicFrameLocks noChangeAspect="1"/>
          </p:cNvGraphicFramePr>
          <p:nvPr userDrawn="1">
            <p:custDataLst>
              <p:tags r:id="rId1"/>
            </p:custDataLst>
            <p:extLst>
              <p:ext uri="{D42A27DB-BD31-4B8C-83A1-F6EECF244321}">
                <p14:modId xmlns:p14="http://schemas.microsoft.com/office/powerpoint/2010/main" val="21304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3" name="Object 2" hidden="1">
                        <a:extLst>
                          <a:ext uri="{FF2B5EF4-FFF2-40B4-BE49-F238E27FC236}">
                            <a16:creationId xmlns:a16="http://schemas.microsoft.com/office/drawing/2014/main" id="{65144BF5-C953-406B-A082-FB672B4704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5" name="Picture 74">
            <a:extLst>
              <a:ext uri="{FF2B5EF4-FFF2-40B4-BE49-F238E27FC236}">
                <a16:creationId xmlns:a16="http://schemas.microsoft.com/office/drawing/2014/main" id="{32889845-07EE-48FB-A972-F8ECF1EF871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5" name="Graphic 84">
            <a:extLst>
              <a:ext uri="{FF2B5EF4-FFF2-40B4-BE49-F238E27FC236}">
                <a16:creationId xmlns:a16="http://schemas.microsoft.com/office/drawing/2014/main" id="{819BCB30-E1AA-4383-BEF0-0BE30C6425D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89111" y="869577"/>
            <a:ext cx="4845500" cy="3933825"/>
          </a:xfrm>
          <a:prstGeom prst="rect">
            <a:avLst/>
          </a:prstGeom>
        </p:spPr>
      </p:pic>
      <p:grpSp>
        <p:nvGrpSpPr>
          <p:cNvPr id="186" name="Group 185">
            <a:extLst>
              <a:ext uri="{FF2B5EF4-FFF2-40B4-BE49-F238E27FC236}">
                <a16:creationId xmlns:a16="http://schemas.microsoft.com/office/drawing/2014/main" id="{9CDE954B-B280-441B-9B2D-3DC58AAE3926}"/>
              </a:ext>
            </a:extLst>
          </p:cNvPr>
          <p:cNvGrpSpPr/>
          <p:nvPr userDrawn="1"/>
        </p:nvGrpSpPr>
        <p:grpSpPr>
          <a:xfrm>
            <a:off x="497856" y="5826613"/>
            <a:ext cx="3876004" cy="570195"/>
            <a:chOff x="498115" y="5951018"/>
            <a:chExt cx="3878023" cy="570195"/>
          </a:xfrm>
        </p:grpSpPr>
        <p:sp>
          <p:nvSpPr>
            <p:cNvPr id="187" name="Rectangle 186">
              <a:extLst>
                <a:ext uri="{FF2B5EF4-FFF2-40B4-BE49-F238E27FC236}">
                  <a16:creationId xmlns:a16="http://schemas.microsoft.com/office/drawing/2014/main" id="{93D8FAC8-9530-49D4-8284-D35D1B1509D3}"/>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Rectangle 6">
              <a:extLst>
                <a:ext uri="{FF2B5EF4-FFF2-40B4-BE49-F238E27FC236}">
                  <a16:creationId xmlns:a16="http://schemas.microsoft.com/office/drawing/2014/main" id="{FD924F44-93C1-4254-B594-53DB14FD995E}"/>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Rectangle 7">
              <a:extLst>
                <a:ext uri="{FF2B5EF4-FFF2-40B4-BE49-F238E27FC236}">
                  <a16:creationId xmlns:a16="http://schemas.microsoft.com/office/drawing/2014/main" id="{2A2DA425-7935-45A1-B63F-2D14CF8D5F9C}"/>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8">
              <a:extLst>
                <a:ext uri="{FF2B5EF4-FFF2-40B4-BE49-F238E27FC236}">
                  <a16:creationId xmlns:a16="http://schemas.microsoft.com/office/drawing/2014/main" id="{91EFF75E-13E7-4E35-B108-D9FD5E9C802C}"/>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9">
              <a:extLst>
                <a:ext uri="{FF2B5EF4-FFF2-40B4-BE49-F238E27FC236}">
                  <a16:creationId xmlns:a16="http://schemas.microsoft.com/office/drawing/2014/main" id="{4411951F-E009-4FE7-B2EC-47771CA8E178}"/>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10">
              <a:extLst>
                <a:ext uri="{FF2B5EF4-FFF2-40B4-BE49-F238E27FC236}">
                  <a16:creationId xmlns:a16="http://schemas.microsoft.com/office/drawing/2014/main" id="{B28EE49C-5F5A-49C6-AEB8-6D12DDF344ED}"/>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11">
              <a:extLst>
                <a:ext uri="{FF2B5EF4-FFF2-40B4-BE49-F238E27FC236}">
                  <a16:creationId xmlns:a16="http://schemas.microsoft.com/office/drawing/2014/main" id="{6E2B7D76-D660-491F-8B04-169C6F138B0A}"/>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12">
              <a:extLst>
                <a:ext uri="{FF2B5EF4-FFF2-40B4-BE49-F238E27FC236}">
                  <a16:creationId xmlns:a16="http://schemas.microsoft.com/office/drawing/2014/main" id="{41BE51DE-402B-48B5-99C8-D8BB9A32DF35}"/>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13">
              <a:extLst>
                <a:ext uri="{FF2B5EF4-FFF2-40B4-BE49-F238E27FC236}">
                  <a16:creationId xmlns:a16="http://schemas.microsoft.com/office/drawing/2014/main" id="{8D5E878B-8859-44FA-A69D-DCE630AAB0D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14">
              <a:extLst>
                <a:ext uri="{FF2B5EF4-FFF2-40B4-BE49-F238E27FC236}">
                  <a16:creationId xmlns:a16="http://schemas.microsoft.com/office/drawing/2014/main" id="{08D55808-ECDC-4E9B-84ED-7301E9E716C2}"/>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15">
              <a:extLst>
                <a:ext uri="{FF2B5EF4-FFF2-40B4-BE49-F238E27FC236}">
                  <a16:creationId xmlns:a16="http://schemas.microsoft.com/office/drawing/2014/main" id="{3436B310-313E-4A53-A70D-CA0D0D97FE7A}"/>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16">
              <a:extLst>
                <a:ext uri="{FF2B5EF4-FFF2-40B4-BE49-F238E27FC236}">
                  <a16:creationId xmlns:a16="http://schemas.microsoft.com/office/drawing/2014/main" id="{F3CE55A9-AE55-4169-A58D-8171D9916EC9}"/>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17">
              <a:extLst>
                <a:ext uri="{FF2B5EF4-FFF2-40B4-BE49-F238E27FC236}">
                  <a16:creationId xmlns:a16="http://schemas.microsoft.com/office/drawing/2014/main" id="{FA01BC48-4605-46FC-A7AC-192C7DBCA046}"/>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18">
              <a:extLst>
                <a:ext uri="{FF2B5EF4-FFF2-40B4-BE49-F238E27FC236}">
                  <a16:creationId xmlns:a16="http://schemas.microsoft.com/office/drawing/2014/main" id="{870190F3-472B-4296-B88D-D6904B9F3085}"/>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19">
              <a:extLst>
                <a:ext uri="{FF2B5EF4-FFF2-40B4-BE49-F238E27FC236}">
                  <a16:creationId xmlns:a16="http://schemas.microsoft.com/office/drawing/2014/main" id="{6CEA0F2B-4AAB-4A16-B7F1-CFCB0C0DCEE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20">
              <a:extLst>
                <a:ext uri="{FF2B5EF4-FFF2-40B4-BE49-F238E27FC236}">
                  <a16:creationId xmlns:a16="http://schemas.microsoft.com/office/drawing/2014/main" id="{CD64F657-7EE7-4AF2-ADE4-160C87E64D6B}"/>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21">
              <a:extLst>
                <a:ext uri="{FF2B5EF4-FFF2-40B4-BE49-F238E27FC236}">
                  <a16:creationId xmlns:a16="http://schemas.microsoft.com/office/drawing/2014/main" id="{FA80A690-9084-4519-8D88-A01963C02369}"/>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22">
              <a:extLst>
                <a:ext uri="{FF2B5EF4-FFF2-40B4-BE49-F238E27FC236}">
                  <a16:creationId xmlns:a16="http://schemas.microsoft.com/office/drawing/2014/main" id="{E847401D-2482-482A-AC12-D2E83C13546D}"/>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23">
              <a:extLst>
                <a:ext uri="{FF2B5EF4-FFF2-40B4-BE49-F238E27FC236}">
                  <a16:creationId xmlns:a16="http://schemas.microsoft.com/office/drawing/2014/main" id="{86054F72-4509-4465-B9A8-8DAE3EFD35B0}"/>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24">
              <a:extLst>
                <a:ext uri="{FF2B5EF4-FFF2-40B4-BE49-F238E27FC236}">
                  <a16:creationId xmlns:a16="http://schemas.microsoft.com/office/drawing/2014/main" id="{813850E4-4B62-4FDA-ABD6-F5A5AA5E7C28}"/>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25">
              <a:extLst>
                <a:ext uri="{FF2B5EF4-FFF2-40B4-BE49-F238E27FC236}">
                  <a16:creationId xmlns:a16="http://schemas.microsoft.com/office/drawing/2014/main" id="{1B4F0124-2FAE-4D54-9ECC-E88A8031BBD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26">
              <a:extLst>
                <a:ext uri="{FF2B5EF4-FFF2-40B4-BE49-F238E27FC236}">
                  <a16:creationId xmlns:a16="http://schemas.microsoft.com/office/drawing/2014/main" id="{2A730E5F-DF9C-488E-B4E0-EE9F501529EE}"/>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27">
              <a:extLst>
                <a:ext uri="{FF2B5EF4-FFF2-40B4-BE49-F238E27FC236}">
                  <a16:creationId xmlns:a16="http://schemas.microsoft.com/office/drawing/2014/main" id="{39861D7E-D8DA-436F-9E2F-5C08A8BFB4D5}"/>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28">
              <a:extLst>
                <a:ext uri="{FF2B5EF4-FFF2-40B4-BE49-F238E27FC236}">
                  <a16:creationId xmlns:a16="http://schemas.microsoft.com/office/drawing/2014/main" id="{8B038F9F-6A9C-4E57-A659-0090AF470598}"/>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29">
              <a:extLst>
                <a:ext uri="{FF2B5EF4-FFF2-40B4-BE49-F238E27FC236}">
                  <a16:creationId xmlns:a16="http://schemas.microsoft.com/office/drawing/2014/main" id="{15E4EB7D-754D-4053-9A23-596C7CFDA987}"/>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30">
              <a:extLst>
                <a:ext uri="{FF2B5EF4-FFF2-40B4-BE49-F238E27FC236}">
                  <a16:creationId xmlns:a16="http://schemas.microsoft.com/office/drawing/2014/main" id="{28E147CB-2B8F-497B-B00B-C25E679DC5EB}"/>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31">
              <a:extLst>
                <a:ext uri="{FF2B5EF4-FFF2-40B4-BE49-F238E27FC236}">
                  <a16:creationId xmlns:a16="http://schemas.microsoft.com/office/drawing/2014/main" id="{E68BC676-C787-429D-B59B-1A5CE062F78A}"/>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32">
              <a:extLst>
                <a:ext uri="{FF2B5EF4-FFF2-40B4-BE49-F238E27FC236}">
                  <a16:creationId xmlns:a16="http://schemas.microsoft.com/office/drawing/2014/main" id="{71266960-73CB-44B9-9A97-810858989148}"/>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33">
              <a:extLst>
                <a:ext uri="{FF2B5EF4-FFF2-40B4-BE49-F238E27FC236}">
                  <a16:creationId xmlns:a16="http://schemas.microsoft.com/office/drawing/2014/main" id="{3FF3AC5A-B742-4B29-8E04-03A71D82B9A6}"/>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34">
              <a:extLst>
                <a:ext uri="{FF2B5EF4-FFF2-40B4-BE49-F238E27FC236}">
                  <a16:creationId xmlns:a16="http://schemas.microsoft.com/office/drawing/2014/main" id="{0C912743-E24B-4E48-8196-5FBD1ECEE9AD}"/>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35">
              <a:extLst>
                <a:ext uri="{FF2B5EF4-FFF2-40B4-BE49-F238E27FC236}">
                  <a16:creationId xmlns:a16="http://schemas.microsoft.com/office/drawing/2014/main" id="{6E2F01F4-1410-4FE1-B043-EA97A1541F32}"/>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36">
              <a:extLst>
                <a:ext uri="{FF2B5EF4-FFF2-40B4-BE49-F238E27FC236}">
                  <a16:creationId xmlns:a16="http://schemas.microsoft.com/office/drawing/2014/main" id="{58ACFF1C-49F0-414E-B9E3-DE4E9FFAA38A}"/>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37">
              <a:extLst>
                <a:ext uri="{FF2B5EF4-FFF2-40B4-BE49-F238E27FC236}">
                  <a16:creationId xmlns:a16="http://schemas.microsoft.com/office/drawing/2014/main" id="{DACBD04B-22FF-4A4F-8B29-A2F31A05423A}"/>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38">
              <a:extLst>
                <a:ext uri="{FF2B5EF4-FFF2-40B4-BE49-F238E27FC236}">
                  <a16:creationId xmlns:a16="http://schemas.microsoft.com/office/drawing/2014/main" id="{A13F6E37-C22B-4FD3-ADFE-9C53ECB44692}"/>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39">
              <a:extLst>
                <a:ext uri="{FF2B5EF4-FFF2-40B4-BE49-F238E27FC236}">
                  <a16:creationId xmlns:a16="http://schemas.microsoft.com/office/drawing/2014/main" id="{76256F1D-405A-49F9-8592-A899623F2DB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40">
              <a:extLst>
                <a:ext uri="{FF2B5EF4-FFF2-40B4-BE49-F238E27FC236}">
                  <a16:creationId xmlns:a16="http://schemas.microsoft.com/office/drawing/2014/main" id="{2F9CAE14-DB05-4B70-867F-3F6164BDB74F}"/>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41">
              <a:extLst>
                <a:ext uri="{FF2B5EF4-FFF2-40B4-BE49-F238E27FC236}">
                  <a16:creationId xmlns:a16="http://schemas.microsoft.com/office/drawing/2014/main" id="{30C7B10F-7027-41F9-BEE2-F1575CB690D6}"/>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42">
              <a:extLst>
                <a:ext uri="{FF2B5EF4-FFF2-40B4-BE49-F238E27FC236}">
                  <a16:creationId xmlns:a16="http://schemas.microsoft.com/office/drawing/2014/main" id="{16B384B2-A2D9-4CB4-AF87-AF1004852B5B}"/>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43">
              <a:extLst>
                <a:ext uri="{FF2B5EF4-FFF2-40B4-BE49-F238E27FC236}">
                  <a16:creationId xmlns:a16="http://schemas.microsoft.com/office/drawing/2014/main" id="{DC309D60-84B9-4652-BEF1-F71EFAD3A402}"/>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44">
              <a:extLst>
                <a:ext uri="{FF2B5EF4-FFF2-40B4-BE49-F238E27FC236}">
                  <a16:creationId xmlns:a16="http://schemas.microsoft.com/office/drawing/2014/main" id="{A4440044-5486-483F-B652-7EE3849461B3}"/>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45">
              <a:extLst>
                <a:ext uri="{FF2B5EF4-FFF2-40B4-BE49-F238E27FC236}">
                  <a16:creationId xmlns:a16="http://schemas.microsoft.com/office/drawing/2014/main" id="{446771E9-EA09-4256-8955-FE392C07AFC4}"/>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46">
              <a:extLst>
                <a:ext uri="{FF2B5EF4-FFF2-40B4-BE49-F238E27FC236}">
                  <a16:creationId xmlns:a16="http://schemas.microsoft.com/office/drawing/2014/main" id="{FE985025-CAA5-44F2-9174-87CD1D8BA182}"/>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47">
              <a:extLst>
                <a:ext uri="{FF2B5EF4-FFF2-40B4-BE49-F238E27FC236}">
                  <a16:creationId xmlns:a16="http://schemas.microsoft.com/office/drawing/2014/main" id="{1105FBBE-AD06-4F22-94D8-E2E98185FAA9}"/>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48">
              <a:extLst>
                <a:ext uri="{FF2B5EF4-FFF2-40B4-BE49-F238E27FC236}">
                  <a16:creationId xmlns:a16="http://schemas.microsoft.com/office/drawing/2014/main" id="{8141824A-6AD4-4B53-B837-71461DD538CC}"/>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49">
              <a:extLst>
                <a:ext uri="{FF2B5EF4-FFF2-40B4-BE49-F238E27FC236}">
                  <a16:creationId xmlns:a16="http://schemas.microsoft.com/office/drawing/2014/main" id="{1CEF1D95-CD6C-417A-9539-CB4DBAA5E07D}"/>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50">
              <a:extLst>
                <a:ext uri="{FF2B5EF4-FFF2-40B4-BE49-F238E27FC236}">
                  <a16:creationId xmlns:a16="http://schemas.microsoft.com/office/drawing/2014/main" id="{BF6CB5D3-9648-4D73-AB7C-5374814E5BA2}"/>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51">
              <a:extLst>
                <a:ext uri="{FF2B5EF4-FFF2-40B4-BE49-F238E27FC236}">
                  <a16:creationId xmlns:a16="http://schemas.microsoft.com/office/drawing/2014/main" id="{55F0E322-3AEE-482E-8E59-9FB04FACA931}"/>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4" name="Freeform 52">
              <a:extLst>
                <a:ext uri="{FF2B5EF4-FFF2-40B4-BE49-F238E27FC236}">
                  <a16:creationId xmlns:a16="http://schemas.microsoft.com/office/drawing/2014/main" id="{0D3C59AD-7CCF-4166-9D21-3C3484889312}"/>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5" name="Freeform 53">
              <a:extLst>
                <a:ext uri="{FF2B5EF4-FFF2-40B4-BE49-F238E27FC236}">
                  <a16:creationId xmlns:a16="http://schemas.microsoft.com/office/drawing/2014/main" id="{9C9DA4CE-7B4D-42AE-9264-92B7D7757DD8}"/>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6" name="Freeform 54">
              <a:extLst>
                <a:ext uri="{FF2B5EF4-FFF2-40B4-BE49-F238E27FC236}">
                  <a16:creationId xmlns:a16="http://schemas.microsoft.com/office/drawing/2014/main" id="{DBCBD0D2-5C9C-4B12-8CF8-9CA320825ED7}"/>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7" name="Freeform 55">
              <a:extLst>
                <a:ext uri="{FF2B5EF4-FFF2-40B4-BE49-F238E27FC236}">
                  <a16:creationId xmlns:a16="http://schemas.microsoft.com/office/drawing/2014/main" id="{CDCFBD31-7961-4587-876E-1FAFC4E74AB8}"/>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8" name="Freeform 56">
              <a:extLst>
                <a:ext uri="{FF2B5EF4-FFF2-40B4-BE49-F238E27FC236}">
                  <a16:creationId xmlns:a16="http://schemas.microsoft.com/office/drawing/2014/main" id="{52482C08-723A-4738-9787-3516B3C1714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9" name="Freeform 57">
              <a:extLst>
                <a:ext uri="{FF2B5EF4-FFF2-40B4-BE49-F238E27FC236}">
                  <a16:creationId xmlns:a16="http://schemas.microsoft.com/office/drawing/2014/main" id="{5B72A8F0-33E3-42CD-88C2-C35BEC0E9833}"/>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0" name="Freeform 58">
              <a:extLst>
                <a:ext uri="{FF2B5EF4-FFF2-40B4-BE49-F238E27FC236}">
                  <a16:creationId xmlns:a16="http://schemas.microsoft.com/office/drawing/2014/main" id="{73FC54A2-6588-499B-968A-79F4CA9CF5F3}"/>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1" name="Freeform 59">
              <a:extLst>
                <a:ext uri="{FF2B5EF4-FFF2-40B4-BE49-F238E27FC236}">
                  <a16:creationId xmlns:a16="http://schemas.microsoft.com/office/drawing/2014/main" id="{1E6AB002-C130-4648-A18E-BA496FF1756C}"/>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2" name="Freeform 60">
              <a:extLst>
                <a:ext uri="{FF2B5EF4-FFF2-40B4-BE49-F238E27FC236}">
                  <a16:creationId xmlns:a16="http://schemas.microsoft.com/office/drawing/2014/main" id="{B0044278-9F7F-4596-96D2-ACFBE0DEC0B1}"/>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3" name="Freeform 61">
              <a:extLst>
                <a:ext uri="{FF2B5EF4-FFF2-40B4-BE49-F238E27FC236}">
                  <a16:creationId xmlns:a16="http://schemas.microsoft.com/office/drawing/2014/main" id="{79F75E0D-27A7-44C1-BF19-495F4768F995}"/>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4" name="Freeform 62">
              <a:extLst>
                <a:ext uri="{FF2B5EF4-FFF2-40B4-BE49-F238E27FC236}">
                  <a16:creationId xmlns:a16="http://schemas.microsoft.com/office/drawing/2014/main" id="{E5B9E395-C74C-4D98-8911-EE2C765D8BEB}"/>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5" name="Freeform 63">
              <a:extLst>
                <a:ext uri="{FF2B5EF4-FFF2-40B4-BE49-F238E27FC236}">
                  <a16:creationId xmlns:a16="http://schemas.microsoft.com/office/drawing/2014/main" id="{53BB8418-388C-4142-9A80-8BF00A87F7B0}"/>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6" name="Freeform 64">
              <a:extLst>
                <a:ext uri="{FF2B5EF4-FFF2-40B4-BE49-F238E27FC236}">
                  <a16:creationId xmlns:a16="http://schemas.microsoft.com/office/drawing/2014/main" id="{0256DB41-B3C1-4FEB-B394-9762C00E7F70}"/>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7" name="Freeform 65">
              <a:extLst>
                <a:ext uri="{FF2B5EF4-FFF2-40B4-BE49-F238E27FC236}">
                  <a16:creationId xmlns:a16="http://schemas.microsoft.com/office/drawing/2014/main" id="{F2BC9C1F-3F30-47A6-B503-20FB179B7F3A}"/>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8" name="Freeform 66">
              <a:extLst>
                <a:ext uri="{FF2B5EF4-FFF2-40B4-BE49-F238E27FC236}">
                  <a16:creationId xmlns:a16="http://schemas.microsoft.com/office/drawing/2014/main" id="{F2E1921C-CA0E-4886-93CA-956A6497CF03}"/>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9" name="Freeform 67">
              <a:extLst>
                <a:ext uri="{FF2B5EF4-FFF2-40B4-BE49-F238E27FC236}">
                  <a16:creationId xmlns:a16="http://schemas.microsoft.com/office/drawing/2014/main" id="{33147323-CD74-4B45-8B3D-9FC2D6ABC4D5}"/>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0" name="Freeform 68">
              <a:extLst>
                <a:ext uri="{FF2B5EF4-FFF2-40B4-BE49-F238E27FC236}">
                  <a16:creationId xmlns:a16="http://schemas.microsoft.com/office/drawing/2014/main" id="{646502BE-8655-4E99-B8D3-19E6C1D2B9F4}"/>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1" name="Freeform 69">
              <a:extLst>
                <a:ext uri="{FF2B5EF4-FFF2-40B4-BE49-F238E27FC236}">
                  <a16:creationId xmlns:a16="http://schemas.microsoft.com/office/drawing/2014/main" id="{7B89F1B5-6B06-45D2-838B-039A44EFFD1B}"/>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2" name="Freeform 70">
              <a:extLst>
                <a:ext uri="{FF2B5EF4-FFF2-40B4-BE49-F238E27FC236}">
                  <a16:creationId xmlns:a16="http://schemas.microsoft.com/office/drawing/2014/main" id="{07A005EC-C937-4146-8D02-C00C5931EBC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263" name="Title 1">
            <a:extLst>
              <a:ext uri="{FF2B5EF4-FFF2-40B4-BE49-F238E27FC236}">
                <a16:creationId xmlns:a16="http://schemas.microsoft.com/office/drawing/2014/main" id="{3F36D6CC-3534-47CC-AECE-83EDA4639FB5}"/>
              </a:ext>
            </a:extLst>
          </p:cNvPr>
          <p:cNvSpPr>
            <a:spLocks noGrp="1"/>
          </p:cNvSpPr>
          <p:nvPr>
            <p:ph type="ctrTitle"/>
          </p:nvPr>
        </p:nvSpPr>
        <p:spPr>
          <a:xfrm>
            <a:off x="944388" y="2158329"/>
            <a:ext cx="3998354" cy="860400"/>
          </a:xfrm>
          <a:prstGeom prst="rect">
            <a:avLst/>
          </a:prstGeom>
        </p:spPr>
        <p:txBody>
          <a:bodyPr vert="horz"/>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64" name="Subtitle 2">
            <a:extLst>
              <a:ext uri="{FF2B5EF4-FFF2-40B4-BE49-F238E27FC236}">
                <a16:creationId xmlns:a16="http://schemas.microsoft.com/office/drawing/2014/main" id="{C26FB38E-4E99-4AFB-8C8C-F03F7A963D9C}"/>
              </a:ext>
            </a:extLst>
          </p:cNvPr>
          <p:cNvSpPr>
            <a:spLocks noGrp="1"/>
          </p:cNvSpPr>
          <p:nvPr>
            <p:ph type="subTitle" idx="1"/>
          </p:nvPr>
        </p:nvSpPr>
        <p:spPr>
          <a:xfrm>
            <a:off x="944580" y="3200329"/>
            <a:ext cx="401853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82" name="Group 4">
            <a:extLst>
              <a:ext uri="{FF2B5EF4-FFF2-40B4-BE49-F238E27FC236}">
                <a16:creationId xmlns:a16="http://schemas.microsoft.com/office/drawing/2014/main" id="{A63454B3-EB4E-450A-98AA-6B5943D89732}"/>
              </a:ext>
            </a:extLst>
          </p:cNvPr>
          <p:cNvGrpSpPr>
            <a:grpSpLocks noChangeAspect="1"/>
          </p:cNvGrpSpPr>
          <p:nvPr userDrawn="1"/>
        </p:nvGrpSpPr>
        <p:grpSpPr bwMode="auto">
          <a:xfrm>
            <a:off x="10359392" y="4960938"/>
            <a:ext cx="1224912" cy="1435100"/>
            <a:chOff x="6529" y="3125"/>
            <a:chExt cx="772" cy="904"/>
          </a:xfrm>
        </p:grpSpPr>
        <p:sp>
          <p:nvSpPr>
            <p:cNvPr id="83" name="Freeform 5">
              <a:extLst>
                <a:ext uri="{FF2B5EF4-FFF2-40B4-BE49-F238E27FC236}">
                  <a16:creationId xmlns:a16="http://schemas.microsoft.com/office/drawing/2014/main" id="{C4ED221A-C963-42C0-91ED-C597F6BDAF9C}"/>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6">
              <a:extLst>
                <a:ext uri="{FF2B5EF4-FFF2-40B4-BE49-F238E27FC236}">
                  <a16:creationId xmlns:a16="http://schemas.microsoft.com/office/drawing/2014/main" id="{7956D1CB-5F24-4766-80AE-D7551538344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30912359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B09A2F6-7020-4D12-9B00-0DD9B9B4B60C}"/>
              </a:ext>
            </a:extLst>
          </p:cNvPr>
          <p:cNvGraphicFramePr>
            <a:graphicFrameLocks noChangeAspect="1"/>
          </p:cNvGraphicFramePr>
          <p:nvPr userDrawn="1">
            <p:custDataLst>
              <p:tags r:id="rId1"/>
            </p:custDataLst>
            <p:extLst>
              <p:ext uri="{D42A27DB-BD31-4B8C-83A1-F6EECF244321}">
                <p14:modId xmlns:p14="http://schemas.microsoft.com/office/powerpoint/2010/main" val="4230446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4" name="Object 3" hidden="1">
                        <a:extLst>
                          <a:ext uri="{FF2B5EF4-FFF2-40B4-BE49-F238E27FC236}">
                            <a16:creationId xmlns:a16="http://schemas.microsoft.com/office/drawing/2014/main" id="{EB09A2F6-7020-4D12-9B00-0DD9B9B4B6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AC5F387F-0A77-424D-88D8-FFE5F0CA22D3}"/>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588224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7B8FF8B-1813-4C9E-A952-11D5A8417816}"/>
              </a:ext>
            </a:extLst>
          </p:cNvPr>
          <p:cNvGraphicFramePr>
            <a:graphicFrameLocks noChangeAspect="1"/>
          </p:cNvGraphicFramePr>
          <p:nvPr userDrawn="1">
            <p:custDataLst>
              <p:tags r:id="rId1"/>
            </p:custDataLst>
            <p:extLst>
              <p:ext uri="{D42A27DB-BD31-4B8C-83A1-F6EECF244321}">
                <p14:modId xmlns:p14="http://schemas.microsoft.com/office/powerpoint/2010/main" val="228677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7" name="Object 6" hidden="1">
                        <a:extLst>
                          <a:ext uri="{FF2B5EF4-FFF2-40B4-BE49-F238E27FC236}">
                            <a16:creationId xmlns:a16="http://schemas.microsoft.com/office/drawing/2014/main" id="{57B8FF8B-1813-4C9E-A952-11D5A84178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609601" y="294200"/>
            <a:ext cx="10972800" cy="590400"/>
          </a:xfrm>
        </p:spPr>
        <p:txBody>
          <a:bodyPr vert="horz"/>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3" name="Date Placeholder 2">
            <a:extLst>
              <a:ext uri="{FF2B5EF4-FFF2-40B4-BE49-F238E27FC236}">
                <a16:creationId xmlns:a16="http://schemas.microsoft.com/office/drawing/2014/main" id="{40F0AABF-D862-4E52-856A-98A908BD81E4}"/>
              </a:ext>
            </a:extLst>
          </p:cNvPr>
          <p:cNvSpPr>
            <a:spLocks noGrp="1"/>
          </p:cNvSpPr>
          <p:nvPr>
            <p:ph type="dt" sz="half" idx="10"/>
          </p:nvPr>
        </p:nvSpPr>
        <p:spPr>
          <a:xfrm>
            <a:off x="1428184" y="6471244"/>
            <a:ext cx="1190638" cy="180000"/>
          </a:xfrm>
          <a:prstGeom prst="rect">
            <a:avLst/>
          </a:prstGeom>
        </p:spPr>
        <p:txBody>
          <a:bodyPr/>
          <a:lstStyle/>
          <a:p>
            <a:fld id="{3A307754-8EC1-42CB-B4A9-D45DEDE7C5C9}" type="datetime1">
              <a:rPr lang="en-US" smtClean="0"/>
              <a:t>11/28/2025</a:t>
            </a:fld>
            <a:endParaRPr lang="en-IN"/>
          </a:p>
        </p:txBody>
      </p:sp>
      <p:sp>
        <p:nvSpPr>
          <p:cNvPr id="4" name="Footer Placeholder 3">
            <a:extLst>
              <a:ext uri="{FF2B5EF4-FFF2-40B4-BE49-F238E27FC236}">
                <a16:creationId xmlns:a16="http://schemas.microsoft.com/office/drawing/2014/main" id="{7F5FDC76-F946-4827-A773-FCD68068B859}"/>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5" name="Slide Number Placeholder 4">
            <a:extLst>
              <a:ext uri="{FF2B5EF4-FFF2-40B4-BE49-F238E27FC236}">
                <a16:creationId xmlns:a16="http://schemas.microsoft.com/office/drawing/2014/main" id="{2ABF873B-E40B-4AF7-8D2F-967775EB8EA6}"/>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49973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0451C3A-B125-4422-9973-5D68D8476F02}"/>
              </a:ext>
            </a:extLst>
          </p:cNvPr>
          <p:cNvGraphicFramePr>
            <a:graphicFrameLocks noChangeAspect="1"/>
          </p:cNvGraphicFramePr>
          <p:nvPr userDrawn="1">
            <p:custDataLst>
              <p:tags r:id="rId1"/>
            </p:custDataLst>
            <p:extLst>
              <p:ext uri="{D42A27DB-BD31-4B8C-83A1-F6EECF244321}">
                <p14:modId xmlns:p14="http://schemas.microsoft.com/office/powerpoint/2010/main" val="1680785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30451C3A-B125-4422-9973-5D68D8476F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8194852" y="1"/>
            <a:ext cx="3997149" cy="6156104"/>
          </a:xfrm>
        </p:spPr>
        <p:txBody>
          <a:bodyPr/>
          <a:lstStyle/>
          <a:p>
            <a:endParaRPr lang="en-IN"/>
          </a:p>
        </p:txBody>
      </p:sp>
      <p:sp>
        <p:nvSpPr>
          <p:cNvPr id="2" name="Title 1"/>
          <p:cNvSpPr>
            <a:spLocks noGrp="1"/>
          </p:cNvSpPr>
          <p:nvPr>
            <p:ph type="title"/>
          </p:nvPr>
        </p:nvSpPr>
        <p:spPr>
          <a:xfrm>
            <a:off x="609601" y="294200"/>
            <a:ext cx="7440547" cy="590400"/>
          </a:xfrm>
        </p:spPr>
        <p:txBody>
          <a:bodyPr vert="horz"/>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609601" y="2311401"/>
            <a:ext cx="3578253" cy="384470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4327190" y="2311402"/>
            <a:ext cx="3578253" cy="1254759"/>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4327190" y="4236721"/>
            <a:ext cx="3578253" cy="1944160"/>
          </a:xfr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id="{E820DC59-E206-4DC0-9012-584F8EBAF730}"/>
              </a:ext>
            </a:extLst>
          </p:cNvPr>
          <p:cNvSpPr>
            <a:spLocks noChangeShapeType="1"/>
          </p:cNvSpPr>
          <p:nvPr userDrawn="1"/>
        </p:nvSpPr>
        <p:spPr bwMode="auto">
          <a:xfrm>
            <a:off x="609601" y="907750"/>
            <a:ext cx="7440548"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38FDA286-FC7C-4768-AFFF-1618056D687D}"/>
              </a:ext>
            </a:extLst>
          </p:cNvPr>
          <p:cNvSpPr>
            <a:spLocks noGrp="1"/>
          </p:cNvSpPr>
          <p:nvPr>
            <p:ph type="dt" sz="half" idx="14"/>
          </p:nvPr>
        </p:nvSpPr>
        <p:spPr>
          <a:xfrm>
            <a:off x="1428184" y="6471244"/>
            <a:ext cx="1190638" cy="180000"/>
          </a:xfrm>
          <a:prstGeom prst="rect">
            <a:avLst/>
          </a:prstGeom>
        </p:spPr>
        <p:txBody>
          <a:bodyPr/>
          <a:lstStyle/>
          <a:p>
            <a:fld id="{364FA6FA-B41F-43A8-AB73-BDFB7526CD2B}" type="datetime1">
              <a:rPr lang="en-US" smtClean="0"/>
              <a:t>11/28/2025</a:t>
            </a:fld>
            <a:endParaRPr lang="en-IN"/>
          </a:p>
        </p:txBody>
      </p:sp>
      <p:sp>
        <p:nvSpPr>
          <p:cNvPr id="6" name="Footer Placeholder 5">
            <a:extLst>
              <a:ext uri="{FF2B5EF4-FFF2-40B4-BE49-F238E27FC236}">
                <a16:creationId xmlns:a16="http://schemas.microsoft.com/office/drawing/2014/main" id="{69C73E4D-1EBD-404A-B8F4-9B8AD7336F33}"/>
              </a:ext>
            </a:extLst>
          </p:cNvPr>
          <p:cNvSpPr>
            <a:spLocks noGrp="1"/>
          </p:cNvSpPr>
          <p:nvPr>
            <p:ph type="ftr" sz="quarter" idx="15"/>
          </p:nvPr>
        </p:nvSpPr>
        <p:spPr>
          <a:xfrm>
            <a:off x="3237502" y="6471244"/>
            <a:ext cx="3084493" cy="180000"/>
          </a:xfrm>
          <a:prstGeom prst="rect">
            <a:avLst/>
          </a:prstGeom>
        </p:spPr>
        <p:txBody>
          <a:bodyPr/>
          <a:lstStyle/>
          <a:p>
            <a:r>
              <a:rPr lang="en-US"/>
              <a:t>Insert footer text here</a:t>
            </a:r>
          </a:p>
        </p:txBody>
      </p:sp>
      <p:sp>
        <p:nvSpPr>
          <p:cNvPr id="7" name="Slide Number Placeholder 6">
            <a:extLst>
              <a:ext uri="{FF2B5EF4-FFF2-40B4-BE49-F238E27FC236}">
                <a16:creationId xmlns:a16="http://schemas.microsoft.com/office/drawing/2014/main" id="{D159C267-49E7-46A8-B353-C5EB81154AB5}"/>
              </a:ext>
            </a:extLst>
          </p:cNvPr>
          <p:cNvSpPr>
            <a:spLocks noGrp="1"/>
          </p:cNvSpPr>
          <p:nvPr>
            <p:ph type="sldNum" sz="quarter" idx="16"/>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844646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81F5761-199A-4544-8EC9-004E067F3B64}"/>
              </a:ext>
            </a:extLst>
          </p:cNvPr>
          <p:cNvGraphicFramePr>
            <a:graphicFrameLocks noChangeAspect="1"/>
          </p:cNvGraphicFramePr>
          <p:nvPr userDrawn="1">
            <p:custDataLst>
              <p:tags r:id="rId1"/>
            </p:custDataLst>
            <p:extLst>
              <p:ext uri="{D42A27DB-BD31-4B8C-83A1-F6EECF244321}">
                <p14:modId xmlns:p14="http://schemas.microsoft.com/office/powerpoint/2010/main" val="3071881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381F5761-199A-4544-8EC9-004E067F3B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2383219" cy="6857999"/>
          </a:xfrm>
        </p:spPr>
        <p:txBody>
          <a:bodyPr/>
          <a:lstStyle/>
          <a:p>
            <a:endParaRPr lang="en-IN"/>
          </a:p>
        </p:txBody>
      </p:sp>
      <p:sp>
        <p:nvSpPr>
          <p:cNvPr id="2" name="Title 1"/>
          <p:cNvSpPr>
            <a:spLocks noGrp="1"/>
          </p:cNvSpPr>
          <p:nvPr>
            <p:ph type="title"/>
          </p:nvPr>
        </p:nvSpPr>
        <p:spPr>
          <a:xfrm>
            <a:off x="2693891" y="294200"/>
            <a:ext cx="8887371" cy="590400"/>
          </a:xfrm>
        </p:spPr>
        <p:txBody>
          <a:bodyPr vert="horz"/>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5724102" y="1137921"/>
            <a:ext cx="2802382" cy="501818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userDrawn="1">
            <p:ph idx="12" hasCustomPrompt="1"/>
          </p:nvPr>
        </p:nvSpPr>
        <p:spPr>
          <a:xfrm>
            <a:off x="8815241" y="1137922"/>
            <a:ext cx="2767159" cy="2796151"/>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457DDD53-DA5D-4F66-8EAA-913A40461E30}"/>
              </a:ext>
            </a:extLst>
          </p:cNvPr>
          <p:cNvSpPr>
            <a:spLocks noGrp="1"/>
          </p:cNvSpPr>
          <p:nvPr>
            <p:ph type="dt" sz="half" idx="13"/>
          </p:nvPr>
        </p:nvSpPr>
        <p:spPr>
          <a:xfrm>
            <a:off x="1428184" y="6471244"/>
            <a:ext cx="1190638" cy="180000"/>
          </a:xfrm>
          <a:prstGeom prst="rect">
            <a:avLst/>
          </a:prstGeom>
        </p:spPr>
        <p:txBody>
          <a:bodyPr/>
          <a:lstStyle/>
          <a:p>
            <a:fld id="{771572D8-C855-4554-B7F6-0E7D433E39F4}" type="datetime1">
              <a:rPr lang="en-US" smtClean="0"/>
              <a:t>11/28/2025</a:t>
            </a:fld>
            <a:endParaRPr lang="en-IN"/>
          </a:p>
        </p:txBody>
      </p:sp>
      <p:sp>
        <p:nvSpPr>
          <p:cNvPr id="6" name="Footer Placeholder 5">
            <a:extLst>
              <a:ext uri="{FF2B5EF4-FFF2-40B4-BE49-F238E27FC236}">
                <a16:creationId xmlns:a16="http://schemas.microsoft.com/office/drawing/2014/main" id="{89A18168-B280-402E-8310-35BC958D390B}"/>
              </a:ext>
            </a:extLst>
          </p:cNvPr>
          <p:cNvSpPr>
            <a:spLocks noGrp="1"/>
          </p:cNvSpPr>
          <p:nvPr>
            <p:ph type="ftr" sz="quarter" idx="14"/>
          </p:nvPr>
        </p:nvSpPr>
        <p:spPr>
          <a:xfrm>
            <a:off x="3237502" y="6471244"/>
            <a:ext cx="3084493" cy="180000"/>
          </a:xfrm>
          <a:prstGeom prst="rect">
            <a:avLst/>
          </a:prstGeom>
        </p:spPr>
        <p:txBody>
          <a:bodyPr/>
          <a:lstStyle/>
          <a:p>
            <a:r>
              <a:rPr lang="en-US"/>
              <a:t>Insert footer text here</a:t>
            </a:r>
          </a:p>
        </p:txBody>
      </p:sp>
      <p:sp>
        <p:nvSpPr>
          <p:cNvPr id="7" name="Slide Number Placeholder 6">
            <a:extLst>
              <a:ext uri="{FF2B5EF4-FFF2-40B4-BE49-F238E27FC236}">
                <a16:creationId xmlns:a16="http://schemas.microsoft.com/office/drawing/2014/main" id="{97D562B9-5194-4705-ABBD-89576E2CC7A3}"/>
              </a:ext>
            </a:extLst>
          </p:cNvPr>
          <p:cNvSpPr>
            <a:spLocks noGrp="1"/>
          </p:cNvSpPr>
          <p:nvPr>
            <p:ph type="sldNum" sz="quarter" idx="15"/>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9348417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3CB08B9-EC9E-407C-9A7D-5DA171C142DF}"/>
              </a:ext>
            </a:extLst>
          </p:cNvPr>
          <p:cNvGraphicFramePr>
            <a:graphicFrameLocks noChangeAspect="1"/>
          </p:cNvGraphicFramePr>
          <p:nvPr userDrawn="1">
            <p:custDataLst>
              <p:tags r:id="rId1"/>
            </p:custDataLst>
            <p:extLst>
              <p:ext uri="{D42A27DB-BD31-4B8C-83A1-F6EECF244321}">
                <p14:modId xmlns:p14="http://schemas.microsoft.com/office/powerpoint/2010/main" val="3394037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ct 7" hidden="1">
                        <a:extLst>
                          <a:ext uri="{FF2B5EF4-FFF2-40B4-BE49-F238E27FC236}">
                            <a16:creationId xmlns:a16="http://schemas.microsoft.com/office/drawing/2014/main" id="{D3CB08B9-EC9E-407C-9A7D-5DA171C142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a16="http://schemas.microsoft.com/office/drawing/2014/main"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00869D6F-A030-48CA-9C7C-9FC3A6F1F671}"/>
              </a:ext>
            </a:extLst>
          </p:cNvPr>
          <p:cNvSpPr>
            <a:spLocks noGrp="1"/>
          </p:cNvSpPr>
          <p:nvPr>
            <p:ph type="dt" sz="half" idx="10"/>
          </p:nvPr>
        </p:nvSpPr>
        <p:spPr>
          <a:xfrm>
            <a:off x="1428184" y="6471244"/>
            <a:ext cx="1190638" cy="180000"/>
          </a:xfrm>
          <a:prstGeom prst="rect">
            <a:avLst/>
          </a:prstGeom>
        </p:spPr>
        <p:txBody>
          <a:bodyPr/>
          <a:lstStyle/>
          <a:p>
            <a:fld id="{FD5B3EF3-59E0-496F-B5D7-3C270FC4AD7E}" type="datetime1">
              <a:rPr lang="en-US" smtClean="0"/>
              <a:t>11/28/2025</a:t>
            </a:fld>
            <a:endParaRPr lang="en-IN"/>
          </a:p>
        </p:txBody>
      </p:sp>
      <p:sp>
        <p:nvSpPr>
          <p:cNvPr id="5" name="Footer Placeholder 4">
            <a:extLst>
              <a:ext uri="{FF2B5EF4-FFF2-40B4-BE49-F238E27FC236}">
                <a16:creationId xmlns:a16="http://schemas.microsoft.com/office/drawing/2014/main" id="{2F02C3F7-BD0A-4AD4-95D8-328DA6F539AD}"/>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6" name="Slide Number Placeholder 5">
            <a:extLst>
              <a:ext uri="{FF2B5EF4-FFF2-40B4-BE49-F238E27FC236}">
                <a16:creationId xmlns:a16="http://schemas.microsoft.com/office/drawing/2014/main" id="{DE4422C8-68BE-4650-89F1-3BECCFF9B514}"/>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24633829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Standard slide_no bullets">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7126139-C209-4DF7-9A5A-8E2978B5E397}"/>
              </a:ext>
            </a:extLst>
          </p:cNvPr>
          <p:cNvGraphicFramePr>
            <a:graphicFrameLocks noChangeAspect="1"/>
          </p:cNvGraphicFramePr>
          <p:nvPr userDrawn="1">
            <p:custDataLst>
              <p:tags r:id="rId1"/>
            </p:custDataLst>
            <p:extLst>
              <p:ext uri="{D42A27DB-BD31-4B8C-83A1-F6EECF244321}">
                <p14:modId xmlns:p14="http://schemas.microsoft.com/office/powerpoint/2010/main" val="10509482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E7126139-C209-4DF7-9A5A-8E2978B5E3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352616" y="2851522"/>
            <a:ext cx="4445485" cy="1202318"/>
          </a:xfrm>
        </p:spPr>
        <p:txBody>
          <a:bodyPr vert="horz" lIns="0" tIns="0" rIns="0" bIns="0" rtlCol="0" anchor="ctr" anchorCtr="0">
            <a:noAutofit/>
          </a:bodyPr>
          <a:lstStyle>
            <a:lvl1pPr marL="0" indent="0">
              <a:buNone/>
              <a:defRPr kumimoji="0" lang="en-IN" sz="3598" b="0" i="0" u="none" strike="noStrike" cap="none" spc="0" normalizeH="0" baseline="0" dirty="0">
                <a:ln>
                  <a:noFill/>
                </a:ln>
                <a:solidFill>
                  <a:srgbClr val="FFFFFF"/>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
        <p:nvSpPr>
          <p:cNvPr id="2" name="Date Placeholder 1">
            <a:extLst>
              <a:ext uri="{FF2B5EF4-FFF2-40B4-BE49-F238E27FC236}">
                <a16:creationId xmlns:a16="http://schemas.microsoft.com/office/drawing/2014/main" id="{984443D1-37A3-4969-A6D3-4E99E05604B9}"/>
              </a:ext>
            </a:extLst>
          </p:cNvPr>
          <p:cNvSpPr>
            <a:spLocks noGrp="1"/>
          </p:cNvSpPr>
          <p:nvPr>
            <p:ph type="dt" sz="half" idx="11"/>
          </p:nvPr>
        </p:nvSpPr>
        <p:spPr>
          <a:xfrm>
            <a:off x="1428184" y="6471244"/>
            <a:ext cx="1190638" cy="180000"/>
          </a:xfrm>
          <a:prstGeom prst="rect">
            <a:avLst/>
          </a:prstGeom>
        </p:spPr>
        <p:txBody>
          <a:bodyPr/>
          <a:lstStyle/>
          <a:p>
            <a:fld id="{E8146C86-0A1D-46EF-BD71-C6DB63A14204}" type="datetime1">
              <a:rPr lang="en-US" smtClean="0"/>
              <a:t>11/28/2025</a:t>
            </a:fld>
            <a:endParaRPr lang="en-IN"/>
          </a:p>
        </p:txBody>
      </p:sp>
      <p:sp>
        <p:nvSpPr>
          <p:cNvPr id="3" name="Footer Placeholder 2">
            <a:extLst>
              <a:ext uri="{FF2B5EF4-FFF2-40B4-BE49-F238E27FC236}">
                <a16:creationId xmlns:a16="http://schemas.microsoft.com/office/drawing/2014/main" id="{61AB04F4-59F4-4102-9BBD-DB62B48E184D}"/>
              </a:ext>
            </a:extLst>
          </p:cNvPr>
          <p:cNvSpPr>
            <a:spLocks noGrp="1"/>
          </p:cNvSpPr>
          <p:nvPr>
            <p:ph type="ftr" sz="quarter" idx="12"/>
          </p:nvPr>
        </p:nvSpPr>
        <p:spPr>
          <a:xfrm>
            <a:off x="3237502" y="6471244"/>
            <a:ext cx="3084493" cy="180000"/>
          </a:xfrm>
          <a:prstGeom prst="rect">
            <a:avLst/>
          </a:prstGeom>
        </p:spPr>
        <p:txBody>
          <a:bodyPr/>
          <a:lstStyle/>
          <a:p>
            <a:r>
              <a:rPr lang="en-US"/>
              <a:t>Insert footer text here</a:t>
            </a:r>
          </a:p>
        </p:txBody>
      </p:sp>
      <p:sp>
        <p:nvSpPr>
          <p:cNvPr id="4" name="Slide Number Placeholder 3">
            <a:extLst>
              <a:ext uri="{FF2B5EF4-FFF2-40B4-BE49-F238E27FC236}">
                <a16:creationId xmlns:a16="http://schemas.microsoft.com/office/drawing/2014/main" id="{E499AB0A-887B-46B8-BA72-781970F002C7}"/>
              </a:ext>
            </a:extLst>
          </p:cNvPr>
          <p:cNvSpPr>
            <a:spLocks noGrp="1"/>
          </p:cNvSpPr>
          <p:nvPr>
            <p:ph type="sldNum" sz="quarter" idx="13"/>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0405661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CD82C3E-71AA-4DB0-9539-941C9989A24E}"/>
              </a:ext>
            </a:extLst>
          </p:cNvPr>
          <p:cNvGraphicFramePr>
            <a:graphicFrameLocks noChangeAspect="1"/>
          </p:cNvGraphicFramePr>
          <p:nvPr userDrawn="1">
            <p:custDataLst>
              <p:tags r:id="rId1"/>
            </p:custDataLst>
            <p:extLst>
              <p:ext uri="{D42A27DB-BD31-4B8C-83A1-F6EECF244321}">
                <p14:modId xmlns:p14="http://schemas.microsoft.com/office/powerpoint/2010/main" val="33472441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1CD82C3E-71AA-4DB0-9539-941C9989A2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6223938" y="0"/>
            <a:ext cx="5968062" cy="6858000"/>
          </a:xfrm>
        </p:spPr>
        <p:txBody>
          <a:bodyPr/>
          <a:lstStyle/>
          <a:p>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369513" y="2578743"/>
            <a:ext cx="4535597" cy="1055708"/>
          </a:xfr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369513" y="3840384"/>
            <a:ext cx="4535597" cy="1055708"/>
          </a:xfrm>
        </p:spPr>
        <p:txBody>
          <a:bodyPr/>
          <a:lstStyle>
            <a:lvl1pPr marL="0" indent="0">
              <a:buNone/>
              <a:defRPr sz="1599"/>
            </a:lvl1pPr>
          </a:lstStyle>
          <a:p>
            <a:pPr lvl="0"/>
            <a:r>
              <a:rPr lang="en-IN"/>
              <a:t>text</a:t>
            </a:r>
          </a:p>
        </p:txBody>
      </p:sp>
      <p:sp>
        <p:nvSpPr>
          <p:cNvPr id="2" name="Date Placeholder 1">
            <a:extLst>
              <a:ext uri="{FF2B5EF4-FFF2-40B4-BE49-F238E27FC236}">
                <a16:creationId xmlns:a16="http://schemas.microsoft.com/office/drawing/2014/main" id="{F656DB61-969F-46BA-942C-3600269FA4D1}"/>
              </a:ext>
            </a:extLst>
          </p:cNvPr>
          <p:cNvSpPr>
            <a:spLocks noGrp="1"/>
          </p:cNvSpPr>
          <p:nvPr>
            <p:ph type="dt" sz="half" idx="13"/>
          </p:nvPr>
        </p:nvSpPr>
        <p:spPr>
          <a:xfrm>
            <a:off x="1428184" y="6471244"/>
            <a:ext cx="1190638" cy="180000"/>
          </a:xfrm>
          <a:prstGeom prst="rect">
            <a:avLst/>
          </a:prstGeom>
        </p:spPr>
        <p:txBody>
          <a:bodyPr/>
          <a:lstStyle/>
          <a:p>
            <a:fld id="{26B63D7A-9CCF-4893-B526-8A48D48273DF}" type="datetime1">
              <a:rPr lang="en-US" smtClean="0"/>
              <a:t>11/28/2025</a:t>
            </a:fld>
            <a:endParaRPr lang="en-IN"/>
          </a:p>
        </p:txBody>
      </p:sp>
      <p:sp>
        <p:nvSpPr>
          <p:cNvPr id="3" name="Footer Placeholder 2">
            <a:extLst>
              <a:ext uri="{FF2B5EF4-FFF2-40B4-BE49-F238E27FC236}">
                <a16:creationId xmlns:a16="http://schemas.microsoft.com/office/drawing/2014/main" id="{C7C562FF-E912-4424-B259-AED677C026AF}"/>
              </a:ext>
            </a:extLst>
          </p:cNvPr>
          <p:cNvSpPr>
            <a:spLocks noGrp="1"/>
          </p:cNvSpPr>
          <p:nvPr>
            <p:ph type="ftr" sz="quarter" idx="14"/>
          </p:nvPr>
        </p:nvSpPr>
        <p:spPr>
          <a:xfrm>
            <a:off x="3237502" y="6471244"/>
            <a:ext cx="3084493" cy="180000"/>
          </a:xfrm>
          <a:prstGeom prst="rect">
            <a:avLst/>
          </a:prstGeom>
        </p:spPr>
        <p:txBody>
          <a:bodyPr/>
          <a:lstStyle/>
          <a:p>
            <a:r>
              <a:rPr lang="en-US"/>
              <a:t>Insert footer text here</a:t>
            </a:r>
          </a:p>
        </p:txBody>
      </p:sp>
      <p:sp>
        <p:nvSpPr>
          <p:cNvPr id="4" name="Slide Number Placeholder 3">
            <a:extLst>
              <a:ext uri="{FF2B5EF4-FFF2-40B4-BE49-F238E27FC236}">
                <a16:creationId xmlns:a16="http://schemas.microsoft.com/office/drawing/2014/main" id="{E82C1B82-1A85-4CFD-98C3-C21698A96B67}"/>
              </a:ext>
            </a:extLst>
          </p:cNvPr>
          <p:cNvSpPr>
            <a:spLocks noGrp="1"/>
          </p:cNvSpPr>
          <p:nvPr>
            <p:ph type="sldNum" sz="quarter" idx="15"/>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0663510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4B28CD6-9B4E-4984-8846-25E9AD92418A}"/>
              </a:ext>
            </a:extLst>
          </p:cNvPr>
          <p:cNvGraphicFramePr>
            <a:graphicFrameLocks noChangeAspect="1"/>
          </p:cNvGraphicFramePr>
          <p:nvPr userDrawn="1">
            <p:custDataLst>
              <p:tags r:id="rId1"/>
            </p:custDataLst>
            <p:extLst>
              <p:ext uri="{D42A27DB-BD31-4B8C-83A1-F6EECF244321}">
                <p14:modId xmlns:p14="http://schemas.microsoft.com/office/powerpoint/2010/main" val="6587715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ct 7" hidden="1">
                        <a:extLst>
                          <a:ext uri="{FF2B5EF4-FFF2-40B4-BE49-F238E27FC236}">
                            <a16:creationId xmlns:a16="http://schemas.microsoft.com/office/drawing/2014/main" id="{B4B28CD6-9B4E-4984-8846-25E9AD9241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609600" y="1137921"/>
            <a:ext cx="4954924" cy="4267457"/>
          </a:xfrm>
        </p:spPr>
        <p:txBody>
          <a:bodyPr/>
          <a:lstStyle/>
          <a:p>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6119821" y="1137921"/>
            <a:ext cx="5462580" cy="373807"/>
          </a:xfr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6119821" y="1635009"/>
            <a:ext cx="5462580" cy="1611554"/>
          </a:xfr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3" name="Date Placeholder 2">
            <a:extLst>
              <a:ext uri="{FF2B5EF4-FFF2-40B4-BE49-F238E27FC236}">
                <a16:creationId xmlns:a16="http://schemas.microsoft.com/office/drawing/2014/main" id="{C5822E28-B24F-4CF6-8F50-70ED7C22A114}"/>
              </a:ext>
            </a:extLst>
          </p:cNvPr>
          <p:cNvSpPr>
            <a:spLocks noGrp="1"/>
          </p:cNvSpPr>
          <p:nvPr>
            <p:ph type="dt" sz="half" idx="19"/>
          </p:nvPr>
        </p:nvSpPr>
        <p:spPr>
          <a:xfrm>
            <a:off x="1428184" y="6471244"/>
            <a:ext cx="1190638" cy="180000"/>
          </a:xfrm>
          <a:prstGeom prst="rect">
            <a:avLst/>
          </a:prstGeom>
        </p:spPr>
        <p:txBody>
          <a:bodyPr/>
          <a:lstStyle/>
          <a:p>
            <a:fld id="{DB47AD62-F674-4F96-A850-E4BA3C364F0D}" type="datetime1">
              <a:rPr lang="en-US" smtClean="0"/>
              <a:t>11/28/2025</a:t>
            </a:fld>
            <a:endParaRPr lang="en-IN"/>
          </a:p>
        </p:txBody>
      </p:sp>
      <p:sp>
        <p:nvSpPr>
          <p:cNvPr id="4" name="Footer Placeholder 3">
            <a:extLst>
              <a:ext uri="{FF2B5EF4-FFF2-40B4-BE49-F238E27FC236}">
                <a16:creationId xmlns:a16="http://schemas.microsoft.com/office/drawing/2014/main" id="{6865E1CD-A05B-41DC-B488-E4BA204E7AE5}"/>
              </a:ext>
            </a:extLst>
          </p:cNvPr>
          <p:cNvSpPr>
            <a:spLocks noGrp="1"/>
          </p:cNvSpPr>
          <p:nvPr>
            <p:ph type="ftr" sz="quarter" idx="20"/>
          </p:nvPr>
        </p:nvSpPr>
        <p:spPr>
          <a:xfrm>
            <a:off x="3237502" y="6471244"/>
            <a:ext cx="3084493" cy="180000"/>
          </a:xfrm>
          <a:prstGeom prst="rect">
            <a:avLst/>
          </a:prstGeom>
        </p:spPr>
        <p:txBody>
          <a:bodyPr/>
          <a:lstStyle/>
          <a:p>
            <a:r>
              <a:rPr lang="en-US"/>
              <a:t>Insert footer text here</a:t>
            </a:r>
          </a:p>
        </p:txBody>
      </p:sp>
      <p:sp>
        <p:nvSpPr>
          <p:cNvPr id="6" name="Slide Number Placeholder 5">
            <a:extLst>
              <a:ext uri="{FF2B5EF4-FFF2-40B4-BE49-F238E27FC236}">
                <a16:creationId xmlns:a16="http://schemas.microsoft.com/office/drawing/2014/main" id="{5716ABDB-CF45-4001-9487-F3BA3DD8DACD}"/>
              </a:ext>
            </a:extLst>
          </p:cNvPr>
          <p:cNvSpPr>
            <a:spLocks noGrp="1"/>
          </p:cNvSpPr>
          <p:nvPr>
            <p:ph type="sldNum" sz="quarter" idx="21"/>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012139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487CCD8-75C1-4063-AC3C-ED5A4FBF9DB8}"/>
              </a:ext>
            </a:extLst>
          </p:cNvPr>
          <p:cNvGraphicFramePr>
            <a:graphicFrameLocks noChangeAspect="1"/>
          </p:cNvGraphicFramePr>
          <p:nvPr userDrawn="1">
            <p:custDataLst>
              <p:tags r:id="rId1"/>
            </p:custDataLst>
            <p:extLst>
              <p:ext uri="{D42A27DB-BD31-4B8C-83A1-F6EECF244321}">
                <p14:modId xmlns:p14="http://schemas.microsoft.com/office/powerpoint/2010/main" val="703899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F487CCD8-75C1-4063-AC3C-ED5A4FBF9D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a:extLst>
              <a:ext uri="{FF2B5EF4-FFF2-40B4-BE49-F238E27FC236}">
                <a16:creationId xmlns:a16="http://schemas.microsoft.com/office/drawing/2014/main" id="{1CD06B42-27A8-4223-AE57-EB729EB5FC27}"/>
              </a:ext>
            </a:extLst>
          </p:cNvPr>
          <p:cNvSpPr>
            <a:spLocks noGrp="1"/>
          </p:cNvSpPr>
          <p:nvPr>
            <p:ph type="dt" sz="half" idx="10"/>
          </p:nvPr>
        </p:nvSpPr>
        <p:spPr>
          <a:xfrm>
            <a:off x="1428184" y="6471244"/>
            <a:ext cx="1190638" cy="180000"/>
          </a:xfrm>
          <a:prstGeom prst="rect">
            <a:avLst/>
          </a:prstGeom>
        </p:spPr>
        <p:txBody>
          <a:bodyPr/>
          <a:lstStyle/>
          <a:p>
            <a:fld id="{2634F09D-901D-445F-BEB4-5CD003D3E7AB}" type="datetime1">
              <a:rPr lang="en-US" smtClean="0"/>
              <a:t>11/28/2025</a:t>
            </a:fld>
            <a:endParaRPr lang="en-IN"/>
          </a:p>
        </p:txBody>
      </p:sp>
      <p:sp>
        <p:nvSpPr>
          <p:cNvPr id="4" name="Footer Placeholder 3">
            <a:extLst>
              <a:ext uri="{FF2B5EF4-FFF2-40B4-BE49-F238E27FC236}">
                <a16:creationId xmlns:a16="http://schemas.microsoft.com/office/drawing/2014/main" id="{5C1F4AD2-0FC3-4A7D-B553-FC19C918C14E}"/>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5" name="Slide Number Placeholder 4">
            <a:extLst>
              <a:ext uri="{FF2B5EF4-FFF2-40B4-BE49-F238E27FC236}">
                <a16:creationId xmlns:a16="http://schemas.microsoft.com/office/drawing/2014/main" id="{C7E89B92-9E6D-4E4B-A5F6-7BC8B1612D1D}"/>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8460935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E87A8F69-8F65-491E-9D8F-A768065DB7F0}"/>
              </a:ext>
            </a:extLst>
          </p:cNvPr>
          <p:cNvGraphicFramePr>
            <a:graphicFrameLocks noChangeAspect="1"/>
          </p:cNvGraphicFramePr>
          <p:nvPr userDrawn="1">
            <p:custDataLst>
              <p:tags r:id="rId1"/>
            </p:custDataLst>
            <p:extLst>
              <p:ext uri="{D42A27DB-BD31-4B8C-83A1-F6EECF244321}">
                <p14:modId xmlns:p14="http://schemas.microsoft.com/office/powerpoint/2010/main" val="3222623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E87A8F69-8F65-491E-9D8F-A768065DB7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6">
            <a:extLst>
              <a:ext uri="{FF2B5EF4-FFF2-40B4-BE49-F238E27FC236}">
                <a16:creationId xmlns:a16="http://schemas.microsoft.com/office/drawing/2014/main" id="{E28D7EA5-A532-4D8B-9984-8F3D1FEA98DB}"/>
              </a:ext>
            </a:extLst>
          </p:cNvPr>
          <p:cNvSpPr>
            <a:spLocks noGrp="1"/>
          </p:cNvSpPr>
          <p:nvPr>
            <p:ph type="body" sz="quarter" idx="10"/>
          </p:nvPr>
        </p:nvSpPr>
        <p:spPr>
          <a:xfrm>
            <a:off x="3451378" y="2060235"/>
            <a:ext cx="5289245" cy="3025522"/>
          </a:xfr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a16="http://schemas.microsoft.com/office/drawing/2014/main" id="{9F9B9C3C-16F2-40B2-A460-0480520ECF89}"/>
              </a:ext>
            </a:extLst>
          </p:cNvPr>
          <p:cNvSpPr>
            <a:spLocks noGrp="1"/>
          </p:cNvSpPr>
          <p:nvPr>
            <p:ph type="body" sz="quarter" idx="11" hasCustomPrompt="1"/>
          </p:nvPr>
        </p:nvSpPr>
        <p:spPr>
          <a:xfrm>
            <a:off x="3451378" y="5506678"/>
            <a:ext cx="5289245" cy="316838"/>
          </a:xfrm>
        </p:spPr>
        <p:txBody>
          <a:bodyPr lIns="0" tIns="0" rIns="0" bIns="0">
            <a:noAutofit/>
          </a:bodyPr>
          <a:lstStyle>
            <a:lvl1pPr marL="0" indent="0" algn="ctr">
              <a:buNone/>
              <a:defRPr lang="en-US" sz="1599" dirty="0" smtClean="0">
                <a:solidFill>
                  <a:srgbClr val="FFE600"/>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a16="http://schemas.microsoft.com/office/drawing/2014/main" id="{8E04541C-CC5D-4455-8271-73223AE0A881}"/>
              </a:ext>
            </a:extLst>
          </p:cNvPr>
          <p:cNvSpPr>
            <a:spLocks noGrp="1"/>
          </p:cNvSpPr>
          <p:nvPr>
            <p:ph type="body" sz="quarter" idx="12" hasCustomPrompt="1"/>
          </p:nvPr>
        </p:nvSpPr>
        <p:spPr>
          <a:xfrm>
            <a:off x="3451378" y="5818717"/>
            <a:ext cx="5289245" cy="316838"/>
          </a:xfrm>
        </p:spPr>
        <p:txBody>
          <a:bodyPr vert="horz" lIns="0" tIns="0" rIns="0" bIns="0" rtlCol="0" anchor="t" anchorCtr="0">
            <a:noAutofit/>
          </a:bodyPr>
          <a:lstStyle>
            <a:lvl1pPr marL="0" indent="0" algn="ctr">
              <a:buNone/>
              <a:defRPr lang="en-US" sz="1599" dirty="0" smtClean="0">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784843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1202051-609A-4466-9E3C-B55204B12409}"/>
              </a:ext>
            </a:extLst>
          </p:cNvPr>
          <p:cNvGraphicFramePr>
            <a:graphicFrameLocks noChangeAspect="1"/>
          </p:cNvGraphicFramePr>
          <p:nvPr userDrawn="1">
            <p:custDataLst>
              <p:tags r:id="rId1"/>
            </p:custDataLst>
            <p:extLst>
              <p:ext uri="{D42A27DB-BD31-4B8C-83A1-F6EECF244321}">
                <p14:modId xmlns:p14="http://schemas.microsoft.com/office/powerpoint/2010/main" val="21560179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F1202051-609A-4466-9E3C-B55204B124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11">
            <a:extLst>
              <a:ext uri="{FF2B5EF4-FFF2-40B4-BE49-F238E27FC236}">
                <a16:creationId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a16="http://schemas.microsoft.com/office/drawing/2014/main" id="{FB5D2AC0-B4F7-4455-9AE0-201966050A6D}"/>
              </a:ext>
            </a:extLst>
          </p:cNvPr>
          <p:cNvSpPr>
            <a:spLocks noGrp="1"/>
          </p:cNvSpPr>
          <p:nvPr>
            <p:ph type="body" sz="quarter" idx="10"/>
          </p:nvPr>
        </p:nvSpPr>
        <p:spPr>
          <a:xfrm>
            <a:off x="513083" y="2526765"/>
            <a:ext cx="5289245" cy="1800000"/>
          </a:xfr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a16="http://schemas.microsoft.com/office/drawing/2014/main" id="{F1BA83A2-78F0-4F7E-836B-9B4B87820F96}"/>
              </a:ext>
            </a:extLst>
          </p:cNvPr>
          <p:cNvSpPr>
            <a:spLocks noGrp="1"/>
          </p:cNvSpPr>
          <p:nvPr>
            <p:ph type="body" sz="quarter" idx="11" hasCustomPrompt="1"/>
          </p:nvPr>
        </p:nvSpPr>
        <p:spPr>
          <a:xfrm>
            <a:off x="513083" y="4632765"/>
            <a:ext cx="5289245" cy="316838"/>
          </a:xfr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chemeClr val="tx2"/>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a16="http://schemas.microsoft.com/office/drawing/2014/main" id="{034CE9DD-CE12-4D9F-8FD6-A2522F36C807}"/>
              </a:ext>
            </a:extLst>
          </p:cNvPr>
          <p:cNvSpPr>
            <a:spLocks noGrp="1"/>
          </p:cNvSpPr>
          <p:nvPr>
            <p:ph type="body" sz="quarter" idx="12" hasCustomPrompt="1"/>
          </p:nvPr>
        </p:nvSpPr>
        <p:spPr>
          <a:xfrm>
            <a:off x="513083" y="4971442"/>
            <a:ext cx="5289245" cy="316838"/>
          </a:xfr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chemeClr val="bg1"/>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77331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2E6FDF47-6F49-4A67-9B97-28D7705E6E3B}"/>
              </a:ext>
            </a:extLst>
          </p:cNvPr>
          <p:cNvGraphicFramePr>
            <a:graphicFrameLocks noChangeAspect="1"/>
          </p:cNvGraphicFramePr>
          <p:nvPr userDrawn="1">
            <p:custDataLst>
              <p:tags r:id="rId1"/>
            </p:custDataLst>
            <p:extLst>
              <p:ext uri="{D42A27DB-BD31-4B8C-83A1-F6EECF244321}">
                <p14:modId xmlns:p14="http://schemas.microsoft.com/office/powerpoint/2010/main" val="1771281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ct 7" hidden="1">
                        <a:extLst>
                          <a:ext uri="{FF2B5EF4-FFF2-40B4-BE49-F238E27FC236}">
                            <a16:creationId xmlns:a16="http://schemas.microsoft.com/office/drawing/2014/main" id="{2E6FDF47-6F49-4A67-9B97-28D7705E6E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a16="http://schemas.microsoft.com/office/drawing/2014/main"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E7DAEB49-9ADD-490C-B904-979B3953B8CD}"/>
              </a:ext>
            </a:extLst>
          </p:cNvPr>
          <p:cNvSpPr>
            <a:spLocks noGrp="1"/>
          </p:cNvSpPr>
          <p:nvPr>
            <p:ph type="dt" sz="half" idx="10"/>
          </p:nvPr>
        </p:nvSpPr>
        <p:spPr>
          <a:xfrm>
            <a:off x="1428184" y="6471244"/>
            <a:ext cx="1190638" cy="180000"/>
          </a:xfrm>
          <a:prstGeom prst="rect">
            <a:avLst/>
          </a:prstGeom>
        </p:spPr>
        <p:txBody>
          <a:bodyPr/>
          <a:lstStyle/>
          <a:p>
            <a:fld id="{CABC6022-59BB-49EC-8E7C-9626BD9C6882}" type="datetime1">
              <a:rPr lang="en-US" smtClean="0"/>
              <a:t>11/28/2025</a:t>
            </a:fld>
            <a:endParaRPr lang="en-IN"/>
          </a:p>
        </p:txBody>
      </p:sp>
      <p:sp>
        <p:nvSpPr>
          <p:cNvPr id="5" name="Footer Placeholder 4">
            <a:extLst>
              <a:ext uri="{FF2B5EF4-FFF2-40B4-BE49-F238E27FC236}">
                <a16:creationId xmlns:a16="http://schemas.microsoft.com/office/drawing/2014/main" id="{36528C68-2511-4745-B448-A5AA41E7BFE8}"/>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6" name="Slide Number Placeholder 5">
            <a:extLst>
              <a:ext uri="{FF2B5EF4-FFF2-40B4-BE49-F238E27FC236}">
                <a16:creationId xmlns:a16="http://schemas.microsoft.com/office/drawing/2014/main" id="{1B5C8157-0191-4E69-819F-DB443768675C}"/>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837571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5FBC032D-BEBA-4707-A900-2889FC4DB4B2}"/>
              </a:ext>
            </a:extLst>
          </p:cNvPr>
          <p:cNvGraphicFramePr>
            <a:graphicFrameLocks noChangeAspect="1"/>
          </p:cNvGraphicFramePr>
          <p:nvPr userDrawn="1">
            <p:custDataLst>
              <p:tags r:id="rId1"/>
            </p:custDataLst>
            <p:extLst>
              <p:ext uri="{D42A27DB-BD31-4B8C-83A1-F6EECF244321}">
                <p14:modId xmlns:p14="http://schemas.microsoft.com/office/powerpoint/2010/main" val="352679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ct 7" hidden="1">
                        <a:extLst>
                          <a:ext uri="{FF2B5EF4-FFF2-40B4-BE49-F238E27FC236}">
                            <a16:creationId xmlns:a16="http://schemas.microsoft.com/office/drawing/2014/main" id="{5FBC032D-BEBA-4707-A900-2889FC4DB4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880"/>
          </a:xfrm>
        </p:spPr>
        <p:txBody>
          <a:bodyPr vert="horz"/>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3" name="Date Placeholder 2">
            <a:extLst>
              <a:ext uri="{FF2B5EF4-FFF2-40B4-BE49-F238E27FC236}">
                <a16:creationId xmlns:a16="http://schemas.microsoft.com/office/drawing/2014/main" id="{0B88B559-CD59-4D3D-87C0-5D51BCF9B731}"/>
              </a:ext>
            </a:extLst>
          </p:cNvPr>
          <p:cNvSpPr>
            <a:spLocks noGrp="1"/>
          </p:cNvSpPr>
          <p:nvPr>
            <p:ph type="dt" sz="half" idx="10"/>
          </p:nvPr>
        </p:nvSpPr>
        <p:spPr>
          <a:xfrm>
            <a:off x="1428184" y="6471244"/>
            <a:ext cx="1190638" cy="180000"/>
          </a:xfrm>
          <a:prstGeom prst="rect">
            <a:avLst/>
          </a:prstGeom>
        </p:spPr>
        <p:txBody>
          <a:bodyPr/>
          <a:lstStyle/>
          <a:p>
            <a:fld id="{9F3AE916-8FCA-468B-8DA7-1F5FA193FCFF}" type="datetime1">
              <a:rPr lang="en-US" smtClean="0"/>
              <a:t>11/28/2025</a:t>
            </a:fld>
            <a:endParaRPr lang="en-IN"/>
          </a:p>
        </p:txBody>
      </p:sp>
      <p:sp>
        <p:nvSpPr>
          <p:cNvPr id="4" name="Footer Placeholder 3">
            <a:extLst>
              <a:ext uri="{FF2B5EF4-FFF2-40B4-BE49-F238E27FC236}">
                <a16:creationId xmlns:a16="http://schemas.microsoft.com/office/drawing/2014/main" id="{136FB98F-FBCE-4F2C-978B-A5576B577450}"/>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5" name="Slide Number Placeholder 4">
            <a:extLst>
              <a:ext uri="{FF2B5EF4-FFF2-40B4-BE49-F238E27FC236}">
                <a16:creationId xmlns:a16="http://schemas.microsoft.com/office/drawing/2014/main" id="{01A95690-F0A7-4101-82DB-B17CE6B7A487}"/>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6407308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DEE65C48-1A35-4871-A25A-345E84E9F0DF}"/>
              </a:ext>
            </a:extLst>
          </p:cNvPr>
          <p:cNvGraphicFramePr>
            <a:graphicFrameLocks noChangeAspect="1"/>
          </p:cNvGraphicFramePr>
          <p:nvPr userDrawn="1">
            <p:custDataLst>
              <p:tags r:id="rId1"/>
            </p:custDataLst>
            <p:extLst>
              <p:ext uri="{D42A27DB-BD31-4B8C-83A1-F6EECF244321}">
                <p14:modId xmlns:p14="http://schemas.microsoft.com/office/powerpoint/2010/main" val="23251539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DEE65C48-1A35-4871-A25A-345E84E9F0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880"/>
          </a:xfrm>
        </p:spPr>
        <p:txBody>
          <a:bodyPr vert="horz"/>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a16="http://schemas.microsoft.com/office/drawing/2014/main"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Date Placeholder 4">
            <a:extLst>
              <a:ext uri="{FF2B5EF4-FFF2-40B4-BE49-F238E27FC236}">
                <a16:creationId xmlns:a16="http://schemas.microsoft.com/office/drawing/2014/main" id="{B20B9B26-E95B-4DC1-A613-4C0C0933C72B}"/>
              </a:ext>
            </a:extLst>
          </p:cNvPr>
          <p:cNvSpPr>
            <a:spLocks noGrp="1"/>
          </p:cNvSpPr>
          <p:nvPr>
            <p:ph type="dt" sz="half" idx="10"/>
          </p:nvPr>
        </p:nvSpPr>
        <p:spPr>
          <a:xfrm>
            <a:off x="1428184" y="6471244"/>
            <a:ext cx="1190638" cy="180000"/>
          </a:xfrm>
          <a:prstGeom prst="rect">
            <a:avLst/>
          </a:prstGeom>
        </p:spPr>
        <p:txBody>
          <a:bodyPr/>
          <a:lstStyle/>
          <a:p>
            <a:fld id="{1566D8F1-9C88-4471-87C5-F68122475551}" type="datetime1">
              <a:rPr lang="en-US" smtClean="0"/>
              <a:t>11/28/2025</a:t>
            </a:fld>
            <a:endParaRPr lang="en-IN"/>
          </a:p>
        </p:txBody>
      </p:sp>
      <p:sp>
        <p:nvSpPr>
          <p:cNvPr id="6" name="Footer Placeholder 5">
            <a:extLst>
              <a:ext uri="{FF2B5EF4-FFF2-40B4-BE49-F238E27FC236}">
                <a16:creationId xmlns:a16="http://schemas.microsoft.com/office/drawing/2014/main" id="{ED7373D8-2AB5-4625-822C-B1F2B5CDC39C}"/>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7" name="Slide Number Placeholder 6">
            <a:extLst>
              <a:ext uri="{FF2B5EF4-FFF2-40B4-BE49-F238E27FC236}">
                <a16:creationId xmlns:a16="http://schemas.microsoft.com/office/drawing/2014/main" id="{E76E3B4B-D68B-4AFA-A20D-2ECE69120F7E}"/>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7641838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1E111B9-C4B8-4271-ACE5-9BF7F5B5F70D}"/>
              </a:ext>
            </a:extLst>
          </p:cNvPr>
          <p:cNvGraphicFramePr>
            <a:graphicFrameLocks noChangeAspect="1"/>
          </p:cNvGraphicFramePr>
          <p:nvPr userDrawn="1">
            <p:custDataLst>
              <p:tags r:id="rId1"/>
            </p:custDataLst>
            <p:extLst>
              <p:ext uri="{D42A27DB-BD31-4B8C-83A1-F6EECF244321}">
                <p14:modId xmlns:p14="http://schemas.microsoft.com/office/powerpoint/2010/main" val="1966756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31E111B9-C4B8-4271-ACE5-9BF7F5B5F7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sz="half" idx="1"/>
          </p:nvPr>
        </p:nvSpPr>
        <p:spPr>
          <a:xfrm>
            <a:off x="612329"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vert="horz"/>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Date Placeholder 4">
            <a:extLst>
              <a:ext uri="{FF2B5EF4-FFF2-40B4-BE49-F238E27FC236}">
                <a16:creationId xmlns:a16="http://schemas.microsoft.com/office/drawing/2014/main" id="{409FCCF0-19BC-4024-9BCA-E14DB77EAF2F}"/>
              </a:ext>
            </a:extLst>
          </p:cNvPr>
          <p:cNvSpPr>
            <a:spLocks noGrp="1"/>
          </p:cNvSpPr>
          <p:nvPr>
            <p:ph type="dt" sz="half" idx="14"/>
          </p:nvPr>
        </p:nvSpPr>
        <p:spPr>
          <a:xfrm>
            <a:off x="1428184" y="6471244"/>
            <a:ext cx="1190638" cy="180000"/>
          </a:xfrm>
          <a:prstGeom prst="rect">
            <a:avLst/>
          </a:prstGeom>
        </p:spPr>
        <p:txBody>
          <a:bodyPr/>
          <a:lstStyle/>
          <a:p>
            <a:fld id="{62607B6B-212E-4429-90CB-B0656A67652C}" type="datetime1">
              <a:rPr lang="en-US" smtClean="0"/>
              <a:t>11/28/2025</a:t>
            </a:fld>
            <a:endParaRPr lang="en-IN"/>
          </a:p>
        </p:txBody>
      </p:sp>
      <p:sp>
        <p:nvSpPr>
          <p:cNvPr id="6" name="Footer Placeholder 5">
            <a:extLst>
              <a:ext uri="{FF2B5EF4-FFF2-40B4-BE49-F238E27FC236}">
                <a16:creationId xmlns:a16="http://schemas.microsoft.com/office/drawing/2014/main" id="{12B54F7E-BDC4-4386-B2E2-1FC66609D14F}"/>
              </a:ext>
            </a:extLst>
          </p:cNvPr>
          <p:cNvSpPr>
            <a:spLocks noGrp="1"/>
          </p:cNvSpPr>
          <p:nvPr>
            <p:ph type="ftr" sz="quarter" idx="15"/>
          </p:nvPr>
        </p:nvSpPr>
        <p:spPr>
          <a:xfrm>
            <a:off x="3237502" y="6471244"/>
            <a:ext cx="3084493" cy="180000"/>
          </a:xfrm>
          <a:prstGeom prst="rect">
            <a:avLst/>
          </a:prstGeom>
        </p:spPr>
        <p:txBody>
          <a:bodyPr/>
          <a:lstStyle/>
          <a:p>
            <a:r>
              <a:rPr lang="en-US"/>
              <a:t>Insert footer text here</a:t>
            </a:r>
          </a:p>
        </p:txBody>
      </p:sp>
      <p:sp>
        <p:nvSpPr>
          <p:cNvPr id="7" name="Slide Number Placeholder 6">
            <a:extLst>
              <a:ext uri="{FF2B5EF4-FFF2-40B4-BE49-F238E27FC236}">
                <a16:creationId xmlns:a16="http://schemas.microsoft.com/office/drawing/2014/main" id="{B94FBF9A-EC9A-41E4-A24C-ECB5DC15CCD7}"/>
              </a:ext>
            </a:extLst>
          </p:cNvPr>
          <p:cNvSpPr>
            <a:spLocks noGrp="1"/>
          </p:cNvSpPr>
          <p:nvPr>
            <p:ph type="sldNum" sz="quarter" idx="16"/>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2704483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9C5246-2A7C-42E9-8CD6-39E79F7F6FB7}"/>
              </a:ext>
            </a:extLst>
          </p:cNvPr>
          <p:cNvGraphicFramePr>
            <a:graphicFrameLocks noChangeAspect="1"/>
          </p:cNvGraphicFramePr>
          <p:nvPr userDrawn="1">
            <p:custDataLst>
              <p:tags r:id="rId1"/>
            </p:custDataLst>
            <p:extLst>
              <p:ext uri="{D42A27DB-BD31-4B8C-83A1-F6EECF244321}">
                <p14:modId xmlns:p14="http://schemas.microsoft.com/office/powerpoint/2010/main" val="20931756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3" name="Object 2" hidden="1">
                        <a:extLst>
                          <a:ext uri="{FF2B5EF4-FFF2-40B4-BE49-F238E27FC236}">
                            <a16:creationId xmlns:a16="http://schemas.microsoft.com/office/drawing/2014/main" id="{659C5246-2A7C-42E9-8CD6-39E79F7F6F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48EDF149-816A-4257-A64D-E23E91A5063C}"/>
              </a:ext>
            </a:extLst>
          </p:cNvPr>
          <p:cNvSpPr>
            <a:spLocks noGrp="1"/>
          </p:cNvSpPr>
          <p:nvPr>
            <p:ph type="dt" sz="half" idx="10"/>
          </p:nvPr>
        </p:nvSpPr>
        <p:spPr>
          <a:xfrm>
            <a:off x="1428184" y="6471244"/>
            <a:ext cx="1190638" cy="180000"/>
          </a:xfrm>
          <a:prstGeom prst="rect">
            <a:avLst/>
          </a:prstGeom>
        </p:spPr>
        <p:txBody>
          <a:bodyPr/>
          <a:lstStyle/>
          <a:p>
            <a:fld id="{8FF9D0CE-CA1C-4B04-9BBB-BE25F72944A3}" type="datetime1">
              <a:rPr lang="en-US" smtClean="0"/>
              <a:t>11/28/2025</a:t>
            </a:fld>
            <a:endParaRPr lang="en-IN"/>
          </a:p>
        </p:txBody>
      </p:sp>
      <p:sp>
        <p:nvSpPr>
          <p:cNvPr id="4" name="Footer Placeholder 3">
            <a:extLst>
              <a:ext uri="{FF2B5EF4-FFF2-40B4-BE49-F238E27FC236}">
                <a16:creationId xmlns:a16="http://schemas.microsoft.com/office/drawing/2014/main" id="{4678256F-B716-4FA1-B0CC-85D20C72FCE5}"/>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5" name="Slide Number Placeholder 4">
            <a:extLst>
              <a:ext uri="{FF2B5EF4-FFF2-40B4-BE49-F238E27FC236}">
                <a16:creationId xmlns:a16="http://schemas.microsoft.com/office/drawing/2014/main" id="{32344F6A-D6D0-4CE3-8495-873C004D38DC}"/>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2145897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231B0AD-96BB-4FAE-B6F6-94F3F83D3438}"/>
              </a:ext>
            </a:extLst>
          </p:cNvPr>
          <p:cNvGraphicFramePr>
            <a:graphicFrameLocks noChangeAspect="1"/>
          </p:cNvGraphicFramePr>
          <p:nvPr userDrawn="1">
            <p:custDataLst>
              <p:tags r:id="rId1"/>
            </p:custDataLst>
            <p:extLst>
              <p:ext uri="{D42A27DB-BD31-4B8C-83A1-F6EECF244321}">
                <p14:modId xmlns:p14="http://schemas.microsoft.com/office/powerpoint/2010/main" val="2517318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Object 4" hidden="1">
                        <a:extLst>
                          <a:ext uri="{FF2B5EF4-FFF2-40B4-BE49-F238E27FC236}">
                            <a16:creationId xmlns:a16="http://schemas.microsoft.com/office/drawing/2014/main" id="{7231B0AD-96BB-4FAE-B6F6-94F3F83D34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F139B669-D18F-448E-A005-0A353671C9CB}"/>
              </a:ext>
            </a:extLst>
          </p:cNvPr>
          <p:cNvSpPr>
            <a:spLocks noGrp="1"/>
          </p:cNvSpPr>
          <p:nvPr>
            <p:ph type="dt" sz="half" idx="10"/>
          </p:nvPr>
        </p:nvSpPr>
        <p:spPr>
          <a:xfrm>
            <a:off x="1428184" y="6471244"/>
            <a:ext cx="1190638" cy="180000"/>
          </a:xfrm>
          <a:prstGeom prst="rect">
            <a:avLst/>
          </a:prstGeom>
        </p:spPr>
        <p:txBody>
          <a:bodyPr/>
          <a:lstStyle/>
          <a:p>
            <a:fld id="{32DA9918-4E06-4ED0-8A8C-BA53B1A61F53}" type="datetime1">
              <a:rPr lang="en-US" smtClean="0"/>
              <a:t>11/28/2025</a:t>
            </a:fld>
            <a:endParaRPr lang="en-IN"/>
          </a:p>
        </p:txBody>
      </p:sp>
      <p:sp>
        <p:nvSpPr>
          <p:cNvPr id="3" name="Footer Placeholder 2">
            <a:extLst>
              <a:ext uri="{FF2B5EF4-FFF2-40B4-BE49-F238E27FC236}">
                <a16:creationId xmlns:a16="http://schemas.microsoft.com/office/drawing/2014/main" id="{A7031300-352D-4FEE-9216-28FB241372A5}"/>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4" name="Slide Number Placeholder 3">
            <a:extLst>
              <a:ext uri="{FF2B5EF4-FFF2-40B4-BE49-F238E27FC236}">
                <a16:creationId xmlns:a16="http://schemas.microsoft.com/office/drawing/2014/main" id="{CAADEB71-FD7D-4974-99DD-0F48E0466750}"/>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6160734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19B9202-CE70-411E-A22C-EADDE7C428A6}"/>
              </a:ext>
            </a:extLst>
          </p:cNvPr>
          <p:cNvGraphicFramePr>
            <a:graphicFrameLocks noChangeAspect="1"/>
          </p:cNvGraphicFramePr>
          <p:nvPr userDrawn="1">
            <p:custDataLst>
              <p:tags r:id="rId1"/>
            </p:custDataLst>
            <p:extLst>
              <p:ext uri="{D42A27DB-BD31-4B8C-83A1-F6EECF244321}">
                <p14:modId xmlns:p14="http://schemas.microsoft.com/office/powerpoint/2010/main" val="12016701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Object 4" hidden="1">
                        <a:extLst>
                          <a:ext uri="{FF2B5EF4-FFF2-40B4-BE49-F238E27FC236}">
                            <a16:creationId xmlns:a16="http://schemas.microsoft.com/office/drawing/2014/main" id="{919B9202-CE70-411E-A22C-EADDE7C428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C570B882-5FC5-4C48-9562-890886DDEDF3}"/>
              </a:ext>
            </a:extLst>
          </p:cNvPr>
          <p:cNvSpPr>
            <a:spLocks noGrp="1"/>
          </p:cNvSpPr>
          <p:nvPr>
            <p:ph type="dt" sz="half" idx="10"/>
          </p:nvPr>
        </p:nvSpPr>
        <p:spPr>
          <a:xfrm>
            <a:off x="1428184" y="6471244"/>
            <a:ext cx="1190638" cy="180000"/>
          </a:xfrm>
          <a:prstGeom prst="rect">
            <a:avLst/>
          </a:prstGeom>
        </p:spPr>
        <p:txBody>
          <a:bodyPr/>
          <a:lstStyle/>
          <a:p>
            <a:fld id="{C6677895-3709-4FBF-BFD5-2B46715A0B57}" type="datetime1">
              <a:rPr lang="en-US" smtClean="0"/>
              <a:t>11/28/2025</a:t>
            </a:fld>
            <a:endParaRPr lang="en-IN"/>
          </a:p>
        </p:txBody>
      </p:sp>
      <p:sp>
        <p:nvSpPr>
          <p:cNvPr id="3" name="Footer Placeholder 2">
            <a:extLst>
              <a:ext uri="{FF2B5EF4-FFF2-40B4-BE49-F238E27FC236}">
                <a16:creationId xmlns:a16="http://schemas.microsoft.com/office/drawing/2014/main" id="{992E7899-FE60-4FDA-8608-58147D09186A}"/>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4" name="Slide Number Placeholder 3">
            <a:extLst>
              <a:ext uri="{FF2B5EF4-FFF2-40B4-BE49-F238E27FC236}">
                <a16:creationId xmlns:a16="http://schemas.microsoft.com/office/drawing/2014/main" id="{BAA32B5C-3285-477F-B755-A6F2F0F4D3A2}"/>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85164211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DAB2E33-C757-4BAB-963E-DDC4C7E61870}"/>
              </a:ext>
            </a:extLst>
          </p:cNvPr>
          <p:cNvGraphicFramePr>
            <a:graphicFrameLocks noChangeAspect="1"/>
          </p:cNvGraphicFramePr>
          <p:nvPr userDrawn="1">
            <p:custDataLst>
              <p:tags r:id="rId1"/>
            </p:custDataLst>
            <p:extLst>
              <p:ext uri="{D42A27DB-BD31-4B8C-83A1-F6EECF244321}">
                <p14:modId xmlns:p14="http://schemas.microsoft.com/office/powerpoint/2010/main" val="34128351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Object 4" hidden="1">
                        <a:extLst>
                          <a:ext uri="{FF2B5EF4-FFF2-40B4-BE49-F238E27FC236}">
                            <a16:creationId xmlns:a16="http://schemas.microsoft.com/office/drawing/2014/main" id="{4DAB2E33-C757-4BAB-963E-DDC4C7E618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437416E9-5919-4213-81D7-5E74B3B61EAA}"/>
              </a:ext>
            </a:extLst>
          </p:cNvPr>
          <p:cNvSpPr>
            <a:spLocks noGrp="1"/>
          </p:cNvSpPr>
          <p:nvPr>
            <p:ph type="dt" sz="half" idx="10"/>
          </p:nvPr>
        </p:nvSpPr>
        <p:spPr>
          <a:xfrm>
            <a:off x="1428184" y="6471244"/>
            <a:ext cx="1190638" cy="180000"/>
          </a:xfrm>
          <a:prstGeom prst="rect">
            <a:avLst/>
          </a:prstGeom>
        </p:spPr>
        <p:txBody>
          <a:bodyPr/>
          <a:lstStyle/>
          <a:p>
            <a:fld id="{5FAAF04D-B370-49BF-A2B4-5ADC8CEF694F}" type="datetime1">
              <a:rPr lang="en-US" smtClean="0"/>
              <a:t>11/28/2025</a:t>
            </a:fld>
            <a:endParaRPr lang="en-IN"/>
          </a:p>
        </p:txBody>
      </p:sp>
      <p:sp>
        <p:nvSpPr>
          <p:cNvPr id="3" name="Footer Placeholder 2">
            <a:extLst>
              <a:ext uri="{FF2B5EF4-FFF2-40B4-BE49-F238E27FC236}">
                <a16:creationId xmlns:a16="http://schemas.microsoft.com/office/drawing/2014/main" id="{6BDFF1B2-A745-40FB-B885-B3638A4F4178}"/>
              </a:ext>
            </a:extLst>
          </p:cNvPr>
          <p:cNvSpPr>
            <a:spLocks noGrp="1"/>
          </p:cNvSpPr>
          <p:nvPr>
            <p:ph type="ftr" sz="quarter" idx="11"/>
          </p:nvPr>
        </p:nvSpPr>
        <p:spPr>
          <a:xfrm>
            <a:off x="3237502" y="6471244"/>
            <a:ext cx="3084493" cy="180000"/>
          </a:xfrm>
          <a:prstGeom prst="rect">
            <a:avLst/>
          </a:prstGeom>
        </p:spPr>
        <p:txBody>
          <a:bodyPr/>
          <a:lstStyle/>
          <a:p>
            <a:r>
              <a:rPr lang="en-US"/>
              <a:t>Insert footer text here</a:t>
            </a:r>
          </a:p>
        </p:txBody>
      </p:sp>
      <p:sp>
        <p:nvSpPr>
          <p:cNvPr id="4" name="Slide Number Placeholder 3">
            <a:extLst>
              <a:ext uri="{FF2B5EF4-FFF2-40B4-BE49-F238E27FC236}">
                <a16:creationId xmlns:a16="http://schemas.microsoft.com/office/drawing/2014/main" id="{0DC9AD96-7B7E-4E05-90E8-1F98943B0720}"/>
              </a:ext>
            </a:extLst>
          </p:cNvPr>
          <p:cNvSpPr>
            <a:spLocks noGrp="1"/>
          </p:cNvSpPr>
          <p:nvPr>
            <p:ph type="sldNum" sz="quarter" idx="12"/>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90719535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A64A822-33D5-4808-94A5-57D11944F3F4}"/>
              </a:ext>
            </a:extLst>
          </p:cNvPr>
          <p:cNvGraphicFramePr>
            <a:graphicFrameLocks noChangeAspect="1"/>
          </p:cNvGraphicFramePr>
          <p:nvPr userDrawn="1">
            <p:custDataLst>
              <p:tags r:id="rId1"/>
            </p:custDataLst>
            <p:extLst>
              <p:ext uri="{D42A27DB-BD31-4B8C-83A1-F6EECF244321}">
                <p14:modId xmlns:p14="http://schemas.microsoft.com/office/powerpoint/2010/main" val="41466476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9A64A822-33D5-4808-94A5-57D11944F3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5580846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841CAC0-954C-4E91-BD00-1948BC0CAF5B}"/>
              </a:ext>
            </a:extLst>
          </p:cNvPr>
          <p:cNvGraphicFramePr>
            <a:graphicFrameLocks noChangeAspect="1"/>
          </p:cNvGraphicFramePr>
          <p:nvPr userDrawn="1">
            <p:custDataLst>
              <p:tags r:id="rId1"/>
            </p:custDataLst>
            <p:extLst>
              <p:ext uri="{D42A27DB-BD31-4B8C-83A1-F6EECF244321}">
                <p14:modId xmlns:p14="http://schemas.microsoft.com/office/powerpoint/2010/main" val="2627978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5841CAC0-954C-4E91-BD00-1948BC0CAF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p:spPr>
        <p:txBody>
          <a:bodyPr anchor="ctr"/>
          <a:lstStyle>
            <a:lvl1pPr marL="0" indent="0" algn="ctr">
              <a:buNone/>
              <a:defRPr/>
            </a:lvl1pPr>
          </a:lstStyle>
          <a:p>
            <a:r>
              <a:rPr lang="en-IN"/>
              <a:t>Video</a:t>
            </a:r>
          </a:p>
        </p:txBody>
      </p:sp>
      <p:sp>
        <p:nvSpPr>
          <p:cNvPr id="2" name="Date Placeholder 1">
            <a:extLst>
              <a:ext uri="{FF2B5EF4-FFF2-40B4-BE49-F238E27FC236}">
                <a16:creationId xmlns:a16="http://schemas.microsoft.com/office/drawing/2014/main" id="{711B3654-4C35-482F-B580-02C23F975B92}"/>
              </a:ext>
            </a:extLst>
          </p:cNvPr>
          <p:cNvSpPr>
            <a:spLocks noGrp="1"/>
          </p:cNvSpPr>
          <p:nvPr>
            <p:ph type="dt" sz="half" idx="11"/>
          </p:nvPr>
        </p:nvSpPr>
        <p:spPr>
          <a:xfrm>
            <a:off x="1428184" y="6471244"/>
            <a:ext cx="1190638" cy="180000"/>
          </a:xfrm>
          <a:prstGeom prst="rect">
            <a:avLst/>
          </a:prstGeom>
        </p:spPr>
        <p:txBody>
          <a:bodyPr/>
          <a:lstStyle/>
          <a:p>
            <a:fld id="{11A4C7C2-D68C-497D-B4A1-0EBFF3D365FA}" type="datetime1">
              <a:rPr lang="en-US" smtClean="0"/>
              <a:t>11/28/2025</a:t>
            </a:fld>
            <a:endParaRPr lang="en-IN"/>
          </a:p>
        </p:txBody>
      </p:sp>
      <p:sp>
        <p:nvSpPr>
          <p:cNvPr id="4" name="Footer Placeholder 3">
            <a:extLst>
              <a:ext uri="{FF2B5EF4-FFF2-40B4-BE49-F238E27FC236}">
                <a16:creationId xmlns:a16="http://schemas.microsoft.com/office/drawing/2014/main" id="{162EFEC5-10C4-4E79-B06E-F14B8F305F91}"/>
              </a:ext>
            </a:extLst>
          </p:cNvPr>
          <p:cNvSpPr>
            <a:spLocks noGrp="1"/>
          </p:cNvSpPr>
          <p:nvPr>
            <p:ph type="ftr" sz="quarter" idx="12"/>
          </p:nvPr>
        </p:nvSpPr>
        <p:spPr>
          <a:xfrm>
            <a:off x="3237502" y="6471244"/>
            <a:ext cx="3084493" cy="180000"/>
          </a:xfrm>
          <a:prstGeom prst="rect">
            <a:avLst/>
          </a:prstGeom>
        </p:spPr>
        <p:txBody>
          <a:bodyPr/>
          <a:lstStyle/>
          <a:p>
            <a:r>
              <a:rPr lang="en-US"/>
              <a:t>Insert footer text here</a:t>
            </a:r>
          </a:p>
        </p:txBody>
      </p:sp>
      <p:sp>
        <p:nvSpPr>
          <p:cNvPr id="5" name="Slide Number Placeholder 4">
            <a:extLst>
              <a:ext uri="{FF2B5EF4-FFF2-40B4-BE49-F238E27FC236}">
                <a16:creationId xmlns:a16="http://schemas.microsoft.com/office/drawing/2014/main" id="{0CC05763-C066-4818-A1DF-64ED4D64BE2E}"/>
              </a:ext>
            </a:extLst>
          </p:cNvPr>
          <p:cNvSpPr>
            <a:spLocks noGrp="1"/>
          </p:cNvSpPr>
          <p:nvPr>
            <p:ph type="sldNum" sz="quarter" idx="13"/>
          </p:nvPr>
        </p:nvSpPr>
        <p:spPr>
          <a:xfrm>
            <a:off x="616900" y="6471244"/>
            <a:ext cx="662721"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4964027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659CD3D-1EF1-47FE-9013-FF1EB0C50E5E}"/>
              </a:ext>
            </a:extLst>
          </p:cNvPr>
          <p:cNvGraphicFramePr>
            <a:graphicFrameLocks noChangeAspect="1"/>
          </p:cNvGraphicFramePr>
          <p:nvPr userDrawn="1">
            <p:custDataLst>
              <p:tags r:id="rId1"/>
            </p:custDataLst>
            <p:extLst>
              <p:ext uri="{D42A27DB-BD31-4B8C-83A1-F6EECF244321}">
                <p14:modId xmlns:p14="http://schemas.microsoft.com/office/powerpoint/2010/main" val="602953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D659CD3D-1EF1-47FE-9013-FF1EB0C50E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AC129049-E3D5-4C0A-BB1F-72BEDB1FB59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174" y="0"/>
            <a:ext cx="1218565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505263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Final legal tex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75A10A-97B1-46B3-AA81-545FCA67133A}"/>
              </a:ext>
            </a:extLst>
          </p:cNvPr>
          <p:cNvGraphicFramePr>
            <a:graphicFrameLocks noChangeAspect="1"/>
          </p:cNvGraphicFramePr>
          <p:nvPr userDrawn="1">
            <p:custDataLst>
              <p:tags r:id="rId1"/>
            </p:custDataLst>
            <p:extLst>
              <p:ext uri="{D42A27DB-BD31-4B8C-83A1-F6EECF244321}">
                <p14:modId xmlns:p14="http://schemas.microsoft.com/office/powerpoint/2010/main" val="40628863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1175A10A-97B1-46B3-AA81-545FCA671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550" y="0"/>
            <a:ext cx="1218565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97710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Final legal tex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456DFDD-315D-4490-BA0D-FAA92516EFF4}"/>
              </a:ext>
            </a:extLst>
          </p:cNvPr>
          <p:cNvGraphicFramePr>
            <a:graphicFrameLocks noChangeAspect="1"/>
          </p:cNvGraphicFramePr>
          <p:nvPr userDrawn="1">
            <p:custDataLst>
              <p:tags r:id="rId1"/>
            </p:custDataLst>
            <p:extLst>
              <p:ext uri="{D42A27DB-BD31-4B8C-83A1-F6EECF244321}">
                <p14:modId xmlns:p14="http://schemas.microsoft.com/office/powerpoint/2010/main" val="2585947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C456DFDD-315D-4490-BA0D-FAA92516EF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Content Placeholder 3">
            <a:extLst>
              <a:ext uri="{FF2B5EF4-FFF2-40B4-BE49-F238E27FC236}">
                <a16:creationId xmlns:a16="http://schemas.microsoft.com/office/drawing/2014/main" id="{E83BDE2E-2BCF-4140-945E-7D5610CDE4C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549" y="0"/>
            <a:ext cx="12185658"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577866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88B82E-80AD-4AAF-84F1-F1A0238C2EEF}"/>
              </a:ext>
            </a:extLst>
          </p:cNvPr>
          <p:cNvGraphicFramePr>
            <a:graphicFrameLocks noChangeAspect="1"/>
          </p:cNvGraphicFramePr>
          <p:nvPr userDrawn="1">
            <p:custDataLst>
              <p:tags r:id="rId1"/>
            </p:custDataLst>
            <p:extLst>
              <p:ext uri="{D42A27DB-BD31-4B8C-83A1-F6EECF244321}">
                <p14:modId xmlns:p14="http://schemas.microsoft.com/office/powerpoint/2010/main" val="3507533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9988B82E-80AD-4AAF-84F1-F1A0238C2E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3668185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2_Cover">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50AA754-29D5-4DD8-869E-5F788E3B254C}"/>
              </a:ext>
            </a:extLst>
          </p:cNvPr>
          <p:cNvGraphicFramePr>
            <a:graphicFrameLocks noChangeAspect="1"/>
          </p:cNvGraphicFramePr>
          <p:nvPr userDrawn="1">
            <p:custDataLst>
              <p:tags r:id="rId1"/>
            </p:custDataLst>
            <p:extLst>
              <p:ext uri="{D42A27DB-BD31-4B8C-83A1-F6EECF244321}">
                <p14:modId xmlns:p14="http://schemas.microsoft.com/office/powerpoint/2010/main" val="1667528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E50AA754-29D5-4DD8-869E-5F788E3B254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vert="horz"/>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cxnSp>
        <p:nvCxnSpPr>
          <p:cNvPr id="7" name="Straight Connector 6">
            <a:extLst>
              <a:ext uri="{FF2B5EF4-FFF2-40B4-BE49-F238E27FC236}">
                <a16:creationId xmlns:a16="http://schemas.microsoft.com/office/drawing/2014/main" id="{F93BD223-2224-476C-AB5C-300C248C1618}"/>
              </a:ext>
            </a:extLst>
          </p:cNvPr>
          <p:cNvCxnSpPr>
            <a:cxnSpLocks/>
          </p:cNvCxnSpPr>
          <p:nvPr userDrawn="1"/>
        </p:nvCxnSpPr>
        <p:spPr>
          <a:xfrm>
            <a:off x="1332490" y="5709060"/>
            <a:ext cx="8117873"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1B4C43-E5F8-400E-A971-58A3766B1BF0}"/>
              </a:ext>
            </a:extLst>
          </p:cNvPr>
          <p:cNvSpPr txBox="1"/>
          <p:nvPr userDrawn="1"/>
        </p:nvSpPr>
        <p:spPr>
          <a:xfrm>
            <a:off x="461744" y="5605201"/>
            <a:ext cx="1044529" cy="197581"/>
          </a:xfrm>
          <a:prstGeom prst="rect">
            <a:avLst/>
          </a:prstGeom>
          <a:noFill/>
        </p:spPr>
        <p:txBody>
          <a:bodyPr wrap="square" lIns="0" tIns="0" rIns="0" bIns="0" rtlCol="0" anchor="ctr" anchorCtr="0">
            <a:noAutofit/>
          </a:bodyPr>
          <a:lstStyle/>
          <a:p>
            <a:r>
              <a:rPr lang="en-GB" sz="1199">
                <a:solidFill>
                  <a:srgbClr val="828290"/>
                </a:solidFill>
                <a:latin typeface="EYInterstate Light" panose="02000506000000020004" pitchFamily="2" charset="0"/>
              </a:rPr>
              <a:t>Written by</a:t>
            </a:r>
          </a:p>
        </p:txBody>
      </p:sp>
      <p:sp>
        <p:nvSpPr>
          <p:cNvPr id="10" name="Text Placeholder 16">
            <a:extLst>
              <a:ext uri="{FF2B5EF4-FFF2-40B4-BE49-F238E27FC236}">
                <a16:creationId xmlns:a16="http://schemas.microsoft.com/office/drawing/2014/main" id="{A9465B6B-DFD4-4E0C-9ACE-E88CA2220464}"/>
              </a:ext>
            </a:extLst>
          </p:cNvPr>
          <p:cNvSpPr>
            <a:spLocks noGrp="1"/>
          </p:cNvSpPr>
          <p:nvPr>
            <p:ph type="body" sz="quarter" idx="14" hasCustomPrompt="1"/>
          </p:nvPr>
        </p:nvSpPr>
        <p:spPr>
          <a:xfrm>
            <a:off x="1332490" y="6019189"/>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3" name="Text Placeholder 16">
            <a:extLst>
              <a:ext uri="{FF2B5EF4-FFF2-40B4-BE49-F238E27FC236}">
                <a16:creationId xmlns:a16="http://schemas.microsoft.com/office/drawing/2014/main" id="{A1F2ED22-5637-4AB8-ABD8-3693A6EA55FD}"/>
              </a:ext>
            </a:extLst>
          </p:cNvPr>
          <p:cNvSpPr>
            <a:spLocks noGrp="1"/>
          </p:cNvSpPr>
          <p:nvPr>
            <p:ph type="body" sz="quarter" idx="15" hasCustomPrompt="1"/>
          </p:nvPr>
        </p:nvSpPr>
        <p:spPr>
          <a:xfrm>
            <a:off x="1332490" y="6216807"/>
            <a:ext cx="3087667" cy="180000"/>
          </a:xfrm>
        </p:spPr>
        <p:txBody>
          <a:bodyPr/>
          <a:lstStyle>
            <a:lvl1pPr marL="0" indent="0">
              <a:buNone/>
              <a:defRPr sz="1199">
                <a:solidFill>
                  <a:schemeClr val="bg1"/>
                </a:solidFill>
              </a:defRPr>
            </a:lvl1pPr>
          </a:lstStyle>
          <a:p>
            <a:pPr lvl="0"/>
            <a:r>
              <a:rPr lang="en-US"/>
              <a:t>Job Title</a:t>
            </a:r>
            <a:endParaRPr lang="en-GB"/>
          </a:p>
        </p:txBody>
      </p:sp>
      <p:sp>
        <p:nvSpPr>
          <p:cNvPr id="14" name="Picture Placeholder 19">
            <a:extLst>
              <a:ext uri="{FF2B5EF4-FFF2-40B4-BE49-F238E27FC236}">
                <a16:creationId xmlns:a16="http://schemas.microsoft.com/office/drawing/2014/main" id="{29A5E1BC-8F6B-43EF-9FF6-8242E7708BDA}"/>
              </a:ext>
            </a:extLst>
          </p:cNvPr>
          <p:cNvSpPr>
            <a:spLocks noGrp="1"/>
          </p:cNvSpPr>
          <p:nvPr>
            <p:ph type="pic" sz="quarter" idx="16"/>
          </p:nvPr>
        </p:nvSpPr>
        <p:spPr>
          <a:xfrm>
            <a:off x="461743" y="5914642"/>
            <a:ext cx="575700" cy="576000"/>
          </a:xfrm>
          <a:prstGeom prst="ellipse">
            <a:avLst/>
          </a:prstGeom>
        </p:spPr>
        <p:txBody>
          <a:bodyPr anchor="ctr"/>
          <a:lstStyle>
            <a:lvl1pPr marL="0" indent="0" algn="ctr">
              <a:buNone/>
              <a:defRPr sz="900">
                <a:solidFill>
                  <a:schemeClr val="bg1"/>
                </a:solidFill>
              </a:defRPr>
            </a:lvl1pPr>
          </a:lstStyle>
          <a:p>
            <a:endParaRPr lang="en-GB"/>
          </a:p>
        </p:txBody>
      </p:sp>
      <p:grpSp>
        <p:nvGrpSpPr>
          <p:cNvPr id="2" name="Group 4">
            <a:extLst>
              <a:ext uri="{FF2B5EF4-FFF2-40B4-BE49-F238E27FC236}">
                <a16:creationId xmlns:a16="http://schemas.microsoft.com/office/drawing/2014/main" id="{63F02F42-4916-4588-807F-4BB7367EB0EC}"/>
              </a:ext>
            </a:extLst>
          </p:cNvPr>
          <p:cNvGrpSpPr>
            <a:grpSpLocks noChangeAspect="1"/>
          </p:cNvGrpSpPr>
          <p:nvPr userDrawn="1"/>
        </p:nvGrpSpPr>
        <p:grpSpPr bwMode="auto">
          <a:xfrm>
            <a:off x="10359392" y="4960938"/>
            <a:ext cx="1224912" cy="1435100"/>
            <a:chOff x="6529" y="3125"/>
            <a:chExt cx="772" cy="904"/>
          </a:xfrm>
        </p:grpSpPr>
        <p:sp>
          <p:nvSpPr>
            <p:cNvPr id="4" name="Freeform 5">
              <a:extLst>
                <a:ext uri="{FF2B5EF4-FFF2-40B4-BE49-F238E27FC236}">
                  <a16:creationId xmlns:a16="http://schemas.microsoft.com/office/drawing/2014/main" id="{0BD928C5-1C7D-4599-A7E9-8AB1B188C6AA}"/>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 name="Freeform 6">
              <a:extLst>
                <a:ext uri="{FF2B5EF4-FFF2-40B4-BE49-F238E27FC236}">
                  <a16:creationId xmlns:a16="http://schemas.microsoft.com/office/drawing/2014/main" id="{37C281E8-2924-471F-A849-26C37A059B4E}"/>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98200795"/>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Approved question tall">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27B3CCC-FDD6-417A-ABF5-4B74822F007F}"/>
              </a:ext>
            </a:extLst>
          </p:cNvPr>
          <p:cNvGraphicFramePr>
            <a:graphicFrameLocks noChangeAspect="1"/>
          </p:cNvGraphicFramePr>
          <p:nvPr userDrawn="1">
            <p:custDataLst>
              <p:tags r:id="rId1"/>
            </p:custDataLst>
            <p:extLst>
              <p:ext uri="{D42A27DB-BD31-4B8C-83A1-F6EECF244321}">
                <p14:modId xmlns:p14="http://schemas.microsoft.com/office/powerpoint/2010/main" val="26070395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3" name="Object 2" hidden="1">
                        <a:extLst>
                          <a:ext uri="{FF2B5EF4-FFF2-40B4-BE49-F238E27FC236}">
                            <a16:creationId xmlns:a16="http://schemas.microsoft.com/office/drawing/2014/main" id="{227B3CCC-FDD6-417A-ABF5-4B74822F00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86" name="Group 185">
            <a:extLst>
              <a:ext uri="{FF2B5EF4-FFF2-40B4-BE49-F238E27FC236}">
                <a16:creationId xmlns:a16="http://schemas.microsoft.com/office/drawing/2014/main" id="{9CDE954B-B280-441B-9B2D-3DC58AAE3926}"/>
              </a:ext>
            </a:extLst>
          </p:cNvPr>
          <p:cNvGrpSpPr/>
          <p:nvPr userDrawn="1"/>
        </p:nvGrpSpPr>
        <p:grpSpPr>
          <a:xfrm>
            <a:off x="497856" y="5826613"/>
            <a:ext cx="3876004" cy="570195"/>
            <a:chOff x="498115" y="5951018"/>
            <a:chExt cx="3878023" cy="570195"/>
          </a:xfrm>
        </p:grpSpPr>
        <p:sp>
          <p:nvSpPr>
            <p:cNvPr id="187" name="Rectangle 186">
              <a:extLst>
                <a:ext uri="{FF2B5EF4-FFF2-40B4-BE49-F238E27FC236}">
                  <a16:creationId xmlns:a16="http://schemas.microsoft.com/office/drawing/2014/main" id="{93D8FAC8-9530-49D4-8284-D35D1B1509D3}"/>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Rectangle 6">
              <a:extLst>
                <a:ext uri="{FF2B5EF4-FFF2-40B4-BE49-F238E27FC236}">
                  <a16:creationId xmlns:a16="http://schemas.microsoft.com/office/drawing/2014/main" id="{FD924F44-93C1-4254-B594-53DB14FD995E}"/>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Rectangle 7">
              <a:extLst>
                <a:ext uri="{FF2B5EF4-FFF2-40B4-BE49-F238E27FC236}">
                  <a16:creationId xmlns:a16="http://schemas.microsoft.com/office/drawing/2014/main" id="{2A2DA425-7935-45A1-B63F-2D14CF8D5F9C}"/>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8">
              <a:extLst>
                <a:ext uri="{FF2B5EF4-FFF2-40B4-BE49-F238E27FC236}">
                  <a16:creationId xmlns:a16="http://schemas.microsoft.com/office/drawing/2014/main" id="{91EFF75E-13E7-4E35-B108-D9FD5E9C802C}"/>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9">
              <a:extLst>
                <a:ext uri="{FF2B5EF4-FFF2-40B4-BE49-F238E27FC236}">
                  <a16:creationId xmlns:a16="http://schemas.microsoft.com/office/drawing/2014/main" id="{4411951F-E009-4FE7-B2EC-47771CA8E178}"/>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10">
              <a:extLst>
                <a:ext uri="{FF2B5EF4-FFF2-40B4-BE49-F238E27FC236}">
                  <a16:creationId xmlns:a16="http://schemas.microsoft.com/office/drawing/2014/main" id="{B28EE49C-5F5A-49C6-AEB8-6D12DDF344ED}"/>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11">
              <a:extLst>
                <a:ext uri="{FF2B5EF4-FFF2-40B4-BE49-F238E27FC236}">
                  <a16:creationId xmlns:a16="http://schemas.microsoft.com/office/drawing/2014/main" id="{6E2B7D76-D660-491F-8B04-169C6F138B0A}"/>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12">
              <a:extLst>
                <a:ext uri="{FF2B5EF4-FFF2-40B4-BE49-F238E27FC236}">
                  <a16:creationId xmlns:a16="http://schemas.microsoft.com/office/drawing/2014/main" id="{41BE51DE-402B-48B5-99C8-D8BB9A32DF35}"/>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13">
              <a:extLst>
                <a:ext uri="{FF2B5EF4-FFF2-40B4-BE49-F238E27FC236}">
                  <a16:creationId xmlns:a16="http://schemas.microsoft.com/office/drawing/2014/main" id="{8D5E878B-8859-44FA-A69D-DCE630AAB0D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14">
              <a:extLst>
                <a:ext uri="{FF2B5EF4-FFF2-40B4-BE49-F238E27FC236}">
                  <a16:creationId xmlns:a16="http://schemas.microsoft.com/office/drawing/2014/main" id="{08D55808-ECDC-4E9B-84ED-7301E9E716C2}"/>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15">
              <a:extLst>
                <a:ext uri="{FF2B5EF4-FFF2-40B4-BE49-F238E27FC236}">
                  <a16:creationId xmlns:a16="http://schemas.microsoft.com/office/drawing/2014/main" id="{3436B310-313E-4A53-A70D-CA0D0D97FE7A}"/>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16">
              <a:extLst>
                <a:ext uri="{FF2B5EF4-FFF2-40B4-BE49-F238E27FC236}">
                  <a16:creationId xmlns:a16="http://schemas.microsoft.com/office/drawing/2014/main" id="{F3CE55A9-AE55-4169-A58D-8171D9916EC9}"/>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17">
              <a:extLst>
                <a:ext uri="{FF2B5EF4-FFF2-40B4-BE49-F238E27FC236}">
                  <a16:creationId xmlns:a16="http://schemas.microsoft.com/office/drawing/2014/main" id="{FA01BC48-4605-46FC-A7AC-192C7DBCA046}"/>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18">
              <a:extLst>
                <a:ext uri="{FF2B5EF4-FFF2-40B4-BE49-F238E27FC236}">
                  <a16:creationId xmlns:a16="http://schemas.microsoft.com/office/drawing/2014/main" id="{870190F3-472B-4296-B88D-D6904B9F3085}"/>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19">
              <a:extLst>
                <a:ext uri="{FF2B5EF4-FFF2-40B4-BE49-F238E27FC236}">
                  <a16:creationId xmlns:a16="http://schemas.microsoft.com/office/drawing/2014/main" id="{6CEA0F2B-4AAB-4A16-B7F1-CFCB0C0DCEE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20">
              <a:extLst>
                <a:ext uri="{FF2B5EF4-FFF2-40B4-BE49-F238E27FC236}">
                  <a16:creationId xmlns:a16="http://schemas.microsoft.com/office/drawing/2014/main" id="{CD64F657-7EE7-4AF2-ADE4-160C87E64D6B}"/>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21">
              <a:extLst>
                <a:ext uri="{FF2B5EF4-FFF2-40B4-BE49-F238E27FC236}">
                  <a16:creationId xmlns:a16="http://schemas.microsoft.com/office/drawing/2014/main" id="{FA80A690-9084-4519-8D88-A01963C02369}"/>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22">
              <a:extLst>
                <a:ext uri="{FF2B5EF4-FFF2-40B4-BE49-F238E27FC236}">
                  <a16:creationId xmlns:a16="http://schemas.microsoft.com/office/drawing/2014/main" id="{E847401D-2482-482A-AC12-D2E83C13546D}"/>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23">
              <a:extLst>
                <a:ext uri="{FF2B5EF4-FFF2-40B4-BE49-F238E27FC236}">
                  <a16:creationId xmlns:a16="http://schemas.microsoft.com/office/drawing/2014/main" id="{86054F72-4509-4465-B9A8-8DAE3EFD35B0}"/>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24">
              <a:extLst>
                <a:ext uri="{FF2B5EF4-FFF2-40B4-BE49-F238E27FC236}">
                  <a16:creationId xmlns:a16="http://schemas.microsoft.com/office/drawing/2014/main" id="{813850E4-4B62-4FDA-ABD6-F5A5AA5E7C28}"/>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25">
              <a:extLst>
                <a:ext uri="{FF2B5EF4-FFF2-40B4-BE49-F238E27FC236}">
                  <a16:creationId xmlns:a16="http://schemas.microsoft.com/office/drawing/2014/main" id="{1B4F0124-2FAE-4D54-9ECC-E88A8031BBD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26">
              <a:extLst>
                <a:ext uri="{FF2B5EF4-FFF2-40B4-BE49-F238E27FC236}">
                  <a16:creationId xmlns:a16="http://schemas.microsoft.com/office/drawing/2014/main" id="{2A730E5F-DF9C-488E-B4E0-EE9F501529EE}"/>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27">
              <a:extLst>
                <a:ext uri="{FF2B5EF4-FFF2-40B4-BE49-F238E27FC236}">
                  <a16:creationId xmlns:a16="http://schemas.microsoft.com/office/drawing/2014/main" id="{39861D7E-D8DA-436F-9E2F-5C08A8BFB4D5}"/>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28">
              <a:extLst>
                <a:ext uri="{FF2B5EF4-FFF2-40B4-BE49-F238E27FC236}">
                  <a16:creationId xmlns:a16="http://schemas.microsoft.com/office/drawing/2014/main" id="{8B038F9F-6A9C-4E57-A659-0090AF470598}"/>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29">
              <a:extLst>
                <a:ext uri="{FF2B5EF4-FFF2-40B4-BE49-F238E27FC236}">
                  <a16:creationId xmlns:a16="http://schemas.microsoft.com/office/drawing/2014/main" id="{15E4EB7D-754D-4053-9A23-596C7CFDA987}"/>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30">
              <a:extLst>
                <a:ext uri="{FF2B5EF4-FFF2-40B4-BE49-F238E27FC236}">
                  <a16:creationId xmlns:a16="http://schemas.microsoft.com/office/drawing/2014/main" id="{28E147CB-2B8F-497B-B00B-C25E679DC5EB}"/>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31">
              <a:extLst>
                <a:ext uri="{FF2B5EF4-FFF2-40B4-BE49-F238E27FC236}">
                  <a16:creationId xmlns:a16="http://schemas.microsoft.com/office/drawing/2014/main" id="{E68BC676-C787-429D-B59B-1A5CE062F78A}"/>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32">
              <a:extLst>
                <a:ext uri="{FF2B5EF4-FFF2-40B4-BE49-F238E27FC236}">
                  <a16:creationId xmlns:a16="http://schemas.microsoft.com/office/drawing/2014/main" id="{71266960-73CB-44B9-9A97-810858989148}"/>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33">
              <a:extLst>
                <a:ext uri="{FF2B5EF4-FFF2-40B4-BE49-F238E27FC236}">
                  <a16:creationId xmlns:a16="http://schemas.microsoft.com/office/drawing/2014/main" id="{3FF3AC5A-B742-4B29-8E04-03A71D82B9A6}"/>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34">
              <a:extLst>
                <a:ext uri="{FF2B5EF4-FFF2-40B4-BE49-F238E27FC236}">
                  <a16:creationId xmlns:a16="http://schemas.microsoft.com/office/drawing/2014/main" id="{0C912743-E24B-4E48-8196-5FBD1ECEE9AD}"/>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35">
              <a:extLst>
                <a:ext uri="{FF2B5EF4-FFF2-40B4-BE49-F238E27FC236}">
                  <a16:creationId xmlns:a16="http://schemas.microsoft.com/office/drawing/2014/main" id="{6E2F01F4-1410-4FE1-B043-EA97A1541F32}"/>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36">
              <a:extLst>
                <a:ext uri="{FF2B5EF4-FFF2-40B4-BE49-F238E27FC236}">
                  <a16:creationId xmlns:a16="http://schemas.microsoft.com/office/drawing/2014/main" id="{58ACFF1C-49F0-414E-B9E3-DE4E9FFAA38A}"/>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37">
              <a:extLst>
                <a:ext uri="{FF2B5EF4-FFF2-40B4-BE49-F238E27FC236}">
                  <a16:creationId xmlns:a16="http://schemas.microsoft.com/office/drawing/2014/main" id="{DACBD04B-22FF-4A4F-8B29-A2F31A05423A}"/>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38">
              <a:extLst>
                <a:ext uri="{FF2B5EF4-FFF2-40B4-BE49-F238E27FC236}">
                  <a16:creationId xmlns:a16="http://schemas.microsoft.com/office/drawing/2014/main" id="{A13F6E37-C22B-4FD3-ADFE-9C53ECB44692}"/>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39">
              <a:extLst>
                <a:ext uri="{FF2B5EF4-FFF2-40B4-BE49-F238E27FC236}">
                  <a16:creationId xmlns:a16="http://schemas.microsoft.com/office/drawing/2014/main" id="{76256F1D-405A-49F9-8592-A899623F2DB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40">
              <a:extLst>
                <a:ext uri="{FF2B5EF4-FFF2-40B4-BE49-F238E27FC236}">
                  <a16:creationId xmlns:a16="http://schemas.microsoft.com/office/drawing/2014/main" id="{2F9CAE14-DB05-4B70-867F-3F6164BDB74F}"/>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41">
              <a:extLst>
                <a:ext uri="{FF2B5EF4-FFF2-40B4-BE49-F238E27FC236}">
                  <a16:creationId xmlns:a16="http://schemas.microsoft.com/office/drawing/2014/main" id="{30C7B10F-7027-41F9-BEE2-F1575CB690D6}"/>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42">
              <a:extLst>
                <a:ext uri="{FF2B5EF4-FFF2-40B4-BE49-F238E27FC236}">
                  <a16:creationId xmlns:a16="http://schemas.microsoft.com/office/drawing/2014/main" id="{16B384B2-A2D9-4CB4-AF87-AF1004852B5B}"/>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43">
              <a:extLst>
                <a:ext uri="{FF2B5EF4-FFF2-40B4-BE49-F238E27FC236}">
                  <a16:creationId xmlns:a16="http://schemas.microsoft.com/office/drawing/2014/main" id="{DC309D60-84B9-4652-BEF1-F71EFAD3A402}"/>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44">
              <a:extLst>
                <a:ext uri="{FF2B5EF4-FFF2-40B4-BE49-F238E27FC236}">
                  <a16:creationId xmlns:a16="http://schemas.microsoft.com/office/drawing/2014/main" id="{A4440044-5486-483F-B652-7EE3849461B3}"/>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45">
              <a:extLst>
                <a:ext uri="{FF2B5EF4-FFF2-40B4-BE49-F238E27FC236}">
                  <a16:creationId xmlns:a16="http://schemas.microsoft.com/office/drawing/2014/main" id="{446771E9-EA09-4256-8955-FE392C07AFC4}"/>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46">
              <a:extLst>
                <a:ext uri="{FF2B5EF4-FFF2-40B4-BE49-F238E27FC236}">
                  <a16:creationId xmlns:a16="http://schemas.microsoft.com/office/drawing/2014/main" id="{FE985025-CAA5-44F2-9174-87CD1D8BA182}"/>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47">
              <a:extLst>
                <a:ext uri="{FF2B5EF4-FFF2-40B4-BE49-F238E27FC236}">
                  <a16:creationId xmlns:a16="http://schemas.microsoft.com/office/drawing/2014/main" id="{1105FBBE-AD06-4F22-94D8-E2E98185FAA9}"/>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48">
              <a:extLst>
                <a:ext uri="{FF2B5EF4-FFF2-40B4-BE49-F238E27FC236}">
                  <a16:creationId xmlns:a16="http://schemas.microsoft.com/office/drawing/2014/main" id="{8141824A-6AD4-4B53-B837-71461DD538CC}"/>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49">
              <a:extLst>
                <a:ext uri="{FF2B5EF4-FFF2-40B4-BE49-F238E27FC236}">
                  <a16:creationId xmlns:a16="http://schemas.microsoft.com/office/drawing/2014/main" id="{1CEF1D95-CD6C-417A-9539-CB4DBAA5E07D}"/>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50">
              <a:extLst>
                <a:ext uri="{FF2B5EF4-FFF2-40B4-BE49-F238E27FC236}">
                  <a16:creationId xmlns:a16="http://schemas.microsoft.com/office/drawing/2014/main" id="{BF6CB5D3-9648-4D73-AB7C-5374814E5BA2}"/>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51">
              <a:extLst>
                <a:ext uri="{FF2B5EF4-FFF2-40B4-BE49-F238E27FC236}">
                  <a16:creationId xmlns:a16="http://schemas.microsoft.com/office/drawing/2014/main" id="{55F0E322-3AEE-482E-8E59-9FB04FACA931}"/>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4" name="Freeform 52">
              <a:extLst>
                <a:ext uri="{FF2B5EF4-FFF2-40B4-BE49-F238E27FC236}">
                  <a16:creationId xmlns:a16="http://schemas.microsoft.com/office/drawing/2014/main" id="{0D3C59AD-7CCF-4166-9D21-3C3484889312}"/>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5" name="Freeform 53">
              <a:extLst>
                <a:ext uri="{FF2B5EF4-FFF2-40B4-BE49-F238E27FC236}">
                  <a16:creationId xmlns:a16="http://schemas.microsoft.com/office/drawing/2014/main" id="{9C9DA4CE-7B4D-42AE-9264-92B7D7757DD8}"/>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6" name="Freeform 54">
              <a:extLst>
                <a:ext uri="{FF2B5EF4-FFF2-40B4-BE49-F238E27FC236}">
                  <a16:creationId xmlns:a16="http://schemas.microsoft.com/office/drawing/2014/main" id="{DBCBD0D2-5C9C-4B12-8CF8-9CA320825ED7}"/>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7" name="Freeform 55">
              <a:extLst>
                <a:ext uri="{FF2B5EF4-FFF2-40B4-BE49-F238E27FC236}">
                  <a16:creationId xmlns:a16="http://schemas.microsoft.com/office/drawing/2014/main" id="{CDCFBD31-7961-4587-876E-1FAFC4E74AB8}"/>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8" name="Freeform 56">
              <a:extLst>
                <a:ext uri="{FF2B5EF4-FFF2-40B4-BE49-F238E27FC236}">
                  <a16:creationId xmlns:a16="http://schemas.microsoft.com/office/drawing/2014/main" id="{52482C08-723A-4738-9787-3516B3C1714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9" name="Freeform 57">
              <a:extLst>
                <a:ext uri="{FF2B5EF4-FFF2-40B4-BE49-F238E27FC236}">
                  <a16:creationId xmlns:a16="http://schemas.microsoft.com/office/drawing/2014/main" id="{5B72A8F0-33E3-42CD-88C2-C35BEC0E9833}"/>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0" name="Freeform 58">
              <a:extLst>
                <a:ext uri="{FF2B5EF4-FFF2-40B4-BE49-F238E27FC236}">
                  <a16:creationId xmlns:a16="http://schemas.microsoft.com/office/drawing/2014/main" id="{73FC54A2-6588-499B-968A-79F4CA9CF5F3}"/>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1" name="Freeform 59">
              <a:extLst>
                <a:ext uri="{FF2B5EF4-FFF2-40B4-BE49-F238E27FC236}">
                  <a16:creationId xmlns:a16="http://schemas.microsoft.com/office/drawing/2014/main" id="{1E6AB002-C130-4648-A18E-BA496FF1756C}"/>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2" name="Freeform 60">
              <a:extLst>
                <a:ext uri="{FF2B5EF4-FFF2-40B4-BE49-F238E27FC236}">
                  <a16:creationId xmlns:a16="http://schemas.microsoft.com/office/drawing/2014/main" id="{B0044278-9F7F-4596-96D2-ACFBE0DEC0B1}"/>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3" name="Freeform 61">
              <a:extLst>
                <a:ext uri="{FF2B5EF4-FFF2-40B4-BE49-F238E27FC236}">
                  <a16:creationId xmlns:a16="http://schemas.microsoft.com/office/drawing/2014/main" id="{79F75E0D-27A7-44C1-BF19-495F4768F995}"/>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4" name="Freeform 62">
              <a:extLst>
                <a:ext uri="{FF2B5EF4-FFF2-40B4-BE49-F238E27FC236}">
                  <a16:creationId xmlns:a16="http://schemas.microsoft.com/office/drawing/2014/main" id="{E5B9E395-C74C-4D98-8911-EE2C765D8BEB}"/>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5" name="Freeform 63">
              <a:extLst>
                <a:ext uri="{FF2B5EF4-FFF2-40B4-BE49-F238E27FC236}">
                  <a16:creationId xmlns:a16="http://schemas.microsoft.com/office/drawing/2014/main" id="{53BB8418-388C-4142-9A80-8BF00A87F7B0}"/>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6" name="Freeform 64">
              <a:extLst>
                <a:ext uri="{FF2B5EF4-FFF2-40B4-BE49-F238E27FC236}">
                  <a16:creationId xmlns:a16="http://schemas.microsoft.com/office/drawing/2014/main" id="{0256DB41-B3C1-4FEB-B394-9762C00E7F70}"/>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7" name="Freeform 65">
              <a:extLst>
                <a:ext uri="{FF2B5EF4-FFF2-40B4-BE49-F238E27FC236}">
                  <a16:creationId xmlns:a16="http://schemas.microsoft.com/office/drawing/2014/main" id="{F2BC9C1F-3F30-47A6-B503-20FB179B7F3A}"/>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8" name="Freeform 66">
              <a:extLst>
                <a:ext uri="{FF2B5EF4-FFF2-40B4-BE49-F238E27FC236}">
                  <a16:creationId xmlns:a16="http://schemas.microsoft.com/office/drawing/2014/main" id="{F2E1921C-CA0E-4886-93CA-956A6497CF03}"/>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9" name="Freeform 67">
              <a:extLst>
                <a:ext uri="{FF2B5EF4-FFF2-40B4-BE49-F238E27FC236}">
                  <a16:creationId xmlns:a16="http://schemas.microsoft.com/office/drawing/2014/main" id="{33147323-CD74-4B45-8B3D-9FC2D6ABC4D5}"/>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0" name="Freeform 68">
              <a:extLst>
                <a:ext uri="{FF2B5EF4-FFF2-40B4-BE49-F238E27FC236}">
                  <a16:creationId xmlns:a16="http://schemas.microsoft.com/office/drawing/2014/main" id="{646502BE-8655-4E99-B8D3-19E6C1D2B9F4}"/>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1" name="Freeform 69">
              <a:extLst>
                <a:ext uri="{FF2B5EF4-FFF2-40B4-BE49-F238E27FC236}">
                  <a16:creationId xmlns:a16="http://schemas.microsoft.com/office/drawing/2014/main" id="{7B89F1B5-6B06-45D2-838B-039A44EFFD1B}"/>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2" name="Freeform 70">
              <a:extLst>
                <a:ext uri="{FF2B5EF4-FFF2-40B4-BE49-F238E27FC236}">
                  <a16:creationId xmlns:a16="http://schemas.microsoft.com/office/drawing/2014/main" id="{07A005EC-C937-4146-8D02-C00C5931EBC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263" name="Title 1">
            <a:extLst>
              <a:ext uri="{FF2B5EF4-FFF2-40B4-BE49-F238E27FC236}">
                <a16:creationId xmlns:a16="http://schemas.microsoft.com/office/drawing/2014/main" id="{3F36D6CC-3534-47CC-AECE-83EDA4639FB5}"/>
              </a:ext>
            </a:extLst>
          </p:cNvPr>
          <p:cNvSpPr>
            <a:spLocks noGrp="1"/>
          </p:cNvSpPr>
          <p:nvPr>
            <p:ph type="ctrTitle"/>
          </p:nvPr>
        </p:nvSpPr>
        <p:spPr>
          <a:xfrm>
            <a:off x="944388" y="2158329"/>
            <a:ext cx="3998354" cy="860400"/>
          </a:xfrm>
          <a:prstGeom prst="rect">
            <a:avLst/>
          </a:prstGeom>
        </p:spPr>
        <p:txBody>
          <a:bodyPr vert="horz"/>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64" name="Subtitle 2">
            <a:extLst>
              <a:ext uri="{FF2B5EF4-FFF2-40B4-BE49-F238E27FC236}">
                <a16:creationId xmlns:a16="http://schemas.microsoft.com/office/drawing/2014/main" id="{C26FB38E-4E99-4AFB-8C8C-F03F7A963D9C}"/>
              </a:ext>
            </a:extLst>
          </p:cNvPr>
          <p:cNvSpPr>
            <a:spLocks noGrp="1"/>
          </p:cNvSpPr>
          <p:nvPr>
            <p:ph type="subTitle" idx="1"/>
          </p:nvPr>
        </p:nvSpPr>
        <p:spPr>
          <a:xfrm>
            <a:off x="944580" y="3200329"/>
            <a:ext cx="401853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77" name="Group 76">
            <a:extLst>
              <a:ext uri="{FF2B5EF4-FFF2-40B4-BE49-F238E27FC236}">
                <a16:creationId xmlns:a16="http://schemas.microsoft.com/office/drawing/2014/main" id="{AE95BC52-A56D-4358-A294-750179EBB698}"/>
              </a:ext>
            </a:extLst>
          </p:cNvPr>
          <p:cNvGrpSpPr/>
          <p:nvPr userDrawn="1"/>
        </p:nvGrpSpPr>
        <p:grpSpPr>
          <a:xfrm>
            <a:off x="489112" y="876059"/>
            <a:ext cx="4852768" cy="3374475"/>
            <a:chOff x="6855933" y="899048"/>
            <a:chExt cx="4855295" cy="3374475"/>
          </a:xfrm>
          <a:solidFill>
            <a:schemeClr val="tx2"/>
          </a:solidFill>
        </p:grpSpPr>
        <p:sp>
          <p:nvSpPr>
            <p:cNvPr id="78" name="Freeform: Shape 77">
              <a:extLst>
                <a:ext uri="{FF2B5EF4-FFF2-40B4-BE49-F238E27FC236}">
                  <a16:creationId xmlns:a16="http://schemas.microsoft.com/office/drawing/2014/main" id="{ECBD2AD5-9A79-4CFE-A808-769ADC8898F3}"/>
                </a:ext>
              </a:extLst>
            </p:cNvPr>
            <p:cNvSpPr/>
            <p:nvPr/>
          </p:nvSpPr>
          <p:spPr>
            <a:xfrm>
              <a:off x="6855933" y="899048"/>
              <a:ext cx="4855295" cy="3374475"/>
            </a:xfrm>
            <a:custGeom>
              <a:avLst/>
              <a:gdLst>
                <a:gd name="connsiteX0" fmla="*/ 6731 w 4855294"/>
                <a:gd name="connsiteY0" fmla="*/ 863542 h 3374474"/>
                <a:gd name="connsiteX1" fmla="*/ 6731 w 4855294"/>
                <a:gd name="connsiteY1" fmla="*/ 3095901 h 3374474"/>
                <a:gd name="connsiteX2" fmla="*/ 145659 w 4855294"/>
                <a:gd name="connsiteY2" fmla="*/ 3095901 h 3374474"/>
                <a:gd name="connsiteX3" fmla="*/ 145659 w 4855294"/>
                <a:gd name="connsiteY3" fmla="*/ 988380 h 3374474"/>
                <a:gd name="connsiteX4" fmla="*/ 4715918 w 4855294"/>
                <a:gd name="connsiteY4" fmla="*/ 179673 h 3374474"/>
                <a:gd name="connsiteX5" fmla="*/ 4715918 w 4855294"/>
                <a:gd name="connsiteY5" fmla="*/ 3234829 h 3374474"/>
                <a:gd name="connsiteX6" fmla="*/ 840208 w 4855294"/>
                <a:gd name="connsiteY6" fmla="*/ 3234829 h 3374474"/>
                <a:gd name="connsiteX7" fmla="*/ 840208 w 4855294"/>
                <a:gd name="connsiteY7" fmla="*/ 3373757 h 3374474"/>
                <a:gd name="connsiteX8" fmla="*/ 4854846 w 4855294"/>
                <a:gd name="connsiteY8" fmla="*/ 3373757 h 3374474"/>
                <a:gd name="connsiteX9" fmla="*/ 4854846 w 4855294"/>
                <a:gd name="connsiteY9" fmla="*/ 6731 h 3374474"/>
                <a:gd name="connsiteX10" fmla="*/ 6731 w 4855294"/>
                <a:gd name="connsiteY10" fmla="*/ 863542 h 337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294" h="3374474">
                  <a:moveTo>
                    <a:pt x="6731" y="863542"/>
                  </a:moveTo>
                  <a:lnTo>
                    <a:pt x="6731" y="3095901"/>
                  </a:lnTo>
                  <a:lnTo>
                    <a:pt x="145659" y="3095901"/>
                  </a:lnTo>
                  <a:lnTo>
                    <a:pt x="145659" y="988380"/>
                  </a:lnTo>
                  <a:lnTo>
                    <a:pt x="4715918" y="179673"/>
                  </a:lnTo>
                  <a:lnTo>
                    <a:pt x="4715918" y="3234829"/>
                  </a:lnTo>
                  <a:lnTo>
                    <a:pt x="840208" y="3234829"/>
                  </a:lnTo>
                  <a:lnTo>
                    <a:pt x="840208" y="3373757"/>
                  </a:lnTo>
                  <a:lnTo>
                    <a:pt x="4854846" y="3373757"/>
                  </a:lnTo>
                  <a:lnTo>
                    <a:pt x="4854846" y="6731"/>
                  </a:lnTo>
                  <a:lnTo>
                    <a:pt x="6731" y="863542"/>
                  </a:lnTo>
                  <a:close/>
                </a:path>
              </a:pathLst>
            </a:custGeom>
            <a:grpFill/>
            <a:ln w="9525" cap="flat">
              <a:noFill/>
              <a:prstDash val="solid"/>
              <a:miter/>
            </a:ln>
          </p:spPr>
          <p:txBody>
            <a:bodyPr rtlCol="0" anchor="ctr"/>
            <a:lstStyle/>
            <a:p>
              <a:endParaRPr lang="en-IN" sz="1799"/>
            </a:p>
          </p:txBody>
        </p:sp>
        <p:sp>
          <p:nvSpPr>
            <p:cNvPr id="79" name="Freeform: Shape 78">
              <a:extLst>
                <a:ext uri="{FF2B5EF4-FFF2-40B4-BE49-F238E27FC236}">
                  <a16:creationId xmlns:a16="http://schemas.microsoft.com/office/drawing/2014/main" id="{9EE673CB-A779-4F64-B72D-93428DD2B26D}"/>
                </a:ext>
              </a:extLst>
            </p:cNvPr>
            <p:cNvSpPr/>
            <p:nvPr/>
          </p:nvSpPr>
          <p:spPr>
            <a:xfrm>
              <a:off x="6855933"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sz="1799"/>
            </a:p>
          </p:txBody>
        </p:sp>
        <p:sp>
          <p:nvSpPr>
            <p:cNvPr id="80" name="Freeform: Shape 79">
              <a:extLst>
                <a:ext uri="{FF2B5EF4-FFF2-40B4-BE49-F238E27FC236}">
                  <a16:creationId xmlns:a16="http://schemas.microsoft.com/office/drawing/2014/main" id="{88144C98-507D-403B-8819-FBBF64A82FA3}"/>
                </a:ext>
              </a:extLst>
            </p:cNvPr>
            <p:cNvSpPr/>
            <p:nvPr/>
          </p:nvSpPr>
          <p:spPr>
            <a:xfrm>
              <a:off x="7133789"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sz="1799"/>
            </a:p>
          </p:txBody>
        </p:sp>
        <p:sp>
          <p:nvSpPr>
            <p:cNvPr id="81" name="Freeform: Shape 80">
              <a:extLst>
                <a:ext uri="{FF2B5EF4-FFF2-40B4-BE49-F238E27FC236}">
                  <a16:creationId xmlns:a16="http://schemas.microsoft.com/office/drawing/2014/main" id="{21919CB3-2430-4DA6-BF41-59A1EF9C03CB}"/>
                </a:ext>
              </a:extLst>
            </p:cNvPr>
            <p:cNvSpPr/>
            <p:nvPr/>
          </p:nvSpPr>
          <p:spPr>
            <a:xfrm>
              <a:off x="7411555"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sz="1799"/>
            </a:p>
          </p:txBody>
        </p:sp>
      </p:grpSp>
      <p:grpSp>
        <p:nvGrpSpPr>
          <p:cNvPr id="82" name="Group 4">
            <a:extLst>
              <a:ext uri="{FF2B5EF4-FFF2-40B4-BE49-F238E27FC236}">
                <a16:creationId xmlns:a16="http://schemas.microsoft.com/office/drawing/2014/main" id="{C5FADEE5-07C4-41A9-88D6-C6D2ED1362B8}"/>
              </a:ext>
            </a:extLst>
          </p:cNvPr>
          <p:cNvGrpSpPr>
            <a:grpSpLocks noChangeAspect="1"/>
          </p:cNvGrpSpPr>
          <p:nvPr userDrawn="1"/>
        </p:nvGrpSpPr>
        <p:grpSpPr bwMode="auto">
          <a:xfrm>
            <a:off x="10359392" y="4960938"/>
            <a:ext cx="1224912" cy="1435100"/>
            <a:chOff x="6529" y="3125"/>
            <a:chExt cx="772" cy="904"/>
          </a:xfrm>
        </p:grpSpPr>
        <p:sp>
          <p:nvSpPr>
            <p:cNvPr id="83" name="Freeform 5">
              <a:extLst>
                <a:ext uri="{FF2B5EF4-FFF2-40B4-BE49-F238E27FC236}">
                  <a16:creationId xmlns:a16="http://schemas.microsoft.com/office/drawing/2014/main" id="{5A2C465B-7D43-431D-A35E-50762E7696FC}"/>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6">
              <a:extLst>
                <a:ext uri="{FF2B5EF4-FFF2-40B4-BE49-F238E27FC236}">
                  <a16:creationId xmlns:a16="http://schemas.microsoft.com/office/drawing/2014/main" id="{AC35E6C1-71A8-4C9D-A1A5-682B0BD0A03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09105455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_Approved question w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512AA50-19BB-4F74-B5D4-965355FF90CB}"/>
              </a:ext>
            </a:extLst>
          </p:cNvPr>
          <p:cNvGraphicFramePr>
            <a:graphicFrameLocks noChangeAspect="1"/>
          </p:cNvGraphicFramePr>
          <p:nvPr userDrawn="1">
            <p:custDataLst>
              <p:tags r:id="rId1"/>
            </p:custDataLst>
            <p:extLst>
              <p:ext uri="{D42A27DB-BD31-4B8C-83A1-F6EECF244321}">
                <p14:modId xmlns:p14="http://schemas.microsoft.com/office/powerpoint/2010/main" val="31590739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7" name="Object 6" hidden="1">
                        <a:extLst>
                          <a:ext uri="{FF2B5EF4-FFF2-40B4-BE49-F238E27FC236}">
                            <a16:creationId xmlns:a16="http://schemas.microsoft.com/office/drawing/2014/main" id="{5512AA50-19BB-4F74-B5D4-965355FF90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35" name="Group 234">
            <a:extLst>
              <a:ext uri="{FF2B5EF4-FFF2-40B4-BE49-F238E27FC236}">
                <a16:creationId xmlns:a16="http://schemas.microsoft.com/office/drawing/2014/main" id="{5342E118-6F1D-4C46-956E-4CCCBCAA7952}"/>
              </a:ext>
            </a:extLst>
          </p:cNvPr>
          <p:cNvGrpSpPr/>
          <p:nvPr userDrawn="1"/>
        </p:nvGrpSpPr>
        <p:grpSpPr>
          <a:xfrm>
            <a:off x="497856" y="5826613"/>
            <a:ext cx="3876004" cy="570195"/>
            <a:chOff x="498115" y="5951018"/>
            <a:chExt cx="3878023" cy="570195"/>
          </a:xfrm>
        </p:grpSpPr>
        <p:sp>
          <p:nvSpPr>
            <p:cNvPr id="168" name="Rectangle 167">
              <a:extLst>
                <a:ext uri="{FF2B5EF4-FFF2-40B4-BE49-F238E27FC236}">
                  <a16:creationId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Rectangle 6">
              <a:extLst>
                <a:ext uri="{FF2B5EF4-FFF2-40B4-BE49-F238E27FC236}">
                  <a16:creationId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Rectangle 7">
              <a:extLst>
                <a:ext uri="{FF2B5EF4-FFF2-40B4-BE49-F238E27FC236}">
                  <a16:creationId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8">
              <a:extLst>
                <a:ext uri="{FF2B5EF4-FFF2-40B4-BE49-F238E27FC236}">
                  <a16:creationId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2" name="Freeform 9">
              <a:extLst>
                <a:ext uri="{FF2B5EF4-FFF2-40B4-BE49-F238E27FC236}">
                  <a16:creationId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3" name="Freeform 10">
              <a:extLst>
                <a:ext uri="{FF2B5EF4-FFF2-40B4-BE49-F238E27FC236}">
                  <a16:creationId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4" name="Freeform 11">
              <a:extLst>
                <a:ext uri="{FF2B5EF4-FFF2-40B4-BE49-F238E27FC236}">
                  <a16:creationId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5" name="Freeform 12">
              <a:extLst>
                <a:ext uri="{FF2B5EF4-FFF2-40B4-BE49-F238E27FC236}">
                  <a16:creationId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6" name="Freeform 13">
              <a:extLst>
                <a:ext uri="{FF2B5EF4-FFF2-40B4-BE49-F238E27FC236}">
                  <a16:creationId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7" name="Freeform 14">
              <a:extLst>
                <a:ext uri="{FF2B5EF4-FFF2-40B4-BE49-F238E27FC236}">
                  <a16:creationId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8" name="Freeform 15">
              <a:extLst>
                <a:ext uri="{FF2B5EF4-FFF2-40B4-BE49-F238E27FC236}">
                  <a16:creationId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9" name="Freeform 16">
              <a:extLst>
                <a:ext uri="{FF2B5EF4-FFF2-40B4-BE49-F238E27FC236}">
                  <a16:creationId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0" name="Freeform 17">
              <a:extLst>
                <a:ext uri="{FF2B5EF4-FFF2-40B4-BE49-F238E27FC236}">
                  <a16:creationId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1" name="Freeform 18">
              <a:extLst>
                <a:ext uri="{FF2B5EF4-FFF2-40B4-BE49-F238E27FC236}">
                  <a16:creationId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2" name="Freeform 19">
              <a:extLst>
                <a:ext uri="{FF2B5EF4-FFF2-40B4-BE49-F238E27FC236}">
                  <a16:creationId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3" name="Freeform 20">
              <a:extLst>
                <a:ext uri="{FF2B5EF4-FFF2-40B4-BE49-F238E27FC236}">
                  <a16:creationId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4" name="Freeform 21">
              <a:extLst>
                <a:ext uri="{FF2B5EF4-FFF2-40B4-BE49-F238E27FC236}">
                  <a16:creationId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5" name="Freeform 22">
              <a:extLst>
                <a:ext uri="{FF2B5EF4-FFF2-40B4-BE49-F238E27FC236}">
                  <a16:creationId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6" name="Freeform 23">
              <a:extLst>
                <a:ext uri="{FF2B5EF4-FFF2-40B4-BE49-F238E27FC236}">
                  <a16:creationId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7" name="Freeform 24">
              <a:extLst>
                <a:ext uri="{FF2B5EF4-FFF2-40B4-BE49-F238E27FC236}">
                  <a16:creationId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8" name="Freeform 25">
              <a:extLst>
                <a:ext uri="{FF2B5EF4-FFF2-40B4-BE49-F238E27FC236}">
                  <a16:creationId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9" name="Freeform 26">
              <a:extLst>
                <a:ext uri="{FF2B5EF4-FFF2-40B4-BE49-F238E27FC236}">
                  <a16:creationId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0" name="Freeform 27">
              <a:extLst>
                <a:ext uri="{FF2B5EF4-FFF2-40B4-BE49-F238E27FC236}">
                  <a16:creationId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28">
              <a:extLst>
                <a:ext uri="{FF2B5EF4-FFF2-40B4-BE49-F238E27FC236}">
                  <a16:creationId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29">
              <a:extLst>
                <a:ext uri="{FF2B5EF4-FFF2-40B4-BE49-F238E27FC236}">
                  <a16:creationId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30">
              <a:extLst>
                <a:ext uri="{FF2B5EF4-FFF2-40B4-BE49-F238E27FC236}">
                  <a16:creationId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31">
              <a:extLst>
                <a:ext uri="{FF2B5EF4-FFF2-40B4-BE49-F238E27FC236}">
                  <a16:creationId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32">
              <a:extLst>
                <a:ext uri="{FF2B5EF4-FFF2-40B4-BE49-F238E27FC236}">
                  <a16:creationId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33">
              <a:extLst>
                <a:ext uri="{FF2B5EF4-FFF2-40B4-BE49-F238E27FC236}">
                  <a16:creationId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34">
              <a:extLst>
                <a:ext uri="{FF2B5EF4-FFF2-40B4-BE49-F238E27FC236}">
                  <a16:creationId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35">
              <a:extLst>
                <a:ext uri="{FF2B5EF4-FFF2-40B4-BE49-F238E27FC236}">
                  <a16:creationId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36">
              <a:extLst>
                <a:ext uri="{FF2B5EF4-FFF2-40B4-BE49-F238E27FC236}">
                  <a16:creationId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37">
              <a:extLst>
                <a:ext uri="{FF2B5EF4-FFF2-40B4-BE49-F238E27FC236}">
                  <a16:creationId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38">
              <a:extLst>
                <a:ext uri="{FF2B5EF4-FFF2-40B4-BE49-F238E27FC236}">
                  <a16:creationId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39">
              <a:extLst>
                <a:ext uri="{FF2B5EF4-FFF2-40B4-BE49-F238E27FC236}">
                  <a16:creationId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40">
              <a:extLst>
                <a:ext uri="{FF2B5EF4-FFF2-40B4-BE49-F238E27FC236}">
                  <a16:creationId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41">
              <a:extLst>
                <a:ext uri="{FF2B5EF4-FFF2-40B4-BE49-F238E27FC236}">
                  <a16:creationId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42">
              <a:extLst>
                <a:ext uri="{FF2B5EF4-FFF2-40B4-BE49-F238E27FC236}">
                  <a16:creationId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43">
              <a:extLst>
                <a:ext uri="{FF2B5EF4-FFF2-40B4-BE49-F238E27FC236}">
                  <a16:creationId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44">
              <a:extLst>
                <a:ext uri="{FF2B5EF4-FFF2-40B4-BE49-F238E27FC236}">
                  <a16:creationId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45">
              <a:extLst>
                <a:ext uri="{FF2B5EF4-FFF2-40B4-BE49-F238E27FC236}">
                  <a16:creationId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46">
              <a:extLst>
                <a:ext uri="{FF2B5EF4-FFF2-40B4-BE49-F238E27FC236}">
                  <a16:creationId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47">
              <a:extLst>
                <a:ext uri="{FF2B5EF4-FFF2-40B4-BE49-F238E27FC236}">
                  <a16:creationId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48">
              <a:extLst>
                <a:ext uri="{FF2B5EF4-FFF2-40B4-BE49-F238E27FC236}">
                  <a16:creationId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49">
              <a:extLst>
                <a:ext uri="{FF2B5EF4-FFF2-40B4-BE49-F238E27FC236}">
                  <a16:creationId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50">
              <a:extLst>
                <a:ext uri="{FF2B5EF4-FFF2-40B4-BE49-F238E27FC236}">
                  <a16:creationId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51">
              <a:extLst>
                <a:ext uri="{FF2B5EF4-FFF2-40B4-BE49-F238E27FC236}">
                  <a16:creationId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52">
              <a:extLst>
                <a:ext uri="{FF2B5EF4-FFF2-40B4-BE49-F238E27FC236}">
                  <a16:creationId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53">
              <a:extLst>
                <a:ext uri="{FF2B5EF4-FFF2-40B4-BE49-F238E27FC236}">
                  <a16:creationId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54">
              <a:extLst>
                <a:ext uri="{FF2B5EF4-FFF2-40B4-BE49-F238E27FC236}">
                  <a16:creationId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55">
              <a:extLst>
                <a:ext uri="{FF2B5EF4-FFF2-40B4-BE49-F238E27FC236}">
                  <a16:creationId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56">
              <a:extLst>
                <a:ext uri="{FF2B5EF4-FFF2-40B4-BE49-F238E27FC236}">
                  <a16:creationId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57">
              <a:extLst>
                <a:ext uri="{FF2B5EF4-FFF2-40B4-BE49-F238E27FC236}">
                  <a16:creationId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58">
              <a:extLst>
                <a:ext uri="{FF2B5EF4-FFF2-40B4-BE49-F238E27FC236}">
                  <a16:creationId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59">
              <a:extLst>
                <a:ext uri="{FF2B5EF4-FFF2-40B4-BE49-F238E27FC236}">
                  <a16:creationId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60">
              <a:extLst>
                <a:ext uri="{FF2B5EF4-FFF2-40B4-BE49-F238E27FC236}">
                  <a16:creationId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61">
              <a:extLst>
                <a:ext uri="{FF2B5EF4-FFF2-40B4-BE49-F238E27FC236}">
                  <a16:creationId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62">
              <a:extLst>
                <a:ext uri="{FF2B5EF4-FFF2-40B4-BE49-F238E27FC236}">
                  <a16:creationId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63">
              <a:extLst>
                <a:ext uri="{FF2B5EF4-FFF2-40B4-BE49-F238E27FC236}">
                  <a16:creationId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64">
              <a:extLst>
                <a:ext uri="{FF2B5EF4-FFF2-40B4-BE49-F238E27FC236}">
                  <a16:creationId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65">
              <a:extLst>
                <a:ext uri="{FF2B5EF4-FFF2-40B4-BE49-F238E27FC236}">
                  <a16:creationId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66">
              <a:extLst>
                <a:ext uri="{FF2B5EF4-FFF2-40B4-BE49-F238E27FC236}">
                  <a16:creationId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67">
              <a:extLst>
                <a:ext uri="{FF2B5EF4-FFF2-40B4-BE49-F238E27FC236}">
                  <a16:creationId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68">
              <a:extLst>
                <a:ext uri="{FF2B5EF4-FFF2-40B4-BE49-F238E27FC236}">
                  <a16:creationId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69">
              <a:extLst>
                <a:ext uri="{FF2B5EF4-FFF2-40B4-BE49-F238E27FC236}">
                  <a16:creationId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70">
              <a:extLst>
                <a:ext uri="{FF2B5EF4-FFF2-40B4-BE49-F238E27FC236}">
                  <a16:creationId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18" name="Title 1"/>
          <p:cNvSpPr>
            <a:spLocks noGrp="1"/>
          </p:cNvSpPr>
          <p:nvPr userDrawn="1">
            <p:ph type="ctrTitle"/>
          </p:nvPr>
        </p:nvSpPr>
        <p:spPr>
          <a:xfrm>
            <a:off x="944388" y="2158329"/>
            <a:ext cx="4781392" cy="860400"/>
          </a:xfrm>
          <a:prstGeom prst="rect">
            <a:avLst/>
          </a:prstGeom>
        </p:spPr>
        <p:txBody>
          <a:bodyPr vert="horz"/>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9" name="Subtitle 2"/>
          <p:cNvSpPr>
            <a:spLocks noGrp="1"/>
          </p:cNvSpPr>
          <p:nvPr userDrawn="1">
            <p:ph type="subTitle" idx="1"/>
          </p:nvPr>
        </p:nvSpPr>
        <p:spPr>
          <a:xfrm>
            <a:off x="944580" y="3200329"/>
            <a:ext cx="480552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sp>
        <p:nvSpPr>
          <p:cNvPr id="3" name="Freeform: Shape 2">
            <a:extLst>
              <a:ext uri="{FF2B5EF4-FFF2-40B4-BE49-F238E27FC236}">
                <a16:creationId xmlns:a16="http://schemas.microsoft.com/office/drawing/2014/main" id="{44A731D0-020D-4D8E-955D-2354AF0FE452}"/>
              </a:ext>
            </a:extLst>
          </p:cNvPr>
          <p:cNvSpPr/>
          <p:nvPr userDrawn="1"/>
        </p:nvSpPr>
        <p:spPr>
          <a:xfrm>
            <a:off x="489112" y="723658"/>
            <a:ext cx="5677988"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sz="1799"/>
          </a:p>
        </p:txBody>
      </p:sp>
      <p:sp>
        <p:nvSpPr>
          <p:cNvPr id="4" name="Freeform: Shape 3">
            <a:extLst>
              <a:ext uri="{FF2B5EF4-FFF2-40B4-BE49-F238E27FC236}">
                <a16:creationId xmlns:a16="http://schemas.microsoft.com/office/drawing/2014/main" id="{15324C54-B75E-4AC0-90C2-FA558C7716F7}"/>
              </a:ext>
            </a:extLst>
          </p:cNvPr>
          <p:cNvSpPr/>
          <p:nvPr/>
        </p:nvSpPr>
        <p:spPr>
          <a:xfrm>
            <a:off x="489112"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5" name="Freeform: Shape 4">
            <a:extLst>
              <a:ext uri="{FF2B5EF4-FFF2-40B4-BE49-F238E27FC236}">
                <a16:creationId xmlns:a16="http://schemas.microsoft.com/office/drawing/2014/main" id="{CAA95478-C099-485F-AD95-A617656C6C7C}"/>
              </a:ext>
            </a:extLst>
          </p:cNvPr>
          <p:cNvSpPr/>
          <p:nvPr/>
        </p:nvSpPr>
        <p:spPr>
          <a:xfrm>
            <a:off x="774294"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6" name="Freeform: Shape 5">
            <a:extLst>
              <a:ext uri="{FF2B5EF4-FFF2-40B4-BE49-F238E27FC236}">
                <a16:creationId xmlns:a16="http://schemas.microsoft.com/office/drawing/2014/main" id="{D65680A1-86D1-44C2-AA38-0DF5735F1F26}"/>
              </a:ext>
            </a:extLst>
          </p:cNvPr>
          <p:cNvSpPr/>
          <p:nvPr/>
        </p:nvSpPr>
        <p:spPr>
          <a:xfrm>
            <a:off x="1059359"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grpSp>
        <p:nvGrpSpPr>
          <p:cNvPr id="76" name="Group 4">
            <a:extLst>
              <a:ext uri="{FF2B5EF4-FFF2-40B4-BE49-F238E27FC236}">
                <a16:creationId xmlns:a16="http://schemas.microsoft.com/office/drawing/2014/main" id="{9D60B6B0-F7ED-4B9F-A77C-632AC4EA661D}"/>
              </a:ext>
            </a:extLst>
          </p:cNvPr>
          <p:cNvGrpSpPr>
            <a:grpSpLocks noChangeAspect="1"/>
          </p:cNvGrpSpPr>
          <p:nvPr userDrawn="1"/>
        </p:nvGrpSpPr>
        <p:grpSpPr bwMode="auto">
          <a:xfrm>
            <a:off x="10359392" y="4960938"/>
            <a:ext cx="1224912" cy="1435100"/>
            <a:chOff x="6529" y="3125"/>
            <a:chExt cx="772" cy="904"/>
          </a:xfrm>
        </p:grpSpPr>
        <p:sp>
          <p:nvSpPr>
            <p:cNvPr id="77" name="Freeform 5">
              <a:extLst>
                <a:ext uri="{FF2B5EF4-FFF2-40B4-BE49-F238E27FC236}">
                  <a16:creationId xmlns:a16="http://schemas.microsoft.com/office/drawing/2014/main" id="{CC1B45B9-64DF-4C5B-9711-FA69AD537071}"/>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 name="Freeform 6">
              <a:extLst>
                <a:ext uri="{FF2B5EF4-FFF2-40B4-BE49-F238E27FC236}">
                  <a16:creationId xmlns:a16="http://schemas.microsoft.com/office/drawing/2014/main" id="{BA55CB73-EE25-43B6-9720-855E16C4B153}"/>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71802417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_Standard slide_no bullets">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EDBAF47-5ECD-4E72-9345-64E1D93E995B}"/>
              </a:ext>
            </a:extLst>
          </p:cNvPr>
          <p:cNvGraphicFramePr>
            <a:graphicFrameLocks noChangeAspect="1"/>
          </p:cNvGraphicFramePr>
          <p:nvPr userDrawn="1">
            <p:custDataLst>
              <p:tags r:id="rId1"/>
            </p:custDataLst>
            <p:extLst>
              <p:ext uri="{D42A27DB-BD31-4B8C-83A1-F6EECF244321}">
                <p14:modId xmlns:p14="http://schemas.microsoft.com/office/powerpoint/2010/main" val="27351244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ct 7" hidden="1">
                        <a:extLst>
                          <a:ext uri="{FF2B5EF4-FFF2-40B4-BE49-F238E27FC236}">
                            <a16:creationId xmlns:a16="http://schemas.microsoft.com/office/drawing/2014/main" id="{0EDBAF47-5ECD-4E72-9345-64E1D93E99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609600" y="1137921"/>
            <a:ext cx="4954924" cy="4267457"/>
          </a:xfrm>
        </p:spPr>
        <p:txBody>
          <a:bodyPr/>
          <a:lstStyle/>
          <a:p>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6119821" y="1137921"/>
            <a:ext cx="5462580" cy="373807"/>
          </a:xfr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6119821" y="1635009"/>
            <a:ext cx="5462580" cy="1611554"/>
          </a:xfr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3" name="Date Placeholder 2">
            <a:extLst>
              <a:ext uri="{FF2B5EF4-FFF2-40B4-BE49-F238E27FC236}">
                <a16:creationId xmlns:a16="http://schemas.microsoft.com/office/drawing/2014/main" id="{DA661012-3455-4F88-94AD-14869D2D5405}"/>
              </a:ext>
            </a:extLst>
          </p:cNvPr>
          <p:cNvSpPr>
            <a:spLocks noGrp="1"/>
          </p:cNvSpPr>
          <p:nvPr>
            <p:ph type="dt" sz="half" idx="19"/>
          </p:nvPr>
        </p:nvSpPr>
        <p:spPr>
          <a:xfrm>
            <a:off x="1428184" y="6471244"/>
            <a:ext cx="1190638" cy="180000"/>
          </a:xfrm>
          <a:prstGeom prst="rect">
            <a:avLst/>
          </a:prstGeom>
        </p:spPr>
        <p:txBody>
          <a:bodyPr/>
          <a:lstStyle/>
          <a:p>
            <a:fld id="{4F617BFD-E3FD-4C3B-9DAE-AB883BB536F7}" type="datetime1">
              <a:rPr lang="en-US" smtClean="0"/>
              <a:t>11/28/2025</a:t>
            </a:fld>
            <a:endParaRPr lang="en-IN"/>
          </a:p>
        </p:txBody>
      </p:sp>
      <p:sp>
        <p:nvSpPr>
          <p:cNvPr id="4" name="Footer Placeholder 3">
            <a:extLst>
              <a:ext uri="{FF2B5EF4-FFF2-40B4-BE49-F238E27FC236}">
                <a16:creationId xmlns:a16="http://schemas.microsoft.com/office/drawing/2014/main" id="{F21FBA45-9D10-4CA1-B5FE-DF08BC4B79DE}"/>
              </a:ext>
            </a:extLst>
          </p:cNvPr>
          <p:cNvSpPr>
            <a:spLocks noGrp="1"/>
          </p:cNvSpPr>
          <p:nvPr>
            <p:ph type="ftr" sz="quarter" idx="20"/>
          </p:nvPr>
        </p:nvSpPr>
        <p:spPr>
          <a:xfrm>
            <a:off x="3237502" y="6471244"/>
            <a:ext cx="3084493" cy="180000"/>
          </a:xfrm>
          <a:prstGeom prst="rect">
            <a:avLst/>
          </a:prstGeom>
        </p:spPr>
        <p:txBody>
          <a:bodyPr/>
          <a:lstStyle/>
          <a:p>
            <a:r>
              <a:rPr lang="en-IN"/>
              <a:t>Insert footer text here</a:t>
            </a:r>
          </a:p>
        </p:txBody>
      </p:sp>
      <p:sp>
        <p:nvSpPr>
          <p:cNvPr id="6" name="Slide Number Placeholder 5">
            <a:extLst>
              <a:ext uri="{FF2B5EF4-FFF2-40B4-BE49-F238E27FC236}">
                <a16:creationId xmlns:a16="http://schemas.microsoft.com/office/drawing/2014/main" id="{611C45D8-BA71-4A92-82B2-C059AF6B6702}"/>
              </a:ext>
            </a:extLst>
          </p:cNvPr>
          <p:cNvSpPr>
            <a:spLocks noGrp="1"/>
          </p:cNvSpPr>
          <p:nvPr>
            <p:ph type="sldNum" sz="quarter" idx="21"/>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0793663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Standard sl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3A4C92C-AFE0-468D-A614-760FBF761A3C}"/>
              </a:ext>
            </a:extLst>
          </p:cNvPr>
          <p:cNvGraphicFramePr>
            <a:graphicFrameLocks noChangeAspect="1"/>
          </p:cNvGraphicFramePr>
          <p:nvPr userDrawn="1">
            <p:custDataLst>
              <p:tags r:id="rId1"/>
            </p:custDataLst>
            <p:extLst>
              <p:ext uri="{D42A27DB-BD31-4B8C-83A1-F6EECF244321}">
                <p14:modId xmlns:p14="http://schemas.microsoft.com/office/powerpoint/2010/main" val="30927564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7" name="Object 6" hidden="1">
                        <a:extLst>
                          <a:ext uri="{FF2B5EF4-FFF2-40B4-BE49-F238E27FC236}">
                            <a16:creationId xmlns:a16="http://schemas.microsoft.com/office/drawing/2014/main" id="{73A4C92C-AFE0-468D-A614-760FBF761A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Date Placeholder 2">
            <a:extLst>
              <a:ext uri="{FF2B5EF4-FFF2-40B4-BE49-F238E27FC236}">
                <a16:creationId xmlns:a16="http://schemas.microsoft.com/office/drawing/2014/main" id="{39369FE1-2141-4E78-8B01-84E57EEFE06A}"/>
              </a:ext>
            </a:extLst>
          </p:cNvPr>
          <p:cNvSpPr>
            <a:spLocks noGrp="1"/>
          </p:cNvSpPr>
          <p:nvPr>
            <p:ph type="dt" sz="half" idx="10"/>
          </p:nvPr>
        </p:nvSpPr>
        <p:spPr>
          <a:xfrm>
            <a:off x="1428184" y="6471244"/>
            <a:ext cx="1190638" cy="180000"/>
          </a:xfrm>
          <a:prstGeom prst="rect">
            <a:avLst/>
          </a:prstGeom>
        </p:spPr>
        <p:txBody>
          <a:bodyPr/>
          <a:lstStyle/>
          <a:p>
            <a:fld id="{7390449A-C4B2-49F2-B9C6-5C3C77B0A2AB}" type="datetime1">
              <a:rPr lang="en-US" smtClean="0"/>
              <a:t>11/28/2025</a:t>
            </a:fld>
            <a:endParaRPr lang="en-IN"/>
          </a:p>
        </p:txBody>
      </p:sp>
      <p:sp>
        <p:nvSpPr>
          <p:cNvPr id="4" name="Footer Placeholder 3">
            <a:extLst>
              <a:ext uri="{FF2B5EF4-FFF2-40B4-BE49-F238E27FC236}">
                <a16:creationId xmlns:a16="http://schemas.microsoft.com/office/drawing/2014/main" id="{714482B3-B946-42D6-98EA-72EE48EEB847}"/>
              </a:ext>
            </a:extLst>
          </p:cNvPr>
          <p:cNvSpPr>
            <a:spLocks noGrp="1"/>
          </p:cNvSpPr>
          <p:nvPr>
            <p:ph type="ftr" sz="quarter" idx="11"/>
          </p:nvPr>
        </p:nvSpPr>
        <p:spPr>
          <a:xfrm>
            <a:off x="3237502" y="6471244"/>
            <a:ext cx="3084493" cy="180000"/>
          </a:xfrm>
          <a:prstGeom prst="rect">
            <a:avLst/>
          </a:prstGeom>
        </p:spPr>
        <p:txBody>
          <a:bodyPr/>
          <a:lstStyle/>
          <a:p>
            <a:r>
              <a:rPr lang="en-IN"/>
              <a:t>Insert footer text here</a:t>
            </a:r>
          </a:p>
        </p:txBody>
      </p:sp>
      <p:sp>
        <p:nvSpPr>
          <p:cNvPr id="5" name="Slide Number Placeholder 4">
            <a:extLst>
              <a:ext uri="{FF2B5EF4-FFF2-40B4-BE49-F238E27FC236}">
                <a16:creationId xmlns:a16="http://schemas.microsoft.com/office/drawing/2014/main" id="{272DD5AC-66F0-425C-A9DE-0484513193A1}"/>
              </a:ext>
            </a:extLst>
          </p:cNvPr>
          <p:cNvSpPr>
            <a:spLocks noGrp="1"/>
          </p:cNvSpPr>
          <p:nvPr>
            <p:ph type="sldNum" sz="quarter" idx="12"/>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2734610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Standard slide">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0E4BA9DC-6791-4321-8B9D-12D714F87EF5}"/>
              </a:ext>
            </a:extLst>
          </p:cNvPr>
          <p:cNvGraphicFramePr>
            <a:graphicFrameLocks noChangeAspect="1"/>
          </p:cNvGraphicFramePr>
          <p:nvPr userDrawn="1">
            <p:custDataLst>
              <p:tags r:id="rId1"/>
            </p:custDataLst>
            <p:extLst>
              <p:ext uri="{D42A27DB-BD31-4B8C-83A1-F6EECF244321}">
                <p14:modId xmlns:p14="http://schemas.microsoft.com/office/powerpoint/2010/main" val="3163893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0E4BA9DC-6791-4321-8B9D-12D714F87E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8194852" y="1"/>
            <a:ext cx="3997149" cy="6156104"/>
          </a:xfrm>
        </p:spPr>
        <p:txBody>
          <a:bodyPr/>
          <a:lstStyle/>
          <a:p>
            <a:endParaRPr lang="en-IN"/>
          </a:p>
        </p:txBody>
      </p:sp>
      <p:sp>
        <p:nvSpPr>
          <p:cNvPr id="2" name="Title 1"/>
          <p:cNvSpPr>
            <a:spLocks noGrp="1"/>
          </p:cNvSpPr>
          <p:nvPr>
            <p:ph type="title"/>
          </p:nvPr>
        </p:nvSpPr>
        <p:spPr>
          <a:xfrm>
            <a:off x="609601" y="294200"/>
            <a:ext cx="7440547" cy="590400"/>
          </a:xfrm>
        </p:spPr>
        <p:txBody>
          <a:bodyPr vert="horz"/>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609601" y="2311401"/>
            <a:ext cx="3578253" cy="384470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4327190" y="2311402"/>
            <a:ext cx="3578253" cy="1254759"/>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4327190" y="4236721"/>
            <a:ext cx="3578253" cy="1944160"/>
          </a:xfr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2073C7F4-1F66-48B4-8A7F-96C64986A204}"/>
              </a:ext>
            </a:extLst>
          </p:cNvPr>
          <p:cNvSpPr>
            <a:spLocks noGrp="1"/>
          </p:cNvSpPr>
          <p:nvPr>
            <p:ph type="dt" sz="half" idx="14"/>
          </p:nvPr>
        </p:nvSpPr>
        <p:spPr>
          <a:xfrm>
            <a:off x="1428184" y="6471244"/>
            <a:ext cx="1190638" cy="180000"/>
          </a:xfrm>
          <a:prstGeom prst="rect">
            <a:avLst/>
          </a:prstGeom>
        </p:spPr>
        <p:txBody>
          <a:bodyPr/>
          <a:lstStyle/>
          <a:p>
            <a:fld id="{61354778-E8E5-4070-A14A-E39777621ABD}" type="datetime1">
              <a:rPr lang="en-US" smtClean="0"/>
              <a:t>11/28/2025</a:t>
            </a:fld>
            <a:endParaRPr lang="en-IN"/>
          </a:p>
        </p:txBody>
      </p:sp>
      <p:sp>
        <p:nvSpPr>
          <p:cNvPr id="6" name="Footer Placeholder 5">
            <a:extLst>
              <a:ext uri="{FF2B5EF4-FFF2-40B4-BE49-F238E27FC236}">
                <a16:creationId xmlns:a16="http://schemas.microsoft.com/office/drawing/2014/main" id="{628F1198-1F5C-4C8B-A7E4-2658430FBCFA}"/>
              </a:ext>
            </a:extLst>
          </p:cNvPr>
          <p:cNvSpPr>
            <a:spLocks noGrp="1"/>
          </p:cNvSpPr>
          <p:nvPr>
            <p:ph type="ftr" sz="quarter" idx="15"/>
          </p:nvPr>
        </p:nvSpPr>
        <p:spPr>
          <a:xfrm>
            <a:off x="3237502" y="6471244"/>
            <a:ext cx="3084493" cy="180000"/>
          </a:xfrm>
          <a:prstGeom prst="rect">
            <a:avLst/>
          </a:prstGeom>
        </p:spPr>
        <p:txBody>
          <a:bodyPr/>
          <a:lstStyle/>
          <a:p>
            <a:r>
              <a:rPr lang="en-IN"/>
              <a:t>Insert footer text here</a:t>
            </a:r>
          </a:p>
        </p:txBody>
      </p:sp>
      <p:sp>
        <p:nvSpPr>
          <p:cNvPr id="7" name="Slide Number Placeholder 6">
            <a:extLst>
              <a:ext uri="{FF2B5EF4-FFF2-40B4-BE49-F238E27FC236}">
                <a16:creationId xmlns:a16="http://schemas.microsoft.com/office/drawing/2014/main" id="{86EA2D1B-5973-42E9-87B4-02C40C0EF1B0}"/>
              </a:ext>
            </a:extLst>
          </p:cNvPr>
          <p:cNvSpPr>
            <a:spLocks noGrp="1"/>
          </p:cNvSpPr>
          <p:nvPr>
            <p:ph type="sldNum" sz="quarter" idx="16"/>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28983045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6_Standard slide">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C08F8E-911D-4FF4-81D4-8EEE18760203}"/>
              </a:ext>
            </a:extLst>
          </p:cNvPr>
          <p:cNvGraphicFramePr>
            <a:graphicFrameLocks noChangeAspect="1"/>
          </p:cNvGraphicFramePr>
          <p:nvPr userDrawn="1">
            <p:custDataLst>
              <p:tags r:id="rId1"/>
            </p:custDataLst>
            <p:extLst>
              <p:ext uri="{D42A27DB-BD31-4B8C-83A1-F6EECF244321}">
                <p14:modId xmlns:p14="http://schemas.microsoft.com/office/powerpoint/2010/main" val="3615353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16C08F8E-911D-4FF4-81D4-8EEE187602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2383219" cy="6857999"/>
          </a:xfrm>
        </p:spPr>
        <p:txBody>
          <a:bodyPr/>
          <a:lstStyle/>
          <a:p>
            <a:endParaRPr lang="en-IN"/>
          </a:p>
        </p:txBody>
      </p:sp>
      <p:sp>
        <p:nvSpPr>
          <p:cNvPr id="2" name="Title 1"/>
          <p:cNvSpPr>
            <a:spLocks noGrp="1"/>
          </p:cNvSpPr>
          <p:nvPr>
            <p:ph type="title"/>
          </p:nvPr>
        </p:nvSpPr>
        <p:spPr>
          <a:xfrm>
            <a:off x="2693891" y="294200"/>
            <a:ext cx="8887371" cy="590400"/>
          </a:xfrm>
        </p:spPr>
        <p:txBody>
          <a:bodyPr vert="horz"/>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5724102" y="1137921"/>
            <a:ext cx="2802382" cy="501818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userDrawn="1">
            <p:ph idx="12" hasCustomPrompt="1"/>
          </p:nvPr>
        </p:nvSpPr>
        <p:spPr>
          <a:xfrm>
            <a:off x="8815241" y="1137922"/>
            <a:ext cx="2767159" cy="2796151"/>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118571DE-086F-444C-976E-D386CED54CF9}"/>
              </a:ext>
            </a:extLst>
          </p:cNvPr>
          <p:cNvSpPr>
            <a:spLocks noGrp="1"/>
          </p:cNvSpPr>
          <p:nvPr>
            <p:ph type="dt" sz="half" idx="13"/>
          </p:nvPr>
        </p:nvSpPr>
        <p:spPr>
          <a:xfrm>
            <a:off x="1428184" y="6471244"/>
            <a:ext cx="1190638" cy="180000"/>
          </a:xfrm>
          <a:prstGeom prst="rect">
            <a:avLst/>
          </a:prstGeom>
        </p:spPr>
        <p:txBody>
          <a:bodyPr/>
          <a:lstStyle/>
          <a:p>
            <a:fld id="{F6672AED-AA57-49A1-ADA6-04940970FF25}" type="datetime1">
              <a:rPr lang="en-US" smtClean="0"/>
              <a:t>11/28/2025</a:t>
            </a:fld>
            <a:endParaRPr lang="en-IN"/>
          </a:p>
        </p:txBody>
      </p:sp>
      <p:sp>
        <p:nvSpPr>
          <p:cNvPr id="6" name="Footer Placeholder 5">
            <a:extLst>
              <a:ext uri="{FF2B5EF4-FFF2-40B4-BE49-F238E27FC236}">
                <a16:creationId xmlns:a16="http://schemas.microsoft.com/office/drawing/2014/main" id="{A5178D09-F6E9-4981-B6E0-209D099207E6}"/>
              </a:ext>
            </a:extLst>
          </p:cNvPr>
          <p:cNvSpPr>
            <a:spLocks noGrp="1"/>
          </p:cNvSpPr>
          <p:nvPr>
            <p:ph type="ftr" sz="quarter" idx="14"/>
          </p:nvPr>
        </p:nvSpPr>
        <p:spPr>
          <a:xfrm>
            <a:off x="3237502" y="6471244"/>
            <a:ext cx="3084493" cy="180000"/>
          </a:xfrm>
          <a:prstGeom prst="rect">
            <a:avLst/>
          </a:prstGeom>
        </p:spPr>
        <p:txBody>
          <a:bodyPr/>
          <a:lstStyle/>
          <a:p>
            <a:r>
              <a:rPr lang="en-IN"/>
              <a:t>Insert footer text here</a:t>
            </a:r>
          </a:p>
        </p:txBody>
      </p:sp>
      <p:sp>
        <p:nvSpPr>
          <p:cNvPr id="7" name="Slide Number Placeholder 6">
            <a:extLst>
              <a:ext uri="{FF2B5EF4-FFF2-40B4-BE49-F238E27FC236}">
                <a16:creationId xmlns:a16="http://schemas.microsoft.com/office/drawing/2014/main" id="{BAE170B6-45D3-4E0A-A799-1F973EAAC5EC}"/>
              </a:ext>
            </a:extLst>
          </p:cNvPr>
          <p:cNvSpPr>
            <a:spLocks noGrp="1"/>
          </p:cNvSpPr>
          <p:nvPr>
            <p:ph type="sldNum" sz="quarter" idx="15"/>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295885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Standard slide_Quote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2FF9F11-F398-43D4-92EC-2E2EC11BE71F}"/>
              </a:ext>
            </a:extLst>
          </p:cNvPr>
          <p:cNvGraphicFramePr>
            <a:graphicFrameLocks noChangeAspect="1"/>
          </p:cNvGraphicFramePr>
          <p:nvPr userDrawn="1">
            <p:custDataLst>
              <p:tags r:id="rId1"/>
            </p:custDataLst>
            <p:extLst>
              <p:ext uri="{D42A27DB-BD31-4B8C-83A1-F6EECF244321}">
                <p14:modId xmlns:p14="http://schemas.microsoft.com/office/powerpoint/2010/main" val="2036789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92FF9F11-F398-43D4-92EC-2E2EC11BE7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11">
            <a:extLst>
              <a:ext uri="{FF2B5EF4-FFF2-40B4-BE49-F238E27FC236}">
                <a16:creationId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a16="http://schemas.microsoft.com/office/drawing/2014/main" id="{FB5D2AC0-B4F7-4455-9AE0-201966050A6D}"/>
              </a:ext>
            </a:extLst>
          </p:cNvPr>
          <p:cNvSpPr>
            <a:spLocks noGrp="1"/>
          </p:cNvSpPr>
          <p:nvPr>
            <p:ph type="body" sz="quarter" idx="10"/>
          </p:nvPr>
        </p:nvSpPr>
        <p:spPr>
          <a:xfrm>
            <a:off x="513083" y="2526765"/>
            <a:ext cx="5289245" cy="1800000"/>
          </a:xfr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a16="http://schemas.microsoft.com/office/drawing/2014/main" id="{F1BA83A2-78F0-4F7E-836B-9B4B87820F96}"/>
              </a:ext>
            </a:extLst>
          </p:cNvPr>
          <p:cNvSpPr>
            <a:spLocks noGrp="1"/>
          </p:cNvSpPr>
          <p:nvPr>
            <p:ph type="body" sz="quarter" idx="11" hasCustomPrompt="1"/>
          </p:nvPr>
        </p:nvSpPr>
        <p:spPr>
          <a:xfrm>
            <a:off x="513083" y="4632765"/>
            <a:ext cx="5289245" cy="316838"/>
          </a:xfr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a16="http://schemas.microsoft.com/office/drawing/2014/main" id="{034CE9DD-CE12-4D9F-8FD6-A2522F36C807}"/>
              </a:ext>
            </a:extLst>
          </p:cNvPr>
          <p:cNvSpPr>
            <a:spLocks noGrp="1"/>
          </p:cNvSpPr>
          <p:nvPr>
            <p:ph type="body" sz="quarter" idx="12" hasCustomPrompt="1"/>
          </p:nvPr>
        </p:nvSpPr>
        <p:spPr>
          <a:xfrm>
            <a:off x="513083" y="4971442"/>
            <a:ext cx="5289245" cy="316838"/>
          </a:xfr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23094356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_Standard slide_Quote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52653E6-BECE-427F-AC46-3509D04B713C}"/>
              </a:ext>
            </a:extLst>
          </p:cNvPr>
          <p:cNvGraphicFramePr>
            <a:graphicFrameLocks noChangeAspect="1"/>
          </p:cNvGraphicFramePr>
          <p:nvPr userDrawn="1">
            <p:custDataLst>
              <p:tags r:id="rId1"/>
            </p:custDataLst>
            <p:extLst>
              <p:ext uri="{D42A27DB-BD31-4B8C-83A1-F6EECF244321}">
                <p14:modId xmlns:p14="http://schemas.microsoft.com/office/powerpoint/2010/main" val="4018393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F52653E6-BECE-427F-AC46-3509D04B7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6">
            <a:extLst>
              <a:ext uri="{FF2B5EF4-FFF2-40B4-BE49-F238E27FC236}">
                <a16:creationId xmlns:a16="http://schemas.microsoft.com/office/drawing/2014/main" id="{E28D7EA5-A532-4D8B-9984-8F3D1FEA98DB}"/>
              </a:ext>
            </a:extLst>
          </p:cNvPr>
          <p:cNvSpPr>
            <a:spLocks noGrp="1"/>
          </p:cNvSpPr>
          <p:nvPr>
            <p:ph type="body" sz="quarter" idx="10"/>
          </p:nvPr>
        </p:nvSpPr>
        <p:spPr>
          <a:xfrm>
            <a:off x="3451378" y="2060235"/>
            <a:ext cx="5289245" cy="3025522"/>
          </a:xfr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a16="http://schemas.microsoft.com/office/drawing/2014/main" id="{9F9B9C3C-16F2-40B2-A460-0480520ECF89}"/>
              </a:ext>
            </a:extLst>
          </p:cNvPr>
          <p:cNvSpPr>
            <a:spLocks noGrp="1"/>
          </p:cNvSpPr>
          <p:nvPr>
            <p:ph type="body" sz="quarter" idx="11" hasCustomPrompt="1"/>
          </p:nvPr>
        </p:nvSpPr>
        <p:spPr>
          <a:xfrm>
            <a:off x="3451378" y="5506678"/>
            <a:ext cx="5289245" cy="316838"/>
          </a:xfr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a16="http://schemas.microsoft.com/office/drawing/2014/main" id="{8E04541C-CC5D-4455-8271-73223AE0A881}"/>
              </a:ext>
            </a:extLst>
          </p:cNvPr>
          <p:cNvSpPr>
            <a:spLocks noGrp="1"/>
          </p:cNvSpPr>
          <p:nvPr>
            <p:ph type="body" sz="quarter" idx="12" hasCustomPrompt="1"/>
          </p:nvPr>
        </p:nvSpPr>
        <p:spPr>
          <a:xfrm>
            <a:off x="3451378" y="5818717"/>
            <a:ext cx="5289245" cy="316838"/>
          </a:xfr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2484656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5_Standard slide_Quote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FDCC761-6047-467C-8B61-E4BA5FB14C6D}"/>
              </a:ext>
            </a:extLst>
          </p:cNvPr>
          <p:cNvGraphicFramePr>
            <a:graphicFrameLocks noChangeAspect="1"/>
          </p:cNvGraphicFramePr>
          <p:nvPr userDrawn="1">
            <p:custDataLst>
              <p:tags r:id="rId1"/>
            </p:custDataLst>
            <p:extLst>
              <p:ext uri="{D42A27DB-BD31-4B8C-83A1-F6EECF244321}">
                <p14:modId xmlns:p14="http://schemas.microsoft.com/office/powerpoint/2010/main" val="1717725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2FDCC761-6047-467C-8B61-E4BA5FB14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370899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Empty">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271264-873E-496A-AC51-50EC8DCD4EC9}"/>
              </a:ext>
            </a:extLst>
          </p:cNvPr>
          <p:cNvGraphicFramePr>
            <a:graphicFrameLocks noChangeAspect="1"/>
          </p:cNvGraphicFramePr>
          <p:nvPr userDrawn="1">
            <p:custDataLst>
              <p:tags r:id="rId1"/>
            </p:custDataLst>
            <p:extLst>
              <p:ext uri="{D42A27DB-BD31-4B8C-83A1-F6EECF244321}">
                <p14:modId xmlns:p14="http://schemas.microsoft.com/office/powerpoint/2010/main" val="1101577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92271264-873E-496A-AC51-50EC8DCD4E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p:spPr>
        <p:txBody>
          <a:bodyPr anchor="ctr"/>
          <a:lstStyle>
            <a:lvl1pPr marL="0" indent="0" algn="ctr">
              <a:buNone/>
              <a:defRPr/>
            </a:lvl1pPr>
          </a:lstStyle>
          <a:p>
            <a:r>
              <a:rPr lang="en-IN"/>
              <a:t>Video</a:t>
            </a:r>
          </a:p>
        </p:txBody>
      </p:sp>
      <p:sp>
        <p:nvSpPr>
          <p:cNvPr id="2" name="Date Placeholder 1">
            <a:extLst>
              <a:ext uri="{FF2B5EF4-FFF2-40B4-BE49-F238E27FC236}">
                <a16:creationId xmlns:a16="http://schemas.microsoft.com/office/drawing/2014/main" id="{E943830C-23AE-48E4-B9DE-E91E6CE0B8B9}"/>
              </a:ext>
            </a:extLst>
          </p:cNvPr>
          <p:cNvSpPr>
            <a:spLocks noGrp="1"/>
          </p:cNvSpPr>
          <p:nvPr>
            <p:ph type="dt" sz="half" idx="11"/>
          </p:nvPr>
        </p:nvSpPr>
        <p:spPr>
          <a:xfrm>
            <a:off x="1428184" y="6471244"/>
            <a:ext cx="1190638" cy="180000"/>
          </a:xfrm>
          <a:prstGeom prst="rect">
            <a:avLst/>
          </a:prstGeom>
        </p:spPr>
        <p:txBody>
          <a:bodyPr/>
          <a:lstStyle/>
          <a:p>
            <a:fld id="{E2D3CA93-8F09-463D-A3C1-B65C4A046BE2}" type="datetime1">
              <a:rPr lang="en-US" smtClean="0"/>
              <a:t>11/28/2025</a:t>
            </a:fld>
            <a:endParaRPr lang="en-IN"/>
          </a:p>
        </p:txBody>
      </p:sp>
      <p:sp>
        <p:nvSpPr>
          <p:cNvPr id="4" name="Footer Placeholder 3">
            <a:extLst>
              <a:ext uri="{FF2B5EF4-FFF2-40B4-BE49-F238E27FC236}">
                <a16:creationId xmlns:a16="http://schemas.microsoft.com/office/drawing/2014/main" id="{B0F742A9-BF69-4BF2-966C-3D76FC687FBA}"/>
              </a:ext>
            </a:extLst>
          </p:cNvPr>
          <p:cNvSpPr>
            <a:spLocks noGrp="1"/>
          </p:cNvSpPr>
          <p:nvPr>
            <p:ph type="ftr" sz="quarter" idx="12"/>
          </p:nvPr>
        </p:nvSpPr>
        <p:spPr>
          <a:xfrm>
            <a:off x="3237502" y="6471244"/>
            <a:ext cx="3084493" cy="180000"/>
          </a:xfrm>
          <a:prstGeom prst="rect">
            <a:avLst/>
          </a:prstGeom>
        </p:spPr>
        <p:txBody>
          <a:bodyPr/>
          <a:lstStyle/>
          <a:p>
            <a:r>
              <a:rPr lang="en-IN"/>
              <a:t>Insert footer text here</a:t>
            </a:r>
          </a:p>
        </p:txBody>
      </p:sp>
      <p:sp>
        <p:nvSpPr>
          <p:cNvPr id="5" name="Slide Number Placeholder 4">
            <a:extLst>
              <a:ext uri="{FF2B5EF4-FFF2-40B4-BE49-F238E27FC236}">
                <a16:creationId xmlns:a16="http://schemas.microsoft.com/office/drawing/2014/main" id="{9B65F912-EBE8-413B-A241-0FB3A540BA82}"/>
              </a:ext>
            </a:extLst>
          </p:cNvPr>
          <p:cNvSpPr>
            <a:spLocks noGrp="1"/>
          </p:cNvSpPr>
          <p:nvPr>
            <p:ph type="sldNum" sz="quarter" idx="13"/>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7897140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Key statemen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1152935-2CFA-47F5-97B3-0AFFDE069119}"/>
              </a:ext>
            </a:extLst>
          </p:cNvPr>
          <p:cNvGraphicFramePr>
            <a:graphicFrameLocks noChangeAspect="1"/>
          </p:cNvGraphicFramePr>
          <p:nvPr userDrawn="1">
            <p:custDataLst>
              <p:tags r:id="rId1"/>
            </p:custDataLst>
            <p:extLst>
              <p:ext uri="{D42A27DB-BD31-4B8C-83A1-F6EECF244321}">
                <p14:modId xmlns:p14="http://schemas.microsoft.com/office/powerpoint/2010/main" val="2449242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D1152935-2CFA-47F5-97B3-0AFFDE069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C37B5C6B-B98B-4A4C-A8A7-B006989B59BC}"/>
              </a:ext>
            </a:extLst>
          </p:cNvPr>
          <p:cNvSpPr>
            <a:spLocks noGrp="1"/>
          </p:cNvSpPr>
          <p:nvPr>
            <p:ph type="dt" sz="half" idx="10"/>
          </p:nvPr>
        </p:nvSpPr>
        <p:spPr>
          <a:xfrm>
            <a:off x="1428184" y="6471244"/>
            <a:ext cx="1190638" cy="180000"/>
          </a:xfrm>
          <a:prstGeom prst="rect">
            <a:avLst/>
          </a:prstGeom>
        </p:spPr>
        <p:txBody>
          <a:bodyPr/>
          <a:lstStyle/>
          <a:p>
            <a:fld id="{25CDA976-E2E5-4781-BBCB-BC139C4D3E60}" type="datetime1">
              <a:rPr lang="en-US" smtClean="0"/>
              <a:t>11/28/2025</a:t>
            </a:fld>
            <a:endParaRPr lang="en-IN"/>
          </a:p>
        </p:txBody>
      </p:sp>
      <p:sp>
        <p:nvSpPr>
          <p:cNvPr id="6" name="Footer Placeholder 5">
            <a:extLst>
              <a:ext uri="{FF2B5EF4-FFF2-40B4-BE49-F238E27FC236}">
                <a16:creationId xmlns:a16="http://schemas.microsoft.com/office/drawing/2014/main" id="{3CEF6675-2050-4038-B9E1-B80DB63D730E}"/>
              </a:ext>
            </a:extLst>
          </p:cNvPr>
          <p:cNvSpPr>
            <a:spLocks noGrp="1"/>
          </p:cNvSpPr>
          <p:nvPr>
            <p:ph type="ftr" sz="quarter" idx="11"/>
          </p:nvPr>
        </p:nvSpPr>
        <p:spPr>
          <a:xfrm>
            <a:off x="3237502" y="6471244"/>
            <a:ext cx="3084493" cy="180000"/>
          </a:xfrm>
          <a:prstGeom prst="rect">
            <a:avLst/>
          </a:prstGeom>
        </p:spPr>
        <p:txBody>
          <a:bodyPr/>
          <a:lstStyle/>
          <a:p>
            <a:r>
              <a:rPr lang="en-IN"/>
              <a:t>Insert footer text here</a:t>
            </a:r>
          </a:p>
        </p:txBody>
      </p:sp>
      <p:sp>
        <p:nvSpPr>
          <p:cNvPr id="7" name="Slide Number Placeholder 6">
            <a:extLst>
              <a:ext uri="{FF2B5EF4-FFF2-40B4-BE49-F238E27FC236}">
                <a16:creationId xmlns:a16="http://schemas.microsoft.com/office/drawing/2014/main" id="{BBA4D6F3-1431-4069-B814-25584667728F}"/>
              </a:ext>
            </a:extLst>
          </p:cNvPr>
          <p:cNvSpPr>
            <a:spLocks noGrp="1"/>
          </p:cNvSpPr>
          <p:nvPr>
            <p:ph type="sldNum" sz="quarter" idx="12"/>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22755343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Focused dat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A391FFF-4D0E-42F5-AC4A-C502C9628946}"/>
              </a:ext>
            </a:extLst>
          </p:cNvPr>
          <p:cNvGraphicFramePr>
            <a:graphicFrameLocks noChangeAspect="1"/>
          </p:cNvGraphicFramePr>
          <p:nvPr userDrawn="1">
            <p:custDataLst>
              <p:tags r:id="rId1"/>
            </p:custDataLst>
            <p:extLst>
              <p:ext uri="{D42A27DB-BD31-4B8C-83A1-F6EECF244321}">
                <p14:modId xmlns:p14="http://schemas.microsoft.com/office/powerpoint/2010/main" val="313304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5" name="Object 4" hidden="1">
                        <a:extLst>
                          <a:ext uri="{FF2B5EF4-FFF2-40B4-BE49-F238E27FC236}">
                            <a16:creationId xmlns:a16="http://schemas.microsoft.com/office/drawing/2014/main" id="{DA391FFF-4D0E-42F5-AC4A-C502C96289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a:extLst>
              <a:ext uri="{FF2B5EF4-FFF2-40B4-BE49-F238E27FC236}">
                <a16:creationId xmlns:a16="http://schemas.microsoft.com/office/drawing/2014/main" id="{E897186E-D73E-46D0-965A-D83686BA73F7}"/>
              </a:ext>
            </a:extLst>
          </p:cNvPr>
          <p:cNvSpPr>
            <a:spLocks noGrp="1"/>
          </p:cNvSpPr>
          <p:nvPr>
            <p:ph type="dt" sz="half" idx="10"/>
          </p:nvPr>
        </p:nvSpPr>
        <p:spPr>
          <a:xfrm>
            <a:off x="1428184" y="6471244"/>
            <a:ext cx="1190638" cy="180000"/>
          </a:xfrm>
          <a:prstGeom prst="rect">
            <a:avLst/>
          </a:prstGeom>
        </p:spPr>
        <p:txBody>
          <a:bodyPr/>
          <a:lstStyle/>
          <a:p>
            <a:fld id="{9C8F80BA-8A5F-4BCC-8DB1-3EB5654656BD}" type="datetime1">
              <a:rPr lang="en-US" smtClean="0"/>
              <a:t>11/28/2025</a:t>
            </a:fld>
            <a:endParaRPr lang="en-IN"/>
          </a:p>
        </p:txBody>
      </p:sp>
      <p:sp>
        <p:nvSpPr>
          <p:cNvPr id="3" name="Footer Placeholder 2">
            <a:extLst>
              <a:ext uri="{FF2B5EF4-FFF2-40B4-BE49-F238E27FC236}">
                <a16:creationId xmlns:a16="http://schemas.microsoft.com/office/drawing/2014/main" id="{9DEF40EA-FE63-4D50-8C90-EC25A860C0C3}"/>
              </a:ext>
            </a:extLst>
          </p:cNvPr>
          <p:cNvSpPr>
            <a:spLocks noGrp="1"/>
          </p:cNvSpPr>
          <p:nvPr>
            <p:ph type="ftr" sz="quarter" idx="11"/>
          </p:nvPr>
        </p:nvSpPr>
        <p:spPr>
          <a:xfrm>
            <a:off x="3237502" y="6471244"/>
            <a:ext cx="3084493" cy="180000"/>
          </a:xfrm>
          <a:prstGeom prst="rect">
            <a:avLst/>
          </a:prstGeom>
        </p:spPr>
        <p:txBody>
          <a:bodyPr/>
          <a:lstStyle/>
          <a:p>
            <a:r>
              <a:rPr lang="en-IN"/>
              <a:t>Insert footer text here</a:t>
            </a:r>
          </a:p>
        </p:txBody>
      </p:sp>
      <p:sp>
        <p:nvSpPr>
          <p:cNvPr id="4" name="Slide Number Placeholder 3">
            <a:extLst>
              <a:ext uri="{FF2B5EF4-FFF2-40B4-BE49-F238E27FC236}">
                <a16:creationId xmlns:a16="http://schemas.microsoft.com/office/drawing/2014/main" id="{3F37420B-CF82-4784-8E9C-5C496E27C509}"/>
              </a:ext>
            </a:extLst>
          </p:cNvPr>
          <p:cNvSpPr>
            <a:spLocks noGrp="1"/>
          </p:cNvSpPr>
          <p:nvPr>
            <p:ph type="sldNum" sz="quarter" idx="12"/>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4742115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7_Standard sl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0AE1ADD-4D3C-45F0-8074-0ECF07E0D7F0}"/>
              </a:ext>
            </a:extLst>
          </p:cNvPr>
          <p:cNvGraphicFramePr>
            <a:graphicFrameLocks noChangeAspect="1"/>
          </p:cNvGraphicFramePr>
          <p:nvPr userDrawn="1">
            <p:custDataLst>
              <p:tags r:id="rId1"/>
            </p:custDataLst>
            <p:extLst>
              <p:ext uri="{D42A27DB-BD31-4B8C-83A1-F6EECF244321}">
                <p14:modId xmlns:p14="http://schemas.microsoft.com/office/powerpoint/2010/main" val="16472788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7" name="Object 6" hidden="1">
                        <a:extLst>
                          <a:ext uri="{FF2B5EF4-FFF2-40B4-BE49-F238E27FC236}">
                            <a16:creationId xmlns:a16="http://schemas.microsoft.com/office/drawing/2014/main" id="{90AE1ADD-4D3C-45F0-8074-0ECF07E0D7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609601" y="294200"/>
            <a:ext cx="10972800" cy="590400"/>
          </a:xfrm>
        </p:spPr>
        <p:txBody>
          <a:bodyPr vert="horz"/>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3" name="Date Placeholder 2">
            <a:extLst>
              <a:ext uri="{FF2B5EF4-FFF2-40B4-BE49-F238E27FC236}">
                <a16:creationId xmlns:a16="http://schemas.microsoft.com/office/drawing/2014/main" id="{7BD5E823-546D-4100-9D33-42F450A382EF}"/>
              </a:ext>
            </a:extLst>
          </p:cNvPr>
          <p:cNvSpPr>
            <a:spLocks noGrp="1"/>
          </p:cNvSpPr>
          <p:nvPr>
            <p:ph type="dt" sz="half" idx="10"/>
          </p:nvPr>
        </p:nvSpPr>
        <p:spPr>
          <a:xfrm>
            <a:off x="1428184" y="6471244"/>
            <a:ext cx="1190638" cy="180000"/>
          </a:xfrm>
          <a:prstGeom prst="rect">
            <a:avLst/>
          </a:prstGeom>
        </p:spPr>
        <p:txBody>
          <a:bodyPr/>
          <a:lstStyle/>
          <a:p>
            <a:fld id="{27A11471-8458-46C4-8AA9-9648DF42796F}" type="datetime1">
              <a:rPr lang="en-US" smtClean="0"/>
              <a:t>11/28/2025</a:t>
            </a:fld>
            <a:endParaRPr lang="en-IN"/>
          </a:p>
        </p:txBody>
      </p:sp>
      <p:sp>
        <p:nvSpPr>
          <p:cNvPr id="4" name="Footer Placeholder 3">
            <a:extLst>
              <a:ext uri="{FF2B5EF4-FFF2-40B4-BE49-F238E27FC236}">
                <a16:creationId xmlns:a16="http://schemas.microsoft.com/office/drawing/2014/main" id="{D4EEA008-3E80-49A8-A128-C1EEB8A02F06}"/>
              </a:ext>
            </a:extLst>
          </p:cNvPr>
          <p:cNvSpPr>
            <a:spLocks noGrp="1"/>
          </p:cNvSpPr>
          <p:nvPr>
            <p:ph type="ftr" sz="quarter" idx="11"/>
          </p:nvPr>
        </p:nvSpPr>
        <p:spPr>
          <a:xfrm>
            <a:off x="3237502" y="6471244"/>
            <a:ext cx="3084493" cy="180000"/>
          </a:xfrm>
          <a:prstGeom prst="rect">
            <a:avLst/>
          </a:prstGeom>
        </p:spPr>
        <p:txBody>
          <a:bodyPr/>
          <a:lstStyle/>
          <a:p>
            <a:r>
              <a:rPr lang="en-IN"/>
              <a:t>Insert footer text here</a:t>
            </a:r>
          </a:p>
        </p:txBody>
      </p:sp>
      <p:sp>
        <p:nvSpPr>
          <p:cNvPr id="5" name="Slide Number Placeholder 4">
            <a:extLst>
              <a:ext uri="{FF2B5EF4-FFF2-40B4-BE49-F238E27FC236}">
                <a16:creationId xmlns:a16="http://schemas.microsoft.com/office/drawing/2014/main" id="{0A192330-2E70-49F4-A5DA-F82320E7080E}"/>
              </a:ext>
            </a:extLst>
          </p:cNvPr>
          <p:cNvSpPr>
            <a:spLocks noGrp="1"/>
          </p:cNvSpPr>
          <p:nvPr>
            <p:ph type="sldNum" sz="quarter" idx="12"/>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9714366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wo columns with heading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C401B7E-55B3-46C2-B9DC-351F5E5C2519}"/>
              </a:ext>
            </a:extLst>
          </p:cNvPr>
          <p:cNvGraphicFramePr>
            <a:graphicFrameLocks noChangeAspect="1"/>
          </p:cNvGraphicFramePr>
          <p:nvPr userDrawn="1">
            <p:custDataLst>
              <p:tags r:id="rId1"/>
            </p:custDataLst>
            <p:extLst>
              <p:ext uri="{D42A27DB-BD31-4B8C-83A1-F6EECF244321}">
                <p14:modId xmlns:p14="http://schemas.microsoft.com/office/powerpoint/2010/main" val="2998923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Object 8" hidden="1">
                        <a:extLst>
                          <a:ext uri="{FF2B5EF4-FFF2-40B4-BE49-F238E27FC236}">
                            <a16:creationId xmlns:a16="http://schemas.microsoft.com/office/drawing/2014/main" id="{AC401B7E-55B3-46C2-B9DC-351F5E5C25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sz="half" idx="1"/>
          </p:nvPr>
        </p:nvSpPr>
        <p:spPr>
          <a:xfrm>
            <a:off x="612329"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vert="horz"/>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Date Placeholder 4">
            <a:extLst>
              <a:ext uri="{FF2B5EF4-FFF2-40B4-BE49-F238E27FC236}">
                <a16:creationId xmlns:a16="http://schemas.microsoft.com/office/drawing/2014/main" id="{6A3CD3F7-62DC-4CC4-8F34-C353DB087D7C}"/>
              </a:ext>
            </a:extLst>
          </p:cNvPr>
          <p:cNvSpPr>
            <a:spLocks noGrp="1"/>
          </p:cNvSpPr>
          <p:nvPr>
            <p:ph type="dt" sz="half" idx="14"/>
          </p:nvPr>
        </p:nvSpPr>
        <p:spPr>
          <a:xfrm>
            <a:off x="1428184" y="6471244"/>
            <a:ext cx="1190638" cy="180000"/>
          </a:xfrm>
          <a:prstGeom prst="rect">
            <a:avLst/>
          </a:prstGeom>
        </p:spPr>
        <p:txBody>
          <a:bodyPr/>
          <a:lstStyle/>
          <a:p>
            <a:fld id="{1C6E302B-6E4B-463F-A8CE-00FC8B5BF015}" type="datetime1">
              <a:rPr lang="en-US" smtClean="0"/>
              <a:t>11/28/2025</a:t>
            </a:fld>
            <a:endParaRPr lang="en-IN"/>
          </a:p>
        </p:txBody>
      </p:sp>
      <p:sp>
        <p:nvSpPr>
          <p:cNvPr id="6" name="Footer Placeholder 5">
            <a:extLst>
              <a:ext uri="{FF2B5EF4-FFF2-40B4-BE49-F238E27FC236}">
                <a16:creationId xmlns:a16="http://schemas.microsoft.com/office/drawing/2014/main" id="{4BD2EC01-3D34-4D32-9B76-5269D1AA4651}"/>
              </a:ext>
            </a:extLst>
          </p:cNvPr>
          <p:cNvSpPr>
            <a:spLocks noGrp="1"/>
          </p:cNvSpPr>
          <p:nvPr>
            <p:ph type="ftr" sz="quarter" idx="15"/>
          </p:nvPr>
        </p:nvSpPr>
        <p:spPr>
          <a:xfrm>
            <a:off x="3237502" y="6471244"/>
            <a:ext cx="3084493" cy="180000"/>
          </a:xfrm>
          <a:prstGeom prst="rect">
            <a:avLst/>
          </a:prstGeom>
        </p:spPr>
        <p:txBody>
          <a:bodyPr/>
          <a:lstStyle/>
          <a:p>
            <a:r>
              <a:rPr lang="en-IN"/>
              <a:t>Insert footer text here</a:t>
            </a:r>
          </a:p>
        </p:txBody>
      </p:sp>
      <p:sp>
        <p:nvSpPr>
          <p:cNvPr id="7" name="Slide Number Placeholder 6">
            <a:extLst>
              <a:ext uri="{FF2B5EF4-FFF2-40B4-BE49-F238E27FC236}">
                <a16:creationId xmlns:a16="http://schemas.microsoft.com/office/drawing/2014/main" id="{24BE1C2B-4DA4-468F-9976-85F6CBF826F1}"/>
              </a:ext>
            </a:extLst>
          </p:cNvPr>
          <p:cNvSpPr>
            <a:spLocks noGrp="1"/>
          </p:cNvSpPr>
          <p:nvPr>
            <p:ph type="sldNum" sz="quarter" idx="16"/>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8896598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_Standard slide_no bullets">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5FFC3B0-553E-407B-AC9B-BBEC2C2FCC6D}"/>
              </a:ext>
            </a:extLst>
          </p:cNvPr>
          <p:cNvGraphicFramePr>
            <a:graphicFrameLocks noChangeAspect="1"/>
          </p:cNvGraphicFramePr>
          <p:nvPr userDrawn="1">
            <p:custDataLst>
              <p:tags r:id="rId1"/>
            </p:custDataLst>
            <p:extLst>
              <p:ext uri="{D42A27DB-BD31-4B8C-83A1-F6EECF244321}">
                <p14:modId xmlns:p14="http://schemas.microsoft.com/office/powerpoint/2010/main" val="35929015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05FFC3B0-553E-407B-AC9B-BBEC2C2FC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6223938" y="0"/>
            <a:ext cx="5968062" cy="6858000"/>
          </a:xfrm>
        </p:spPr>
        <p:txBody>
          <a:bodyPr/>
          <a:lstStyle/>
          <a:p>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369513" y="2578743"/>
            <a:ext cx="4535597" cy="1055708"/>
          </a:xfr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369513" y="3840384"/>
            <a:ext cx="4535597" cy="1055708"/>
          </a:xfrm>
        </p:spPr>
        <p:txBody>
          <a:bodyPr/>
          <a:lstStyle>
            <a:lvl1pPr marL="0" indent="0">
              <a:buNone/>
              <a:defRPr sz="1599"/>
            </a:lvl1pPr>
          </a:lstStyle>
          <a:p>
            <a:pPr lvl="0"/>
            <a:r>
              <a:rPr lang="en-IN"/>
              <a:t>text</a:t>
            </a:r>
          </a:p>
        </p:txBody>
      </p:sp>
      <p:sp>
        <p:nvSpPr>
          <p:cNvPr id="2" name="Date Placeholder 1">
            <a:extLst>
              <a:ext uri="{FF2B5EF4-FFF2-40B4-BE49-F238E27FC236}">
                <a16:creationId xmlns:a16="http://schemas.microsoft.com/office/drawing/2014/main" id="{E3EABBDA-A77F-45A2-9996-90CD0EE5C388}"/>
              </a:ext>
            </a:extLst>
          </p:cNvPr>
          <p:cNvSpPr>
            <a:spLocks noGrp="1"/>
          </p:cNvSpPr>
          <p:nvPr>
            <p:ph type="dt" sz="half" idx="13"/>
          </p:nvPr>
        </p:nvSpPr>
        <p:spPr>
          <a:xfrm>
            <a:off x="1428184" y="6471244"/>
            <a:ext cx="1190638" cy="180000"/>
          </a:xfrm>
          <a:prstGeom prst="rect">
            <a:avLst/>
          </a:prstGeom>
        </p:spPr>
        <p:txBody>
          <a:bodyPr/>
          <a:lstStyle/>
          <a:p>
            <a:fld id="{4CD4F43A-5D5F-4389-BCBD-945AA16FAA67}" type="datetime1">
              <a:rPr lang="en-US" smtClean="0"/>
              <a:t>11/28/2025</a:t>
            </a:fld>
            <a:endParaRPr lang="en-IN"/>
          </a:p>
        </p:txBody>
      </p:sp>
      <p:sp>
        <p:nvSpPr>
          <p:cNvPr id="3" name="Footer Placeholder 2">
            <a:extLst>
              <a:ext uri="{FF2B5EF4-FFF2-40B4-BE49-F238E27FC236}">
                <a16:creationId xmlns:a16="http://schemas.microsoft.com/office/drawing/2014/main" id="{0F883B36-3BA3-42B4-A811-65C0AF01A86F}"/>
              </a:ext>
            </a:extLst>
          </p:cNvPr>
          <p:cNvSpPr>
            <a:spLocks noGrp="1"/>
          </p:cNvSpPr>
          <p:nvPr>
            <p:ph type="ftr" sz="quarter" idx="14"/>
          </p:nvPr>
        </p:nvSpPr>
        <p:spPr>
          <a:xfrm>
            <a:off x="3237502" y="6471244"/>
            <a:ext cx="3084493" cy="180000"/>
          </a:xfrm>
          <a:prstGeom prst="rect">
            <a:avLst/>
          </a:prstGeom>
        </p:spPr>
        <p:txBody>
          <a:bodyPr/>
          <a:lstStyle/>
          <a:p>
            <a:r>
              <a:rPr lang="en-IN"/>
              <a:t>Insert footer text here</a:t>
            </a:r>
          </a:p>
        </p:txBody>
      </p:sp>
      <p:sp>
        <p:nvSpPr>
          <p:cNvPr id="4" name="Slide Number Placeholder 3">
            <a:extLst>
              <a:ext uri="{FF2B5EF4-FFF2-40B4-BE49-F238E27FC236}">
                <a16:creationId xmlns:a16="http://schemas.microsoft.com/office/drawing/2014/main" id="{89D9C98C-F30E-45BC-A1D9-67DB57119DCE}"/>
              </a:ext>
            </a:extLst>
          </p:cNvPr>
          <p:cNvSpPr>
            <a:spLocks noGrp="1"/>
          </p:cNvSpPr>
          <p:nvPr>
            <p:ph type="sldNum" sz="quarter" idx="15"/>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3858174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6_Standard slide_no bullets">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957E181-240F-4EFB-8238-E5B988CF2707}"/>
              </a:ext>
            </a:extLst>
          </p:cNvPr>
          <p:cNvGraphicFramePr>
            <a:graphicFrameLocks noChangeAspect="1"/>
          </p:cNvGraphicFramePr>
          <p:nvPr userDrawn="1">
            <p:custDataLst>
              <p:tags r:id="rId1"/>
            </p:custDataLst>
            <p:extLst>
              <p:ext uri="{D42A27DB-BD31-4B8C-83A1-F6EECF244321}">
                <p14:modId xmlns:p14="http://schemas.microsoft.com/office/powerpoint/2010/main" val="9425804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6" name="Object 5" hidden="1">
                        <a:extLst>
                          <a:ext uri="{FF2B5EF4-FFF2-40B4-BE49-F238E27FC236}">
                            <a16:creationId xmlns:a16="http://schemas.microsoft.com/office/drawing/2014/main" id="{5957E181-240F-4EFB-8238-E5B988CF27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352616" y="2851522"/>
            <a:ext cx="4445485" cy="1202318"/>
          </a:xfr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
        <p:nvSpPr>
          <p:cNvPr id="2" name="Date Placeholder 1">
            <a:extLst>
              <a:ext uri="{FF2B5EF4-FFF2-40B4-BE49-F238E27FC236}">
                <a16:creationId xmlns:a16="http://schemas.microsoft.com/office/drawing/2014/main" id="{D00C2D9D-B0D7-494E-9184-FCD6E94AACE5}"/>
              </a:ext>
            </a:extLst>
          </p:cNvPr>
          <p:cNvSpPr>
            <a:spLocks noGrp="1"/>
          </p:cNvSpPr>
          <p:nvPr>
            <p:ph type="dt" sz="half" idx="11"/>
          </p:nvPr>
        </p:nvSpPr>
        <p:spPr>
          <a:xfrm>
            <a:off x="1428184" y="6471244"/>
            <a:ext cx="1190638" cy="180000"/>
          </a:xfrm>
          <a:prstGeom prst="rect">
            <a:avLst/>
          </a:prstGeom>
        </p:spPr>
        <p:txBody>
          <a:bodyPr/>
          <a:lstStyle/>
          <a:p>
            <a:fld id="{F8C28C0F-1325-452C-B4E3-8E8F40020FF1}" type="datetime1">
              <a:rPr lang="en-US" smtClean="0"/>
              <a:t>11/28/2025</a:t>
            </a:fld>
            <a:endParaRPr lang="en-IN"/>
          </a:p>
        </p:txBody>
      </p:sp>
      <p:sp>
        <p:nvSpPr>
          <p:cNvPr id="3" name="Footer Placeholder 2">
            <a:extLst>
              <a:ext uri="{FF2B5EF4-FFF2-40B4-BE49-F238E27FC236}">
                <a16:creationId xmlns:a16="http://schemas.microsoft.com/office/drawing/2014/main" id="{587FD91A-AB40-450B-8784-9A5D99C62D81}"/>
              </a:ext>
            </a:extLst>
          </p:cNvPr>
          <p:cNvSpPr>
            <a:spLocks noGrp="1"/>
          </p:cNvSpPr>
          <p:nvPr>
            <p:ph type="ftr" sz="quarter" idx="12"/>
          </p:nvPr>
        </p:nvSpPr>
        <p:spPr>
          <a:xfrm>
            <a:off x="3237502" y="6471244"/>
            <a:ext cx="3084493" cy="180000"/>
          </a:xfrm>
          <a:prstGeom prst="rect">
            <a:avLst/>
          </a:prstGeom>
        </p:spPr>
        <p:txBody>
          <a:bodyPr/>
          <a:lstStyle/>
          <a:p>
            <a:r>
              <a:rPr lang="en-IN"/>
              <a:t>Insert footer text here</a:t>
            </a:r>
          </a:p>
        </p:txBody>
      </p:sp>
      <p:sp>
        <p:nvSpPr>
          <p:cNvPr id="4" name="Slide Number Placeholder 3">
            <a:extLst>
              <a:ext uri="{FF2B5EF4-FFF2-40B4-BE49-F238E27FC236}">
                <a16:creationId xmlns:a16="http://schemas.microsoft.com/office/drawing/2014/main" id="{C2CE5F90-7113-4FA1-AFCF-3BC8EF010002}"/>
              </a:ext>
            </a:extLst>
          </p:cNvPr>
          <p:cNvSpPr>
            <a:spLocks noGrp="1"/>
          </p:cNvSpPr>
          <p:nvPr>
            <p:ph type="sldNum" sz="quarter" idx="13"/>
          </p:nvPr>
        </p:nvSpPr>
        <p:spPr>
          <a:xfrm>
            <a:off x="616900" y="6471244"/>
            <a:ext cx="662721" cy="180000"/>
          </a:xfrm>
          <a:prstGeom prst="rect">
            <a:avLst/>
          </a:prstGeom>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7255386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3_Final legal tex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AE4D50E-45A5-47A3-AC02-38678C0C9989}"/>
              </a:ext>
            </a:extLst>
          </p:cNvPr>
          <p:cNvGraphicFramePr>
            <a:graphicFrameLocks noChangeAspect="1"/>
          </p:cNvGraphicFramePr>
          <p:nvPr userDrawn="1">
            <p:custDataLst>
              <p:tags r:id="rId1"/>
            </p:custDataLst>
            <p:extLst>
              <p:ext uri="{D42A27DB-BD31-4B8C-83A1-F6EECF244321}">
                <p14:modId xmlns:p14="http://schemas.microsoft.com/office/powerpoint/2010/main" val="26263157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2" name="Object 1" hidden="1">
                        <a:extLst>
                          <a:ext uri="{FF2B5EF4-FFF2-40B4-BE49-F238E27FC236}">
                            <a16:creationId xmlns:a16="http://schemas.microsoft.com/office/drawing/2014/main" id="{2AE4D50E-45A5-47A3-AC02-38678C0C99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404449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new">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C614BC8-0BF8-4260-BAA1-C213CA645DEE}"/>
              </a:ext>
            </a:extLst>
          </p:cNvPr>
          <p:cNvGraphicFramePr>
            <a:graphicFrameLocks noChangeAspect="1"/>
          </p:cNvGraphicFramePr>
          <p:nvPr userDrawn="1">
            <p:custDataLst>
              <p:tags r:id="rId1"/>
            </p:custDataLst>
            <p:extLst>
              <p:ext uri="{D42A27DB-BD31-4B8C-83A1-F6EECF244321}">
                <p14:modId xmlns:p14="http://schemas.microsoft.com/office/powerpoint/2010/main" val="22473163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4" name="Object 3" hidden="1">
                        <a:extLst>
                          <a:ext uri="{FF2B5EF4-FFF2-40B4-BE49-F238E27FC236}">
                            <a16:creationId xmlns:a16="http://schemas.microsoft.com/office/drawing/2014/main" id="{2C614BC8-0BF8-4260-BAA1-C213CA645D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8187455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8_Standard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95FE8BA-04EB-40A4-8A21-00DC7855D0F1}"/>
              </a:ext>
            </a:extLst>
          </p:cNvPr>
          <p:cNvGraphicFramePr>
            <a:graphicFrameLocks noChangeAspect="1"/>
          </p:cNvGraphicFramePr>
          <p:nvPr userDrawn="1">
            <p:custDataLst>
              <p:tags r:id="rId1"/>
            </p:custDataLst>
            <p:extLst>
              <p:ext uri="{D42A27DB-BD31-4B8C-83A1-F6EECF244321}">
                <p14:modId xmlns:p14="http://schemas.microsoft.com/office/powerpoint/2010/main" val="2065101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4" name="Object 3" hidden="1">
                        <a:extLst>
                          <a:ext uri="{FF2B5EF4-FFF2-40B4-BE49-F238E27FC236}">
                            <a16:creationId xmlns:a16="http://schemas.microsoft.com/office/drawing/2014/main" id="{295FE8BA-04EB-40A4-8A21-00DC7855D0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Text Placeholder 4">
            <a:extLst>
              <a:ext uri="{FF2B5EF4-FFF2-40B4-BE49-F238E27FC236}">
                <a16:creationId xmlns:a16="http://schemas.microsoft.com/office/drawing/2014/main" id="{F079E910-7CFE-41D0-BD32-A43268A79099}"/>
              </a:ext>
            </a:extLst>
          </p:cNvPr>
          <p:cNvSpPr>
            <a:spLocks noGrp="1"/>
          </p:cNvSpPr>
          <p:nvPr>
            <p:ph type="body" sz="quarter" idx="10" hasCustomPrompt="1"/>
          </p:nvPr>
        </p:nvSpPr>
        <p:spPr>
          <a:xfrm>
            <a:off x="609283" y="1137920"/>
            <a:ext cx="10975022" cy="4756150"/>
          </a:xfrm>
        </p:spPr>
        <p:txBody>
          <a:bodyPr/>
          <a:lstStyle>
            <a:lvl1pPr>
              <a:defRPr/>
            </a:lvl1pPr>
          </a:lstStyle>
          <a:p>
            <a:pPr lvl="0"/>
            <a:r>
              <a:rPr lang="en-IN"/>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519289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9_Standard slid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8EF7F09F-D893-4550-B9B8-9EC551666674}"/>
              </a:ext>
            </a:extLst>
          </p:cNvPr>
          <p:cNvGraphicFramePr>
            <a:graphicFrameLocks noChangeAspect="1"/>
          </p:cNvGraphicFramePr>
          <p:nvPr userDrawn="1">
            <p:custDataLst>
              <p:tags r:id="rId1"/>
            </p:custDataLst>
            <p:extLst>
              <p:ext uri="{D42A27DB-BD31-4B8C-83A1-F6EECF244321}">
                <p14:modId xmlns:p14="http://schemas.microsoft.com/office/powerpoint/2010/main" val="7891061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8" name="Object 7" hidden="1">
                        <a:extLst>
                          <a:ext uri="{FF2B5EF4-FFF2-40B4-BE49-F238E27FC236}">
                            <a16:creationId xmlns:a16="http://schemas.microsoft.com/office/drawing/2014/main" id="{8EF7F09F-D893-4550-B9B8-9EC5516666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400"/>
          </a:xfrm>
        </p:spPr>
        <p:txBody>
          <a:bodyPr vert="horz"/>
          <a:lstStyle>
            <a:lvl1pPr>
              <a:defRPr sz="2400">
                <a:solidFill>
                  <a:schemeClr val="bg1"/>
                </a:solidFill>
              </a:defRPr>
            </a:lvl1pPr>
          </a:lstStyle>
          <a:p>
            <a:r>
              <a:rPr lang="en-US"/>
              <a:t>Click to edit Master title style</a:t>
            </a:r>
            <a:endParaRPr lang="en-GB"/>
          </a:p>
        </p:txBody>
      </p:sp>
      <p:sp>
        <p:nvSpPr>
          <p:cNvPr id="6" name="Line 10">
            <a:extLst>
              <a:ext uri="{FF2B5EF4-FFF2-40B4-BE49-F238E27FC236}">
                <a16:creationId xmlns:a16="http://schemas.microsoft.com/office/drawing/2014/main" id="{70E64C6A-78AE-4547-94F4-A7E658DB2EFB}"/>
              </a:ext>
            </a:extLst>
          </p:cNvPr>
          <p:cNvSpPr>
            <a:spLocks noChangeShapeType="1"/>
          </p:cNvSpPr>
          <p:nvPr userDrawn="1"/>
        </p:nvSpPr>
        <p:spPr bwMode="auto">
          <a:xfrm>
            <a:off x="609602" y="907750"/>
            <a:ext cx="11011709"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noProof="0">
              <a:solidFill>
                <a:schemeClr val="bg1"/>
              </a:solidFill>
            </a:endParaRPr>
          </a:p>
        </p:txBody>
      </p:sp>
      <p:sp>
        <p:nvSpPr>
          <p:cNvPr id="4" name="Date Placeholder 3">
            <a:extLst>
              <a:ext uri="{FF2B5EF4-FFF2-40B4-BE49-F238E27FC236}">
                <a16:creationId xmlns:a16="http://schemas.microsoft.com/office/drawing/2014/main" id="{ECE7A319-28F8-4E6B-8249-40111354BC6F}"/>
              </a:ext>
            </a:extLst>
          </p:cNvPr>
          <p:cNvSpPr>
            <a:spLocks noGrp="1"/>
          </p:cNvSpPr>
          <p:nvPr>
            <p:ph type="dt" sz="half" idx="10"/>
          </p:nvPr>
        </p:nvSpPr>
        <p:spPr>
          <a:xfrm>
            <a:off x="1428184" y="6471244"/>
            <a:ext cx="1190638" cy="180000"/>
          </a:xfrm>
          <a:prstGeom prst="rect">
            <a:avLst/>
          </a:prstGeom>
        </p:spPr>
        <p:txBody>
          <a:bodyPr/>
          <a:lstStyle/>
          <a:p>
            <a:fld id="{3AEC5FB4-6297-41EF-BCDB-81D4C6195498}" type="datetime1">
              <a:rPr lang="en-US" smtClean="0"/>
              <a:t>11/28/2025</a:t>
            </a:fld>
            <a:endParaRPr lang="en-IN"/>
          </a:p>
        </p:txBody>
      </p:sp>
      <p:sp>
        <p:nvSpPr>
          <p:cNvPr id="5" name="Footer Placeholder 4">
            <a:extLst>
              <a:ext uri="{FF2B5EF4-FFF2-40B4-BE49-F238E27FC236}">
                <a16:creationId xmlns:a16="http://schemas.microsoft.com/office/drawing/2014/main" id="{F2B3A21D-493F-4B42-85B4-BCE5E8F9299D}"/>
              </a:ext>
            </a:extLst>
          </p:cNvPr>
          <p:cNvSpPr>
            <a:spLocks noGrp="1"/>
          </p:cNvSpPr>
          <p:nvPr>
            <p:ph type="ftr" sz="quarter" idx="11"/>
          </p:nvPr>
        </p:nvSpPr>
        <p:spPr>
          <a:xfrm>
            <a:off x="4583077" y="6516456"/>
            <a:ext cx="4114800" cy="180000"/>
          </a:xfrm>
          <a:prstGeom prst="rect">
            <a:avLst/>
          </a:prstGeom>
        </p:spPr>
        <p:txBody>
          <a:bodyPr/>
          <a:lstStyle/>
          <a:p>
            <a:r>
              <a:rPr lang="en-IN"/>
              <a:t>Insert footer text here</a:t>
            </a:r>
          </a:p>
        </p:txBody>
      </p:sp>
      <p:sp>
        <p:nvSpPr>
          <p:cNvPr id="7" name="Slide Number Placeholder 6">
            <a:extLst>
              <a:ext uri="{FF2B5EF4-FFF2-40B4-BE49-F238E27FC236}">
                <a16:creationId xmlns:a16="http://schemas.microsoft.com/office/drawing/2014/main" id="{DC0E1552-BF13-453D-A76C-3B49D9C85708}"/>
              </a:ext>
            </a:extLst>
          </p:cNvPr>
          <p:cNvSpPr>
            <a:spLocks noGrp="1"/>
          </p:cNvSpPr>
          <p:nvPr>
            <p:ph type="sldNum" sz="quarter" idx="12"/>
          </p:nvPr>
        </p:nvSpPr>
        <p:spPr>
          <a:xfrm>
            <a:off x="609601" y="6516456"/>
            <a:ext cx="884088"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25627816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587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Blank - Logo">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B5B7C3-3370-45FE-B68B-79F25FBF93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spTree>
    <p:extLst>
      <p:ext uri="{BB962C8B-B14F-4D97-AF65-F5344CB8AC3E}">
        <p14:creationId xmlns:p14="http://schemas.microsoft.com/office/powerpoint/2010/main" val="83889648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ntro - Purpos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9D4BE7-A1E7-48A4-8570-7DAE51DE368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0"/>
            <a:ext cx="12191999" cy="6858000"/>
          </a:xfrm>
          <a:prstGeom prst="rect">
            <a:avLst/>
          </a:prstGeom>
        </p:spPr>
      </p:pic>
      <p:pic>
        <p:nvPicPr>
          <p:cNvPr id="5" name="Picture 4">
            <a:extLst>
              <a:ext uri="{FF2B5EF4-FFF2-40B4-BE49-F238E27FC236}">
                <a16:creationId xmlns:a16="http://schemas.microsoft.com/office/drawing/2014/main" id="{E94C1368-E847-4206-9488-183BB7B807E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pic>
        <p:nvPicPr>
          <p:cNvPr id="4" name="Picture 3">
            <a:extLst>
              <a:ext uri="{FF2B5EF4-FFF2-40B4-BE49-F238E27FC236}">
                <a16:creationId xmlns:a16="http://schemas.microsoft.com/office/drawing/2014/main" id="{DEE445D4-F46C-4974-89C0-99CE5A00089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pic>
        <p:nvPicPr>
          <p:cNvPr id="6" name="Picture 5">
            <a:extLst>
              <a:ext uri="{FF2B5EF4-FFF2-40B4-BE49-F238E27FC236}">
                <a16:creationId xmlns:a16="http://schemas.microsoft.com/office/drawing/2014/main" id="{411B4C89-0D10-42C4-9367-527D633CDE85}"/>
              </a:ext>
            </a:extLst>
          </p:cNvPr>
          <p:cNvPicPr>
            <a:picLocks noChangeAspect="1"/>
          </p:cNvPicPr>
          <p:nvPr userDrawn="1"/>
        </p:nvPicPr>
        <p:blipFill rotWithShape="1">
          <a:blip r:embed="rId4" cstate="email">
            <a:extLst>
              <a:ext uri="{BEBA8EAE-BF5A-486C-A8C5-ECC9F3942E4B}">
                <a14:imgProps xmlns:a14="http://schemas.microsoft.com/office/drawing/2010/main">
                  <a14:imgLayer r:embed="rId5">
                    <a14:imgEffect>
                      <a14:brightnessContrast bright="100000" contrast="-40000"/>
                    </a14:imgEffect>
                  </a14:imgLayer>
                </a14:imgProps>
              </a:ext>
              <a:ext uri="{28A0092B-C50C-407E-A947-70E740481C1C}">
                <a14:useLocalDpi xmlns:a14="http://schemas.microsoft.com/office/drawing/2010/main"/>
              </a:ext>
            </a:extLst>
          </a:blip>
          <a:srcRect/>
          <a:stretch/>
        </p:blipFill>
        <p:spPr>
          <a:xfrm>
            <a:off x="5696003" y="338822"/>
            <a:ext cx="6025684" cy="6180356"/>
          </a:xfrm>
          <a:prstGeom prst="rect">
            <a:avLst/>
          </a:prstGeom>
        </p:spPr>
      </p:pic>
    </p:spTree>
    <p:extLst>
      <p:ext uri="{BB962C8B-B14F-4D97-AF65-F5344CB8AC3E}">
        <p14:creationId xmlns:p14="http://schemas.microsoft.com/office/powerpoint/2010/main" val="76513280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ntro - ToC">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2C6034-10D7-4FB6-BAD2-53A276561FF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6"/>
            <a:ext cx="11891642" cy="6858006"/>
          </a:xfrm>
          <a:prstGeom prst="rect">
            <a:avLst/>
          </a:prstGeom>
        </p:spPr>
      </p:pic>
      <p:sp>
        <p:nvSpPr>
          <p:cNvPr id="4" name="Rectangle 3">
            <a:extLst>
              <a:ext uri="{FF2B5EF4-FFF2-40B4-BE49-F238E27FC236}">
                <a16:creationId xmlns:a16="http://schemas.microsoft.com/office/drawing/2014/main" id="{18072D33-D441-4711-AB05-41A4BDD535A9}"/>
              </a:ext>
            </a:extLst>
          </p:cNvPr>
          <p:cNvSpPr/>
          <p:nvPr userDrawn="1"/>
        </p:nvSpPr>
        <p:spPr>
          <a:xfrm rot="5400000">
            <a:off x="4734004" y="-599996"/>
            <a:ext cx="6858002" cy="8057989"/>
          </a:xfrm>
          <a:prstGeom prst="rect">
            <a:avLst/>
          </a:prstGeom>
          <a:gradFill>
            <a:gsLst>
              <a:gs pos="0">
                <a:srgbClr val="2E2E38">
                  <a:alpha val="79000"/>
                </a:srgbClr>
              </a:gs>
              <a:gs pos="80000">
                <a:srgbClr val="2E2E38">
                  <a:alpha val="50000"/>
                  <a:lumMod val="10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sz="1799">
              <a:solidFill>
                <a:srgbClr val="FFFFFF"/>
              </a:solidFill>
              <a:latin typeface="Arial" panose="020B0604020202020204" pitchFamily="34" charset="0"/>
            </a:endParaRPr>
          </a:p>
        </p:txBody>
      </p:sp>
      <p:sp>
        <p:nvSpPr>
          <p:cNvPr id="7" name="Rectangle 6">
            <a:extLst>
              <a:ext uri="{FF2B5EF4-FFF2-40B4-BE49-F238E27FC236}">
                <a16:creationId xmlns:a16="http://schemas.microsoft.com/office/drawing/2014/main" id="{BB900D6E-A3FA-4752-8415-4DCA06A4D5E0}"/>
              </a:ext>
            </a:extLst>
          </p:cNvPr>
          <p:cNvSpPr/>
          <p:nvPr userDrawn="1"/>
        </p:nvSpPr>
        <p:spPr>
          <a:xfrm rot="5400000">
            <a:off x="4143374" y="-1193798"/>
            <a:ext cx="6858002" cy="9245600"/>
          </a:xfrm>
          <a:prstGeom prst="rect">
            <a:avLst/>
          </a:prstGeom>
          <a:gradFill>
            <a:gsLst>
              <a:gs pos="4545">
                <a:srgbClr val="2E2E38">
                  <a:alpha val="41000"/>
                </a:srgbClr>
              </a:gs>
              <a:gs pos="20000">
                <a:srgbClr val="2E2E38">
                  <a:alpha val="49000"/>
                </a:srgbClr>
              </a:gs>
              <a:gs pos="65000">
                <a:srgbClr val="2E2E38">
                  <a:alpha val="9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srgbClr val="FFFFFF"/>
              </a:solidFill>
              <a:latin typeface="Arial" panose="020B0604020202020204" pitchFamily="34" charset="0"/>
            </a:endParaRPr>
          </a:p>
        </p:txBody>
      </p:sp>
      <p:pic>
        <p:nvPicPr>
          <p:cNvPr id="6" name="Picture 5">
            <a:extLst>
              <a:ext uri="{FF2B5EF4-FFF2-40B4-BE49-F238E27FC236}">
                <a16:creationId xmlns:a16="http://schemas.microsoft.com/office/drawing/2014/main" id="{7FBC7739-D75C-4205-A551-568F40E3317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spTree>
    <p:extLst>
      <p:ext uri="{BB962C8B-B14F-4D97-AF65-F5344CB8AC3E}">
        <p14:creationId xmlns:p14="http://schemas.microsoft.com/office/powerpoint/2010/main" val="134332474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vider - Executive Summary">
    <p:bg>
      <p:bgPr>
        <a:solidFill>
          <a:srgbClr val="2E2E38"/>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0483DD9-FB3B-48EA-BB48-1F0A1F46AE5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1" y="-1"/>
            <a:ext cx="12191993" cy="6856823"/>
          </a:xfrm>
          <a:prstGeom prst="rect">
            <a:avLst/>
          </a:prstGeom>
        </p:spPr>
      </p:pic>
      <p:sp>
        <p:nvSpPr>
          <p:cNvPr id="27" name="Freeform: Shape 26">
            <a:extLst>
              <a:ext uri="{FF2B5EF4-FFF2-40B4-BE49-F238E27FC236}">
                <a16:creationId xmlns:a16="http://schemas.microsoft.com/office/drawing/2014/main" id="{7ABB6AB6-914D-4197-8FBD-AB251899F752}"/>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38" name="Group 37">
            <a:extLst>
              <a:ext uri="{FF2B5EF4-FFF2-40B4-BE49-F238E27FC236}">
                <a16:creationId xmlns:a16="http://schemas.microsoft.com/office/drawing/2014/main" id="{F3D277D9-5328-47B3-B2B8-9702B63567A7}"/>
              </a:ext>
            </a:extLst>
          </p:cNvPr>
          <p:cNvGrpSpPr/>
          <p:nvPr userDrawn="1"/>
        </p:nvGrpSpPr>
        <p:grpSpPr>
          <a:xfrm>
            <a:off x="6182964" y="0"/>
            <a:ext cx="3096056" cy="2466990"/>
            <a:chOff x="1827359" y="-19597"/>
            <a:chExt cx="3253206" cy="3173340"/>
          </a:xfrm>
          <a:solidFill>
            <a:srgbClr val="808080">
              <a:lumMod val="20000"/>
              <a:lumOff val="80000"/>
            </a:srgbClr>
          </a:solidFill>
        </p:grpSpPr>
        <p:sp>
          <p:nvSpPr>
            <p:cNvPr id="39" name="Freeform 3">
              <a:extLst>
                <a:ext uri="{FF2B5EF4-FFF2-40B4-BE49-F238E27FC236}">
                  <a16:creationId xmlns:a16="http://schemas.microsoft.com/office/drawing/2014/main" id="{15AB4A61-D1A8-41A4-AC5D-66BBE31F1EE9}"/>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0" name="Freeform 65">
              <a:extLst>
                <a:ext uri="{FF2B5EF4-FFF2-40B4-BE49-F238E27FC236}">
                  <a16:creationId xmlns:a16="http://schemas.microsoft.com/office/drawing/2014/main" id="{174BAF77-94DD-4BA1-9522-2D4766B3B952}"/>
                </a:ext>
              </a:extLst>
            </p:cNvPr>
            <p:cNvSpPr/>
            <p:nvPr userDrawn="1"/>
          </p:nvSpPr>
          <p:spPr>
            <a:xfrm>
              <a:off x="1827359" y="-18083"/>
              <a:ext cx="2352675" cy="3171826"/>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42" name="Rectangle 41">
            <a:extLst>
              <a:ext uri="{FF2B5EF4-FFF2-40B4-BE49-F238E27FC236}">
                <a16:creationId xmlns:a16="http://schemas.microsoft.com/office/drawing/2014/main" id="{69F7B022-AD38-4648-9F8A-8CFCA7C655FC}"/>
              </a:ext>
            </a:extLst>
          </p:cNvPr>
          <p:cNvSpPr/>
          <p:nvPr userDrawn="1"/>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43" name="TextBox 42">
            <a:extLst>
              <a:ext uri="{FF2B5EF4-FFF2-40B4-BE49-F238E27FC236}">
                <a16:creationId xmlns:a16="http://schemas.microsoft.com/office/drawing/2014/main" id="{F3791513-FB5C-42BC-9403-D4AD7CEF8388}"/>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1</a:t>
            </a:r>
            <a:endParaRPr lang="ko-KR" altLang="en-US" sz="7196" b="1">
              <a:solidFill>
                <a:srgbClr val="FFE600"/>
              </a:solidFill>
              <a:latin typeface="Arial" panose="020B0604020202020204" pitchFamily="34" charset="0"/>
              <a:cs typeface="Arial" pitchFamily="34" charset="0"/>
            </a:endParaRPr>
          </a:p>
        </p:txBody>
      </p:sp>
      <p:sp>
        <p:nvSpPr>
          <p:cNvPr id="44" name="TextBox 43">
            <a:extLst>
              <a:ext uri="{FF2B5EF4-FFF2-40B4-BE49-F238E27FC236}">
                <a16:creationId xmlns:a16="http://schemas.microsoft.com/office/drawing/2014/main" id="{0E994C55-1AF0-4875-ADD7-A1F6123C9ACF}"/>
              </a:ext>
            </a:extLst>
          </p:cNvPr>
          <p:cNvSpPr txBox="1"/>
          <p:nvPr userDrawn="1"/>
        </p:nvSpPr>
        <p:spPr>
          <a:xfrm>
            <a:off x="7148302" y="3599968"/>
            <a:ext cx="4743340" cy="1322798"/>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Executive Summary</a:t>
            </a:r>
          </a:p>
        </p:txBody>
      </p:sp>
      <p:pic>
        <p:nvPicPr>
          <p:cNvPr id="51" name="Picture 50">
            <a:extLst>
              <a:ext uri="{FF2B5EF4-FFF2-40B4-BE49-F238E27FC236}">
                <a16:creationId xmlns:a16="http://schemas.microsoft.com/office/drawing/2014/main" id="{23FC8DCC-F0CC-4CC9-ACB9-A99CD9D5697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52" name="Rectangle 51">
            <a:extLst>
              <a:ext uri="{FF2B5EF4-FFF2-40B4-BE49-F238E27FC236}">
                <a16:creationId xmlns:a16="http://schemas.microsoft.com/office/drawing/2014/main" id="{C3028E35-BEBD-4F6D-8A5F-ECF57DFE6560}"/>
              </a:ext>
            </a:extLst>
          </p:cNvPr>
          <p:cNvSpPr/>
          <p:nvPr userDrawn="1"/>
        </p:nvSpPr>
        <p:spPr>
          <a:xfrm>
            <a:off x="7148303" y="4973100"/>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provides an overview of the various sections covered in this Delivery Toolkit.</a:t>
            </a:r>
          </a:p>
        </p:txBody>
      </p:sp>
    </p:spTree>
    <p:extLst>
      <p:ext uri="{BB962C8B-B14F-4D97-AF65-F5344CB8AC3E}">
        <p14:creationId xmlns:p14="http://schemas.microsoft.com/office/powerpoint/2010/main" val="26350856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vider - Delivery Approach">
    <p:bg>
      <p:bgPr>
        <a:solidFill>
          <a:srgbClr val="2E2E3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5FFF30-BECE-4198-A449-8A46455AB4C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1" y="0"/>
            <a:ext cx="12191995" cy="6858000"/>
          </a:xfrm>
          <a:prstGeom prst="rect">
            <a:avLst/>
          </a:prstGeom>
        </p:spPr>
      </p:pic>
      <p:sp>
        <p:nvSpPr>
          <p:cNvPr id="23" name="Freeform: Shape 22">
            <a:extLst>
              <a:ext uri="{FF2B5EF4-FFF2-40B4-BE49-F238E27FC236}">
                <a16:creationId xmlns:a16="http://schemas.microsoft.com/office/drawing/2014/main" id="{0EACD0A2-546E-4A32-8677-D088F299FABD}"/>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25" name="Group 24">
            <a:extLst>
              <a:ext uri="{FF2B5EF4-FFF2-40B4-BE49-F238E27FC236}">
                <a16:creationId xmlns:a16="http://schemas.microsoft.com/office/drawing/2014/main" id="{E90CFAB1-3019-4ED7-A3C3-083A536475C2}"/>
              </a:ext>
            </a:extLst>
          </p:cNvPr>
          <p:cNvGrpSpPr/>
          <p:nvPr userDrawn="1"/>
        </p:nvGrpSpPr>
        <p:grpSpPr>
          <a:xfrm>
            <a:off x="6182964" y="0"/>
            <a:ext cx="3096056" cy="2466990"/>
            <a:chOff x="1827359" y="-19597"/>
            <a:chExt cx="3253206" cy="3173339"/>
          </a:xfrm>
          <a:solidFill>
            <a:srgbClr val="808080">
              <a:lumMod val="20000"/>
              <a:lumOff val="80000"/>
            </a:srgbClr>
          </a:solidFill>
        </p:grpSpPr>
        <p:sp>
          <p:nvSpPr>
            <p:cNvPr id="26" name="Freeform 3">
              <a:extLst>
                <a:ext uri="{FF2B5EF4-FFF2-40B4-BE49-F238E27FC236}">
                  <a16:creationId xmlns:a16="http://schemas.microsoft.com/office/drawing/2014/main" id="{A637D65E-74AD-4641-A67F-5433124952A4}"/>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32" name="Freeform 65">
              <a:extLst>
                <a:ext uri="{FF2B5EF4-FFF2-40B4-BE49-F238E27FC236}">
                  <a16:creationId xmlns:a16="http://schemas.microsoft.com/office/drawing/2014/main" id="{396A8755-A865-42AC-99DB-7FC0C23AD821}"/>
                </a:ext>
              </a:extLst>
            </p:cNvPr>
            <p:cNvSpPr/>
            <p:nvPr userDrawn="1"/>
          </p:nvSpPr>
          <p:spPr>
            <a:xfrm>
              <a:off x="1827359" y="-18083"/>
              <a:ext cx="2352675" cy="3171825"/>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33" name="Rectangle 32">
            <a:extLst>
              <a:ext uri="{FF2B5EF4-FFF2-40B4-BE49-F238E27FC236}">
                <a16:creationId xmlns:a16="http://schemas.microsoft.com/office/drawing/2014/main" id="{1B9A7198-64D1-48F2-A314-36E89AFB7F10}"/>
              </a:ext>
            </a:extLst>
          </p:cNvPr>
          <p:cNvSpPr/>
          <p:nvPr userDrawn="1"/>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34" name="TextBox 33">
            <a:extLst>
              <a:ext uri="{FF2B5EF4-FFF2-40B4-BE49-F238E27FC236}">
                <a16:creationId xmlns:a16="http://schemas.microsoft.com/office/drawing/2014/main" id="{4709A47D-7D71-453E-88D4-C5AC8851142B}"/>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2</a:t>
            </a:r>
            <a:endParaRPr lang="ko-KR" altLang="en-US" sz="7196" b="1">
              <a:solidFill>
                <a:srgbClr val="FFE600"/>
              </a:solidFill>
              <a:latin typeface="Arial" panose="020B0604020202020204" pitchFamily="34" charset="0"/>
              <a:cs typeface="Arial" pitchFamily="34" charset="0"/>
            </a:endParaRPr>
          </a:p>
        </p:txBody>
      </p:sp>
      <p:sp>
        <p:nvSpPr>
          <p:cNvPr id="35" name="TextBox 34">
            <a:extLst>
              <a:ext uri="{FF2B5EF4-FFF2-40B4-BE49-F238E27FC236}">
                <a16:creationId xmlns:a16="http://schemas.microsoft.com/office/drawing/2014/main" id="{CCEC8F7A-224F-476A-9058-7DE5B98E238E}"/>
              </a:ext>
            </a:extLst>
          </p:cNvPr>
          <p:cNvSpPr txBox="1"/>
          <p:nvPr userDrawn="1"/>
        </p:nvSpPr>
        <p:spPr>
          <a:xfrm>
            <a:off x="7148302" y="3599968"/>
            <a:ext cx="4743340" cy="707566"/>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Why EY</a:t>
            </a:r>
          </a:p>
        </p:txBody>
      </p:sp>
      <p:pic>
        <p:nvPicPr>
          <p:cNvPr id="40" name="Picture 39">
            <a:extLst>
              <a:ext uri="{FF2B5EF4-FFF2-40B4-BE49-F238E27FC236}">
                <a16:creationId xmlns:a16="http://schemas.microsoft.com/office/drawing/2014/main" id="{64E6DCAC-2677-4B51-9BE6-1E76C67CB0C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41" name="Rectangle 40">
            <a:extLst>
              <a:ext uri="{FF2B5EF4-FFF2-40B4-BE49-F238E27FC236}">
                <a16:creationId xmlns:a16="http://schemas.microsoft.com/office/drawing/2014/main" id="{6B7B9891-07AD-4B56-B393-4B74EC6E4B06}"/>
              </a:ext>
            </a:extLst>
          </p:cNvPr>
          <p:cNvSpPr/>
          <p:nvPr userDrawn="1"/>
        </p:nvSpPr>
        <p:spPr>
          <a:xfrm>
            <a:off x="7148303" y="4403281"/>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outlines EY’s global reach and capabilities in Finance.</a:t>
            </a:r>
          </a:p>
        </p:txBody>
      </p:sp>
    </p:spTree>
    <p:extLst>
      <p:ext uri="{BB962C8B-B14F-4D97-AF65-F5344CB8AC3E}">
        <p14:creationId xmlns:p14="http://schemas.microsoft.com/office/powerpoint/2010/main" val="369501464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Divider - Executive Summary">
    <p:bg>
      <p:bgPr>
        <a:solidFill>
          <a:srgbClr val="2E2E38"/>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ED9C6E-5AA4-45F0-800A-76F7B967C09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177"/>
            <a:ext cx="12191995" cy="6859178"/>
          </a:xfrm>
          <a:prstGeom prst="rect">
            <a:avLst/>
          </a:prstGeom>
        </p:spPr>
      </p:pic>
      <p:sp>
        <p:nvSpPr>
          <p:cNvPr id="27" name="Freeform: Shape 26">
            <a:extLst>
              <a:ext uri="{FF2B5EF4-FFF2-40B4-BE49-F238E27FC236}">
                <a16:creationId xmlns:a16="http://schemas.microsoft.com/office/drawing/2014/main" id="{7ABB6AB6-914D-4197-8FBD-AB251899F752}"/>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38" name="Group 37">
            <a:extLst>
              <a:ext uri="{FF2B5EF4-FFF2-40B4-BE49-F238E27FC236}">
                <a16:creationId xmlns:a16="http://schemas.microsoft.com/office/drawing/2014/main" id="{F3D277D9-5328-47B3-B2B8-9702B63567A7}"/>
              </a:ext>
            </a:extLst>
          </p:cNvPr>
          <p:cNvGrpSpPr/>
          <p:nvPr userDrawn="1"/>
        </p:nvGrpSpPr>
        <p:grpSpPr>
          <a:xfrm>
            <a:off x="6182964" y="0"/>
            <a:ext cx="3096056" cy="2466990"/>
            <a:chOff x="1827359" y="-19597"/>
            <a:chExt cx="3253206" cy="3173340"/>
          </a:xfrm>
          <a:solidFill>
            <a:srgbClr val="808080">
              <a:lumMod val="20000"/>
              <a:lumOff val="80000"/>
            </a:srgbClr>
          </a:solidFill>
        </p:grpSpPr>
        <p:sp>
          <p:nvSpPr>
            <p:cNvPr id="39" name="Freeform 3">
              <a:extLst>
                <a:ext uri="{FF2B5EF4-FFF2-40B4-BE49-F238E27FC236}">
                  <a16:creationId xmlns:a16="http://schemas.microsoft.com/office/drawing/2014/main" id="{15AB4A61-D1A8-41A4-AC5D-66BBE31F1EE9}"/>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0" name="Freeform 65">
              <a:extLst>
                <a:ext uri="{FF2B5EF4-FFF2-40B4-BE49-F238E27FC236}">
                  <a16:creationId xmlns:a16="http://schemas.microsoft.com/office/drawing/2014/main" id="{174BAF77-94DD-4BA1-9522-2D4766B3B952}"/>
                </a:ext>
              </a:extLst>
            </p:cNvPr>
            <p:cNvSpPr/>
            <p:nvPr userDrawn="1"/>
          </p:nvSpPr>
          <p:spPr>
            <a:xfrm>
              <a:off x="1827359" y="-18083"/>
              <a:ext cx="2352675" cy="3171826"/>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42" name="Rectangle 41">
            <a:extLst>
              <a:ext uri="{FF2B5EF4-FFF2-40B4-BE49-F238E27FC236}">
                <a16:creationId xmlns:a16="http://schemas.microsoft.com/office/drawing/2014/main" id="{69F7B022-AD38-4648-9F8A-8CFCA7C655FC}"/>
              </a:ext>
            </a:extLst>
          </p:cNvPr>
          <p:cNvSpPr/>
          <p:nvPr userDrawn="1"/>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43" name="TextBox 42">
            <a:extLst>
              <a:ext uri="{FF2B5EF4-FFF2-40B4-BE49-F238E27FC236}">
                <a16:creationId xmlns:a16="http://schemas.microsoft.com/office/drawing/2014/main" id="{F3791513-FB5C-42BC-9403-D4AD7CEF8388}"/>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3</a:t>
            </a:r>
            <a:endParaRPr lang="ko-KR" altLang="en-US" sz="7196" b="1">
              <a:solidFill>
                <a:srgbClr val="FFE600"/>
              </a:solidFill>
              <a:latin typeface="Arial" panose="020B0604020202020204" pitchFamily="34" charset="0"/>
              <a:cs typeface="Arial" pitchFamily="34" charset="0"/>
            </a:endParaRPr>
          </a:p>
        </p:txBody>
      </p:sp>
      <p:sp>
        <p:nvSpPr>
          <p:cNvPr id="44" name="TextBox 43">
            <a:extLst>
              <a:ext uri="{FF2B5EF4-FFF2-40B4-BE49-F238E27FC236}">
                <a16:creationId xmlns:a16="http://schemas.microsoft.com/office/drawing/2014/main" id="{0E994C55-1AF0-4875-ADD7-A1F6123C9ACF}"/>
              </a:ext>
            </a:extLst>
          </p:cNvPr>
          <p:cNvSpPr txBox="1"/>
          <p:nvPr userDrawn="1"/>
        </p:nvSpPr>
        <p:spPr>
          <a:xfrm>
            <a:off x="7148302" y="3599968"/>
            <a:ext cx="4743340" cy="1322798"/>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Global Solution Summary</a:t>
            </a:r>
          </a:p>
        </p:txBody>
      </p:sp>
      <p:pic>
        <p:nvPicPr>
          <p:cNvPr id="51" name="Picture 50">
            <a:extLst>
              <a:ext uri="{FF2B5EF4-FFF2-40B4-BE49-F238E27FC236}">
                <a16:creationId xmlns:a16="http://schemas.microsoft.com/office/drawing/2014/main" id="{23FC8DCC-F0CC-4CC9-ACB9-A99CD9D5697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52" name="Rectangle 51">
            <a:extLst>
              <a:ext uri="{FF2B5EF4-FFF2-40B4-BE49-F238E27FC236}">
                <a16:creationId xmlns:a16="http://schemas.microsoft.com/office/drawing/2014/main" id="{C3028E35-BEBD-4F6D-8A5F-ECF57DFE6560}"/>
              </a:ext>
            </a:extLst>
          </p:cNvPr>
          <p:cNvSpPr/>
          <p:nvPr userDrawn="1"/>
        </p:nvSpPr>
        <p:spPr>
          <a:xfrm>
            <a:off x="7148303" y="4973100"/>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provides an overview of the Global Business Solution (GBS) Strategy and Operating Model Delivery Toolkit solution and its value proposition.</a:t>
            </a:r>
          </a:p>
        </p:txBody>
      </p:sp>
    </p:spTree>
    <p:extLst>
      <p:ext uri="{BB962C8B-B14F-4D97-AF65-F5344CB8AC3E}">
        <p14:creationId xmlns:p14="http://schemas.microsoft.com/office/powerpoint/2010/main" val="171497708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Divider - Delivery Approach">
    <p:bg>
      <p:bgPr>
        <a:solidFill>
          <a:srgbClr val="2E2E3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516373-55D4-4F51-8754-F955926884B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8762"/>
            <a:ext cx="12191999" cy="6848062"/>
          </a:xfrm>
          <a:prstGeom prst="rect">
            <a:avLst/>
          </a:prstGeom>
        </p:spPr>
      </p:pic>
      <p:sp>
        <p:nvSpPr>
          <p:cNvPr id="23" name="Freeform: Shape 22">
            <a:extLst>
              <a:ext uri="{FF2B5EF4-FFF2-40B4-BE49-F238E27FC236}">
                <a16:creationId xmlns:a16="http://schemas.microsoft.com/office/drawing/2014/main" id="{0EACD0A2-546E-4A32-8677-D088F299FABD}"/>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25" name="Group 24">
            <a:extLst>
              <a:ext uri="{FF2B5EF4-FFF2-40B4-BE49-F238E27FC236}">
                <a16:creationId xmlns:a16="http://schemas.microsoft.com/office/drawing/2014/main" id="{E90CFAB1-3019-4ED7-A3C3-083A536475C2}"/>
              </a:ext>
            </a:extLst>
          </p:cNvPr>
          <p:cNvGrpSpPr/>
          <p:nvPr userDrawn="1"/>
        </p:nvGrpSpPr>
        <p:grpSpPr>
          <a:xfrm>
            <a:off x="6182964" y="0"/>
            <a:ext cx="3096056" cy="2466990"/>
            <a:chOff x="1827359" y="-19597"/>
            <a:chExt cx="3253206" cy="3173339"/>
          </a:xfrm>
          <a:solidFill>
            <a:srgbClr val="808080">
              <a:lumMod val="20000"/>
              <a:lumOff val="80000"/>
            </a:srgbClr>
          </a:solidFill>
        </p:grpSpPr>
        <p:sp>
          <p:nvSpPr>
            <p:cNvPr id="26" name="Freeform 3">
              <a:extLst>
                <a:ext uri="{FF2B5EF4-FFF2-40B4-BE49-F238E27FC236}">
                  <a16:creationId xmlns:a16="http://schemas.microsoft.com/office/drawing/2014/main" id="{A637D65E-74AD-4641-A67F-5433124952A4}"/>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32" name="Freeform 65">
              <a:extLst>
                <a:ext uri="{FF2B5EF4-FFF2-40B4-BE49-F238E27FC236}">
                  <a16:creationId xmlns:a16="http://schemas.microsoft.com/office/drawing/2014/main" id="{396A8755-A865-42AC-99DB-7FC0C23AD821}"/>
                </a:ext>
              </a:extLst>
            </p:cNvPr>
            <p:cNvSpPr/>
            <p:nvPr userDrawn="1"/>
          </p:nvSpPr>
          <p:spPr>
            <a:xfrm>
              <a:off x="1827359" y="-18083"/>
              <a:ext cx="2352675" cy="3171825"/>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33" name="Rectangle 32">
            <a:extLst>
              <a:ext uri="{FF2B5EF4-FFF2-40B4-BE49-F238E27FC236}">
                <a16:creationId xmlns:a16="http://schemas.microsoft.com/office/drawing/2014/main" id="{1B9A7198-64D1-48F2-A314-36E89AFB7F10}"/>
              </a:ext>
            </a:extLst>
          </p:cNvPr>
          <p:cNvSpPr/>
          <p:nvPr userDrawn="1"/>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34" name="TextBox 33">
            <a:extLst>
              <a:ext uri="{FF2B5EF4-FFF2-40B4-BE49-F238E27FC236}">
                <a16:creationId xmlns:a16="http://schemas.microsoft.com/office/drawing/2014/main" id="{4709A47D-7D71-453E-88D4-C5AC8851142B}"/>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4</a:t>
            </a:r>
            <a:endParaRPr lang="ko-KR" altLang="en-US" sz="7196" b="1">
              <a:solidFill>
                <a:srgbClr val="FFE600"/>
              </a:solidFill>
              <a:latin typeface="Arial" panose="020B0604020202020204" pitchFamily="34" charset="0"/>
              <a:cs typeface="Arial" pitchFamily="34" charset="0"/>
            </a:endParaRPr>
          </a:p>
        </p:txBody>
      </p:sp>
      <p:sp>
        <p:nvSpPr>
          <p:cNvPr id="35" name="TextBox 34">
            <a:extLst>
              <a:ext uri="{FF2B5EF4-FFF2-40B4-BE49-F238E27FC236}">
                <a16:creationId xmlns:a16="http://schemas.microsoft.com/office/drawing/2014/main" id="{CCEC8F7A-224F-476A-9058-7DE5B98E238E}"/>
              </a:ext>
            </a:extLst>
          </p:cNvPr>
          <p:cNvSpPr txBox="1"/>
          <p:nvPr userDrawn="1"/>
        </p:nvSpPr>
        <p:spPr>
          <a:xfrm>
            <a:off x="7148302" y="3599968"/>
            <a:ext cx="4743340" cy="707566"/>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Delivery Approach</a:t>
            </a:r>
          </a:p>
        </p:txBody>
      </p:sp>
      <p:pic>
        <p:nvPicPr>
          <p:cNvPr id="40" name="Picture 39">
            <a:extLst>
              <a:ext uri="{FF2B5EF4-FFF2-40B4-BE49-F238E27FC236}">
                <a16:creationId xmlns:a16="http://schemas.microsoft.com/office/drawing/2014/main" id="{64E6DCAC-2677-4B51-9BE6-1E76C67CB0C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41" name="Rectangle 40">
            <a:extLst>
              <a:ext uri="{FF2B5EF4-FFF2-40B4-BE49-F238E27FC236}">
                <a16:creationId xmlns:a16="http://schemas.microsoft.com/office/drawing/2014/main" id="{6B7B9891-07AD-4B56-B393-4B74EC6E4B06}"/>
              </a:ext>
            </a:extLst>
          </p:cNvPr>
          <p:cNvSpPr/>
          <p:nvPr userDrawn="1"/>
        </p:nvSpPr>
        <p:spPr>
          <a:xfrm>
            <a:off x="7148303" y="4403281"/>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outlines the standardized global service delivery approach applicable on Global Business Solution (GBS) Strategy and Operating Model Delivery Toolkit client engagements supported by enabling technologies.</a:t>
            </a:r>
          </a:p>
          <a:p>
            <a:pPr lvl="0" defTabSz="877350">
              <a:spcAft>
                <a:spcPts val="600"/>
              </a:spcAft>
              <a:defRPr/>
            </a:pPr>
            <a:r>
              <a:rPr lang="en-IN" sz="1399">
                <a:solidFill>
                  <a:schemeClr val="bg1"/>
                </a:solidFill>
                <a:latin typeface="Arial" panose="020B0604020202020204" pitchFamily="34" charset="0"/>
              </a:rPr>
              <a:t>It includes relevant frameworks, delivery plans, methods and assets to be leveraged by the solution teams customized by the scale of the engagement.</a:t>
            </a:r>
          </a:p>
        </p:txBody>
      </p:sp>
    </p:spTree>
    <p:extLst>
      <p:ext uri="{BB962C8B-B14F-4D97-AF65-F5344CB8AC3E}">
        <p14:creationId xmlns:p14="http://schemas.microsoft.com/office/powerpoint/2010/main" val="53770407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 Tools and Enablers">
    <p:bg>
      <p:bgPr>
        <a:solidFill>
          <a:srgbClr val="2E2E38"/>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F15122F-C1E3-4EC2-A772-DC34D96D786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2" y="-1179"/>
            <a:ext cx="12191995" cy="6858001"/>
          </a:xfrm>
          <a:prstGeom prst="rect">
            <a:avLst/>
          </a:prstGeom>
        </p:spPr>
      </p:pic>
      <p:sp>
        <p:nvSpPr>
          <p:cNvPr id="4" name="Freeform: Shape 3">
            <a:extLst>
              <a:ext uri="{FF2B5EF4-FFF2-40B4-BE49-F238E27FC236}">
                <a16:creationId xmlns:a16="http://schemas.microsoft.com/office/drawing/2014/main" id="{3488E828-8EB7-4591-B616-10CC7C1B25D8}"/>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IN" altLang="ko-KR" sz="1799" b="0" i="0" u="none" strike="noStrike" kern="0" cap="none" spc="0" normalizeH="0" baseline="0" noProof="0">
                <a:ln>
                  <a:noFill/>
                </a:ln>
                <a:solidFill>
                  <a:srgbClr val="FFFFFF"/>
                </a:solidFill>
                <a:effectLst/>
                <a:uLnTx/>
                <a:uFillTx/>
                <a:latin typeface="Arial" panose="020B0604020202020204" pitchFamily="34" charset="0"/>
                <a:ea typeface="+mn-ea"/>
                <a:cs typeface="+mn-cs"/>
              </a:rPr>
              <a:t> 		</a:t>
            </a: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5" name="Group 4">
            <a:extLst>
              <a:ext uri="{FF2B5EF4-FFF2-40B4-BE49-F238E27FC236}">
                <a16:creationId xmlns:a16="http://schemas.microsoft.com/office/drawing/2014/main" id="{54965F12-00E6-44BE-A14C-50D45EA93275}"/>
              </a:ext>
            </a:extLst>
          </p:cNvPr>
          <p:cNvGrpSpPr/>
          <p:nvPr userDrawn="1"/>
        </p:nvGrpSpPr>
        <p:grpSpPr>
          <a:xfrm>
            <a:off x="6182964" y="0"/>
            <a:ext cx="3096056" cy="2466990"/>
            <a:chOff x="1827359" y="-19597"/>
            <a:chExt cx="3253206" cy="3173339"/>
          </a:xfrm>
          <a:solidFill>
            <a:srgbClr val="808080">
              <a:lumMod val="20000"/>
              <a:lumOff val="80000"/>
            </a:srgbClr>
          </a:solidFill>
        </p:grpSpPr>
        <p:sp>
          <p:nvSpPr>
            <p:cNvPr id="6" name="Freeform 3">
              <a:extLst>
                <a:ext uri="{FF2B5EF4-FFF2-40B4-BE49-F238E27FC236}">
                  <a16:creationId xmlns:a16="http://schemas.microsoft.com/office/drawing/2014/main" id="{84FBD287-C6D0-449D-90A5-32778445E3C7}"/>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7" name="Freeform 65">
              <a:extLst>
                <a:ext uri="{FF2B5EF4-FFF2-40B4-BE49-F238E27FC236}">
                  <a16:creationId xmlns:a16="http://schemas.microsoft.com/office/drawing/2014/main" id="{331896D9-5152-4A1F-ABAB-D0BA7A512653}"/>
                </a:ext>
              </a:extLst>
            </p:cNvPr>
            <p:cNvSpPr/>
            <p:nvPr userDrawn="1"/>
          </p:nvSpPr>
          <p:spPr>
            <a:xfrm>
              <a:off x="1827359" y="-18083"/>
              <a:ext cx="2352675" cy="3171825"/>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10" name="Rectangle 9">
            <a:extLst>
              <a:ext uri="{FF2B5EF4-FFF2-40B4-BE49-F238E27FC236}">
                <a16:creationId xmlns:a16="http://schemas.microsoft.com/office/drawing/2014/main" id="{C065A56F-EE79-46F0-9A19-7778555FBB88}"/>
              </a:ext>
            </a:extLst>
          </p:cNvPr>
          <p:cNvSpPr/>
          <p:nvPr/>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20" name="TextBox 19">
            <a:extLst>
              <a:ext uri="{FF2B5EF4-FFF2-40B4-BE49-F238E27FC236}">
                <a16:creationId xmlns:a16="http://schemas.microsoft.com/office/drawing/2014/main" id="{4A7797BF-56F4-4BA6-8203-18C10C5B8F68}"/>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5</a:t>
            </a:r>
            <a:endParaRPr lang="ko-KR" altLang="en-US" sz="7196" b="1">
              <a:solidFill>
                <a:srgbClr val="FFE600"/>
              </a:solidFill>
              <a:latin typeface="Arial" panose="020B0604020202020204" pitchFamily="34" charset="0"/>
              <a:cs typeface="Arial" pitchFamily="34" charset="0"/>
            </a:endParaRPr>
          </a:p>
        </p:txBody>
      </p:sp>
      <p:sp>
        <p:nvSpPr>
          <p:cNvPr id="21" name="TextBox 20">
            <a:extLst>
              <a:ext uri="{FF2B5EF4-FFF2-40B4-BE49-F238E27FC236}">
                <a16:creationId xmlns:a16="http://schemas.microsoft.com/office/drawing/2014/main" id="{DE972A56-C989-4BAF-B670-0E1EAAAE1223}"/>
              </a:ext>
            </a:extLst>
          </p:cNvPr>
          <p:cNvSpPr txBox="1"/>
          <p:nvPr userDrawn="1"/>
        </p:nvSpPr>
        <p:spPr>
          <a:xfrm>
            <a:off x="7148302" y="3599968"/>
            <a:ext cx="4743340" cy="1322798"/>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Tools and Enablers</a:t>
            </a:r>
          </a:p>
        </p:txBody>
      </p:sp>
      <p:pic>
        <p:nvPicPr>
          <p:cNvPr id="30" name="Picture 29">
            <a:extLst>
              <a:ext uri="{FF2B5EF4-FFF2-40B4-BE49-F238E27FC236}">
                <a16:creationId xmlns:a16="http://schemas.microsoft.com/office/drawing/2014/main" id="{38E680DE-A90A-487C-82A3-AAE5DF6310A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23" name="Rectangle 22">
            <a:extLst>
              <a:ext uri="{FF2B5EF4-FFF2-40B4-BE49-F238E27FC236}">
                <a16:creationId xmlns:a16="http://schemas.microsoft.com/office/drawing/2014/main" id="{FB49F9C4-31F0-47D3-97F1-88A77074E5B7}"/>
              </a:ext>
            </a:extLst>
          </p:cNvPr>
          <p:cNvSpPr/>
          <p:nvPr userDrawn="1"/>
        </p:nvSpPr>
        <p:spPr>
          <a:xfrm>
            <a:off x="7148303" y="4973100"/>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provides access to EY’s unique tools and enablers, technology platforms, and learnings.</a:t>
            </a:r>
            <a:endParaRPr kumimoji="0" lang="en-IN" sz="1399" b="0" i="0" u="none" strike="noStrike" kern="1200" cap="none" spc="0" normalizeH="0" baseline="0" noProof="0">
              <a:ln>
                <a:noFill/>
              </a:ln>
              <a:solidFill>
                <a:schemeClr val="bg1"/>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732273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 Resource and Cost Model">
    <p:bg>
      <p:bgPr>
        <a:solidFill>
          <a:srgbClr val="2E2E38"/>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F393E2-F96E-4707-BCEA-A668918C6BD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2" y="-2356"/>
            <a:ext cx="12191999" cy="6859179"/>
          </a:xfrm>
          <a:prstGeom prst="rect">
            <a:avLst/>
          </a:prstGeom>
        </p:spPr>
      </p:pic>
      <p:sp>
        <p:nvSpPr>
          <p:cNvPr id="18" name="Freeform: Shape 17">
            <a:extLst>
              <a:ext uri="{FF2B5EF4-FFF2-40B4-BE49-F238E27FC236}">
                <a16:creationId xmlns:a16="http://schemas.microsoft.com/office/drawing/2014/main" id="{781AFBDC-0D04-4606-9675-6799CAA175DE}"/>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39" name="Group 38">
            <a:extLst>
              <a:ext uri="{FF2B5EF4-FFF2-40B4-BE49-F238E27FC236}">
                <a16:creationId xmlns:a16="http://schemas.microsoft.com/office/drawing/2014/main" id="{1A6E6684-F3C6-4BA2-B110-96012F217804}"/>
              </a:ext>
            </a:extLst>
          </p:cNvPr>
          <p:cNvGrpSpPr/>
          <p:nvPr userDrawn="1"/>
        </p:nvGrpSpPr>
        <p:grpSpPr>
          <a:xfrm>
            <a:off x="6182964" y="0"/>
            <a:ext cx="3096056" cy="2466990"/>
            <a:chOff x="1827359" y="-19597"/>
            <a:chExt cx="3253206" cy="3173339"/>
          </a:xfrm>
          <a:solidFill>
            <a:srgbClr val="808080">
              <a:lumMod val="20000"/>
              <a:lumOff val="80000"/>
            </a:srgbClr>
          </a:solidFill>
        </p:grpSpPr>
        <p:sp>
          <p:nvSpPr>
            <p:cNvPr id="40" name="Freeform 3">
              <a:extLst>
                <a:ext uri="{FF2B5EF4-FFF2-40B4-BE49-F238E27FC236}">
                  <a16:creationId xmlns:a16="http://schemas.microsoft.com/office/drawing/2014/main" id="{FA965086-874B-45FF-B378-81BC690DF6FB}"/>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2" name="Freeform 65">
              <a:extLst>
                <a:ext uri="{FF2B5EF4-FFF2-40B4-BE49-F238E27FC236}">
                  <a16:creationId xmlns:a16="http://schemas.microsoft.com/office/drawing/2014/main" id="{964A808B-3543-4F87-963A-2D48BDF82005}"/>
                </a:ext>
              </a:extLst>
            </p:cNvPr>
            <p:cNvSpPr/>
            <p:nvPr userDrawn="1"/>
          </p:nvSpPr>
          <p:spPr>
            <a:xfrm>
              <a:off x="1827359" y="-18083"/>
              <a:ext cx="2352675" cy="3171825"/>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43" name="Rectangle 42">
            <a:extLst>
              <a:ext uri="{FF2B5EF4-FFF2-40B4-BE49-F238E27FC236}">
                <a16:creationId xmlns:a16="http://schemas.microsoft.com/office/drawing/2014/main" id="{B0A5540C-C37C-4680-8C83-CD5DAD9202CC}"/>
              </a:ext>
            </a:extLst>
          </p:cNvPr>
          <p:cNvSpPr/>
          <p:nvPr userDrawn="1"/>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44" name="TextBox 43">
            <a:extLst>
              <a:ext uri="{FF2B5EF4-FFF2-40B4-BE49-F238E27FC236}">
                <a16:creationId xmlns:a16="http://schemas.microsoft.com/office/drawing/2014/main" id="{2C3D94D9-E9DD-417F-8812-3643DC1B49A2}"/>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6</a:t>
            </a:r>
            <a:endParaRPr lang="ko-KR" altLang="en-US" sz="7196" b="1">
              <a:solidFill>
                <a:srgbClr val="FFE600"/>
              </a:solidFill>
              <a:latin typeface="Arial" panose="020B0604020202020204" pitchFamily="34" charset="0"/>
              <a:cs typeface="Arial" pitchFamily="34" charset="0"/>
            </a:endParaRPr>
          </a:p>
        </p:txBody>
      </p:sp>
      <p:sp>
        <p:nvSpPr>
          <p:cNvPr id="46" name="TextBox 45">
            <a:extLst>
              <a:ext uri="{FF2B5EF4-FFF2-40B4-BE49-F238E27FC236}">
                <a16:creationId xmlns:a16="http://schemas.microsoft.com/office/drawing/2014/main" id="{2B7F275C-54A4-4F1A-A1E6-4075A7FDBD88}"/>
              </a:ext>
            </a:extLst>
          </p:cNvPr>
          <p:cNvSpPr txBox="1"/>
          <p:nvPr userDrawn="1"/>
        </p:nvSpPr>
        <p:spPr>
          <a:xfrm>
            <a:off x="7148302" y="3599968"/>
            <a:ext cx="4743340" cy="707566"/>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Resource Model</a:t>
            </a:r>
          </a:p>
        </p:txBody>
      </p:sp>
      <p:pic>
        <p:nvPicPr>
          <p:cNvPr id="51" name="Picture 50">
            <a:extLst>
              <a:ext uri="{FF2B5EF4-FFF2-40B4-BE49-F238E27FC236}">
                <a16:creationId xmlns:a16="http://schemas.microsoft.com/office/drawing/2014/main" id="{CB091591-71CC-4D3A-8E31-72C2520E1B5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52" name="Rectangle 51">
            <a:extLst>
              <a:ext uri="{FF2B5EF4-FFF2-40B4-BE49-F238E27FC236}">
                <a16:creationId xmlns:a16="http://schemas.microsoft.com/office/drawing/2014/main" id="{8A437273-4A2E-4503-BA87-9E93E811BB82}"/>
              </a:ext>
            </a:extLst>
          </p:cNvPr>
          <p:cNvSpPr/>
          <p:nvPr userDrawn="1"/>
        </p:nvSpPr>
        <p:spPr>
          <a:xfrm>
            <a:off x="7148303" y="4973100"/>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will help you understand the optimal mix and number of resources to successfully deliver a Global Business Solution (GBS) Strategy and Operating Model Delivery Toolkit service depending on the scale of your engagement.</a:t>
            </a:r>
          </a:p>
        </p:txBody>
      </p:sp>
    </p:spTree>
    <p:extLst>
      <p:ext uri="{BB962C8B-B14F-4D97-AF65-F5344CB8AC3E}">
        <p14:creationId xmlns:p14="http://schemas.microsoft.com/office/powerpoint/2010/main" val="387415606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 Key Contacts">
    <p:bg>
      <p:bgPr>
        <a:solidFill>
          <a:srgbClr val="2E2E3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A94AF1-8EAA-4182-B244-B1BE797F05E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1994" cy="6858000"/>
          </a:xfrm>
          <a:prstGeom prst="rect">
            <a:avLst/>
          </a:prstGeom>
        </p:spPr>
      </p:pic>
      <p:sp>
        <p:nvSpPr>
          <p:cNvPr id="23" name="Freeform: Shape 22">
            <a:extLst>
              <a:ext uri="{FF2B5EF4-FFF2-40B4-BE49-F238E27FC236}">
                <a16:creationId xmlns:a16="http://schemas.microsoft.com/office/drawing/2014/main" id="{9E9C635F-DF77-4DF3-9D6C-D23C096283E9}"/>
              </a:ext>
            </a:extLst>
          </p:cNvPr>
          <p:cNvSpPr/>
          <p:nvPr userDrawn="1"/>
        </p:nvSpPr>
        <p:spPr>
          <a:xfrm rot="10800000">
            <a:off x="4691269" y="0"/>
            <a:ext cx="7500726" cy="6858000"/>
          </a:xfrm>
          <a:custGeom>
            <a:avLst/>
            <a:gdLst>
              <a:gd name="connsiteX0" fmla="*/ 2567608 w 7688368"/>
              <a:gd name="connsiteY0" fmla="*/ 6900652 h 6900652"/>
              <a:gd name="connsiteX1" fmla="*/ 2567758 w 7688368"/>
              <a:gd name="connsiteY1" fmla="*/ 0 h 6900652"/>
              <a:gd name="connsiteX2" fmla="*/ 7688368 w 7688368"/>
              <a:gd name="connsiteY2" fmla="*/ 0 h 6900652"/>
              <a:gd name="connsiteX3" fmla="*/ 3849290 w 7688368"/>
              <a:gd name="connsiteY3" fmla="*/ 6880958 h 6900652"/>
              <a:gd name="connsiteX4" fmla="*/ 2567608 w 7688368"/>
              <a:gd name="connsiteY4" fmla="*/ 6900652 h 6900652"/>
              <a:gd name="connsiteX5" fmla="*/ 0 w 7688368"/>
              <a:gd name="connsiteY5" fmla="*/ 6900652 h 6900652"/>
              <a:gd name="connsiteX6" fmla="*/ 0 w 7688368"/>
              <a:gd name="connsiteY6" fmla="*/ 0 h 6900652"/>
              <a:gd name="connsiteX7" fmla="*/ 2567608 w 7688368"/>
              <a:gd name="connsiteY7" fmla="*/ 0 h 690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8368" h="6900652">
                <a:moveTo>
                  <a:pt x="2567608" y="6900652"/>
                </a:moveTo>
                <a:lnTo>
                  <a:pt x="2567758" y="0"/>
                </a:lnTo>
                <a:lnTo>
                  <a:pt x="7688368" y="0"/>
                </a:lnTo>
                <a:lnTo>
                  <a:pt x="3849290" y="6880958"/>
                </a:lnTo>
                <a:close/>
                <a:moveTo>
                  <a:pt x="2567608" y="6900652"/>
                </a:moveTo>
                <a:lnTo>
                  <a:pt x="0" y="6900652"/>
                </a:lnTo>
                <a:lnTo>
                  <a:pt x="0" y="0"/>
                </a:lnTo>
                <a:lnTo>
                  <a:pt x="2567608" y="0"/>
                </a:lnTo>
                <a:close/>
              </a:path>
            </a:pathLst>
          </a:custGeom>
          <a:solidFill>
            <a:srgbClr val="262626">
              <a:alpha val="80000"/>
            </a:srgbClr>
          </a:solidFill>
          <a:ln w="25400" cap="flat" cmpd="sng" algn="ctr">
            <a:noFill/>
            <a:prstDash val="solid"/>
          </a:ln>
          <a:effectLst/>
        </p:spPr>
        <p:txBody>
          <a:bodyPr wrap="square"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41" name="TextBox 40">
            <a:extLst>
              <a:ext uri="{FF2B5EF4-FFF2-40B4-BE49-F238E27FC236}">
                <a16:creationId xmlns:a16="http://schemas.microsoft.com/office/drawing/2014/main" id="{6F04BD70-54DD-450D-8E6F-3ED89CF531E9}"/>
              </a:ext>
            </a:extLst>
          </p:cNvPr>
          <p:cNvSpPr txBox="1"/>
          <p:nvPr userDrawn="1"/>
        </p:nvSpPr>
        <p:spPr>
          <a:xfrm>
            <a:off x="7039987" y="2465812"/>
            <a:ext cx="936104" cy="1200329"/>
          </a:xfrm>
          <a:prstGeom prst="rect">
            <a:avLst/>
          </a:prstGeom>
          <a:noFill/>
        </p:spPr>
        <p:txBody>
          <a:bodyPr wrap="square" rtlCol="0" anchor="ctr">
            <a:spAutoFit/>
          </a:bodyPr>
          <a:lstStyle/>
          <a:p>
            <a:pPr algn="ctr"/>
            <a:r>
              <a:rPr lang="en-IN" altLang="ko-KR" sz="7196" b="1">
                <a:solidFill>
                  <a:srgbClr val="FFE600"/>
                </a:solidFill>
                <a:latin typeface="Arial" panose="020B0604020202020204" pitchFamily="34" charset="0"/>
                <a:cs typeface="Arial" pitchFamily="34" charset="0"/>
              </a:rPr>
              <a:t>7</a:t>
            </a:r>
            <a:endParaRPr lang="ko-KR" altLang="en-US" sz="7196" b="1">
              <a:solidFill>
                <a:srgbClr val="FFE600"/>
              </a:solidFill>
              <a:latin typeface="Arial" panose="020B0604020202020204" pitchFamily="34" charset="0"/>
              <a:cs typeface="Arial" pitchFamily="34" charset="0"/>
            </a:endParaRPr>
          </a:p>
        </p:txBody>
      </p:sp>
      <p:sp>
        <p:nvSpPr>
          <p:cNvPr id="42" name="TextBox 41">
            <a:extLst>
              <a:ext uri="{FF2B5EF4-FFF2-40B4-BE49-F238E27FC236}">
                <a16:creationId xmlns:a16="http://schemas.microsoft.com/office/drawing/2014/main" id="{E9F95981-398E-4ADA-ADE3-1731AD319A9B}"/>
              </a:ext>
            </a:extLst>
          </p:cNvPr>
          <p:cNvSpPr txBox="1"/>
          <p:nvPr userDrawn="1"/>
        </p:nvSpPr>
        <p:spPr>
          <a:xfrm>
            <a:off x="7148302" y="3599968"/>
            <a:ext cx="4743340" cy="707566"/>
          </a:xfrm>
          <a:prstGeom prst="rect">
            <a:avLst/>
          </a:prstGeom>
          <a:noFill/>
        </p:spPr>
        <p:txBody>
          <a:bodyPr wrap="square" rtlCol="0" anchor="t">
            <a:spAutoFit/>
          </a:bodyPr>
          <a:lstStyle/>
          <a:p>
            <a:pPr>
              <a:lnSpc>
                <a:spcPct val="100000"/>
              </a:lnSpc>
            </a:pPr>
            <a:r>
              <a:rPr lang="en-US" altLang="ko-KR" sz="3998" b="1">
                <a:solidFill>
                  <a:srgbClr val="FFFFFF"/>
                </a:solidFill>
                <a:latin typeface="Arial" panose="020B0604020202020204" pitchFamily="34" charset="0"/>
                <a:cs typeface="Arial" pitchFamily="34" charset="0"/>
              </a:rPr>
              <a:t>Key Contacts</a:t>
            </a:r>
          </a:p>
        </p:txBody>
      </p:sp>
      <p:pic>
        <p:nvPicPr>
          <p:cNvPr id="47" name="Picture 46">
            <a:extLst>
              <a:ext uri="{FF2B5EF4-FFF2-40B4-BE49-F238E27FC236}">
                <a16:creationId xmlns:a16="http://schemas.microsoft.com/office/drawing/2014/main" id="{9ED98903-EDDB-470D-8C10-2A24565749F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08498" y="5438508"/>
            <a:ext cx="986524" cy="1156968"/>
          </a:xfrm>
          <a:prstGeom prst="rect">
            <a:avLst/>
          </a:prstGeom>
        </p:spPr>
      </p:pic>
      <p:sp>
        <p:nvSpPr>
          <p:cNvPr id="48" name="Rectangle 47">
            <a:extLst>
              <a:ext uri="{FF2B5EF4-FFF2-40B4-BE49-F238E27FC236}">
                <a16:creationId xmlns:a16="http://schemas.microsoft.com/office/drawing/2014/main" id="{DF83C3F7-AB0F-4B31-A118-26575202B0CA}"/>
              </a:ext>
            </a:extLst>
          </p:cNvPr>
          <p:cNvSpPr/>
          <p:nvPr userDrawn="1"/>
        </p:nvSpPr>
        <p:spPr>
          <a:xfrm>
            <a:off x="7148303" y="4403281"/>
            <a:ext cx="4305174" cy="791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defTabSz="877350">
              <a:spcAft>
                <a:spcPts val="600"/>
              </a:spcAft>
              <a:defRPr/>
            </a:pPr>
            <a:r>
              <a:rPr lang="en-IN" sz="1399">
                <a:solidFill>
                  <a:schemeClr val="bg1"/>
                </a:solidFill>
                <a:latin typeface="Arial" panose="020B0604020202020204" pitchFamily="34" charset="0"/>
              </a:rPr>
              <a:t>This section provides details of the key contacts around the solution.</a:t>
            </a:r>
          </a:p>
        </p:txBody>
      </p:sp>
      <p:grpSp>
        <p:nvGrpSpPr>
          <p:cNvPr id="17" name="Group 16">
            <a:extLst>
              <a:ext uri="{FF2B5EF4-FFF2-40B4-BE49-F238E27FC236}">
                <a16:creationId xmlns:a16="http://schemas.microsoft.com/office/drawing/2014/main" id="{B216B6E9-4D21-4894-9150-6498A438EAD8}"/>
              </a:ext>
            </a:extLst>
          </p:cNvPr>
          <p:cNvGrpSpPr/>
          <p:nvPr userDrawn="1"/>
        </p:nvGrpSpPr>
        <p:grpSpPr>
          <a:xfrm>
            <a:off x="6182964" y="0"/>
            <a:ext cx="3096056" cy="2466990"/>
            <a:chOff x="1827359" y="-19597"/>
            <a:chExt cx="3253206" cy="3173339"/>
          </a:xfrm>
          <a:solidFill>
            <a:srgbClr val="808080">
              <a:lumMod val="20000"/>
              <a:lumOff val="80000"/>
            </a:srgbClr>
          </a:solidFill>
        </p:grpSpPr>
        <p:sp>
          <p:nvSpPr>
            <p:cNvPr id="18" name="Freeform 3">
              <a:extLst>
                <a:ext uri="{FF2B5EF4-FFF2-40B4-BE49-F238E27FC236}">
                  <a16:creationId xmlns:a16="http://schemas.microsoft.com/office/drawing/2014/main" id="{F294C8ED-AD7F-4BC8-8972-EB604B07F025}"/>
                </a:ext>
              </a:extLst>
            </p:cNvPr>
            <p:cNvSpPr/>
            <p:nvPr userDrawn="1"/>
          </p:nvSpPr>
          <p:spPr>
            <a:xfrm>
              <a:off x="2727889" y="-19597"/>
              <a:ext cx="2352676" cy="3171824"/>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C4C4CD"/>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9" name="Freeform 65">
              <a:extLst>
                <a:ext uri="{FF2B5EF4-FFF2-40B4-BE49-F238E27FC236}">
                  <a16:creationId xmlns:a16="http://schemas.microsoft.com/office/drawing/2014/main" id="{7F335E91-C22E-40ED-9D90-0E75984E4172}"/>
                </a:ext>
              </a:extLst>
            </p:cNvPr>
            <p:cNvSpPr/>
            <p:nvPr userDrawn="1"/>
          </p:nvSpPr>
          <p:spPr>
            <a:xfrm>
              <a:off x="1827359" y="-18083"/>
              <a:ext cx="2352675" cy="3171825"/>
            </a:xfrm>
            <a:custGeom>
              <a:avLst/>
              <a:gdLst>
                <a:gd name="connsiteX0" fmla="*/ 1447800 w 2352675"/>
                <a:gd name="connsiteY0" fmla="*/ 0 h 3171825"/>
                <a:gd name="connsiteX1" fmla="*/ 2352675 w 2352675"/>
                <a:gd name="connsiteY1" fmla="*/ 0 h 3171825"/>
                <a:gd name="connsiteX2" fmla="*/ 971550 w 2352675"/>
                <a:gd name="connsiteY2" fmla="*/ 3171825 h 3171825"/>
                <a:gd name="connsiteX3" fmla="*/ 0 w 2352675"/>
                <a:gd name="connsiteY3" fmla="*/ 3171825 h 3171825"/>
                <a:gd name="connsiteX4" fmla="*/ 1447800 w 2352675"/>
                <a:gd name="connsiteY4" fmla="*/ 0 h 3171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5" h="3171825">
                  <a:moveTo>
                    <a:pt x="1447800" y="0"/>
                  </a:moveTo>
                  <a:lnTo>
                    <a:pt x="2352675" y="0"/>
                  </a:lnTo>
                  <a:lnTo>
                    <a:pt x="971550" y="3171825"/>
                  </a:lnTo>
                  <a:lnTo>
                    <a:pt x="0" y="3171825"/>
                  </a:lnTo>
                  <a:lnTo>
                    <a:pt x="1447800" y="0"/>
                  </a:lnTo>
                  <a:close/>
                </a:path>
              </a:pathLst>
            </a:custGeom>
            <a:solidFill>
              <a:srgbClr val="FFE600"/>
            </a:solidFill>
            <a:ln w="254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ko-KR" altLang="en-US" sz="1799" b="0" i="0" u="none" strike="noStrike" kern="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20" name="Rectangle 19">
            <a:extLst>
              <a:ext uri="{FF2B5EF4-FFF2-40B4-BE49-F238E27FC236}">
                <a16:creationId xmlns:a16="http://schemas.microsoft.com/office/drawing/2014/main" id="{317E0D16-ED19-4E87-BB9C-15BCE44F5189}"/>
              </a:ext>
            </a:extLst>
          </p:cNvPr>
          <p:cNvSpPr/>
          <p:nvPr userDrawn="1"/>
        </p:nvSpPr>
        <p:spPr>
          <a:xfrm flipV="1">
            <a:off x="7666188" y="-1178"/>
            <a:ext cx="4525807" cy="75606"/>
          </a:xfrm>
          <a:prstGeom prst="rect">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Tree>
    <p:extLst>
      <p:ext uri="{BB962C8B-B14F-4D97-AF65-F5344CB8AC3E}">
        <p14:creationId xmlns:p14="http://schemas.microsoft.com/office/powerpoint/2010/main" val="716372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Final legal text - America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129049-E3D5-4C0A-BB1F-72BEDB1FB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174" y="0"/>
            <a:ext cx="1218565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Arial" panose="020B0604020202020204" pitchFamily="34"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Arial" panose="020B0604020202020204" pitchFamily="34"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Arial" panose="020B0604020202020204" pitchFamily="34"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Arial" panose="020B0604020202020204" pitchFamily="34"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Arial" panose="020B0604020202020204"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5" name="Picture 4">
            <a:extLst>
              <a:ext uri="{FF2B5EF4-FFF2-40B4-BE49-F238E27FC236}">
                <a16:creationId xmlns:a16="http://schemas.microsoft.com/office/drawing/2014/main" id="{4D914874-385D-4448-8CB3-32A67084151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spTree>
    <p:extLst>
      <p:ext uri="{BB962C8B-B14F-4D97-AF65-F5344CB8AC3E}">
        <p14:creationId xmlns:p14="http://schemas.microsoft.com/office/powerpoint/2010/main" val="26704044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Final legal text - Asia Pac">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50" y="0"/>
            <a:ext cx="1218565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Arial" panose="020B0604020202020204" pitchFamily="34"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Arial" panose="020B0604020202020204" pitchFamily="34"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Arial" panose="020B0604020202020204" pitchFamily="34"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Arial" panose="020B0604020202020204" pitchFamily="34"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Arial" panose="020B0604020202020204"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4" name="Picture 3">
            <a:extLst>
              <a:ext uri="{FF2B5EF4-FFF2-40B4-BE49-F238E27FC236}">
                <a16:creationId xmlns:a16="http://schemas.microsoft.com/office/drawing/2014/main" id="{7ABACEBF-8570-465A-953C-A6D305AB035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spTree>
    <p:extLst>
      <p:ext uri="{BB962C8B-B14F-4D97-AF65-F5344CB8AC3E}">
        <p14:creationId xmlns:p14="http://schemas.microsoft.com/office/powerpoint/2010/main" val="255087915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Final legal text - EMEIA">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83BDE2E-2BCF-4140-945E-7D5610CDE4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49" y="0"/>
            <a:ext cx="12185658"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Arial" panose="020B0604020202020204" pitchFamily="34"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Arial" panose="020B0604020202020204" pitchFamily="34"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Arial" panose="020B0604020202020204" pitchFamily="34"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Arial" panose="020B0604020202020204" pitchFamily="34"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Arial" panose="020B0604020202020204"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5" name="Picture 4">
            <a:extLst>
              <a:ext uri="{FF2B5EF4-FFF2-40B4-BE49-F238E27FC236}">
                <a16:creationId xmlns:a16="http://schemas.microsoft.com/office/drawing/2014/main" id="{CE45C137-B93D-4977-8C7A-22484DA2A6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5118" y="5438508"/>
            <a:ext cx="986524" cy="1156968"/>
          </a:xfrm>
          <a:prstGeom prst="rect">
            <a:avLst/>
          </a:prstGeom>
        </p:spPr>
      </p:pic>
    </p:spTree>
    <p:extLst>
      <p:ext uri="{BB962C8B-B14F-4D97-AF65-F5344CB8AC3E}">
        <p14:creationId xmlns:p14="http://schemas.microsoft.com/office/powerpoint/2010/main" val="243366504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1"/>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4"/>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6"/>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3" y="2674775"/>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9"/>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2"/>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5"/>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79024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688277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3" y="26747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115799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4326834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3" y="26747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1535683"/>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5576350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6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3" y="26747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1913373"/>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6451160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18" name="Rectangle 17">
            <a:hlinkClick r:id="" action="ppaction://noaction"/>
            <a:extLst>
              <a:ext uri="{FF2B5EF4-FFF2-40B4-BE49-F238E27FC236}">
                <a16:creationId xmlns:a16="http://schemas.microsoft.com/office/drawing/2014/main" id="{896044E8-CC33-4BC5-9A9C-6FF815B36441}"/>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19" name="Rectangle 18">
            <a:hlinkClick r:id="" action="ppaction://noaction"/>
            <a:extLst>
              <a:ext uri="{FF2B5EF4-FFF2-40B4-BE49-F238E27FC236}">
                <a16:creationId xmlns:a16="http://schemas.microsoft.com/office/drawing/2014/main" id="{A27A8AAA-D572-4CA4-828B-23A7D3714669}"/>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20" name="Rectangle 19">
            <a:hlinkClick r:id="" action="ppaction://noaction"/>
            <a:extLst>
              <a:ext uri="{FF2B5EF4-FFF2-40B4-BE49-F238E27FC236}">
                <a16:creationId xmlns:a16="http://schemas.microsoft.com/office/drawing/2014/main" id="{3BF24282-CA87-4E7C-B65F-CCB4DD6AF63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21" name="Rectangle 20">
            <a:hlinkClick r:id="" action="ppaction://noaction"/>
            <a:extLst>
              <a:ext uri="{FF2B5EF4-FFF2-40B4-BE49-F238E27FC236}">
                <a16:creationId xmlns:a16="http://schemas.microsoft.com/office/drawing/2014/main" id="{53CB24DA-958F-43A1-9864-E5D076048718}"/>
              </a:ext>
            </a:extLst>
          </p:cNvPr>
          <p:cNvSpPr/>
          <p:nvPr userDrawn="1"/>
        </p:nvSpPr>
        <p:spPr>
          <a:xfrm>
            <a:off x="263103" y="26747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22" name="Rectangle 21">
            <a:hlinkClick r:id="" action="ppaction://noaction"/>
            <a:extLst>
              <a:ext uri="{FF2B5EF4-FFF2-40B4-BE49-F238E27FC236}">
                <a16:creationId xmlns:a16="http://schemas.microsoft.com/office/drawing/2014/main" id="{DCFA0E0A-0710-4AA0-ADA5-C547AF5E28AE}"/>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23" name="Rectangle 22">
            <a:hlinkClick r:id="" action="ppaction://noaction"/>
            <a:extLst>
              <a:ext uri="{FF2B5EF4-FFF2-40B4-BE49-F238E27FC236}">
                <a16:creationId xmlns:a16="http://schemas.microsoft.com/office/drawing/2014/main" id="{BA1B258C-F4E0-423A-8C4F-BC41E3A4E080}"/>
              </a:ext>
            </a:extLst>
          </p:cNvPr>
          <p:cNvSpPr/>
          <p:nvPr userDrawn="1"/>
        </p:nvSpPr>
        <p:spPr>
          <a:xfrm>
            <a:off x="263103" y="1920961"/>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24" name="Rectangle 23">
            <a:hlinkClick r:id="" action="ppaction://noaction"/>
            <a:extLst>
              <a:ext uri="{FF2B5EF4-FFF2-40B4-BE49-F238E27FC236}">
                <a16:creationId xmlns:a16="http://schemas.microsoft.com/office/drawing/2014/main" id="{041CB1AC-C196-4C7C-B149-37175DC3F092}"/>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25" name="Isosceles Triangle 24">
            <a:extLst>
              <a:ext uri="{FF2B5EF4-FFF2-40B4-BE49-F238E27FC236}">
                <a16:creationId xmlns:a16="http://schemas.microsoft.com/office/drawing/2014/main" id="{31C0E873-F746-461D-8446-676E28B47A33}"/>
              </a:ext>
            </a:extLst>
          </p:cNvPr>
          <p:cNvSpPr/>
          <p:nvPr userDrawn="1"/>
        </p:nvSpPr>
        <p:spPr>
          <a:xfrm rot="5400000">
            <a:off x="1353573" y="229105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489228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18" name="Rectangle 17">
            <a:hlinkClick r:id="" action="ppaction://noaction"/>
            <a:extLst>
              <a:ext uri="{FF2B5EF4-FFF2-40B4-BE49-F238E27FC236}">
                <a16:creationId xmlns:a16="http://schemas.microsoft.com/office/drawing/2014/main" id="{02457875-C5ED-413D-BF1F-D284CECC7D90}"/>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19" name="Rectangle 18">
            <a:hlinkClick r:id="" action="ppaction://noaction"/>
            <a:extLst>
              <a:ext uri="{FF2B5EF4-FFF2-40B4-BE49-F238E27FC236}">
                <a16:creationId xmlns:a16="http://schemas.microsoft.com/office/drawing/2014/main" id="{E5E68B43-B942-4A87-BFCD-DA2717B25712}"/>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20" name="Rectangle 19">
            <a:hlinkClick r:id="" action="ppaction://noaction"/>
            <a:extLst>
              <a:ext uri="{FF2B5EF4-FFF2-40B4-BE49-F238E27FC236}">
                <a16:creationId xmlns:a16="http://schemas.microsoft.com/office/drawing/2014/main" id="{049377F6-1877-49B0-8D37-18E57B820A9E}"/>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21" name="Rectangle 20">
            <a:hlinkClick r:id="" action="ppaction://noaction"/>
            <a:extLst>
              <a:ext uri="{FF2B5EF4-FFF2-40B4-BE49-F238E27FC236}">
                <a16:creationId xmlns:a16="http://schemas.microsoft.com/office/drawing/2014/main" id="{61F0D4F2-7558-42C2-9CF8-3BA986C60E0B}"/>
              </a:ext>
            </a:extLst>
          </p:cNvPr>
          <p:cNvSpPr/>
          <p:nvPr userDrawn="1"/>
        </p:nvSpPr>
        <p:spPr>
          <a:xfrm>
            <a:off x="263103" y="267477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Maturity Wheel</a:t>
            </a:r>
          </a:p>
        </p:txBody>
      </p:sp>
      <p:sp>
        <p:nvSpPr>
          <p:cNvPr id="22" name="Rectangle 21">
            <a:hlinkClick r:id="" action="ppaction://noaction"/>
            <a:extLst>
              <a:ext uri="{FF2B5EF4-FFF2-40B4-BE49-F238E27FC236}">
                <a16:creationId xmlns:a16="http://schemas.microsoft.com/office/drawing/2014/main" id="{8AB4BFC2-0A13-4079-88B3-63CCF0E77CB4}"/>
              </a:ext>
            </a:extLst>
          </p:cNvPr>
          <p:cNvSpPr/>
          <p:nvPr userDrawn="1"/>
        </p:nvSpPr>
        <p:spPr>
          <a:xfrm>
            <a:off x="263103" y="229786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 Ops &amp; Control &amp; Mgt</a:t>
            </a:r>
          </a:p>
        </p:txBody>
      </p:sp>
      <p:sp>
        <p:nvSpPr>
          <p:cNvPr id="23" name="Rectangle 22">
            <a:hlinkClick r:id="" action="ppaction://noaction"/>
            <a:extLst>
              <a:ext uri="{FF2B5EF4-FFF2-40B4-BE49-F238E27FC236}">
                <a16:creationId xmlns:a16="http://schemas.microsoft.com/office/drawing/2014/main" id="{5403414A-0EF5-43BE-A39A-D59E49113969}"/>
              </a:ext>
            </a:extLst>
          </p:cNvPr>
          <p:cNvSpPr/>
          <p:nvPr userDrawn="1"/>
        </p:nvSpPr>
        <p:spPr>
          <a:xfrm>
            <a:off x="263103" y="1920961"/>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24" name="Rectangle 23">
            <a:hlinkClick r:id="" action="ppaction://noaction"/>
            <a:extLst>
              <a:ext uri="{FF2B5EF4-FFF2-40B4-BE49-F238E27FC236}">
                <a16:creationId xmlns:a16="http://schemas.microsoft.com/office/drawing/2014/main" id="{7F1994F2-F996-460B-85CE-8AF4628ED221}"/>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25" name="Isosceles Triangle 24">
            <a:extLst>
              <a:ext uri="{FF2B5EF4-FFF2-40B4-BE49-F238E27FC236}">
                <a16:creationId xmlns:a16="http://schemas.microsoft.com/office/drawing/2014/main" id="{80B4D5C8-BC23-41C4-A5E5-60C99550E697}"/>
              </a:ext>
            </a:extLst>
          </p:cNvPr>
          <p:cNvSpPr/>
          <p:nvPr userDrawn="1"/>
        </p:nvSpPr>
        <p:spPr>
          <a:xfrm rot="5400000">
            <a:off x="1353573" y="266874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962948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9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4535537"/>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3"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2" name="Rectangle 21">
            <a:hlinkClick r:id="" action="ppaction://noaction"/>
            <a:extLst>
              <a:ext uri="{FF2B5EF4-FFF2-40B4-BE49-F238E27FC236}">
                <a16:creationId xmlns:a16="http://schemas.microsoft.com/office/drawing/2014/main" id="{1850D23D-3266-4BAD-B391-1391280F0351}"/>
              </a:ext>
            </a:extLst>
          </p:cNvPr>
          <p:cNvSpPr/>
          <p:nvPr userDrawn="1"/>
        </p:nvSpPr>
        <p:spPr>
          <a:xfrm>
            <a:off x="362804" y="3035740"/>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Service Scope</a:t>
            </a:r>
          </a:p>
        </p:txBody>
      </p:sp>
      <p:sp>
        <p:nvSpPr>
          <p:cNvPr id="23" name="Rectangle 22">
            <a:hlinkClick r:id="" action="ppaction://noaction"/>
            <a:extLst>
              <a:ext uri="{FF2B5EF4-FFF2-40B4-BE49-F238E27FC236}">
                <a16:creationId xmlns:a16="http://schemas.microsoft.com/office/drawing/2014/main" id="{9E1AEE24-A1EB-43F7-BECF-EDA848EDE00E}"/>
              </a:ext>
            </a:extLst>
          </p:cNvPr>
          <p:cNvSpPr/>
          <p:nvPr userDrawn="1"/>
        </p:nvSpPr>
        <p:spPr>
          <a:xfrm>
            <a:off x="362804" y="3409021"/>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Trade Operating Model</a:t>
            </a:r>
          </a:p>
        </p:txBody>
      </p:sp>
      <p:sp>
        <p:nvSpPr>
          <p:cNvPr id="24" name="Rectangle 23">
            <a:hlinkClick r:id="" action="ppaction://noaction"/>
            <a:extLst>
              <a:ext uri="{FF2B5EF4-FFF2-40B4-BE49-F238E27FC236}">
                <a16:creationId xmlns:a16="http://schemas.microsoft.com/office/drawing/2014/main" id="{1BB29C8D-1CDA-4F01-B7B8-3132B0204C3A}"/>
              </a:ext>
            </a:extLst>
          </p:cNvPr>
          <p:cNvSpPr/>
          <p:nvPr userDrawn="1"/>
        </p:nvSpPr>
        <p:spPr>
          <a:xfrm>
            <a:off x="362804" y="378230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Location Model</a:t>
            </a:r>
          </a:p>
        </p:txBody>
      </p:sp>
      <p:sp>
        <p:nvSpPr>
          <p:cNvPr id="25" name="Rectangle 24">
            <a:hlinkClick r:id="" action="ppaction://noaction"/>
            <a:extLst>
              <a:ext uri="{FF2B5EF4-FFF2-40B4-BE49-F238E27FC236}">
                <a16:creationId xmlns:a16="http://schemas.microsoft.com/office/drawing/2014/main" id="{926628A6-53BB-4859-B446-5807135266C0}"/>
              </a:ext>
            </a:extLst>
          </p:cNvPr>
          <p:cNvSpPr/>
          <p:nvPr userDrawn="1"/>
        </p:nvSpPr>
        <p:spPr>
          <a:xfrm>
            <a:off x="362804" y="415558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Sourcing Model</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3" y="266631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7" name="Isosceles Triangle 26">
            <a:extLst>
              <a:ext uri="{FF2B5EF4-FFF2-40B4-BE49-F238E27FC236}">
                <a16:creationId xmlns:a16="http://schemas.microsoft.com/office/drawing/2014/main" id="{27FAC986-4A88-4505-88DF-B9FFC4222B78}"/>
              </a:ext>
            </a:extLst>
          </p:cNvPr>
          <p:cNvSpPr/>
          <p:nvPr userDrawn="1"/>
        </p:nvSpPr>
        <p:spPr>
          <a:xfrm rot="5400000">
            <a:off x="1356888" y="302743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594513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6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497841"/>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43665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3" y="473551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2" name="Rectangle 21">
            <a:hlinkClick r:id="" action="ppaction://noaction"/>
            <a:extLst>
              <a:ext uri="{FF2B5EF4-FFF2-40B4-BE49-F238E27FC236}">
                <a16:creationId xmlns:a16="http://schemas.microsoft.com/office/drawing/2014/main" id="{1850D23D-3266-4BAD-B391-1391280F0351}"/>
              </a:ext>
            </a:extLst>
          </p:cNvPr>
          <p:cNvSpPr/>
          <p:nvPr userDrawn="1"/>
        </p:nvSpPr>
        <p:spPr>
          <a:xfrm>
            <a:off x="362804" y="2866777"/>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Service Scope</a:t>
            </a:r>
          </a:p>
        </p:txBody>
      </p:sp>
      <p:sp>
        <p:nvSpPr>
          <p:cNvPr id="23" name="Rectangle 22">
            <a:hlinkClick r:id="" action="ppaction://noaction"/>
            <a:extLst>
              <a:ext uri="{FF2B5EF4-FFF2-40B4-BE49-F238E27FC236}">
                <a16:creationId xmlns:a16="http://schemas.microsoft.com/office/drawing/2014/main" id="{9E1AEE24-A1EB-43F7-BECF-EDA848EDE00E}"/>
              </a:ext>
            </a:extLst>
          </p:cNvPr>
          <p:cNvSpPr/>
          <p:nvPr userDrawn="1"/>
        </p:nvSpPr>
        <p:spPr>
          <a:xfrm>
            <a:off x="362804" y="324005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Trade Operating Model</a:t>
            </a:r>
          </a:p>
        </p:txBody>
      </p:sp>
      <p:sp>
        <p:nvSpPr>
          <p:cNvPr id="24" name="Rectangle 23">
            <a:hlinkClick r:id="" action="ppaction://noaction"/>
            <a:extLst>
              <a:ext uri="{FF2B5EF4-FFF2-40B4-BE49-F238E27FC236}">
                <a16:creationId xmlns:a16="http://schemas.microsoft.com/office/drawing/2014/main" id="{1BB29C8D-1CDA-4F01-B7B8-3132B0204C3A}"/>
              </a:ext>
            </a:extLst>
          </p:cNvPr>
          <p:cNvSpPr/>
          <p:nvPr userDrawn="1"/>
        </p:nvSpPr>
        <p:spPr>
          <a:xfrm>
            <a:off x="362804" y="3613339"/>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Location Model</a:t>
            </a:r>
          </a:p>
        </p:txBody>
      </p:sp>
      <p:sp>
        <p:nvSpPr>
          <p:cNvPr id="25" name="Rectangle 24">
            <a:hlinkClick r:id="" action="ppaction://noaction"/>
            <a:extLst>
              <a:ext uri="{FF2B5EF4-FFF2-40B4-BE49-F238E27FC236}">
                <a16:creationId xmlns:a16="http://schemas.microsoft.com/office/drawing/2014/main" id="{926628A6-53BB-4859-B446-5807135266C0}"/>
              </a:ext>
            </a:extLst>
          </p:cNvPr>
          <p:cNvSpPr/>
          <p:nvPr userDrawn="1"/>
        </p:nvSpPr>
        <p:spPr>
          <a:xfrm>
            <a:off x="362804" y="3986619"/>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Sourcing Model</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3" y="249734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7" name="Isosceles Triangle 26">
            <a:extLst>
              <a:ext uri="{FF2B5EF4-FFF2-40B4-BE49-F238E27FC236}">
                <a16:creationId xmlns:a16="http://schemas.microsoft.com/office/drawing/2014/main" id="{27FAC986-4A88-4505-88DF-B9FFC4222B78}"/>
              </a:ext>
            </a:extLst>
          </p:cNvPr>
          <p:cNvSpPr/>
          <p:nvPr userDrawn="1"/>
        </p:nvSpPr>
        <p:spPr>
          <a:xfrm rot="5400000">
            <a:off x="1356888" y="285846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8" name="Rectangle 27">
            <a:hlinkClick r:id="" action="ppaction://noaction"/>
            <a:extLst>
              <a:ext uri="{FF2B5EF4-FFF2-40B4-BE49-F238E27FC236}">
                <a16:creationId xmlns:a16="http://schemas.microsoft.com/office/drawing/2014/main" id="{B44F4ED8-2ED6-4B13-98A4-42D8DE61CDA6}"/>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29" name="Isosceles Triangle 28">
            <a:extLst>
              <a:ext uri="{FF2B5EF4-FFF2-40B4-BE49-F238E27FC236}">
                <a16:creationId xmlns:a16="http://schemas.microsoft.com/office/drawing/2014/main" id="{85EB4B86-A7FB-452D-8607-3D7EA0234716}"/>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0" name="Rectangle 29">
            <a:hlinkClick r:id="" action="ppaction://noaction"/>
            <a:extLst>
              <a:ext uri="{FF2B5EF4-FFF2-40B4-BE49-F238E27FC236}">
                <a16:creationId xmlns:a16="http://schemas.microsoft.com/office/drawing/2014/main" id="{1D73140C-9838-41A6-862D-844C206299C8}"/>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31" name="Isosceles Triangle 30">
            <a:extLst>
              <a:ext uri="{FF2B5EF4-FFF2-40B4-BE49-F238E27FC236}">
                <a16:creationId xmlns:a16="http://schemas.microsoft.com/office/drawing/2014/main" id="{7F7A94B1-B398-4562-9D60-FF7B1632F120}"/>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2" name="Rectangle 31">
            <a:hlinkClick r:id="" action="ppaction://noaction"/>
            <a:extLst>
              <a:ext uri="{FF2B5EF4-FFF2-40B4-BE49-F238E27FC236}">
                <a16:creationId xmlns:a16="http://schemas.microsoft.com/office/drawing/2014/main" id="{8386AF6A-0300-43D2-8ECA-579C25AF7FAA}"/>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33" name="Isosceles Triangle 32">
            <a:extLst>
              <a:ext uri="{FF2B5EF4-FFF2-40B4-BE49-F238E27FC236}">
                <a16:creationId xmlns:a16="http://schemas.microsoft.com/office/drawing/2014/main" id="{F3EEB803-DED6-4769-A7EF-08EE79F41F7B}"/>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4" name="Rectangle 33">
            <a:hlinkClick r:id="" action="ppaction://noaction"/>
            <a:extLst>
              <a:ext uri="{FF2B5EF4-FFF2-40B4-BE49-F238E27FC236}">
                <a16:creationId xmlns:a16="http://schemas.microsoft.com/office/drawing/2014/main" id="{E357F2D6-C03E-459A-8668-D51C5B742494}"/>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35" name="Isosceles Triangle 34">
            <a:extLst>
              <a:ext uri="{FF2B5EF4-FFF2-40B4-BE49-F238E27FC236}">
                <a16:creationId xmlns:a16="http://schemas.microsoft.com/office/drawing/2014/main" id="{7AE4A1A9-D9F5-451A-9E86-CE5E6ADCE5E5}"/>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6" name="Isosceles Triangle 35">
            <a:extLst>
              <a:ext uri="{FF2B5EF4-FFF2-40B4-BE49-F238E27FC236}">
                <a16:creationId xmlns:a16="http://schemas.microsoft.com/office/drawing/2014/main" id="{AB6B604B-4C5A-450D-A793-4C91D3717CF6}"/>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9569349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7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497841"/>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43665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3" y="473551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3" y="249734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8" name="Rectangle 27">
            <a:hlinkClick r:id="" action="ppaction://noaction"/>
            <a:extLst>
              <a:ext uri="{FF2B5EF4-FFF2-40B4-BE49-F238E27FC236}">
                <a16:creationId xmlns:a16="http://schemas.microsoft.com/office/drawing/2014/main" id="{B44F4ED8-2ED6-4B13-98A4-42D8DE61CDA6}"/>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29" name="Isosceles Triangle 28">
            <a:extLst>
              <a:ext uri="{FF2B5EF4-FFF2-40B4-BE49-F238E27FC236}">
                <a16:creationId xmlns:a16="http://schemas.microsoft.com/office/drawing/2014/main" id="{85EB4B86-A7FB-452D-8607-3D7EA0234716}"/>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0" name="Rectangle 29">
            <a:hlinkClick r:id="" action="ppaction://noaction"/>
            <a:extLst>
              <a:ext uri="{FF2B5EF4-FFF2-40B4-BE49-F238E27FC236}">
                <a16:creationId xmlns:a16="http://schemas.microsoft.com/office/drawing/2014/main" id="{1D73140C-9838-41A6-862D-844C206299C8}"/>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31" name="Isosceles Triangle 30">
            <a:extLst>
              <a:ext uri="{FF2B5EF4-FFF2-40B4-BE49-F238E27FC236}">
                <a16:creationId xmlns:a16="http://schemas.microsoft.com/office/drawing/2014/main" id="{7F7A94B1-B398-4562-9D60-FF7B1632F120}"/>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2" name="Rectangle 31">
            <a:hlinkClick r:id="" action="ppaction://noaction"/>
            <a:extLst>
              <a:ext uri="{FF2B5EF4-FFF2-40B4-BE49-F238E27FC236}">
                <a16:creationId xmlns:a16="http://schemas.microsoft.com/office/drawing/2014/main" id="{8386AF6A-0300-43D2-8ECA-579C25AF7FAA}"/>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34" name="Rectangle 33">
            <a:hlinkClick r:id="" action="ppaction://noaction"/>
            <a:extLst>
              <a:ext uri="{FF2B5EF4-FFF2-40B4-BE49-F238E27FC236}">
                <a16:creationId xmlns:a16="http://schemas.microsoft.com/office/drawing/2014/main" id="{E357F2D6-C03E-459A-8668-D51C5B742494}"/>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36" name="Isosceles Triangle 35">
            <a:extLst>
              <a:ext uri="{FF2B5EF4-FFF2-40B4-BE49-F238E27FC236}">
                <a16:creationId xmlns:a16="http://schemas.microsoft.com/office/drawing/2014/main" id="{AB6B604B-4C5A-450D-A793-4C91D3717CF6}"/>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7" name="Rectangle 36">
            <a:hlinkClick r:id="" action="ppaction://noaction"/>
            <a:extLst>
              <a:ext uri="{FF2B5EF4-FFF2-40B4-BE49-F238E27FC236}">
                <a16:creationId xmlns:a16="http://schemas.microsoft.com/office/drawing/2014/main" id="{F94044C8-5A3A-491A-AB4E-A29C7EAE7F84}"/>
              </a:ext>
            </a:extLst>
          </p:cNvPr>
          <p:cNvSpPr/>
          <p:nvPr userDrawn="1"/>
        </p:nvSpPr>
        <p:spPr>
          <a:xfrm>
            <a:off x="362804" y="287678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Scope</a:t>
            </a:r>
          </a:p>
        </p:txBody>
      </p:sp>
      <p:sp>
        <p:nvSpPr>
          <p:cNvPr id="38" name="Rectangle 37">
            <a:hlinkClick r:id="" action="ppaction://noaction"/>
            <a:extLst>
              <a:ext uri="{FF2B5EF4-FFF2-40B4-BE49-F238E27FC236}">
                <a16:creationId xmlns:a16="http://schemas.microsoft.com/office/drawing/2014/main" id="{D1D7A2B2-8345-4CFB-9B0C-BC73285A48C1}"/>
              </a:ext>
            </a:extLst>
          </p:cNvPr>
          <p:cNvSpPr/>
          <p:nvPr userDrawn="1"/>
        </p:nvSpPr>
        <p:spPr>
          <a:xfrm>
            <a:off x="342926" y="3250069"/>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Target Operating Model</a:t>
            </a:r>
          </a:p>
        </p:txBody>
      </p:sp>
      <p:sp>
        <p:nvSpPr>
          <p:cNvPr id="39" name="Rectangle 38">
            <a:hlinkClick r:id="" action="ppaction://noaction"/>
            <a:extLst>
              <a:ext uri="{FF2B5EF4-FFF2-40B4-BE49-F238E27FC236}">
                <a16:creationId xmlns:a16="http://schemas.microsoft.com/office/drawing/2014/main" id="{1F97393B-A4E2-4736-9D88-4463AE54C8DE}"/>
              </a:ext>
            </a:extLst>
          </p:cNvPr>
          <p:cNvSpPr/>
          <p:nvPr userDrawn="1"/>
        </p:nvSpPr>
        <p:spPr>
          <a:xfrm>
            <a:off x="362804" y="362335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Location Model</a:t>
            </a:r>
          </a:p>
        </p:txBody>
      </p:sp>
      <p:sp>
        <p:nvSpPr>
          <p:cNvPr id="40" name="Rectangle 39">
            <a:hlinkClick r:id="" action="ppaction://noaction"/>
            <a:extLst>
              <a:ext uri="{FF2B5EF4-FFF2-40B4-BE49-F238E27FC236}">
                <a16:creationId xmlns:a16="http://schemas.microsoft.com/office/drawing/2014/main" id="{5241B91E-4B27-4C04-A5DE-E9C484B02917}"/>
              </a:ext>
            </a:extLst>
          </p:cNvPr>
          <p:cNvSpPr/>
          <p:nvPr userDrawn="1"/>
        </p:nvSpPr>
        <p:spPr>
          <a:xfrm>
            <a:off x="362804" y="399663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Sourcing Model</a:t>
            </a:r>
          </a:p>
        </p:txBody>
      </p:sp>
      <p:sp>
        <p:nvSpPr>
          <p:cNvPr id="41" name="Isosceles Triangle 40">
            <a:extLst>
              <a:ext uri="{FF2B5EF4-FFF2-40B4-BE49-F238E27FC236}">
                <a16:creationId xmlns:a16="http://schemas.microsoft.com/office/drawing/2014/main" id="{26BF7370-E20B-40AB-B4D6-A86829C6F9AA}"/>
              </a:ext>
            </a:extLst>
          </p:cNvPr>
          <p:cNvSpPr/>
          <p:nvPr userDrawn="1"/>
        </p:nvSpPr>
        <p:spPr>
          <a:xfrm rot="5400000">
            <a:off x="1337010" y="3236226"/>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060710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8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497841"/>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43665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3" y="473551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3" y="249734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8" name="Rectangle 27">
            <a:hlinkClick r:id="" action="ppaction://noaction"/>
            <a:extLst>
              <a:ext uri="{FF2B5EF4-FFF2-40B4-BE49-F238E27FC236}">
                <a16:creationId xmlns:a16="http://schemas.microsoft.com/office/drawing/2014/main" id="{B44F4ED8-2ED6-4B13-98A4-42D8DE61CDA6}"/>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29" name="Isosceles Triangle 28">
            <a:extLst>
              <a:ext uri="{FF2B5EF4-FFF2-40B4-BE49-F238E27FC236}">
                <a16:creationId xmlns:a16="http://schemas.microsoft.com/office/drawing/2014/main" id="{85EB4B86-A7FB-452D-8607-3D7EA0234716}"/>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0" name="Rectangle 29">
            <a:hlinkClick r:id="" action="ppaction://noaction"/>
            <a:extLst>
              <a:ext uri="{FF2B5EF4-FFF2-40B4-BE49-F238E27FC236}">
                <a16:creationId xmlns:a16="http://schemas.microsoft.com/office/drawing/2014/main" id="{1D73140C-9838-41A6-862D-844C206299C8}"/>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31" name="Isosceles Triangle 30">
            <a:extLst>
              <a:ext uri="{FF2B5EF4-FFF2-40B4-BE49-F238E27FC236}">
                <a16:creationId xmlns:a16="http://schemas.microsoft.com/office/drawing/2014/main" id="{7F7A94B1-B398-4562-9D60-FF7B1632F120}"/>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2" name="Rectangle 31">
            <a:hlinkClick r:id="" action="ppaction://noaction"/>
            <a:extLst>
              <a:ext uri="{FF2B5EF4-FFF2-40B4-BE49-F238E27FC236}">
                <a16:creationId xmlns:a16="http://schemas.microsoft.com/office/drawing/2014/main" id="{8386AF6A-0300-43D2-8ECA-579C25AF7FAA}"/>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33" name="Isosceles Triangle 32">
            <a:extLst>
              <a:ext uri="{FF2B5EF4-FFF2-40B4-BE49-F238E27FC236}">
                <a16:creationId xmlns:a16="http://schemas.microsoft.com/office/drawing/2014/main" id="{F3EEB803-DED6-4769-A7EF-08EE79F41F7B}"/>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4" name="Rectangle 33">
            <a:hlinkClick r:id="" action="ppaction://noaction"/>
            <a:extLst>
              <a:ext uri="{FF2B5EF4-FFF2-40B4-BE49-F238E27FC236}">
                <a16:creationId xmlns:a16="http://schemas.microsoft.com/office/drawing/2014/main" id="{E357F2D6-C03E-459A-8668-D51C5B742494}"/>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35" name="Isosceles Triangle 34">
            <a:extLst>
              <a:ext uri="{FF2B5EF4-FFF2-40B4-BE49-F238E27FC236}">
                <a16:creationId xmlns:a16="http://schemas.microsoft.com/office/drawing/2014/main" id="{7AE4A1A9-D9F5-451A-9E86-CE5E6ADCE5E5}"/>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6" name="Isosceles Triangle 35">
            <a:extLst>
              <a:ext uri="{FF2B5EF4-FFF2-40B4-BE49-F238E27FC236}">
                <a16:creationId xmlns:a16="http://schemas.microsoft.com/office/drawing/2014/main" id="{AB6B604B-4C5A-450D-A793-4C91D3717CF6}"/>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7" name="Rectangle 36">
            <a:hlinkClick r:id="" action="ppaction://noaction"/>
            <a:extLst>
              <a:ext uri="{FF2B5EF4-FFF2-40B4-BE49-F238E27FC236}">
                <a16:creationId xmlns:a16="http://schemas.microsoft.com/office/drawing/2014/main" id="{F94044C8-5A3A-491A-AB4E-A29C7EAE7F84}"/>
              </a:ext>
            </a:extLst>
          </p:cNvPr>
          <p:cNvSpPr/>
          <p:nvPr userDrawn="1"/>
        </p:nvSpPr>
        <p:spPr>
          <a:xfrm>
            <a:off x="362804" y="287678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Scope</a:t>
            </a:r>
          </a:p>
        </p:txBody>
      </p:sp>
      <p:sp>
        <p:nvSpPr>
          <p:cNvPr id="27" name="Rectangle 26">
            <a:hlinkClick r:id="" action="ppaction://noaction"/>
            <a:extLst>
              <a:ext uri="{FF2B5EF4-FFF2-40B4-BE49-F238E27FC236}">
                <a16:creationId xmlns:a16="http://schemas.microsoft.com/office/drawing/2014/main" id="{0801A897-47E7-4885-B702-E3F283E8DF14}"/>
              </a:ext>
            </a:extLst>
          </p:cNvPr>
          <p:cNvSpPr/>
          <p:nvPr userDrawn="1"/>
        </p:nvSpPr>
        <p:spPr>
          <a:xfrm>
            <a:off x="362804" y="3250069"/>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Target Operating Model</a:t>
            </a:r>
          </a:p>
        </p:txBody>
      </p:sp>
      <p:sp>
        <p:nvSpPr>
          <p:cNvPr id="42" name="Rectangle 41">
            <a:hlinkClick r:id="" action="ppaction://noaction"/>
            <a:extLst>
              <a:ext uri="{FF2B5EF4-FFF2-40B4-BE49-F238E27FC236}">
                <a16:creationId xmlns:a16="http://schemas.microsoft.com/office/drawing/2014/main" id="{503760E2-3625-48F0-885F-5358253C8B41}"/>
              </a:ext>
            </a:extLst>
          </p:cNvPr>
          <p:cNvSpPr/>
          <p:nvPr userDrawn="1"/>
        </p:nvSpPr>
        <p:spPr>
          <a:xfrm>
            <a:off x="362804" y="3623350"/>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Location Model</a:t>
            </a:r>
          </a:p>
        </p:txBody>
      </p:sp>
      <p:sp>
        <p:nvSpPr>
          <p:cNvPr id="43" name="Rectangle 42">
            <a:hlinkClick r:id="" action="ppaction://noaction"/>
            <a:extLst>
              <a:ext uri="{FF2B5EF4-FFF2-40B4-BE49-F238E27FC236}">
                <a16:creationId xmlns:a16="http://schemas.microsoft.com/office/drawing/2014/main" id="{8E4FEB7B-E855-4DAB-AC24-393540E45847}"/>
              </a:ext>
            </a:extLst>
          </p:cNvPr>
          <p:cNvSpPr/>
          <p:nvPr userDrawn="1"/>
        </p:nvSpPr>
        <p:spPr>
          <a:xfrm>
            <a:off x="362804" y="399663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Sourcing Model</a:t>
            </a:r>
          </a:p>
        </p:txBody>
      </p:sp>
      <p:sp>
        <p:nvSpPr>
          <p:cNvPr id="44" name="Isosceles Triangle 43">
            <a:extLst>
              <a:ext uri="{FF2B5EF4-FFF2-40B4-BE49-F238E27FC236}">
                <a16:creationId xmlns:a16="http://schemas.microsoft.com/office/drawing/2014/main" id="{7F342E46-D660-4D72-91E4-F904CB912934}"/>
              </a:ext>
            </a:extLst>
          </p:cNvPr>
          <p:cNvSpPr/>
          <p:nvPr userDrawn="1"/>
        </p:nvSpPr>
        <p:spPr>
          <a:xfrm rot="5400000">
            <a:off x="1337010" y="3623854"/>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3690486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9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497841"/>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436657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3" y="473551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3" y="249734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8" name="Rectangle 27">
            <a:hlinkClick r:id="" action="ppaction://noaction"/>
            <a:extLst>
              <a:ext uri="{FF2B5EF4-FFF2-40B4-BE49-F238E27FC236}">
                <a16:creationId xmlns:a16="http://schemas.microsoft.com/office/drawing/2014/main" id="{B44F4ED8-2ED6-4B13-98A4-42D8DE61CDA6}"/>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29" name="Isosceles Triangle 28">
            <a:extLst>
              <a:ext uri="{FF2B5EF4-FFF2-40B4-BE49-F238E27FC236}">
                <a16:creationId xmlns:a16="http://schemas.microsoft.com/office/drawing/2014/main" id="{85EB4B86-A7FB-452D-8607-3D7EA0234716}"/>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0" name="Rectangle 29">
            <a:hlinkClick r:id="" action="ppaction://noaction"/>
            <a:extLst>
              <a:ext uri="{FF2B5EF4-FFF2-40B4-BE49-F238E27FC236}">
                <a16:creationId xmlns:a16="http://schemas.microsoft.com/office/drawing/2014/main" id="{1D73140C-9838-41A6-862D-844C206299C8}"/>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31" name="Isosceles Triangle 30">
            <a:extLst>
              <a:ext uri="{FF2B5EF4-FFF2-40B4-BE49-F238E27FC236}">
                <a16:creationId xmlns:a16="http://schemas.microsoft.com/office/drawing/2014/main" id="{7F7A94B1-B398-4562-9D60-FF7B1632F120}"/>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2" name="Rectangle 31">
            <a:hlinkClick r:id="" action="ppaction://noaction"/>
            <a:extLst>
              <a:ext uri="{FF2B5EF4-FFF2-40B4-BE49-F238E27FC236}">
                <a16:creationId xmlns:a16="http://schemas.microsoft.com/office/drawing/2014/main" id="{8386AF6A-0300-43D2-8ECA-579C25AF7FAA}"/>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33" name="Isosceles Triangle 32">
            <a:extLst>
              <a:ext uri="{FF2B5EF4-FFF2-40B4-BE49-F238E27FC236}">
                <a16:creationId xmlns:a16="http://schemas.microsoft.com/office/drawing/2014/main" id="{F3EEB803-DED6-4769-A7EF-08EE79F41F7B}"/>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4" name="Rectangle 33">
            <a:hlinkClick r:id="" action="ppaction://noaction"/>
            <a:extLst>
              <a:ext uri="{FF2B5EF4-FFF2-40B4-BE49-F238E27FC236}">
                <a16:creationId xmlns:a16="http://schemas.microsoft.com/office/drawing/2014/main" id="{E357F2D6-C03E-459A-8668-D51C5B742494}"/>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35" name="Isosceles Triangle 34">
            <a:extLst>
              <a:ext uri="{FF2B5EF4-FFF2-40B4-BE49-F238E27FC236}">
                <a16:creationId xmlns:a16="http://schemas.microsoft.com/office/drawing/2014/main" id="{7AE4A1A9-D9F5-451A-9E86-CE5E6ADCE5E5}"/>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6" name="Isosceles Triangle 35">
            <a:extLst>
              <a:ext uri="{FF2B5EF4-FFF2-40B4-BE49-F238E27FC236}">
                <a16:creationId xmlns:a16="http://schemas.microsoft.com/office/drawing/2014/main" id="{AB6B604B-4C5A-450D-A793-4C91D3717CF6}"/>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7" name="Rectangle 36">
            <a:hlinkClick r:id="" action="ppaction://noaction"/>
            <a:extLst>
              <a:ext uri="{FF2B5EF4-FFF2-40B4-BE49-F238E27FC236}">
                <a16:creationId xmlns:a16="http://schemas.microsoft.com/office/drawing/2014/main" id="{F94044C8-5A3A-491A-AB4E-A29C7EAE7F84}"/>
              </a:ext>
            </a:extLst>
          </p:cNvPr>
          <p:cNvSpPr/>
          <p:nvPr userDrawn="1"/>
        </p:nvSpPr>
        <p:spPr>
          <a:xfrm>
            <a:off x="362804" y="287678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Scope</a:t>
            </a:r>
          </a:p>
        </p:txBody>
      </p:sp>
      <p:sp>
        <p:nvSpPr>
          <p:cNvPr id="23" name="Rectangle 22">
            <a:hlinkClick r:id="" action="ppaction://noaction"/>
            <a:extLst>
              <a:ext uri="{FF2B5EF4-FFF2-40B4-BE49-F238E27FC236}">
                <a16:creationId xmlns:a16="http://schemas.microsoft.com/office/drawing/2014/main" id="{37EF5C69-526B-4B92-9498-0EB14AEA5CFF}"/>
              </a:ext>
            </a:extLst>
          </p:cNvPr>
          <p:cNvSpPr/>
          <p:nvPr userDrawn="1"/>
        </p:nvSpPr>
        <p:spPr>
          <a:xfrm>
            <a:off x="359489" y="3608061"/>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Location Model</a:t>
            </a:r>
          </a:p>
        </p:txBody>
      </p:sp>
      <p:sp>
        <p:nvSpPr>
          <p:cNvPr id="24" name="Rectangle 23">
            <a:hlinkClick r:id="" action="ppaction://noaction"/>
            <a:extLst>
              <a:ext uri="{FF2B5EF4-FFF2-40B4-BE49-F238E27FC236}">
                <a16:creationId xmlns:a16="http://schemas.microsoft.com/office/drawing/2014/main" id="{59B51D62-4396-4B18-A7FF-EDC2483172C8}"/>
              </a:ext>
            </a:extLst>
          </p:cNvPr>
          <p:cNvSpPr/>
          <p:nvPr userDrawn="1"/>
        </p:nvSpPr>
        <p:spPr>
          <a:xfrm>
            <a:off x="359489" y="3981341"/>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Sourcing Model</a:t>
            </a:r>
          </a:p>
        </p:txBody>
      </p:sp>
      <p:sp>
        <p:nvSpPr>
          <p:cNvPr id="25" name="Isosceles Triangle 24">
            <a:extLst>
              <a:ext uri="{FF2B5EF4-FFF2-40B4-BE49-F238E27FC236}">
                <a16:creationId xmlns:a16="http://schemas.microsoft.com/office/drawing/2014/main" id="{9BD54022-1F00-453C-9094-39C679A67057}"/>
              </a:ext>
            </a:extLst>
          </p:cNvPr>
          <p:cNvSpPr/>
          <p:nvPr userDrawn="1"/>
        </p:nvSpPr>
        <p:spPr>
          <a:xfrm rot="5400000">
            <a:off x="1353573" y="398625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8" name="Rectangle 37">
            <a:hlinkClick r:id="" action="ppaction://noaction"/>
            <a:extLst>
              <a:ext uri="{FF2B5EF4-FFF2-40B4-BE49-F238E27FC236}">
                <a16:creationId xmlns:a16="http://schemas.microsoft.com/office/drawing/2014/main" id="{BCA7CA0E-1A60-4024-A642-2BF8467159DF}"/>
              </a:ext>
            </a:extLst>
          </p:cNvPr>
          <p:cNvSpPr/>
          <p:nvPr userDrawn="1"/>
        </p:nvSpPr>
        <p:spPr>
          <a:xfrm>
            <a:off x="362804" y="3250069"/>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Target Operating Model</a:t>
            </a:r>
          </a:p>
        </p:txBody>
      </p:sp>
    </p:spTree>
    <p:extLst>
      <p:ext uri="{BB962C8B-B14F-4D97-AF65-F5344CB8AC3E}">
        <p14:creationId xmlns:p14="http://schemas.microsoft.com/office/powerpoint/2010/main" val="233531764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1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4"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4"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9" y="97143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4"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9" y="603277"/>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4"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6" y="2774734"/>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4"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8" y="2428400"/>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4"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9" y="2075893"/>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4"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6" y="167027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4"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4" y="266680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4" y="4535537"/>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4"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2" name="Rectangle 21">
            <a:hlinkClick r:id="" action="ppaction://noaction"/>
            <a:extLst>
              <a:ext uri="{FF2B5EF4-FFF2-40B4-BE49-F238E27FC236}">
                <a16:creationId xmlns:a16="http://schemas.microsoft.com/office/drawing/2014/main" id="{1850D23D-3266-4BAD-B391-1391280F0351}"/>
              </a:ext>
            </a:extLst>
          </p:cNvPr>
          <p:cNvSpPr/>
          <p:nvPr userDrawn="1"/>
        </p:nvSpPr>
        <p:spPr>
          <a:xfrm>
            <a:off x="362805" y="303574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Scope</a:t>
            </a:r>
          </a:p>
        </p:txBody>
      </p:sp>
      <p:sp>
        <p:nvSpPr>
          <p:cNvPr id="23" name="Rectangle 22">
            <a:hlinkClick r:id="" action="ppaction://noaction"/>
            <a:extLst>
              <a:ext uri="{FF2B5EF4-FFF2-40B4-BE49-F238E27FC236}">
                <a16:creationId xmlns:a16="http://schemas.microsoft.com/office/drawing/2014/main" id="{9E1AEE24-A1EB-43F7-BECF-EDA848EDE00E}"/>
              </a:ext>
            </a:extLst>
          </p:cNvPr>
          <p:cNvSpPr/>
          <p:nvPr userDrawn="1"/>
        </p:nvSpPr>
        <p:spPr>
          <a:xfrm>
            <a:off x="362805" y="3409021"/>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Trade Operating Model</a:t>
            </a:r>
          </a:p>
        </p:txBody>
      </p:sp>
      <p:sp>
        <p:nvSpPr>
          <p:cNvPr id="24" name="Rectangle 23">
            <a:hlinkClick r:id="" action="ppaction://noaction"/>
            <a:extLst>
              <a:ext uri="{FF2B5EF4-FFF2-40B4-BE49-F238E27FC236}">
                <a16:creationId xmlns:a16="http://schemas.microsoft.com/office/drawing/2014/main" id="{1BB29C8D-1CDA-4F01-B7B8-3132B0204C3A}"/>
              </a:ext>
            </a:extLst>
          </p:cNvPr>
          <p:cNvSpPr/>
          <p:nvPr userDrawn="1"/>
        </p:nvSpPr>
        <p:spPr>
          <a:xfrm>
            <a:off x="362805" y="378230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Location Model</a:t>
            </a:r>
          </a:p>
        </p:txBody>
      </p:sp>
      <p:sp>
        <p:nvSpPr>
          <p:cNvPr id="25" name="Rectangle 24">
            <a:hlinkClick r:id="" action="ppaction://noaction"/>
            <a:extLst>
              <a:ext uri="{FF2B5EF4-FFF2-40B4-BE49-F238E27FC236}">
                <a16:creationId xmlns:a16="http://schemas.microsoft.com/office/drawing/2014/main" id="{926628A6-53BB-4859-B446-5807135266C0}"/>
              </a:ext>
            </a:extLst>
          </p:cNvPr>
          <p:cNvSpPr/>
          <p:nvPr userDrawn="1"/>
        </p:nvSpPr>
        <p:spPr>
          <a:xfrm>
            <a:off x="362805" y="415558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Sourcing Model</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4" y="266631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7" name="Isosceles Triangle 26">
            <a:extLst>
              <a:ext uri="{FF2B5EF4-FFF2-40B4-BE49-F238E27FC236}">
                <a16:creationId xmlns:a16="http://schemas.microsoft.com/office/drawing/2014/main" id="{27FAC986-4A88-4505-88DF-B9FFC4222B78}"/>
              </a:ext>
            </a:extLst>
          </p:cNvPr>
          <p:cNvSpPr/>
          <p:nvPr userDrawn="1"/>
        </p:nvSpPr>
        <p:spPr>
          <a:xfrm rot="5400000">
            <a:off x="1356889" y="339517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75182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2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4"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4"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9" y="97143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4"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9" y="603277"/>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4"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6" y="2774734"/>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4"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8" y="2428400"/>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4"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9" y="2075893"/>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4"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6" y="167027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4"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4" y="266680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4" y="4535537"/>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4"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2" name="Rectangle 21">
            <a:hlinkClick r:id="" action="ppaction://noaction"/>
            <a:extLst>
              <a:ext uri="{FF2B5EF4-FFF2-40B4-BE49-F238E27FC236}">
                <a16:creationId xmlns:a16="http://schemas.microsoft.com/office/drawing/2014/main" id="{1850D23D-3266-4BAD-B391-1391280F0351}"/>
              </a:ext>
            </a:extLst>
          </p:cNvPr>
          <p:cNvSpPr/>
          <p:nvPr userDrawn="1"/>
        </p:nvSpPr>
        <p:spPr>
          <a:xfrm>
            <a:off x="362805" y="303574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Scope</a:t>
            </a:r>
          </a:p>
        </p:txBody>
      </p:sp>
      <p:sp>
        <p:nvSpPr>
          <p:cNvPr id="23" name="Rectangle 22">
            <a:hlinkClick r:id="" action="ppaction://noaction"/>
            <a:extLst>
              <a:ext uri="{FF2B5EF4-FFF2-40B4-BE49-F238E27FC236}">
                <a16:creationId xmlns:a16="http://schemas.microsoft.com/office/drawing/2014/main" id="{9E1AEE24-A1EB-43F7-BECF-EDA848EDE00E}"/>
              </a:ext>
            </a:extLst>
          </p:cNvPr>
          <p:cNvSpPr/>
          <p:nvPr userDrawn="1"/>
        </p:nvSpPr>
        <p:spPr>
          <a:xfrm>
            <a:off x="362805" y="3409021"/>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Trade Operating Model</a:t>
            </a:r>
          </a:p>
        </p:txBody>
      </p:sp>
      <p:sp>
        <p:nvSpPr>
          <p:cNvPr id="24" name="Rectangle 23">
            <a:hlinkClick r:id="" action="ppaction://noaction"/>
            <a:extLst>
              <a:ext uri="{FF2B5EF4-FFF2-40B4-BE49-F238E27FC236}">
                <a16:creationId xmlns:a16="http://schemas.microsoft.com/office/drawing/2014/main" id="{1BB29C8D-1CDA-4F01-B7B8-3132B0204C3A}"/>
              </a:ext>
            </a:extLst>
          </p:cNvPr>
          <p:cNvSpPr/>
          <p:nvPr userDrawn="1"/>
        </p:nvSpPr>
        <p:spPr>
          <a:xfrm>
            <a:off x="362805" y="3782302"/>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Location Model</a:t>
            </a:r>
          </a:p>
        </p:txBody>
      </p:sp>
      <p:sp>
        <p:nvSpPr>
          <p:cNvPr id="25" name="Rectangle 24">
            <a:hlinkClick r:id="" action="ppaction://noaction"/>
            <a:extLst>
              <a:ext uri="{FF2B5EF4-FFF2-40B4-BE49-F238E27FC236}">
                <a16:creationId xmlns:a16="http://schemas.microsoft.com/office/drawing/2014/main" id="{926628A6-53BB-4859-B446-5807135266C0}"/>
              </a:ext>
            </a:extLst>
          </p:cNvPr>
          <p:cNvSpPr/>
          <p:nvPr userDrawn="1"/>
        </p:nvSpPr>
        <p:spPr>
          <a:xfrm>
            <a:off x="362805" y="415558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Sourcing Model</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4" y="266631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7" name="Isosceles Triangle 26">
            <a:extLst>
              <a:ext uri="{FF2B5EF4-FFF2-40B4-BE49-F238E27FC236}">
                <a16:creationId xmlns:a16="http://schemas.microsoft.com/office/drawing/2014/main" id="{27FAC986-4A88-4505-88DF-B9FFC4222B78}"/>
              </a:ext>
            </a:extLst>
          </p:cNvPr>
          <p:cNvSpPr/>
          <p:nvPr userDrawn="1"/>
        </p:nvSpPr>
        <p:spPr>
          <a:xfrm rot="5400000">
            <a:off x="1356889" y="3782806"/>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0251489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3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4" name="Rectangle 83">
            <a:hlinkClick r:id="" action="ppaction://noaction"/>
            <a:extLst>
              <a:ext uri="{FF2B5EF4-FFF2-40B4-BE49-F238E27FC236}">
                <a16:creationId xmlns:a16="http://schemas.microsoft.com/office/drawing/2014/main" id="{50E6E2E5-2F33-477C-B1C1-D0D5CB6012B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4535537"/>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21" name="Rectangle 20">
            <a:hlinkClick r:id="" action="ppaction://noaction"/>
            <a:extLst>
              <a:ext uri="{FF2B5EF4-FFF2-40B4-BE49-F238E27FC236}">
                <a16:creationId xmlns:a16="http://schemas.microsoft.com/office/drawing/2014/main" id="{0575DE51-E411-416D-AC73-5EAD468DEB69}"/>
              </a:ext>
            </a:extLst>
          </p:cNvPr>
          <p:cNvSpPr/>
          <p:nvPr userDrawn="1"/>
        </p:nvSpPr>
        <p:spPr>
          <a:xfrm>
            <a:off x="263103"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22" name="Rectangle 21">
            <a:hlinkClick r:id="" action="ppaction://noaction"/>
            <a:extLst>
              <a:ext uri="{FF2B5EF4-FFF2-40B4-BE49-F238E27FC236}">
                <a16:creationId xmlns:a16="http://schemas.microsoft.com/office/drawing/2014/main" id="{1850D23D-3266-4BAD-B391-1391280F0351}"/>
              </a:ext>
            </a:extLst>
          </p:cNvPr>
          <p:cNvSpPr/>
          <p:nvPr userDrawn="1"/>
        </p:nvSpPr>
        <p:spPr>
          <a:xfrm>
            <a:off x="362804" y="303574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Scope</a:t>
            </a:r>
          </a:p>
        </p:txBody>
      </p:sp>
      <p:sp>
        <p:nvSpPr>
          <p:cNvPr id="23" name="Rectangle 22">
            <a:hlinkClick r:id="" action="ppaction://noaction"/>
            <a:extLst>
              <a:ext uri="{FF2B5EF4-FFF2-40B4-BE49-F238E27FC236}">
                <a16:creationId xmlns:a16="http://schemas.microsoft.com/office/drawing/2014/main" id="{9E1AEE24-A1EB-43F7-BECF-EDA848EDE00E}"/>
              </a:ext>
            </a:extLst>
          </p:cNvPr>
          <p:cNvSpPr/>
          <p:nvPr userDrawn="1"/>
        </p:nvSpPr>
        <p:spPr>
          <a:xfrm>
            <a:off x="362804" y="3409021"/>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Trade Operating Model</a:t>
            </a:r>
          </a:p>
        </p:txBody>
      </p:sp>
      <p:sp>
        <p:nvSpPr>
          <p:cNvPr id="24" name="Rectangle 23">
            <a:hlinkClick r:id="" action="ppaction://noaction"/>
            <a:extLst>
              <a:ext uri="{FF2B5EF4-FFF2-40B4-BE49-F238E27FC236}">
                <a16:creationId xmlns:a16="http://schemas.microsoft.com/office/drawing/2014/main" id="{1BB29C8D-1CDA-4F01-B7B8-3132B0204C3A}"/>
              </a:ext>
            </a:extLst>
          </p:cNvPr>
          <p:cNvSpPr/>
          <p:nvPr userDrawn="1"/>
        </p:nvSpPr>
        <p:spPr>
          <a:xfrm>
            <a:off x="362804" y="378230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Location Model</a:t>
            </a:r>
          </a:p>
        </p:txBody>
      </p:sp>
      <p:sp>
        <p:nvSpPr>
          <p:cNvPr id="25" name="Rectangle 24">
            <a:hlinkClick r:id="" action="ppaction://noaction"/>
            <a:extLst>
              <a:ext uri="{FF2B5EF4-FFF2-40B4-BE49-F238E27FC236}">
                <a16:creationId xmlns:a16="http://schemas.microsoft.com/office/drawing/2014/main" id="{926628A6-53BB-4859-B446-5807135266C0}"/>
              </a:ext>
            </a:extLst>
          </p:cNvPr>
          <p:cNvSpPr/>
          <p:nvPr userDrawn="1"/>
        </p:nvSpPr>
        <p:spPr>
          <a:xfrm>
            <a:off x="362804" y="4155582"/>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Sourcing Model</a:t>
            </a:r>
          </a:p>
        </p:txBody>
      </p:sp>
      <p:sp>
        <p:nvSpPr>
          <p:cNvPr id="26" name="Isosceles Triangle 25">
            <a:extLst>
              <a:ext uri="{FF2B5EF4-FFF2-40B4-BE49-F238E27FC236}">
                <a16:creationId xmlns:a16="http://schemas.microsoft.com/office/drawing/2014/main" id="{0C3F712E-142D-48E3-95E2-9CEECC187650}"/>
              </a:ext>
            </a:extLst>
          </p:cNvPr>
          <p:cNvSpPr/>
          <p:nvPr userDrawn="1"/>
        </p:nvSpPr>
        <p:spPr>
          <a:xfrm rot="5400000">
            <a:off x="1353573" y="266631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7" name="Isosceles Triangle 26">
            <a:extLst>
              <a:ext uri="{FF2B5EF4-FFF2-40B4-BE49-F238E27FC236}">
                <a16:creationId xmlns:a16="http://schemas.microsoft.com/office/drawing/2014/main" id="{27FAC986-4A88-4505-88DF-B9FFC4222B78}"/>
              </a:ext>
            </a:extLst>
          </p:cNvPr>
          <p:cNvSpPr/>
          <p:nvPr userDrawn="1"/>
        </p:nvSpPr>
        <p:spPr>
          <a:xfrm rot="5400000">
            <a:off x="1356888" y="416049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4575596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0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33" name="Rectangle 32">
            <a:hlinkClick r:id="" action="ppaction://noaction"/>
            <a:extLst>
              <a:ext uri="{FF2B5EF4-FFF2-40B4-BE49-F238E27FC236}">
                <a16:creationId xmlns:a16="http://schemas.microsoft.com/office/drawing/2014/main" id="{1984DE14-0B49-4DEC-A6EC-284D609F59E7}"/>
              </a:ext>
            </a:extLst>
          </p:cNvPr>
          <p:cNvSpPr/>
          <p:nvPr userDrawn="1"/>
        </p:nvSpPr>
        <p:spPr>
          <a:xfrm>
            <a:off x="342926" y="3404676"/>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Governance</a:t>
            </a:r>
          </a:p>
        </p:txBody>
      </p:sp>
      <p:sp>
        <p:nvSpPr>
          <p:cNvPr id="34" name="Rectangle 33">
            <a:hlinkClick r:id="" action="ppaction://noaction"/>
            <a:extLst>
              <a:ext uri="{FF2B5EF4-FFF2-40B4-BE49-F238E27FC236}">
                <a16:creationId xmlns:a16="http://schemas.microsoft.com/office/drawing/2014/main" id="{438DD96A-AB97-475C-BC2C-954634781246}"/>
              </a:ext>
            </a:extLst>
          </p:cNvPr>
          <p:cNvSpPr/>
          <p:nvPr userDrawn="1"/>
        </p:nvSpPr>
        <p:spPr>
          <a:xfrm>
            <a:off x="342926" y="3777957"/>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Delivery</a:t>
            </a:r>
          </a:p>
        </p:txBody>
      </p:sp>
      <p:sp>
        <p:nvSpPr>
          <p:cNvPr id="35" name="Rectangle 34">
            <a:hlinkClick r:id="" action="ppaction://noaction"/>
            <a:extLst>
              <a:ext uri="{FF2B5EF4-FFF2-40B4-BE49-F238E27FC236}">
                <a16:creationId xmlns:a16="http://schemas.microsoft.com/office/drawing/2014/main" id="{C0ED16A8-CB15-4871-AC86-33A26A50445A}"/>
              </a:ext>
            </a:extLst>
          </p:cNvPr>
          <p:cNvSpPr/>
          <p:nvPr userDrawn="1"/>
        </p:nvSpPr>
        <p:spPr>
          <a:xfrm>
            <a:off x="342926" y="415123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Human Capital</a:t>
            </a:r>
          </a:p>
        </p:txBody>
      </p:sp>
      <p:sp>
        <p:nvSpPr>
          <p:cNvPr id="36" name="Rectangle 35">
            <a:hlinkClick r:id="" action="ppaction://noaction"/>
            <a:extLst>
              <a:ext uri="{FF2B5EF4-FFF2-40B4-BE49-F238E27FC236}">
                <a16:creationId xmlns:a16="http://schemas.microsoft.com/office/drawing/2014/main" id="{99E61381-5411-439C-AFE2-11F5803D4280}"/>
              </a:ext>
            </a:extLst>
          </p:cNvPr>
          <p:cNvSpPr/>
          <p:nvPr userDrawn="1"/>
        </p:nvSpPr>
        <p:spPr>
          <a:xfrm>
            <a:off x="342926" y="452451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Enabling Technology</a:t>
            </a:r>
          </a:p>
        </p:txBody>
      </p:sp>
      <p:sp>
        <p:nvSpPr>
          <p:cNvPr id="37" name="Isosceles Triangle 36">
            <a:extLst>
              <a:ext uri="{FF2B5EF4-FFF2-40B4-BE49-F238E27FC236}">
                <a16:creationId xmlns:a16="http://schemas.microsoft.com/office/drawing/2014/main" id="{8B930E88-697A-4AF5-BF3E-EFB85C1D35AC}"/>
              </a:ext>
            </a:extLst>
          </p:cNvPr>
          <p:cNvSpPr/>
          <p:nvPr userDrawn="1"/>
        </p:nvSpPr>
        <p:spPr>
          <a:xfrm rot="5400000">
            <a:off x="1346949" y="303855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39" name="Rectangle 38">
            <a:hlinkClick r:id="" action="ppaction://noaction"/>
            <a:extLst>
              <a:ext uri="{FF2B5EF4-FFF2-40B4-BE49-F238E27FC236}">
                <a16:creationId xmlns:a16="http://schemas.microsoft.com/office/drawing/2014/main" id="{D6B0D4C5-96AB-4919-9DC2-5D162557A103}"/>
              </a:ext>
            </a:extLst>
          </p:cNvPr>
          <p:cNvSpPr/>
          <p:nvPr userDrawn="1"/>
        </p:nvSpPr>
        <p:spPr>
          <a:xfrm>
            <a:off x="263103"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40" name="Isosceles Triangle 39">
            <a:extLst>
              <a:ext uri="{FF2B5EF4-FFF2-40B4-BE49-F238E27FC236}">
                <a16:creationId xmlns:a16="http://schemas.microsoft.com/office/drawing/2014/main" id="{A43F90C2-9454-4FD8-85EE-975F50E16E67}"/>
              </a:ext>
            </a:extLst>
          </p:cNvPr>
          <p:cNvSpPr/>
          <p:nvPr userDrawn="1"/>
        </p:nvSpPr>
        <p:spPr>
          <a:xfrm rot="5400000">
            <a:off x="1340325" y="340961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7078199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0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27" name="Isosceles Triangle 26">
            <a:extLst>
              <a:ext uri="{FF2B5EF4-FFF2-40B4-BE49-F238E27FC236}">
                <a16:creationId xmlns:a16="http://schemas.microsoft.com/office/drawing/2014/main" id="{C32ACD6C-0250-4EE9-8238-40EDF5156D1D}"/>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5" name="Rectangle 44">
            <a:hlinkClick r:id="" action="ppaction://noaction"/>
            <a:extLst>
              <a:ext uri="{FF2B5EF4-FFF2-40B4-BE49-F238E27FC236}">
                <a16:creationId xmlns:a16="http://schemas.microsoft.com/office/drawing/2014/main" id="{EFF15522-C4C3-4302-BAED-BB97BBC0CA6B}"/>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46" name="Isosceles Triangle 45">
            <a:extLst>
              <a:ext uri="{FF2B5EF4-FFF2-40B4-BE49-F238E27FC236}">
                <a16:creationId xmlns:a16="http://schemas.microsoft.com/office/drawing/2014/main" id="{E3B64DD5-E5D5-4969-8951-E6E53567477A}"/>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7" name="Rectangle 46">
            <a:hlinkClick r:id="" action="ppaction://noaction"/>
            <a:extLst>
              <a:ext uri="{FF2B5EF4-FFF2-40B4-BE49-F238E27FC236}">
                <a16:creationId xmlns:a16="http://schemas.microsoft.com/office/drawing/2014/main" id="{623B46FC-8B59-49A7-A046-C45D293F92AF}"/>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49" name="Isosceles Triangle 48">
            <a:extLst>
              <a:ext uri="{FF2B5EF4-FFF2-40B4-BE49-F238E27FC236}">
                <a16:creationId xmlns:a16="http://schemas.microsoft.com/office/drawing/2014/main" id="{81186DE7-EB57-486E-BAF4-37932495FE5E}"/>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hlinkClick r:id="" action="ppaction://noaction"/>
            <a:extLst>
              <a:ext uri="{FF2B5EF4-FFF2-40B4-BE49-F238E27FC236}">
                <a16:creationId xmlns:a16="http://schemas.microsoft.com/office/drawing/2014/main" id="{E6C7D255-2A4C-499E-97B5-8EC18BE8786D}"/>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1" name="Isosceles Triangle 50">
            <a:extLst>
              <a:ext uri="{FF2B5EF4-FFF2-40B4-BE49-F238E27FC236}">
                <a16:creationId xmlns:a16="http://schemas.microsoft.com/office/drawing/2014/main" id="{4F95C15A-A8DC-4656-BC84-D12D45A421E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2" name="Rectangle 51">
            <a:hlinkClick r:id="" action="ppaction://noaction"/>
            <a:extLst>
              <a:ext uri="{FF2B5EF4-FFF2-40B4-BE49-F238E27FC236}">
                <a16:creationId xmlns:a16="http://schemas.microsoft.com/office/drawing/2014/main" id="{97C310CA-3F4E-44B7-ACEC-BC309F1CB102}"/>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3" name="Isosceles Triangle 52">
            <a:extLst>
              <a:ext uri="{FF2B5EF4-FFF2-40B4-BE49-F238E27FC236}">
                <a16:creationId xmlns:a16="http://schemas.microsoft.com/office/drawing/2014/main" id="{BF1C1459-CFC7-4DD8-829D-2A361090C311}"/>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4" name="Isosceles Triangle 53">
            <a:extLst>
              <a:ext uri="{FF2B5EF4-FFF2-40B4-BE49-F238E27FC236}">
                <a16:creationId xmlns:a16="http://schemas.microsoft.com/office/drawing/2014/main" id="{705E2341-CDF6-4EE5-BE25-F4861689591C}"/>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449B88C1-8F4D-472A-A3B8-304033D51EFC}"/>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50AA728B-98CD-42BF-AD9E-03FCB8CBB545}"/>
              </a:ext>
            </a:extLst>
          </p:cNvPr>
          <p:cNvSpPr/>
          <p:nvPr userDrawn="1"/>
        </p:nvSpPr>
        <p:spPr>
          <a:xfrm>
            <a:off x="263103" y="2858056"/>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57" name="Rectangle 56">
            <a:hlinkClick r:id="" action="ppaction://noaction"/>
            <a:extLst>
              <a:ext uri="{FF2B5EF4-FFF2-40B4-BE49-F238E27FC236}">
                <a16:creationId xmlns:a16="http://schemas.microsoft.com/office/drawing/2014/main" id="{9D5EB2A0-C54F-46D5-9FB1-28A9704EB380}"/>
              </a:ext>
            </a:extLst>
          </p:cNvPr>
          <p:cNvSpPr/>
          <p:nvPr userDrawn="1"/>
        </p:nvSpPr>
        <p:spPr>
          <a:xfrm>
            <a:off x="342926" y="3226992"/>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Governance</a:t>
            </a:r>
          </a:p>
        </p:txBody>
      </p:sp>
      <p:sp>
        <p:nvSpPr>
          <p:cNvPr id="58" name="Rectangle 57">
            <a:hlinkClick r:id="" action="ppaction://noaction"/>
            <a:extLst>
              <a:ext uri="{FF2B5EF4-FFF2-40B4-BE49-F238E27FC236}">
                <a16:creationId xmlns:a16="http://schemas.microsoft.com/office/drawing/2014/main" id="{B64A2A80-8BFE-41B6-910A-7A6916261FA0}"/>
              </a:ext>
            </a:extLst>
          </p:cNvPr>
          <p:cNvSpPr/>
          <p:nvPr userDrawn="1"/>
        </p:nvSpPr>
        <p:spPr>
          <a:xfrm>
            <a:off x="342926" y="3600273"/>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Delivery</a:t>
            </a:r>
          </a:p>
        </p:txBody>
      </p:sp>
      <p:sp>
        <p:nvSpPr>
          <p:cNvPr id="61" name="Rectangle 60">
            <a:hlinkClick r:id="" action="ppaction://noaction"/>
            <a:extLst>
              <a:ext uri="{FF2B5EF4-FFF2-40B4-BE49-F238E27FC236}">
                <a16:creationId xmlns:a16="http://schemas.microsoft.com/office/drawing/2014/main" id="{88489EB2-C43F-4629-A264-4362C69DF5E9}"/>
              </a:ext>
            </a:extLst>
          </p:cNvPr>
          <p:cNvSpPr/>
          <p:nvPr userDrawn="1"/>
        </p:nvSpPr>
        <p:spPr>
          <a:xfrm>
            <a:off x="342926" y="397355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Human Capital</a:t>
            </a:r>
          </a:p>
        </p:txBody>
      </p:sp>
      <p:sp>
        <p:nvSpPr>
          <p:cNvPr id="64" name="Rectangle 63">
            <a:hlinkClick r:id="" action="ppaction://noaction"/>
            <a:extLst>
              <a:ext uri="{FF2B5EF4-FFF2-40B4-BE49-F238E27FC236}">
                <a16:creationId xmlns:a16="http://schemas.microsoft.com/office/drawing/2014/main" id="{2733690F-E897-4CF4-A0B2-928F01E0BD4D}"/>
              </a:ext>
            </a:extLst>
          </p:cNvPr>
          <p:cNvSpPr/>
          <p:nvPr userDrawn="1"/>
        </p:nvSpPr>
        <p:spPr>
          <a:xfrm>
            <a:off x="342926" y="434683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Enabling Technology</a:t>
            </a:r>
          </a:p>
        </p:txBody>
      </p:sp>
      <p:sp>
        <p:nvSpPr>
          <p:cNvPr id="65" name="Rectangle 64">
            <a:hlinkClick r:id="" action="ppaction://noaction"/>
            <a:extLst>
              <a:ext uri="{FF2B5EF4-FFF2-40B4-BE49-F238E27FC236}">
                <a16:creationId xmlns:a16="http://schemas.microsoft.com/office/drawing/2014/main" id="{3F8C8347-25F1-46E9-AC58-DCEB74342D31}"/>
              </a:ext>
            </a:extLst>
          </p:cNvPr>
          <p:cNvSpPr/>
          <p:nvPr userDrawn="1"/>
        </p:nvSpPr>
        <p:spPr>
          <a:xfrm>
            <a:off x="263103" y="4726789"/>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66" name="Isosceles Triangle 65">
            <a:extLst>
              <a:ext uri="{FF2B5EF4-FFF2-40B4-BE49-F238E27FC236}">
                <a16:creationId xmlns:a16="http://schemas.microsoft.com/office/drawing/2014/main" id="{1E48585C-4F23-445F-A485-011A4BCBBD07}"/>
              </a:ext>
            </a:extLst>
          </p:cNvPr>
          <p:cNvSpPr/>
          <p:nvPr userDrawn="1"/>
        </p:nvSpPr>
        <p:spPr>
          <a:xfrm rot="5400000">
            <a:off x="1353573" y="284776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67" name="Isosceles Triangle 66">
            <a:extLst>
              <a:ext uri="{FF2B5EF4-FFF2-40B4-BE49-F238E27FC236}">
                <a16:creationId xmlns:a16="http://schemas.microsoft.com/office/drawing/2014/main" id="{07444679-A2EA-45DD-8975-FBEE3CB30712}"/>
              </a:ext>
            </a:extLst>
          </p:cNvPr>
          <p:cNvSpPr/>
          <p:nvPr userDrawn="1"/>
        </p:nvSpPr>
        <p:spPr>
          <a:xfrm rot="5400000">
            <a:off x="1340082" y="32289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8932904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1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27" name="Isosceles Triangle 26">
            <a:extLst>
              <a:ext uri="{FF2B5EF4-FFF2-40B4-BE49-F238E27FC236}">
                <a16:creationId xmlns:a16="http://schemas.microsoft.com/office/drawing/2014/main" id="{C32ACD6C-0250-4EE9-8238-40EDF5156D1D}"/>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5" name="Rectangle 44">
            <a:hlinkClick r:id="" action="ppaction://noaction"/>
            <a:extLst>
              <a:ext uri="{FF2B5EF4-FFF2-40B4-BE49-F238E27FC236}">
                <a16:creationId xmlns:a16="http://schemas.microsoft.com/office/drawing/2014/main" id="{EFF15522-C4C3-4302-BAED-BB97BBC0CA6B}"/>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46" name="Isosceles Triangle 45">
            <a:extLst>
              <a:ext uri="{FF2B5EF4-FFF2-40B4-BE49-F238E27FC236}">
                <a16:creationId xmlns:a16="http://schemas.microsoft.com/office/drawing/2014/main" id="{E3B64DD5-E5D5-4969-8951-E6E53567477A}"/>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7" name="Rectangle 46">
            <a:hlinkClick r:id="" action="ppaction://noaction"/>
            <a:extLst>
              <a:ext uri="{FF2B5EF4-FFF2-40B4-BE49-F238E27FC236}">
                <a16:creationId xmlns:a16="http://schemas.microsoft.com/office/drawing/2014/main" id="{623B46FC-8B59-49A7-A046-C45D293F92AF}"/>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49" name="Isosceles Triangle 48">
            <a:extLst>
              <a:ext uri="{FF2B5EF4-FFF2-40B4-BE49-F238E27FC236}">
                <a16:creationId xmlns:a16="http://schemas.microsoft.com/office/drawing/2014/main" id="{81186DE7-EB57-486E-BAF4-37932495FE5E}"/>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hlinkClick r:id="" action="ppaction://noaction"/>
            <a:extLst>
              <a:ext uri="{FF2B5EF4-FFF2-40B4-BE49-F238E27FC236}">
                <a16:creationId xmlns:a16="http://schemas.microsoft.com/office/drawing/2014/main" id="{E6C7D255-2A4C-499E-97B5-8EC18BE8786D}"/>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1" name="Isosceles Triangle 50">
            <a:extLst>
              <a:ext uri="{FF2B5EF4-FFF2-40B4-BE49-F238E27FC236}">
                <a16:creationId xmlns:a16="http://schemas.microsoft.com/office/drawing/2014/main" id="{4F95C15A-A8DC-4656-BC84-D12D45A421E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2" name="Rectangle 51">
            <a:hlinkClick r:id="" action="ppaction://noaction"/>
            <a:extLst>
              <a:ext uri="{FF2B5EF4-FFF2-40B4-BE49-F238E27FC236}">
                <a16:creationId xmlns:a16="http://schemas.microsoft.com/office/drawing/2014/main" id="{97C310CA-3F4E-44B7-ACEC-BC309F1CB102}"/>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3" name="Isosceles Triangle 52">
            <a:extLst>
              <a:ext uri="{FF2B5EF4-FFF2-40B4-BE49-F238E27FC236}">
                <a16:creationId xmlns:a16="http://schemas.microsoft.com/office/drawing/2014/main" id="{BF1C1459-CFC7-4DD8-829D-2A361090C311}"/>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4" name="Isosceles Triangle 53">
            <a:extLst>
              <a:ext uri="{FF2B5EF4-FFF2-40B4-BE49-F238E27FC236}">
                <a16:creationId xmlns:a16="http://schemas.microsoft.com/office/drawing/2014/main" id="{705E2341-CDF6-4EE5-BE25-F4861689591C}"/>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449B88C1-8F4D-472A-A3B8-304033D51EFC}"/>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50AA728B-98CD-42BF-AD9E-03FCB8CBB545}"/>
              </a:ext>
            </a:extLst>
          </p:cNvPr>
          <p:cNvSpPr/>
          <p:nvPr userDrawn="1"/>
        </p:nvSpPr>
        <p:spPr>
          <a:xfrm>
            <a:off x="263103" y="2858056"/>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61" name="Rectangle 60">
            <a:hlinkClick r:id="" action="ppaction://noaction"/>
            <a:extLst>
              <a:ext uri="{FF2B5EF4-FFF2-40B4-BE49-F238E27FC236}">
                <a16:creationId xmlns:a16="http://schemas.microsoft.com/office/drawing/2014/main" id="{88489EB2-C43F-4629-A264-4362C69DF5E9}"/>
              </a:ext>
            </a:extLst>
          </p:cNvPr>
          <p:cNvSpPr/>
          <p:nvPr userDrawn="1"/>
        </p:nvSpPr>
        <p:spPr>
          <a:xfrm>
            <a:off x="342926" y="397355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Human Capital</a:t>
            </a:r>
          </a:p>
        </p:txBody>
      </p:sp>
      <p:sp>
        <p:nvSpPr>
          <p:cNvPr id="64" name="Rectangle 63">
            <a:hlinkClick r:id="" action="ppaction://noaction"/>
            <a:extLst>
              <a:ext uri="{FF2B5EF4-FFF2-40B4-BE49-F238E27FC236}">
                <a16:creationId xmlns:a16="http://schemas.microsoft.com/office/drawing/2014/main" id="{2733690F-E897-4CF4-A0B2-928F01E0BD4D}"/>
              </a:ext>
            </a:extLst>
          </p:cNvPr>
          <p:cNvSpPr/>
          <p:nvPr userDrawn="1"/>
        </p:nvSpPr>
        <p:spPr>
          <a:xfrm>
            <a:off x="342926" y="434683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Enabling Technology</a:t>
            </a:r>
          </a:p>
        </p:txBody>
      </p:sp>
      <p:sp>
        <p:nvSpPr>
          <p:cNvPr id="65" name="Rectangle 64">
            <a:hlinkClick r:id="" action="ppaction://noaction"/>
            <a:extLst>
              <a:ext uri="{FF2B5EF4-FFF2-40B4-BE49-F238E27FC236}">
                <a16:creationId xmlns:a16="http://schemas.microsoft.com/office/drawing/2014/main" id="{3F8C8347-25F1-46E9-AC58-DCEB74342D31}"/>
              </a:ext>
            </a:extLst>
          </p:cNvPr>
          <p:cNvSpPr/>
          <p:nvPr userDrawn="1"/>
        </p:nvSpPr>
        <p:spPr>
          <a:xfrm>
            <a:off x="263103" y="4726789"/>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66" name="Isosceles Triangle 65">
            <a:extLst>
              <a:ext uri="{FF2B5EF4-FFF2-40B4-BE49-F238E27FC236}">
                <a16:creationId xmlns:a16="http://schemas.microsoft.com/office/drawing/2014/main" id="{1E48585C-4F23-445F-A485-011A4BCBBD07}"/>
              </a:ext>
            </a:extLst>
          </p:cNvPr>
          <p:cNvSpPr/>
          <p:nvPr userDrawn="1"/>
        </p:nvSpPr>
        <p:spPr>
          <a:xfrm rot="5400000">
            <a:off x="1353573" y="284776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3" name="Rectangle 22">
            <a:hlinkClick r:id="" action="ppaction://noaction"/>
            <a:extLst>
              <a:ext uri="{FF2B5EF4-FFF2-40B4-BE49-F238E27FC236}">
                <a16:creationId xmlns:a16="http://schemas.microsoft.com/office/drawing/2014/main" id="{DB3336DE-79E2-429E-8F24-66673FF15632}"/>
              </a:ext>
            </a:extLst>
          </p:cNvPr>
          <p:cNvSpPr/>
          <p:nvPr userDrawn="1"/>
        </p:nvSpPr>
        <p:spPr>
          <a:xfrm>
            <a:off x="339374" y="323693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Governance</a:t>
            </a:r>
          </a:p>
        </p:txBody>
      </p:sp>
      <p:sp>
        <p:nvSpPr>
          <p:cNvPr id="24" name="Rectangle 23">
            <a:hlinkClick r:id="" action="ppaction://noaction"/>
            <a:extLst>
              <a:ext uri="{FF2B5EF4-FFF2-40B4-BE49-F238E27FC236}">
                <a16:creationId xmlns:a16="http://schemas.microsoft.com/office/drawing/2014/main" id="{A7C27203-52DB-4AE5-B444-6C59A47FBACC}"/>
              </a:ext>
            </a:extLst>
          </p:cNvPr>
          <p:cNvSpPr/>
          <p:nvPr userDrawn="1"/>
        </p:nvSpPr>
        <p:spPr>
          <a:xfrm>
            <a:off x="339374" y="3610213"/>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Service Delivery</a:t>
            </a:r>
          </a:p>
        </p:txBody>
      </p:sp>
      <p:sp>
        <p:nvSpPr>
          <p:cNvPr id="25" name="Isosceles Triangle 24">
            <a:extLst>
              <a:ext uri="{FF2B5EF4-FFF2-40B4-BE49-F238E27FC236}">
                <a16:creationId xmlns:a16="http://schemas.microsoft.com/office/drawing/2014/main" id="{8B318B85-273B-4167-9423-6CA811D1635B}"/>
              </a:ext>
            </a:extLst>
          </p:cNvPr>
          <p:cNvSpPr/>
          <p:nvPr userDrawn="1"/>
        </p:nvSpPr>
        <p:spPr>
          <a:xfrm rot="5400000">
            <a:off x="1330143" y="3617330"/>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5578003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2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27" name="Isosceles Triangle 26">
            <a:extLst>
              <a:ext uri="{FF2B5EF4-FFF2-40B4-BE49-F238E27FC236}">
                <a16:creationId xmlns:a16="http://schemas.microsoft.com/office/drawing/2014/main" id="{C32ACD6C-0250-4EE9-8238-40EDF5156D1D}"/>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5" name="Rectangle 44">
            <a:hlinkClick r:id="" action="ppaction://noaction"/>
            <a:extLst>
              <a:ext uri="{FF2B5EF4-FFF2-40B4-BE49-F238E27FC236}">
                <a16:creationId xmlns:a16="http://schemas.microsoft.com/office/drawing/2014/main" id="{EFF15522-C4C3-4302-BAED-BB97BBC0CA6B}"/>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46" name="Isosceles Triangle 45">
            <a:extLst>
              <a:ext uri="{FF2B5EF4-FFF2-40B4-BE49-F238E27FC236}">
                <a16:creationId xmlns:a16="http://schemas.microsoft.com/office/drawing/2014/main" id="{E3B64DD5-E5D5-4969-8951-E6E53567477A}"/>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7" name="Rectangle 46">
            <a:hlinkClick r:id="" action="ppaction://noaction"/>
            <a:extLst>
              <a:ext uri="{FF2B5EF4-FFF2-40B4-BE49-F238E27FC236}">
                <a16:creationId xmlns:a16="http://schemas.microsoft.com/office/drawing/2014/main" id="{623B46FC-8B59-49A7-A046-C45D293F92AF}"/>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49" name="Isosceles Triangle 48">
            <a:extLst>
              <a:ext uri="{FF2B5EF4-FFF2-40B4-BE49-F238E27FC236}">
                <a16:creationId xmlns:a16="http://schemas.microsoft.com/office/drawing/2014/main" id="{81186DE7-EB57-486E-BAF4-37932495FE5E}"/>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hlinkClick r:id="" action="ppaction://noaction"/>
            <a:extLst>
              <a:ext uri="{FF2B5EF4-FFF2-40B4-BE49-F238E27FC236}">
                <a16:creationId xmlns:a16="http://schemas.microsoft.com/office/drawing/2014/main" id="{E6C7D255-2A4C-499E-97B5-8EC18BE8786D}"/>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1" name="Isosceles Triangle 50">
            <a:extLst>
              <a:ext uri="{FF2B5EF4-FFF2-40B4-BE49-F238E27FC236}">
                <a16:creationId xmlns:a16="http://schemas.microsoft.com/office/drawing/2014/main" id="{4F95C15A-A8DC-4656-BC84-D12D45A421E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2" name="Rectangle 51">
            <a:hlinkClick r:id="" action="ppaction://noaction"/>
            <a:extLst>
              <a:ext uri="{FF2B5EF4-FFF2-40B4-BE49-F238E27FC236}">
                <a16:creationId xmlns:a16="http://schemas.microsoft.com/office/drawing/2014/main" id="{97C310CA-3F4E-44B7-ACEC-BC309F1CB102}"/>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3" name="Isosceles Triangle 52">
            <a:extLst>
              <a:ext uri="{FF2B5EF4-FFF2-40B4-BE49-F238E27FC236}">
                <a16:creationId xmlns:a16="http://schemas.microsoft.com/office/drawing/2014/main" id="{BF1C1459-CFC7-4DD8-829D-2A361090C311}"/>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4" name="Isosceles Triangle 53">
            <a:extLst>
              <a:ext uri="{FF2B5EF4-FFF2-40B4-BE49-F238E27FC236}">
                <a16:creationId xmlns:a16="http://schemas.microsoft.com/office/drawing/2014/main" id="{705E2341-CDF6-4EE5-BE25-F4861689591C}"/>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449B88C1-8F4D-472A-A3B8-304033D51EFC}"/>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50AA728B-98CD-42BF-AD9E-03FCB8CBB545}"/>
              </a:ext>
            </a:extLst>
          </p:cNvPr>
          <p:cNvSpPr/>
          <p:nvPr userDrawn="1"/>
        </p:nvSpPr>
        <p:spPr>
          <a:xfrm>
            <a:off x="263103" y="2858056"/>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64" name="Rectangle 63">
            <a:hlinkClick r:id="" action="ppaction://noaction"/>
            <a:extLst>
              <a:ext uri="{FF2B5EF4-FFF2-40B4-BE49-F238E27FC236}">
                <a16:creationId xmlns:a16="http://schemas.microsoft.com/office/drawing/2014/main" id="{2733690F-E897-4CF4-A0B2-928F01E0BD4D}"/>
              </a:ext>
            </a:extLst>
          </p:cNvPr>
          <p:cNvSpPr/>
          <p:nvPr userDrawn="1"/>
        </p:nvSpPr>
        <p:spPr>
          <a:xfrm>
            <a:off x="342926" y="434683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Enabling Technology</a:t>
            </a:r>
          </a:p>
        </p:txBody>
      </p:sp>
      <p:sp>
        <p:nvSpPr>
          <p:cNvPr id="65" name="Rectangle 64">
            <a:hlinkClick r:id="" action="ppaction://noaction"/>
            <a:extLst>
              <a:ext uri="{FF2B5EF4-FFF2-40B4-BE49-F238E27FC236}">
                <a16:creationId xmlns:a16="http://schemas.microsoft.com/office/drawing/2014/main" id="{3F8C8347-25F1-46E9-AC58-DCEB74342D31}"/>
              </a:ext>
            </a:extLst>
          </p:cNvPr>
          <p:cNvSpPr/>
          <p:nvPr userDrawn="1"/>
        </p:nvSpPr>
        <p:spPr>
          <a:xfrm>
            <a:off x="263103" y="4726789"/>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66" name="Isosceles Triangle 65">
            <a:extLst>
              <a:ext uri="{FF2B5EF4-FFF2-40B4-BE49-F238E27FC236}">
                <a16:creationId xmlns:a16="http://schemas.microsoft.com/office/drawing/2014/main" id="{1E48585C-4F23-445F-A485-011A4BCBBD07}"/>
              </a:ext>
            </a:extLst>
          </p:cNvPr>
          <p:cNvSpPr/>
          <p:nvPr userDrawn="1"/>
        </p:nvSpPr>
        <p:spPr>
          <a:xfrm rot="5400000">
            <a:off x="1353573" y="284776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3" name="Rectangle 22">
            <a:hlinkClick r:id="" action="ppaction://noaction"/>
            <a:extLst>
              <a:ext uri="{FF2B5EF4-FFF2-40B4-BE49-F238E27FC236}">
                <a16:creationId xmlns:a16="http://schemas.microsoft.com/office/drawing/2014/main" id="{DB3336DE-79E2-429E-8F24-66673FF15632}"/>
              </a:ext>
            </a:extLst>
          </p:cNvPr>
          <p:cNvSpPr/>
          <p:nvPr userDrawn="1"/>
        </p:nvSpPr>
        <p:spPr>
          <a:xfrm>
            <a:off x="339374" y="323693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Governance</a:t>
            </a:r>
          </a:p>
        </p:txBody>
      </p:sp>
      <p:sp>
        <p:nvSpPr>
          <p:cNvPr id="26" name="Rectangle 25">
            <a:hlinkClick r:id="" action="ppaction://noaction"/>
            <a:extLst>
              <a:ext uri="{FF2B5EF4-FFF2-40B4-BE49-F238E27FC236}">
                <a16:creationId xmlns:a16="http://schemas.microsoft.com/office/drawing/2014/main" id="{67084845-59F1-4F78-9502-8B9E25B7FCEA}"/>
              </a:ext>
            </a:extLst>
          </p:cNvPr>
          <p:cNvSpPr/>
          <p:nvPr userDrawn="1"/>
        </p:nvSpPr>
        <p:spPr>
          <a:xfrm>
            <a:off x="339374" y="361681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Delivery</a:t>
            </a:r>
          </a:p>
        </p:txBody>
      </p:sp>
      <p:sp>
        <p:nvSpPr>
          <p:cNvPr id="28" name="Rectangle 27">
            <a:hlinkClick r:id="" action="ppaction://noaction"/>
            <a:extLst>
              <a:ext uri="{FF2B5EF4-FFF2-40B4-BE49-F238E27FC236}">
                <a16:creationId xmlns:a16="http://schemas.microsoft.com/office/drawing/2014/main" id="{8CABAA85-F7C4-459E-ABA8-B67EE16E1A35}"/>
              </a:ext>
            </a:extLst>
          </p:cNvPr>
          <p:cNvSpPr/>
          <p:nvPr userDrawn="1"/>
        </p:nvSpPr>
        <p:spPr>
          <a:xfrm>
            <a:off x="339374" y="3990097"/>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Human Capital</a:t>
            </a:r>
          </a:p>
        </p:txBody>
      </p:sp>
      <p:sp>
        <p:nvSpPr>
          <p:cNvPr id="29" name="Isosceles Triangle 28">
            <a:extLst>
              <a:ext uri="{FF2B5EF4-FFF2-40B4-BE49-F238E27FC236}">
                <a16:creationId xmlns:a16="http://schemas.microsoft.com/office/drawing/2014/main" id="{F1D48D49-15CE-413B-B5A5-88A30B5F952A}"/>
              </a:ext>
            </a:extLst>
          </p:cNvPr>
          <p:cNvSpPr/>
          <p:nvPr userDrawn="1"/>
        </p:nvSpPr>
        <p:spPr>
          <a:xfrm rot="5400000">
            <a:off x="1330143" y="3991840"/>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4872182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3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27" name="Isosceles Triangle 26">
            <a:extLst>
              <a:ext uri="{FF2B5EF4-FFF2-40B4-BE49-F238E27FC236}">
                <a16:creationId xmlns:a16="http://schemas.microsoft.com/office/drawing/2014/main" id="{C32ACD6C-0250-4EE9-8238-40EDF5156D1D}"/>
              </a:ext>
            </a:extLst>
          </p:cNvPr>
          <p:cNvSpPr/>
          <p:nvPr userDrawn="1"/>
        </p:nvSpPr>
        <p:spPr>
          <a:xfrm rot="5400000">
            <a:off x="1397705" y="2397049"/>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5" name="Rectangle 44">
            <a:hlinkClick r:id="" action="ppaction://noaction"/>
            <a:extLst>
              <a:ext uri="{FF2B5EF4-FFF2-40B4-BE49-F238E27FC236}">
                <a16:creationId xmlns:a16="http://schemas.microsoft.com/office/drawing/2014/main" id="{EFF15522-C4C3-4302-BAED-BB97BBC0CA6B}"/>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46" name="Isosceles Triangle 45">
            <a:extLst>
              <a:ext uri="{FF2B5EF4-FFF2-40B4-BE49-F238E27FC236}">
                <a16:creationId xmlns:a16="http://schemas.microsoft.com/office/drawing/2014/main" id="{E3B64DD5-E5D5-4969-8951-E6E53567477A}"/>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7" name="Rectangle 46">
            <a:hlinkClick r:id="" action="ppaction://noaction"/>
            <a:extLst>
              <a:ext uri="{FF2B5EF4-FFF2-40B4-BE49-F238E27FC236}">
                <a16:creationId xmlns:a16="http://schemas.microsoft.com/office/drawing/2014/main" id="{623B46FC-8B59-49A7-A046-C45D293F92AF}"/>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49" name="Isosceles Triangle 48">
            <a:extLst>
              <a:ext uri="{FF2B5EF4-FFF2-40B4-BE49-F238E27FC236}">
                <a16:creationId xmlns:a16="http://schemas.microsoft.com/office/drawing/2014/main" id="{81186DE7-EB57-486E-BAF4-37932495FE5E}"/>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hlinkClick r:id="" action="ppaction://noaction"/>
            <a:extLst>
              <a:ext uri="{FF2B5EF4-FFF2-40B4-BE49-F238E27FC236}">
                <a16:creationId xmlns:a16="http://schemas.microsoft.com/office/drawing/2014/main" id="{E6C7D255-2A4C-499E-97B5-8EC18BE8786D}"/>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1" name="Isosceles Triangle 50">
            <a:extLst>
              <a:ext uri="{FF2B5EF4-FFF2-40B4-BE49-F238E27FC236}">
                <a16:creationId xmlns:a16="http://schemas.microsoft.com/office/drawing/2014/main" id="{4F95C15A-A8DC-4656-BC84-D12D45A421E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2" name="Rectangle 51">
            <a:hlinkClick r:id="" action="ppaction://noaction"/>
            <a:extLst>
              <a:ext uri="{FF2B5EF4-FFF2-40B4-BE49-F238E27FC236}">
                <a16:creationId xmlns:a16="http://schemas.microsoft.com/office/drawing/2014/main" id="{97C310CA-3F4E-44B7-ACEC-BC309F1CB102}"/>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3" name="Isosceles Triangle 52">
            <a:extLst>
              <a:ext uri="{FF2B5EF4-FFF2-40B4-BE49-F238E27FC236}">
                <a16:creationId xmlns:a16="http://schemas.microsoft.com/office/drawing/2014/main" id="{BF1C1459-CFC7-4DD8-829D-2A361090C311}"/>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4" name="Isosceles Triangle 53">
            <a:extLst>
              <a:ext uri="{FF2B5EF4-FFF2-40B4-BE49-F238E27FC236}">
                <a16:creationId xmlns:a16="http://schemas.microsoft.com/office/drawing/2014/main" id="{705E2341-CDF6-4EE5-BE25-F4861689591C}"/>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449B88C1-8F4D-472A-A3B8-304033D51EFC}"/>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50AA728B-98CD-42BF-AD9E-03FCB8CBB545}"/>
              </a:ext>
            </a:extLst>
          </p:cNvPr>
          <p:cNvSpPr/>
          <p:nvPr userDrawn="1"/>
        </p:nvSpPr>
        <p:spPr>
          <a:xfrm>
            <a:off x="263103" y="2858056"/>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65" name="Rectangle 64">
            <a:hlinkClick r:id="" action="ppaction://noaction"/>
            <a:extLst>
              <a:ext uri="{FF2B5EF4-FFF2-40B4-BE49-F238E27FC236}">
                <a16:creationId xmlns:a16="http://schemas.microsoft.com/office/drawing/2014/main" id="{3F8C8347-25F1-46E9-AC58-DCEB74342D31}"/>
              </a:ext>
            </a:extLst>
          </p:cNvPr>
          <p:cNvSpPr/>
          <p:nvPr userDrawn="1"/>
        </p:nvSpPr>
        <p:spPr>
          <a:xfrm>
            <a:off x="263103" y="4726789"/>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66" name="Isosceles Triangle 65">
            <a:extLst>
              <a:ext uri="{FF2B5EF4-FFF2-40B4-BE49-F238E27FC236}">
                <a16:creationId xmlns:a16="http://schemas.microsoft.com/office/drawing/2014/main" id="{1E48585C-4F23-445F-A485-011A4BCBBD07}"/>
              </a:ext>
            </a:extLst>
          </p:cNvPr>
          <p:cNvSpPr/>
          <p:nvPr userDrawn="1"/>
        </p:nvSpPr>
        <p:spPr>
          <a:xfrm rot="5400000">
            <a:off x="1353573" y="284776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23" name="Rectangle 22">
            <a:hlinkClick r:id="" action="ppaction://noaction"/>
            <a:extLst>
              <a:ext uri="{FF2B5EF4-FFF2-40B4-BE49-F238E27FC236}">
                <a16:creationId xmlns:a16="http://schemas.microsoft.com/office/drawing/2014/main" id="{DB3336DE-79E2-429E-8F24-66673FF15632}"/>
              </a:ext>
            </a:extLst>
          </p:cNvPr>
          <p:cNvSpPr/>
          <p:nvPr userDrawn="1"/>
        </p:nvSpPr>
        <p:spPr>
          <a:xfrm>
            <a:off x="339374" y="3236932"/>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Governance</a:t>
            </a:r>
          </a:p>
        </p:txBody>
      </p:sp>
      <p:sp>
        <p:nvSpPr>
          <p:cNvPr id="26" name="Rectangle 25">
            <a:hlinkClick r:id="" action="ppaction://noaction"/>
            <a:extLst>
              <a:ext uri="{FF2B5EF4-FFF2-40B4-BE49-F238E27FC236}">
                <a16:creationId xmlns:a16="http://schemas.microsoft.com/office/drawing/2014/main" id="{67084845-59F1-4F78-9502-8B9E25B7FCEA}"/>
              </a:ext>
            </a:extLst>
          </p:cNvPr>
          <p:cNvSpPr/>
          <p:nvPr userDrawn="1"/>
        </p:nvSpPr>
        <p:spPr>
          <a:xfrm>
            <a:off x="339374" y="361681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Delivery</a:t>
            </a:r>
          </a:p>
        </p:txBody>
      </p:sp>
      <p:sp>
        <p:nvSpPr>
          <p:cNvPr id="24" name="Rectangle 23">
            <a:hlinkClick r:id="" action="ppaction://noaction"/>
            <a:extLst>
              <a:ext uri="{FF2B5EF4-FFF2-40B4-BE49-F238E27FC236}">
                <a16:creationId xmlns:a16="http://schemas.microsoft.com/office/drawing/2014/main" id="{370F86F7-44FC-4C13-A875-E13691A3AFF8}"/>
              </a:ext>
            </a:extLst>
          </p:cNvPr>
          <p:cNvSpPr/>
          <p:nvPr userDrawn="1"/>
        </p:nvSpPr>
        <p:spPr>
          <a:xfrm>
            <a:off x="339374" y="401450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Human Capital</a:t>
            </a:r>
          </a:p>
        </p:txBody>
      </p:sp>
      <p:sp>
        <p:nvSpPr>
          <p:cNvPr id="25" name="Rectangle 24">
            <a:hlinkClick r:id="" action="ppaction://noaction"/>
            <a:extLst>
              <a:ext uri="{FF2B5EF4-FFF2-40B4-BE49-F238E27FC236}">
                <a16:creationId xmlns:a16="http://schemas.microsoft.com/office/drawing/2014/main" id="{A3A83AD8-E672-46DA-82A4-3644673755D8}"/>
              </a:ext>
            </a:extLst>
          </p:cNvPr>
          <p:cNvSpPr/>
          <p:nvPr userDrawn="1"/>
        </p:nvSpPr>
        <p:spPr>
          <a:xfrm>
            <a:off x="339374" y="4367907"/>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Enabling Technology</a:t>
            </a:r>
          </a:p>
        </p:txBody>
      </p:sp>
      <p:sp>
        <p:nvSpPr>
          <p:cNvPr id="30" name="Isosceles Triangle 29">
            <a:extLst>
              <a:ext uri="{FF2B5EF4-FFF2-40B4-BE49-F238E27FC236}">
                <a16:creationId xmlns:a16="http://schemas.microsoft.com/office/drawing/2014/main" id="{907B2046-6F57-43AC-A5D7-B2587C09AA70}"/>
              </a:ext>
            </a:extLst>
          </p:cNvPr>
          <p:cNvSpPr/>
          <p:nvPr userDrawn="1"/>
        </p:nvSpPr>
        <p:spPr>
          <a:xfrm rot="5400000">
            <a:off x="1330143" y="436512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5187165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5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33" name="Rectangle 32">
            <a:hlinkClick r:id="" action="ppaction://noaction"/>
            <a:extLst>
              <a:ext uri="{FF2B5EF4-FFF2-40B4-BE49-F238E27FC236}">
                <a16:creationId xmlns:a16="http://schemas.microsoft.com/office/drawing/2014/main" id="{1984DE14-0B49-4DEC-A6EC-284D609F59E7}"/>
              </a:ext>
            </a:extLst>
          </p:cNvPr>
          <p:cNvSpPr/>
          <p:nvPr userDrawn="1"/>
        </p:nvSpPr>
        <p:spPr>
          <a:xfrm>
            <a:off x="342926" y="340467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Governance</a:t>
            </a:r>
          </a:p>
        </p:txBody>
      </p:sp>
      <p:sp>
        <p:nvSpPr>
          <p:cNvPr id="34" name="Rectangle 33">
            <a:hlinkClick r:id="" action="ppaction://noaction"/>
            <a:extLst>
              <a:ext uri="{FF2B5EF4-FFF2-40B4-BE49-F238E27FC236}">
                <a16:creationId xmlns:a16="http://schemas.microsoft.com/office/drawing/2014/main" id="{438DD96A-AB97-475C-BC2C-954634781246}"/>
              </a:ext>
            </a:extLst>
          </p:cNvPr>
          <p:cNvSpPr/>
          <p:nvPr userDrawn="1"/>
        </p:nvSpPr>
        <p:spPr>
          <a:xfrm>
            <a:off x="342926" y="3777957"/>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Service Delivery</a:t>
            </a:r>
          </a:p>
        </p:txBody>
      </p:sp>
      <p:sp>
        <p:nvSpPr>
          <p:cNvPr id="35" name="Rectangle 34">
            <a:hlinkClick r:id="" action="ppaction://noaction"/>
            <a:extLst>
              <a:ext uri="{FF2B5EF4-FFF2-40B4-BE49-F238E27FC236}">
                <a16:creationId xmlns:a16="http://schemas.microsoft.com/office/drawing/2014/main" id="{C0ED16A8-CB15-4871-AC86-33A26A50445A}"/>
              </a:ext>
            </a:extLst>
          </p:cNvPr>
          <p:cNvSpPr/>
          <p:nvPr userDrawn="1"/>
        </p:nvSpPr>
        <p:spPr>
          <a:xfrm>
            <a:off x="342926" y="415123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Human Capital</a:t>
            </a:r>
          </a:p>
        </p:txBody>
      </p:sp>
      <p:sp>
        <p:nvSpPr>
          <p:cNvPr id="36" name="Rectangle 35">
            <a:hlinkClick r:id="" action="ppaction://noaction"/>
            <a:extLst>
              <a:ext uri="{FF2B5EF4-FFF2-40B4-BE49-F238E27FC236}">
                <a16:creationId xmlns:a16="http://schemas.microsoft.com/office/drawing/2014/main" id="{99E61381-5411-439C-AFE2-11F5803D4280}"/>
              </a:ext>
            </a:extLst>
          </p:cNvPr>
          <p:cNvSpPr/>
          <p:nvPr userDrawn="1"/>
        </p:nvSpPr>
        <p:spPr>
          <a:xfrm>
            <a:off x="342926" y="452451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Enabling Technology</a:t>
            </a:r>
          </a:p>
        </p:txBody>
      </p:sp>
      <p:sp>
        <p:nvSpPr>
          <p:cNvPr id="37" name="Isosceles Triangle 36">
            <a:extLst>
              <a:ext uri="{FF2B5EF4-FFF2-40B4-BE49-F238E27FC236}">
                <a16:creationId xmlns:a16="http://schemas.microsoft.com/office/drawing/2014/main" id="{8B930E88-697A-4AF5-BF3E-EFB85C1D35AC}"/>
              </a:ext>
            </a:extLst>
          </p:cNvPr>
          <p:cNvSpPr/>
          <p:nvPr userDrawn="1"/>
        </p:nvSpPr>
        <p:spPr>
          <a:xfrm rot="5400000">
            <a:off x="1356888" y="303855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39" name="Rectangle 38">
            <a:hlinkClick r:id="" action="ppaction://noaction"/>
            <a:extLst>
              <a:ext uri="{FF2B5EF4-FFF2-40B4-BE49-F238E27FC236}">
                <a16:creationId xmlns:a16="http://schemas.microsoft.com/office/drawing/2014/main" id="{D6B0D4C5-96AB-4919-9DC2-5D162557A103}"/>
              </a:ext>
            </a:extLst>
          </p:cNvPr>
          <p:cNvSpPr/>
          <p:nvPr userDrawn="1"/>
        </p:nvSpPr>
        <p:spPr>
          <a:xfrm>
            <a:off x="263103"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40" name="Isosceles Triangle 39">
            <a:extLst>
              <a:ext uri="{FF2B5EF4-FFF2-40B4-BE49-F238E27FC236}">
                <a16:creationId xmlns:a16="http://schemas.microsoft.com/office/drawing/2014/main" id="{A43F90C2-9454-4FD8-85EE-975F50E16E67}"/>
              </a:ext>
            </a:extLst>
          </p:cNvPr>
          <p:cNvSpPr/>
          <p:nvPr userDrawn="1"/>
        </p:nvSpPr>
        <p:spPr>
          <a:xfrm rot="5400000">
            <a:off x="1340325" y="378730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6208925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6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30652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33" name="Rectangle 32">
            <a:hlinkClick r:id="" action="ppaction://noaction"/>
            <a:extLst>
              <a:ext uri="{FF2B5EF4-FFF2-40B4-BE49-F238E27FC236}">
                <a16:creationId xmlns:a16="http://schemas.microsoft.com/office/drawing/2014/main" id="{1984DE14-0B49-4DEC-A6EC-284D609F59E7}"/>
              </a:ext>
            </a:extLst>
          </p:cNvPr>
          <p:cNvSpPr/>
          <p:nvPr userDrawn="1"/>
        </p:nvSpPr>
        <p:spPr>
          <a:xfrm>
            <a:off x="342926" y="340467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Governance</a:t>
            </a:r>
          </a:p>
        </p:txBody>
      </p:sp>
      <p:sp>
        <p:nvSpPr>
          <p:cNvPr id="34" name="Rectangle 33">
            <a:hlinkClick r:id="" action="ppaction://noaction"/>
            <a:extLst>
              <a:ext uri="{FF2B5EF4-FFF2-40B4-BE49-F238E27FC236}">
                <a16:creationId xmlns:a16="http://schemas.microsoft.com/office/drawing/2014/main" id="{438DD96A-AB97-475C-BC2C-954634781246}"/>
              </a:ext>
            </a:extLst>
          </p:cNvPr>
          <p:cNvSpPr/>
          <p:nvPr userDrawn="1"/>
        </p:nvSpPr>
        <p:spPr>
          <a:xfrm>
            <a:off x="342926" y="3777957"/>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Delivery</a:t>
            </a:r>
          </a:p>
        </p:txBody>
      </p:sp>
      <p:sp>
        <p:nvSpPr>
          <p:cNvPr id="35" name="Rectangle 34">
            <a:hlinkClick r:id="" action="ppaction://noaction"/>
            <a:extLst>
              <a:ext uri="{FF2B5EF4-FFF2-40B4-BE49-F238E27FC236}">
                <a16:creationId xmlns:a16="http://schemas.microsoft.com/office/drawing/2014/main" id="{C0ED16A8-CB15-4871-AC86-33A26A50445A}"/>
              </a:ext>
            </a:extLst>
          </p:cNvPr>
          <p:cNvSpPr/>
          <p:nvPr userDrawn="1"/>
        </p:nvSpPr>
        <p:spPr>
          <a:xfrm>
            <a:off x="342926" y="4151238"/>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Human Capital</a:t>
            </a:r>
          </a:p>
        </p:txBody>
      </p:sp>
      <p:sp>
        <p:nvSpPr>
          <p:cNvPr id="36" name="Rectangle 35">
            <a:hlinkClick r:id="" action="ppaction://noaction"/>
            <a:extLst>
              <a:ext uri="{FF2B5EF4-FFF2-40B4-BE49-F238E27FC236}">
                <a16:creationId xmlns:a16="http://schemas.microsoft.com/office/drawing/2014/main" id="{99E61381-5411-439C-AFE2-11F5803D4280}"/>
              </a:ext>
            </a:extLst>
          </p:cNvPr>
          <p:cNvSpPr/>
          <p:nvPr userDrawn="1"/>
        </p:nvSpPr>
        <p:spPr>
          <a:xfrm>
            <a:off x="342926" y="452451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Enabling Technology</a:t>
            </a:r>
          </a:p>
        </p:txBody>
      </p:sp>
      <p:sp>
        <p:nvSpPr>
          <p:cNvPr id="37" name="Isosceles Triangle 36">
            <a:extLst>
              <a:ext uri="{FF2B5EF4-FFF2-40B4-BE49-F238E27FC236}">
                <a16:creationId xmlns:a16="http://schemas.microsoft.com/office/drawing/2014/main" id="{8B930E88-697A-4AF5-BF3E-EFB85C1D35AC}"/>
              </a:ext>
            </a:extLst>
          </p:cNvPr>
          <p:cNvSpPr/>
          <p:nvPr userDrawn="1"/>
        </p:nvSpPr>
        <p:spPr>
          <a:xfrm rot="5400000">
            <a:off x="1356888" y="303855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39" name="Rectangle 38">
            <a:hlinkClick r:id="" action="ppaction://noaction"/>
            <a:extLst>
              <a:ext uri="{FF2B5EF4-FFF2-40B4-BE49-F238E27FC236}">
                <a16:creationId xmlns:a16="http://schemas.microsoft.com/office/drawing/2014/main" id="{D6B0D4C5-96AB-4919-9DC2-5D162557A103}"/>
              </a:ext>
            </a:extLst>
          </p:cNvPr>
          <p:cNvSpPr/>
          <p:nvPr userDrawn="1"/>
        </p:nvSpPr>
        <p:spPr>
          <a:xfrm>
            <a:off x="263103"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40" name="Isosceles Triangle 39">
            <a:extLst>
              <a:ext uri="{FF2B5EF4-FFF2-40B4-BE49-F238E27FC236}">
                <a16:creationId xmlns:a16="http://schemas.microsoft.com/office/drawing/2014/main" id="{A43F90C2-9454-4FD8-85EE-975F50E16E67}"/>
              </a:ext>
            </a:extLst>
          </p:cNvPr>
          <p:cNvSpPr/>
          <p:nvPr userDrawn="1"/>
        </p:nvSpPr>
        <p:spPr>
          <a:xfrm rot="5400000">
            <a:off x="1340325" y="416499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8905766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7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29658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Operations</a:t>
            </a:r>
          </a:p>
        </p:txBody>
      </p:sp>
      <p:sp>
        <p:nvSpPr>
          <p:cNvPr id="33" name="Rectangle 32">
            <a:hlinkClick r:id="" action="ppaction://noaction"/>
            <a:extLst>
              <a:ext uri="{FF2B5EF4-FFF2-40B4-BE49-F238E27FC236}">
                <a16:creationId xmlns:a16="http://schemas.microsoft.com/office/drawing/2014/main" id="{1984DE14-0B49-4DEC-A6EC-284D609F59E7}"/>
              </a:ext>
            </a:extLst>
          </p:cNvPr>
          <p:cNvSpPr/>
          <p:nvPr userDrawn="1"/>
        </p:nvSpPr>
        <p:spPr>
          <a:xfrm>
            <a:off x="342926" y="340467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Governance</a:t>
            </a:r>
          </a:p>
        </p:txBody>
      </p:sp>
      <p:sp>
        <p:nvSpPr>
          <p:cNvPr id="34" name="Rectangle 33">
            <a:hlinkClick r:id="" action="ppaction://noaction"/>
            <a:extLst>
              <a:ext uri="{FF2B5EF4-FFF2-40B4-BE49-F238E27FC236}">
                <a16:creationId xmlns:a16="http://schemas.microsoft.com/office/drawing/2014/main" id="{438DD96A-AB97-475C-BC2C-954634781246}"/>
              </a:ext>
            </a:extLst>
          </p:cNvPr>
          <p:cNvSpPr/>
          <p:nvPr userDrawn="1"/>
        </p:nvSpPr>
        <p:spPr>
          <a:xfrm>
            <a:off x="342926" y="3777957"/>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Service Delivery</a:t>
            </a:r>
          </a:p>
        </p:txBody>
      </p:sp>
      <p:sp>
        <p:nvSpPr>
          <p:cNvPr id="35" name="Rectangle 34">
            <a:hlinkClick r:id="" action="ppaction://noaction"/>
            <a:extLst>
              <a:ext uri="{FF2B5EF4-FFF2-40B4-BE49-F238E27FC236}">
                <a16:creationId xmlns:a16="http://schemas.microsoft.com/office/drawing/2014/main" id="{C0ED16A8-CB15-4871-AC86-33A26A50445A}"/>
              </a:ext>
            </a:extLst>
          </p:cNvPr>
          <p:cNvSpPr/>
          <p:nvPr userDrawn="1"/>
        </p:nvSpPr>
        <p:spPr>
          <a:xfrm>
            <a:off x="342926" y="4151238"/>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Human Capital</a:t>
            </a:r>
          </a:p>
        </p:txBody>
      </p:sp>
      <p:sp>
        <p:nvSpPr>
          <p:cNvPr id="36" name="Rectangle 35">
            <a:hlinkClick r:id="" action="ppaction://noaction"/>
            <a:extLst>
              <a:ext uri="{FF2B5EF4-FFF2-40B4-BE49-F238E27FC236}">
                <a16:creationId xmlns:a16="http://schemas.microsoft.com/office/drawing/2014/main" id="{99E61381-5411-439C-AFE2-11F5803D4280}"/>
              </a:ext>
            </a:extLst>
          </p:cNvPr>
          <p:cNvSpPr/>
          <p:nvPr userDrawn="1"/>
        </p:nvSpPr>
        <p:spPr>
          <a:xfrm>
            <a:off x="342926" y="4524518"/>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Enabling Technology</a:t>
            </a:r>
          </a:p>
        </p:txBody>
      </p:sp>
      <p:sp>
        <p:nvSpPr>
          <p:cNvPr id="37" name="Isosceles Triangle 36">
            <a:extLst>
              <a:ext uri="{FF2B5EF4-FFF2-40B4-BE49-F238E27FC236}">
                <a16:creationId xmlns:a16="http://schemas.microsoft.com/office/drawing/2014/main" id="{8B930E88-697A-4AF5-BF3E-EFB85C1D35AC}"/>
              </a:ext>
            </a:extLst>
          </p:cNvPr>
          <p:cNvSpPr/>
          <p:nvPr userDrawn="1"/>
        </p:nvSpPr>
        <p:spPr>
          <a:xfrm rot="5400000">
            <a:off x="1356888" y="303855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39" name="Rectangle 38">
            <a:hlinkClick r:id="" action="ppaction://noaction"/>
            <a:extLst>
              <a:ext uri="{FF2B5EF4-FFF2-40B4-BE49-F238E27FC236}">
                <a16:creationId xmlns:a16="http://schemas.microsoft.com/office/drawing/2014/main" id="{D6B0D4C5-96AB-4919-9DC2-5D162557A103}"/>
              </a:ext>
            </a:extLst>
          </p:cNvPr>
          <p:cNvSpPr/>
          <p:nvPr userDrawn="1"/>
        </p:nvSpPr>
        <p:spPr>
          <a:xfrm>
            <a:off x="263103" y="490447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Control &amp; Management</a:t>
            </a:r>
          </a:p>
        </p:txBody>
      </p:sp>
      <p:sp>
        <p:nvSpPr>
          <p:cNvPr id="40" name="Isosceles Triangle 39">
            <a:extLst>
              <a:ext uri="{FF2B5EF4-FFF2-40B4-BE49-F238E27FC236}">
                <a16:creationId xmlns:a16="http://schemas.microsoft.com/office/drawing/2014/main" id="{A43F90C2-9454-4FD8-85EE-975F50E16E67}"/>
              </a:ext>
            </a:extLst>
          </p:cNvPr>
          <p:cNvSpPr/>
          <p:nvPr userDrawn="1"/>
        </p:nvSpPr>
        <p:spPr>
          <a:xfrm rot="5400000">
            <a:off x="1340325" y="453273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1411332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8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29658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27" name="Rectangle 26">
            <a:hlinkClick r:id="" action="ppaction://noaction"/>
            <a:extLst>
              <a:ext uri="{FF2B5EF4-FFF2-40B4-BE49-F238E27FC236}">
                <a16:creationId xmlns:a16="http://schemas.microsoft.com/office/drawing/2014/main" id="{5EAAA60E-659C-44F1-AE48-915CF7D0A0B5}"/>
              </a:ext>
            </a:extLst>
          </p:cNvPr>
          <p:cNvSpPr/>
          <p:nvPr userDrawn="1"/>
        </p:nvSpPr>
        <p:spPr>
          <a:xfrm>
            <a:off x="362804" y="3781723"/>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Financial Mgt</a:t>
            </a:r>
          </a:p>
        </p:txBody>
      </p:sp>
      <p:sp>
        <p:nvSpPr>
          <p:cNvPr id="28" name="Rectangle 27">
            <a:hlinkClick r:id="" action="ppaction://noaction"/>
            <a:extLst>
              <a:ext uri="{FF2B5EF4-FFF2-40B4-BE49-F238E27FC236}">
                <a16:creationId xmlns:a16="http://schemas.microsoft.com/office/drawing/2014/main" id="{C6F0C64D-2965-42AE-B3C6-9B5B02735A3F}"/>
              </a:ext>
            </a:extLst>
          </p:cNvPr>
          <p:cNvSpPr/>
          <p:nvPr userDrawn="1"/>
        </p:nvSpPr>
        <p:spPr>
          <a:xfrm>
            <a:off x="362804" y="415500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Operational Mgt &amp; Partner Mgt</a:t>
            </a:r>
          </a:p>
        </p:txBody>
      </p:sp>
      <p:sp>
        <p:nvSpPr>
          <p:cNvPr id="29" name="Rectangle 28">
            <a:hlinkClick r:id="" action="ppaction://noaction"/>
            <a:extLst>
              <a:ext uri="{FF2B5EF4-FFF2-40B4-BE49-F238E27FC236}">
                <a16:creationId xmlns:a16="http://schemas.microsoft.com/office/drawing/2014/main" id="{3C864425-99CE-4AE4-A556-07F4CBE62EC9}"/>
              </a:ext>
            </a:extLst>
          </p:cNvPr>
          <p:cNvSpPr/>
          <p:nvPr userDrawn="1"/>
        </p:nvSpPr>
        <p:spPr>
          <a:xfrm>
            <a:off x="362804" y="452828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Talent Mgt</a:t>
            </a:r>
          </a:p>
        </p:txBody>
      </p:sp>
      <p:sp>
        <p:nvSpPr>
          <p:cNvPr id="30" name="Rectangle 29">
            <a:hlinkClick r:id="" action="ppaction://noaction"/>
            <a:extLst>
              <a:ext uri="{FF2B5EF4-FFF2-40B4-BE49-F238E27FC236}">
                <a16:creationId xmlns:a16="http://schemas.microsoft.com/office/drawing/2014/main" id="{7692BC18-01AA-43CE-9C40-3E968D153B4D}"/>
              </a:ext>
            </a:extLst>
          </p:cNvPr>
          <p:cNvSpPr/>
          <p:nvPr userDrawn="1"/>
        </p:nvSpPr>
        <p:spPr>
          <a:xfrm>
            <a:off x="362804" y="490156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Risk Mgt</a:t>
            </a:r>
          </a:p>
        </p:txBody>
      </p:sp>
      <p:sp>
        <p:nvSpPr>
          <p:cNvPr id="31" name="Rectangle 30">
            <a:hlinkClick r:id="" action="ppaction://noaction"/>
            <a:extLst>
              <a:ext uri="{FF2B5EF4-FFF2-40B4-BE49-F238E27FC236}">
                <a16:creationId xmlns:a16="http://schemas.microsoft.com/office/drawing/2014/main" id="{6F9CC297-2C38-45A8-858C-4331D1C5427A}"/>
              </a:ext>
            </a:extLst>
          </p:cNvPr>
          <p:cNvSpPr/>
          <p:nvPr userDrawn="1"/>
        </p:nvSpPr>
        <p:spPr>
          <a:xfrm>
            <a:off x="263103" y="3403749"/>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32" name="Isosceles Triangle 31">
            <a:extLst>
              <a:ext uri="{FF2B5EF4-FFF2-40B4-BE49-F238E27FC236}">
                <a16:creationId xmlns:a16="http://schemas.microsoft.com/office/drawing/2014/main" id="{8EA3961D-F462-4C5E-AB31-58F45559050F}"/>
              </a:ext>
            </a:extLst>
          </p:cNvPr>
          <p:cNvSpPr/>
          <p:nvPr userDrawn="1"/>
        </p:nvSpPr>
        <p:spPr>
          <a:xfrm rot="5400000">
            <a:off x="1356888" y="339636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41" name="Isosceles Triangle 40">
            <a:extLst>
              <a:ext uri="{FF2B5EF4-FFF2-40B4-BE49-F238E27FC236}">
                <a16:creationId xmlns:a16="http://schemas.microsoft.com/office/drawing/2014/main" id="{90A8941F-544E-4968-9D42-29D55DA38330}"/>
              </a:ext>
            </a:extLst>
          </p:cNvPr>
          <p:cNvSpPr/>
          <p:nvPr userDrawn="1"/>
        </p:nvSpPr>
        <p:spPr>
          <a:xfrm rot="5400000">
            <a:off x="1356888" y="3774056"/>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6565230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4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50" name="Rectangle 49">
            <a:hlinkClick r:id="" action="ppaction://noaction"/>
            <a:extLst>
              <a:ext uri="{FF2B5EF4-FFF2-40B4-BE49-F238E27FC236}">
                <a16:creationId xmlns:a16="http://schemas.microsoft.com/office/drawing/2014/main" id="{CEED0FCD-F871-48E7-9094-B22715630250}"/>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1" name="Rectangle 50">
            <a:hlinkClick r:id="" action="ppaction://noaction"/>
            <a:extLst>
              <a:ext uri="{FF2B5EF4-FFF2-40B4-BE49-F238E27FC236}">
                <a16:creationId xmlns:a16="http://schemas.microsoft.com/office/drawing/2014/main" id="{F13A7999-259B-40E9-8104-A6D31F0D764C}"/>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52" name="Rectangle 51">
            <a:hlinkClick r:id="" action="ppaction://noaction"/>
            <a:extLst>
              <a:ext uri="{FF2B5EF4-FFF2-40B4-BE49-F238E27FC236}">
                <a16:creationId xmlns:a16="http://schemas.microsoft.com/office/drawing/2014/main" id="{D8BFE96F-B59C-416A-A880-AE5D76FCF6E4}"/>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3" name="Rectangle 52">
            <a:hlinkClick r:id="" action="ppaction://noaction"/>
            <a:extLst>
              <a:ext uri="{FF2B5EF4-FFF2-40B4-BE49-F238E27FC236}">
                <a16:creationId xmlns:a16="http://schemas.microsoft.com/office/drawing/2014/main" id="{338B7F02-6828-4E78-A365-9C6C63B09590}"/>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4" name="Isosceles Triangle 53">
            <a:extLst>
              <a:ext uri="{FF2B5EF4-FFF2-40B4-BE49-F238E27FC236}">
                <a16:creationId xmlns:a16="http://schemas.microsoft.com/office/drawing/2014/main" id="{72075F22-7CD7-4FD4-B80B-C9949EFA4D12}"/>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C05ACE50-7E21-4DC6-AC8D-7D717BCE83D8}"/>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8021D92C-782B-45CB-B738-F330A50F4E69}"/>
              </a:ext>
            </a:extLst>
          </p:cNvPr>
          <p:cNvSpPr/>
          <p:nvPr userDrawn="1"/>
        </p:nvSpPr>
        <p:spPr>
          <a:xfrm>
            <a:off x="263103" y="2858056"/>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73" name="Rectangle 72">
            <a:hlinkClick r:id="" action="ppaction://noaction"/>
            <a:extLst>
              <a:ext uri="{FF2B5EF4-FFF2-40B4-BE49-F238E27FC236}">
                <a16:creationId xmlns:a16="http://schemas.microsoft.com/office/drawing/2014/main" id="{9CB3152F-A614-43DB-952D-0E04E46390B4}"/>
              </a:ext>
            </a:extLst>
          </p:cNvPr>
          <p:cNvSpPr/>
          <p:nvPr userDrawn="1"/>
        </p:nvSpPr>
        <p:spPr>
          <a:xfrm>
            <a:off x="362804" y="3621198"/>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Financial Mgt</a:t>
            </a:r>
          </a:p>
        </p:txBody>
      </p:sp>
      <p:sp>
        <p:nvSpPr>
          <p:cNvPr id="74" name="Rectangle 73">
            <a:hlinkClick r:id="" action="ppaction://noaction"/>
            <a:extLst>
              <a:ext uri="{FF2B5EF4-FFF2-40B4-BE49-F238E27FC236}">
                <a16:creationId xmlns:a16="http://schemas.microsoft.com/office/drawing/2014/main" id="{C795B50A-BD87-4DFF-9DC8-BFF24D404C53}"/>
              </a:ext>
            </a:extLst>
          </p:cNvPr>
          <p:cNvSpPr/>
          <p:nvPr userDrawn="1"/>
        </p:nvSpPr>
        <p:spPr>
          <a:xfrm>
            <a:off x="362804" y="3994479"/>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Operational Mgt &amp; Partner Mgt</a:t>
            </a:r>
          </a:p>
        </p:txBody>
      </p:sp>
      <p:sp>
        <p:nvSpPr>
          <p:cNvPr id="75" name="Rectangle 74">
            <a:hlinkClick r:id="" action="ppaction://noaction"/>
            <a:extLst>
              <a:ext uri="{FF2B5EF4-FFF2-40B4-BE49-F238E27FC236}">
                <a16:creationId xmlns:a16="http://schemas.microsoft.com/office/drawing/2014/main" id="{9083561A-0887-4C66-9C52-7569A4FC5209}"/>
              </a:ext>
            </a:extLst>
          </p:cNvPr>
          <p:cNvSpPr/>
          <p:nvPr userDrawn="1"/>
        </p:nvSpPr>
        <p:spPr>
          <a:xfrm>
            <a:off x="362804" y="436776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Talent Mgt</a:t>
            </a:r>
          </a:p>
        </p:txBody>
      </p:sp>
      <p:sp>
        <p:nvSpPr>
          <p:cNvPr id="76" name="Rectangle 75">
            <a:hlinkClick r:id="" action="ppaction://noaction"/>
            <a:extLst>
              <a:ext uri="{FF2B5EF4-FFF2-40B4-BE49-F238E27FC236}">
                <a16:creationId xmlns:a16="http://schemas.microsoft.com/office/drawing/2014/main" id="{1A444B18-2A4B-43D9-AF49-6F2C1E7CB8A5}"/>
              </a:ext>
            </a:extLst>
          </p:cNvPr>
          <p:cNvSpPr/>
          <p:nvPr userDrawn="1"/>
        </p:nvSpPr>
        <p:spPr>
          <a:xfrm>
            <a:off x="362804" y="474104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Risk Mgt</a:t>
            </a:r>
          </a:p>
        </p:txBody>
      </p:sp>
      <p:sp>
        <p:nvSpPr>
          <p:cNvPr id="77" name="Rectangle 76">
            <a:hlinkClick r:id="" action="ppaction://noaction"/>
            <a:extLst>
              <a:ext uri="{FF2B5EF4-FFF2-40B4-BE49-F238E27FC236}">
                <a16:creationId xmlns:a16="http://schemas.microsoft.com/office/drawing/2014/main" id="{1BC514EC-C4F0-455B-92A5-69FDD39DC3BD}"/>
              </a:ext>
            </a:extLst>
          </p:cNvPr>
          <p:cNvSpPr/>
          <p:nvPr userDrawn="1"/>
        </p:nvSpPr>
        <p:spPr>
          <a:xfrm>
            <a:off x="263103" y="324322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78" name="Isosceles Triangle 77">
            <a:extLst>
              <a:ext uri="{FF2B5EF4-FFF2-40B4-BE49-F238E27FC236}">
                <a16:creationId xmlns:a16="http://schemas.microsoft.com/office/drawing/2014/main" id="{2B959634-E8CD-47DA-9DDF-1FE692DF16D4}"/>
              </a:ext>
            </a:extLst>
          </p:cNvPr>
          <p:cNvSpPr/>
          <p:nvPr userDrawn="1"/>
        </p:nvSpPr>
        <p:spPr>
          <a:xfrm rot="5400000">
            <a:off x="1356888" y="323584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79" name="Isosceles Triangle 78">
            <a:extLst>
              <a:ext uri="{FF2B5EF4-FFF2-40B4-BE49-F238E27FC236}">
                <a16:creationId xmlns:a16="http://schemas.microsoft.com/office/drawing/2014/main" id="{CBA4BBF7-638B-4BE8-9B49-0B19FD81BF62}"/>
              </a:ext>
            </a:extLst>
          </p:cNvPr>
          <p:cNvSpPr/>
          <p:nvPr userDrawn="1"/>
        </p:nvSpPr>
        <p:spPr>
          <a:xfrm rot="5400000">
            <a:off x="1356888" y="361353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8827687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5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50" name="Rectangle 49">
            <a:hlinkClick r:id="" action="ppaction://noaction"/>
            <a:extLst>
              <a:ext uri="{FF2B5EF4-FFF2-40B4-BE49-F238E27FC236}">
                <a16:creationId xmlns:a16="http://schemas.microsoft.com/office/drawing/2014/main" id="{CEED0FCD-F871-48E7-9094-B22715630250}"/>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1" name="Rectangle 50">
            <a:hlinkClick r:id="" action="ppaction://noaction"/>
            <a:extLst>
              <a:ext uri="{FF2B5EF4-FFF2-40B4-BE49-F238E27FC236}">
                <a16:creationId xmlns:a16="http://schemas.microsoft.com/office/drawing/2014/main" id="{F13A7999-259B-40E9-8104-A6D31F0D764C}"/>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52" name="Rectangle 51">
            <a:hlinkClick r:id="" action="ppaction://noaction"/>
            <a:extLst>
              <a:ext uri="{FF2B5EF4-FFF2-40B4-BE49-F238E27FC236}">
                <a16:creationId xmlns:a16="http://schemas.microsoft.com/office/drawing/2014/main" id="{D8BFE96F-B59C-416A-A880-AE5D76FCF6E4}"/>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3" name="Rectangle 52">
            <a:hlinkClick r:id="" action="ppaction://noaction"/>
            <a:extLst>
              <a:ext uri="{FF2B5EF4-FFF2-40B4-BE49-F238E27FC236}">
                <a16:creationId xmlns:a16="http://schemas.microsoft.com/office/drawing/2014/main" id="{338B7F02-6828-4E78-A365-9C6C63B09590}"/>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4" name="Isosceles Triangle 53">
            <a:extLst>
              <a:ext uri="{FF2B5EF4-FFF2-40B4-BE49-F238E27FC236}">
                <a16:creationId xmlns:a16="http://schemas.microsoft.com/office/drawing/2014/main" id="{72075F22-7CD7-4FD4-B80B-C9949EFA4D12}"/>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C05ACE50-7E21-4DC6-AC8D-7D717BCE83D8}"/>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8021D92C-782B-45CB-B738-F330A50F4E69}"/>
              </a:ext>
            </a:extLst>
          </p:cNvPr>
          <p:cNvSpPr/>
          <p:nvPr userDrawn="1"/>
        </p:nvSpPr>
        <p:spPr>
          <a:xfrm>
            <a:off x="263103" y="2858056"/>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75" name="Rectangle 74">
            <a:hlinkClick r:id="" action="ppaction://noaction"/>
            <a:extLst>
              <a:ext uri="{FF2B5EF4-FFF2-40B4-BE49-F238E27FC236}">
                <a16:creationId xmlns:a16="http://schemas.microsoft.com/office/drawing/2014/main" id="{9083561A-0887-4C66-9C52-7569A4FC5209}"/>
              </a:ext>
            </a:extLst>
          </p:cNvPr>
          <p:cNvSpPr/>
          <p:nvPr userDrawn="1"/>
        </p:nvSpPr>
        <p:spPr>
          <a:xfrm>
            <a:off x="362804" y="436776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Talent Mgt</a:t>
            </a:r>
          </a:p>
        </p:txBody>
      </p:sp>
      <p:sp>
        <p:nvSpPr>
          <p:cNvPr id="76" name="Rectangle 75">
            <a:hlinkClick r:id="" action="ppaction://noaction"/>
            <a:extLst>
              <a:ext uri="{FF2B5EF4-FFF2-40B4-BE49-F238E27FC236}">
                <a16:creationId xmlns:a16="http://schemas.microsoft.com/office/drawing/2014/main" id="{1A444B18-2A4B-43D9-AF49-6F2C1E7CB8A5}"/>
              </a:ext>
            </a:extLst>
          </p:cNvPr>
          <p:cNvSpPr/>
          <p:nvPr userDrawn="1"/>
        </p:nvSpPr>
        <p:spPr>
          <a:xfrm>
            <a:off x="362804" y="474104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Risk Mgt</a:t>
            </a:r>
          </a:p>
        </p:txBody>
      </p:sp>
      <p:sp>
        <p:nvSpPr>
          <p:cNvPr id="77" name="Rectangle 76">
            <a:hlinkClick r:id="" action="ppaction://noaction"/>
            <a:extLst>
              <a:ext uri="{FF2B5EF4-FFF2-40B4-BE49-F238E27FC236}">
                <a16:creationId xmlns:a16="http://schemas.microsoft.com/office/drawing/2014/main" id="{1BC514EC-C4F0-455B-92A5-69FDD39DC3BD}"/>
              </a:ext>
            </a:extLst>
          </p:cNvPr>
          <p:cNvSpPr/>
          <p:nvPr userDrawn="1"/>
        </p:nvSpPr>
        <p:spPr>
          <a:xfrm>
            <a:off x="263103" y="324322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78" name="Isosceles Triangle 77">
            <a:extLst>
              <a:ext uri="{FF2B5EF4-FFF2-40B4-BE49-F238E27FC236}">
                <a16:creationId xmlns:a16="http://schemas.microsoft.com/office/drawing/2014/main" id="{2B959634-E8CD-47DA-9DDF-1FE692DF16D4}"/>
              </a:ext>
            </a:extLst>
          </p:cNvPr>
          <p:cNvSpPr/>
          <p:nvPr userDrawn="1"/>
        </p:nvSpPr>
        <p:spPr>
          <a:xfrm rot="5400000">
            <a:off x="1356888" y="323584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8" name="Rectangle 17">
            <a:hlinkClick r:id="" action="ppaction://noaction"/>
            <a:extLst>
              <a:ext uri="{FF2B5EF4-FFF2-40B4-BE49-F238E27FC236}">
                <a16:creationId xmlns:a16="http://schemas.microsoft.com/office/drawing/2014/main" id="{0FDD0D9F-4362-4356-9D92-DA7B0415C93F}"/>
              </a:ext>
            </a:extLst>
          </p:cNvPr>
          <p:cNvSpPr/>
          <p:nvPr userDrawn="1"/>
        </p:nvSpPr>
        <p:spPr>
          <a:xfrm>
            <a:off x="342927" y="361365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 Mgt</a:t>
            </a:r>
          </a:p>
        </p:txBody>
      </p:sp>
      <p:sp>
        <p:nvSpPr>
          <p:cNvPr id="19" name="Rectangle 18">
            <a:hlinkClick r:id="" action="ppaction://noaction"/>
            <a:extLst>
              <a:ext uri="{FF2B5EF4-FFF2-40B4-BE49-F238E27FC236}">
                <a16:creationId xmlns:a16="http://schemas.microsoft.com/office/drawing/2014/main" id="{3908FD85-EC2C-4BDD-861C-9AB84BB7C3F8}"/>
              </a:ext>
            </a:extLst>
          </p:cNvPr>
          <p:cNvSpPr/>
          <p:nvPr userDrawn="1"/>
        </p:nvSpPr>
        <p:spPr>
          <a:xfrm>
            <a:off x="342927" y="3986937"/>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Operational Mgt &amp; Partner Mgt</a:t>
            </a:r>
          </a:p>
        </p:txBody>
      </p:sp>
      <p:sp>
        <p:nvSpPr>
          <p:cNvPr id="21" name="Isosceles Triangle 20">
            <a:extLst>
              <a:ext uri="{FF2B5EF4-FFF2-40B4-BE49-F238E27FC236}">
                <a16:creationId xmlns:a16="http://schemas.microsoft.com/office/drawing/2014/main" id="{5A02FC43-6F58-46D3-8825-7504F71CFDB5}"/>
              </a:ext>
            </a:extLst>
          </p:cNvPr>
          <p:cNvSpPr/>
          <p:nvPr userDrawn="1"/>
        </p:nvSpPr>
        <p:spPr>
          <a:xfrm rot="5400000">
            <a:off x="1330298" y="3987013"/>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164932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6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50" name="Rectangle 49">
            <a:hlinkClick r:id="" action="ppaction://noaction"/>
            <a:extLst>
              <a:ext uri="{FF2B5EF4-FFF2-40B4-BE49-F238E27FC236}">
                <a16:creationId xmlns:a16="http://schemas.microsoft.com/office/drawing/2014/main" id="{CEED0FCD-F871-48E7-9094-B22715630250}"/>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1" name="Rectangle 50">
            <a:hlinkClick r:id="" action="ppaction://noaction"/>
            <a:extLst>
              <a:ext uri="{FF2B5EF4-FFF2-40B4-BE49-F238E27FC236}">
                <a16:creationId xmlns:a16="http://schemas.microsoft.com/office/drawing/2014/main" id="{F13A7999-259B-40E9-8104-A6D31F0D764C}"/>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52" name="Rectangle 51">
            <a:hlinkClick r:id="" action="ppaction://noaction"/>
            <a:extLst>
              <a:ext uri="{FF2B5EF4-FFF2-40B4-BE49-F238E27FC236}">
                <a16:creationId xmlns:a16="http://schemas.microsoft.com/office/drawing/2014/main" id="{D8BFE96F-B59C-416A-A880-AE5D76FCF6E4}"/>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3" name="Rectangle 52">
            <a:hlinkClick r:id="" action="ppaction://noaction"/>
            <a:extLst>
              <a:ext uri="{FF2B5EF4-FFF2-40B4-BE49-F238E27FC236}">
                <a16:creationId xmlns:a16="http://schemas.microsoft.com/office/drawing/2014/main" id="{338B7F02-6828-4E78-A365-9C6C63B09590}"/>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4" name="Isosceles Triangle 53">
            <a:extLst>
              <a:ext uri="{FF2B5EF4-FFF2-40B4-BE49-F238E27FC236}">
                <a16:creationId xmlns:a16="http://schemas.microsoft.com/office/drawing/2014/main" id="{72075F22-7CD7-4FD4-B80B-C9949EFA4D12}"/>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C05ACE50-7E21-4DC6-AC8D-7D717BCE83D8}"/>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8021D92C-782B-45CB-B738-F330A50F4E69}"/>
              </a:ext>
            </a:extLst>
          </p:cNvPr>
          <p:cNvSpPr/>
          <p:nvPr userDrawn="1"/>
        </p:nvSpPr>
        <p:spPr>
          <a:xfrm>
            <a:off x="263103" y="2858056"/>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76" name="Rectangle 75">
            <a:hlinkClick r:id="" action="ppaction://noaction"/>
            <a:extLst>
              <a:ext uri="{FF2B5EF4-FFF2-40B4-BE49-F238E27FC236}">
                <a16:creationId xmlns:a16="http://schemas.microsoft.com/office/drawing/2014/main" id="{1A444B18-2A4B-43D9-AF49-6F2C1E7CB8A5}"/>
              </a:ext>
            </a:extLst>
          </p:cNvPr>
          <p:cNvSpPr/>
          <p:nvPr userDrawn="1"/>
        </p:nvSpPr>
        <p:spPr>
          <a:xfrm>
            <a:off x="362804" y="474104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Risk Mgt</a:t>
            </a:r>
          </a:p>
        </p:txBody>
      </p:sp>
      <p:sp>
        <p:nvSpPr>
          <p:cNvPr id="77" name="Rectangle 76">
            <a:hlinkClick r:id="" action="ppaction://noaction"/>
            <a:extLst>
              <a:ext uri="{FF2B5EF4-FFF2-40B4-BE49-F238E27FC236}">
                <a16:creationId xmlns:a16="http://schemas.microsoft.com/office/drawing/2014/main" id="{1BC514EC-C4F0-455B-92A5-69FDD39DC3BD}"/>
              </a:ext>
            </a:extLst>
          </p:cNvPr>
          <p:cNvSpPr/>
          <p:nvPr userDrawn="1"/>
        </p:nvSpPr>
        <p:spPr>
          <a:xfrm>
            <a:off x="263103" y="324322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78" name="Isosceles Triangle 77">
            <a:extLst>
              <a:ext uri="{FF2B5EF4-FFF2-40B4-BE49-F238E27FC236}">
                <a16:creationId xmlns:a16="http://schemas.microsoft.com/office/drawing/2014/main" id="{2B959634-E8CD-47DA-9DDF-1FE692DF16D4}"/>
              </a:ext>
            </a:extLst>
          </p:cNvPr>
          <p:cNvSpPr/>
          <p:nvPr userDrawn="1"/>
        </p:nvSpPr>
        <p:spPr>
          <a:xfrm rot="5400000">
            <a:off x="1356888" y="323584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8" name="Rectangle 17">
            <a:hlinkClick r:id="" action="ppaction://noaction"/>
            <a:extLst>
              <a:ext uri="{FF2B5EF4-FFF2-40B4-BE49-F238E27FC236}">
                <a16:creationId xmlns:a16="http://schemas.microsoft.com/office/drawing/2014/main" id="{0FDD0D9F-4362-4356-9D92-DA7B0415C93F}"/>
              </a:ext>
            </a:extLst>
          </p:cNvPr>
          <p:cNvSpPr/>
          <p:nvPr userDrawn="1"/>
        </p:nvSpPr>
        <p:spPr>
          <a:xfrm>
            <a:off x="342927" y="361365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 Mgt</a:t>
            </a:r>
          </a:p>
        </p:txBody>
      </p:sp>
      <p:sp>
        <p:nvSpPr>
          <p:cNvPr id="20" name="Rectangle 19">
            <a:hlinkClick r:id="" action="ppaction://noaction"/>
            <a:extLst>
              <a:ext uri="{FF2B5EF4-FFF2-40B4-BE49-F238E27FC236}">
                <a16:creationId xmlns:a16="http://schemas.microsoft.com/office/drawing/2014/main" id="{9E0C96FC-F08F-409F-BB26-3BADBC480F39}"/>
              </a:ext>
            </a:extLst>
          </p:cNvPr>
          <p:cNvSpPr/>
          <p:nvPr userDrawn="1"/>
        </p:nvSpPr>
        <p:spPr>
          <a:xfrm>
            <a:off x="336214" y="399341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Operational Mgt &amp; Partner Mgt</a:t>
            </a:r>
          </a:p>
        </p:txBody>
      </p:sp>
      <p:sp>
        <p:nvSpPr>
          <p:cNvPr id="22" name="Rectangle 21">
            <a:hlinkClick r:id="" action="ppaction://noaction"/>
            <a:extLst>
              <a:ext uri="{FF2B5EF4-FFF2-40B4-BE49-F238E27FC236}">
                <a16:creationId xmlns:a16="http://schemas.microsoft.com/office/drawing/2014/main" id="{DA128D1D-7001-45EF-BF97-FB3118894F55}"/>
              </a:ext>
            </a:extLst>
          </p:cNvPr>
          <p:cNvSpPr/>
          <p:nvPr userDrawn="1"/>
        </p:nvSpPr>
        <p:spPr>
          <a:xfrm>
            <a:off x="336214" y="4366691"/>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Talent Mgt</a:t>
            </a:r>
          </a:p>
        </p:txBody>
      </p:sp>
      <p:sp>
        <p:nvSpPr>
          <p:cNvPr id="23" name="Isosceles Triangle 22">
            <a:extLst>
              <a:ext uri="{FF2B5EF4-FFF2-40B4-BE49-F238E27FC236}">
                <a16:creationId xmlns:a16="http://schemas.microsoft.com/office/drawing/2014/main" id="{31E23110-1A1D-4B4D-B482-82B1D93469A5}"/>
              </a:ext>
            </a:extLst>
          </p:cNvPr>
          <p:cNvSpPr/>
          <p:nvPr userDrawn="1"/>
        </p:nvSpPr>
        <p:spPr>
          <a:xfrm rot="5400000">
            <a:off x="1330298" y="4367835"/>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044573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7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50" name="Rectangle 49">
            <a:hlinkClick r:id="" action="ppaction://noaction"/>
            <a:extLst>
              <a:ext uri="{FF2B5EF4-FFF2-40B4-BE49-F238E27FC236}">
                <a16:creationId xmlns:a16="http://schemas.microsoft.com/office/drawing/2014/main" id="{CEED0FCD-F871-48E7-9094-B22715630250}"/>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1" name="Rectangle 50">
            <a:hlinkClick r:id="" action="ppaction://noaction"/>
            <a:extLst>
              <a:ext uri="{FF2B5EF4-FFF2-40B4-BE49-F238E27FC236}">
                <a16:creationId xmlns:a16="http://schemas.microsoft.com/office/drawing/2014/main" id="{F13A7999-259B-40E9-8104-A6D31F0D764C}"/>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52" name="Rectangle 51">
            <a:hlinkClick r:id="" action="ppaction://noaction"/>
            <a:extLst>
              <a:ext uri="{FF2B5EF4-FFF2-40B4-BE49-F238E27FC236}">
                <a16:creationId xmlns:a16="http://schemas.microsoft.com/office/drawing/2014/main" id="{D8BFE96F-B59C-416A-A880-AE5D76FCF6E4}"/>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53" name="Rectangle 52">
            <a:hlinkClick r:id="" action="ppaction://noaction"/>
            <a:extLst>
              <a:ext uri="{FF2B5EF4-FFF2-40B4-BE49-F238E27FC236}">
                <a16:creationId xmlns:a16="http://schemas.microsoft.com/office/drawing/2014/main" id="{338B7F02-6828-4E78-A365-9C6C63B09590}"/>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54" name="Isosceles Triangle 53">
            <a:extLst>
              <a:ext uri="{FF2B5EF4-FFF2-40B4-BE49-F238E27FC236}">
                <a16:creationId xmlns:a16="http://schemas.microsoft.com/office/drawing/2014/main" id="{72075F22-7CD7-4FD4-B80B-C9949EFA4D12}"/>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55" name="Rectangle 54">
            <a:hlinkClick r:id="" action="ppaction://noaction"/>
            <a:extLst>
              <a:ext uri="{FF2B5EF4-FFF2-40B4-BE49-F238E27FC236}">
                <a16:creationId xmlns:a16="http://schemas.microsoft.com/office/drawing/2014/main" id="{C05ACE50-7E21-4DC6-AC8D-7D717BCE83D8}"/>
              </a:ext>
            </a:extLst>
          </p:cNvPr>
          <p:cNvSpPr/>
          <p:nvPr userDrawn="1"/>
        </p:nvSpPr>
        <p:spPr>
          <a:xfrm>
            <a:off x="263103" y="248912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56" name="Rectangle 55">
            <a:hlinkClick r:id="" action="ppaction://noaction"/>
            <a:extLst>
              <a:ext uri="{FF2B5EF4-FFF2-40B4-BE49-F238E27FC236}">
                <a16:creationId xmlns:a16="http://schemas.microsoft.com/office/drawing/2014/main" id="{8021D92C-782B-45CB-B738-F330A50F4E69}"/>
              </a:ext>
            </a:extLst>
          </p:cNvPr>
          <p:cNvSpPr/>
          <p:nvPr userDrawn="1"/>
        </p:nvSpPr>
        <p:spPr>
          <a:xfrm>
            <a:off x="263103" y="2858056"/>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77" name="Rectangle 76">
            <a:hlinkClick r:id="" action="ppaction://noaction"/>
            <a:extLst>
              <a:ext uri="{FF2B5EF4-FFF2-40B4-BE49-F238E27FC236}">
                <a16:creationId xmlns:a16="http://schemas.microsoft.com/office/drawing/2014/main" id="{1BC514EC-C4F0-455B-92A5-69FDD39DC3BD}"/>
              </a:ext>
            </a:extLst>
          </p:cNvPr>
          <p:cNvSpPr/>
          <p:nvPr userDrawn="1"/>
        </p:nvSpPr>
        <p:spPr>
          <a:xfrm>
            <a:off x="263103" y="3243224"/>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78" name="Isosceles Triangle 77">
            <a:extLst>
              <a:ext uri="{FF2B5EF4-FFF2-40B4-BE49-F238E27FC236}">
                <a16:creationId xmlns:a16="http://schemas.microsoft.com/office/drawing/2014/main" id="{2B959634-E8CD-47DA-9DDF-1FE692DF16D4}"/>
              </a:ext>
            </a:extLst>
          </p:cNvPr>
          <p:cNvSpPr/>
          <p:nvPr userDrawn="1"/>
        </p:nvSpPr>
        <p:spPr>
          <a:xfrm rot="5400000">
            <a:off x="1356888" y="323584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8" name="Rectangle 17">
            <a:hlinkClick r:id="" action="ppaction://noaction"/>
            <a:extLst>
              <a:ext uri="{FF2B5EF4-FFF2-40B4-BE49-F238E27FC236}">
                <a16:creationId xmlns:a16="http://schemas.microsoft.com/office/drawing/2014/main" id="{0FDD0D9F-4362-4356-9D92-DA7B0415C93F}"/>
              </a:ext>
            </a:extLst>
          </p:cNvPr>
          <p:cNvSpPr/>
          <p:nvPr userDrawn="1"/>
        </p:nvSpPr>
        <p:spPr>
          <a:xfrm>
            <a:off x="342927" y="3613656"/>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 Mgt</a:t>
            </a:r>
          </a:p>
        </p:txBody>
      </p:sp>
      <p:sp>
        <p:nvSpPr>
          <p:cNvPr id="20" name="Rectangle 19">
            <a:hlinkClick r:id="" action="ppaction://noaction"/>
            <a:extLst>
              <a:ext uri="{FF2B5EF4-FFF2-40B4-BE49-F238E27FC236}">
                <a16:creationId xmlns:a16="http://schemas.microsoft.com/office/drawing/2014/main" id="{9E0C96FC-F08F-409F-BB26-3BADBC480F39}"/>
              </a:ext>
            </a:extLst>
          </p:cNvPr>
          <p:cNvSpPr/>
          <p:nvPr userDrawn="1"/>
        </p:nvSpPr>
        <p:spPr>
          <a:xfrm>
            <a:off x="336214" y="3993410"/>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Operational Mgt &amp; Partner Mgt</a:t>
            </a:r>
          </a:p>
        </p:txBody>
      </p:sp>
      <p:sp>
        <p:nvSpPr>
          <p:cNvPr id="19" name="Rectangle 18">
            <a:hlinkClick r:id="" action="ppaction://noaction"/>
            <a:extLst>
              <a:ext uri="{FF2B5EF4-FFF2-40B4-BE49-F238E27FC236}">
                <a16:creationId xmlns:a16="http://schemas.microsoft.com/office/drawing/2014/main" id="{32233DC0-B623-4BEF-B457-50253863B971}"/>
              </a:ext>
            </a:extLst>
          </p:cNvPr>
          <p:cNvSpPr/>
          <p:nvPr userDrawn="1"/>
        </p:nvSpPr>
        <p:spPr>
          <a:xfrm>
            <a:off x="336214" y="438147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Talent Mgt</a:t>
            </a:r>
          </a:p>
        </p:txBody>
      </p:sp>
      <p:sp>
        <p:nvSpPr>
          <p:cNvPr id="21" name="Rectangle 20">
            <a:hlinkClick r:id="" action="ppaction://noaction"/>
            <a:extLst>
              <a:ext uri="{FF2B5EF4-FFF2-40B4-BE49-F238E27FC236}">
                <a16:creationId xmlns:a16="http://schemas.microsoft.com/office/drawing/2014/main" id="{C1AB9F5C-13E2-4AB7-A5EB-300B84A40F8D}"/>
              </a:ext>
            </a:extLst>
          </p:cNvPr>
          <p:cNvSpPr/>
          <p:nvPr userDrawn="1"/>
        </p:nvSpPr>
        <p:spPr>
          <a:xfrm>
            <a:off x="336214" y="4754755"/>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Risk Mgt</a:t>
            </a:r>
          </a:p>
        </p:txBody>
      </p:sp>
      <p:sp>
        <p:nvSpPr>
          <p:cNvPr id="24" name="Isosceles Triangle 23">
            <a:extLst>
              <a:ext uri="{FF2B5EF4-FFF2-40B4-BE49-F238E27FC236}">
                <a16:creationId xmlns:a16="http://schemas.microsoft.com/office/drawing/2014/main" id="{B6E61869-4F0B-419E-B557-F59A04D3D7EE}"/>
              </a:ext>
            </a:extLst>
          </p:cNvPr>
          <p:cNvSpPr/>
          <p:nvPr userDrawn="1"/>
        </p:nvSpPr>
        <p:spPr>
          <a:xfrm rot="5400000">
            <a:off x="1330298" y="4750366"/>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2807998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9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29658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27" name="Rectangle 26">
            <a:hlinkClick r:id="" action="ppaction://noaction"/>
            <a:extLst>
              <a:ext uri="{FF2B5EF4-FFF2-40B4-BE49-F238E27FC236}">
                <a16:creationId xmlns:a16="http://schemas.microsoft.com/office/drawing/2014/main" id="{5EAAA60E-659C-44F1-AE48-915CF7D0A0B5}"/>
              </a:ext>
            </a:extLst>
          </p:cNvPr>
          <p:cNvSpPr/>
          <p:nvPr userDrawn="1"/>
        </p:nvSpPr>
        <p:spPr>
          <a:xfrm>
            <a:off x="362804" y="3781723"/>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 Mgt</a:t>
            </a:r>
          </a:p>
        </p:txBody>
      </p:sp>
      <p:sp>
        <p:nvSpPr>
          <p:cNvPr id="28" name="Rectangle 27">
            <a:hlinkClick r:id="" action="ppaction://noaction"/>
            <a:extLst>
              <a:ext uri="{FF2B5EF4-FFF2-40B4-BE49-F238E27FC236}">
                <a16:creationId xmlns:a16="http://schemas.microsoft.com/office/drawing/2014/main" id="{C6F0C64D-2965-42AE-B3C6-9B5B02735A3F}"/>
              </a:ext>
            </a:extLst>
          </p:cNvPr>
          <p:cNvSpPr/>
          <p:nvPr userDrawn="1"/>
        </p:nvSpPr>
        <p:spPr>
          <a:xfrm>
            <a:off x="362804" y="4155004"/>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Operational Mgt &amp; Partner Mgt</a:t>
            </a:r>
          </a:p>
        </p:txBody>
      </p:sp>
      <p:sp>
        <p:nvSpPr>
          <p:cNvPr id="29" name="Rectangle 28">
            <a:hlinkClick r:id="" action="ppaction://noaction"/>
            <a:extLst>
              <a:ext uri="{FF2B5EF4-FFF2-40B4-BE49-F238E27FC236}">
                <a16:creationId xmlns:a16="http://schemas.microsoft.com/office/drawing/2014/main" id="{3C864425-99CE-4AE4-A556-07F4CBE62EC9}"/>
              </a:ext>
            </a:extLst>
          </p:cNvPr>
          <p:cNvSpPr/>
          <p:nvPr userDrawn="1"/>
        </p:nvSpPr>
        <p:spPr>
          <a:xfrm>
            <a:off x="362804" y="452828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Talent Mgt</a:t>
            </a:r>
          </a:p>
        </p:txBody>
      </p:sp>
      <p:sp>
        <p:nvSpPr>
          <p:cNvPr id="30" name="Rectangle 29">
            <a:hlinkClick r:id="" action="ppaction://noaction"/>
            <a:extLst>
              <a:ext uri="{FF2B5EF4-FFF2-40B4-BE49-F238E27FC236}">
                <a16:creationId xmlns:a16="http://schemas.microsoft.com/office/drawing/2014/main" id="{7692BC18-01AA-43CE-9C40-3E968D153B4D}"/>
              </a:ext>
            </a:extLst>
          </p:cNvPr>
          <p:cNvSpPr/>
          <p:nvPr userDrawn="1"/>
        </p:nvSpPr>
        <p:spPr>
          <a:xfrm>
            <a:off x="362804" y="490156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Risk Mgt</a:t>
            </a:r>
          </a:p>
        </p:txBody>
      </p:sp>
      <p:sp>
        <p:nvSpPr>
          <p:cNvPr id="31" name="Rectangle 30">
            <a:hlinkClick r:id="" action="ppaction://noaction"/>
            <a:extLst>
              <a:ext uri="{FF2B5EF4-FFF2-40B4-BE49-F238E27FC236}">
                <a16:creationId xmlns:a16="http://schemas.microsoft.com/office/drawing/2014/main" id="{6F9CC297-2C38-45A8-858C-4331D1C5427A}"/>
              </a:ext>
            </a:extLst>
          </p:cNvPr>
          <p:cNvSpPr/>
          <p:nvPr userDrawn="1"/>
        </p:nvSpPr>
        <p:spPr>
          <a:xfrm>
            <a:off x="263103" y="3403749"/>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32" name="Isosceles Triangle 31">
            <a:extLst>
              <a:ext uri="{FF2B5EF4-FFF2-40B4-BE49-F238E27FC236}">
                <a16:creationId xmlns:a16="http://schemas.microsoft.com/office/drawing/2014/main" id="{8EA3961D-F462-4C5E-AB31-58F45559050F}"/>
              </a:ext>
            </a:extLst>
          </p:cNvPr>
          <p:cNvSpPr/>
          <p:nvPr userDrawn="1"/>
        </p:nvSpPr>
        <p:spPr>
          <a:xfrm rot="5400000">
            <a:off x="1356888" y="339636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41" name="Isosceles Triangle 40">
            <a:extLst>
              <a:ext uri="{FF2B5EF4-FFF2-40B4-BE49-F238E27FC236}">
                <a16:creationId xmlns:a16="http://schemas.microsoft.com/office/drawing/2014/main" id="{90A8941F-544E-4968-9D42-29D55DA38330}"/>
              </a:ext>
            </a:extLst>
          </p:cNvPr>
          <p:cNvSpPr/>
          <p:nvPr userDrawn="1"/>
        </p:nvSpPr>
        <p:spPr>
          <a:xfrm rot="5400000">
            <a:off x="1356888" y="4151743"/>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1248558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0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29658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27" name="Rectangle 26">
            <a:hlinkClick r:id="" action="ppaction://noaction"/>
            <a:extLst>
              <a:ext uri="{FF2B5EF4-FFF2-40B4-BE49-F238E27FC236}">
                <a16:creationId xmlns:a16="http://schemas.microsoft.com/office/drawing/2014/main" id="{5EAAA60E-659C-44F1-AE48-915CF7D0A0B5}"/>
              </a:ext>
            </a:extLst>
          </p:cNvPr>
          <p:cNvSpPr/>
          <p:nvPr userDrawn="1"/>
        </p:nvSpPr>
        <p:spPr>
          <a:xfrm>
            <a:off x="362804" y="3781723"/>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 Mgt</a:t>
            </a:r>
          </a:p>
        </p:txBody>
      </p:sp>
      <p:sp>
        <p:nvSpPr>
          <p:cNvPr id="28" name="Rectangle 27">
            <a:hlinkClick r:id="" action="ppaction://noaction"/>
            <a:extLst>
              <a:ext uri="{FF2B5EF4-FFF2-40B4-BE49-F238E27FC236}">
                <a16:creationId xmlns:a16="http://schemas.microsoft.com/office/drawing/2014/main" id="{C6F0C64D-2965-42AE-B3C6-9B5B02735A3F}"/>
              </a:ext>
            </a:extLst>
          </p:cNvPr>
          <p:cNvSpPr/>
          <p:nvPr userDrawn="1"/>
        </p:nvSpPr>
        <p:spPr>
          <a:xfrm>
            <a:off x="362804" y="415500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Operational Mgt &amp; Partner Mgt</a:t>
            </a:r>
          </a:p>
        </p:txBody>
      </p:sp>
      <p:sp>
        <p:nvSpPr>
          <p:cNvPr id="29" name="Rectangle 28">
            <a:hlinkClick r:id="" action="ppaction://noaction"/>
            <a:extLst>
              <a:ext uri="{FF2B5EF4-FFF2-40B4-BE49-F238E27FC236}">
                <a16:creationId xmlns:a16="http://schemas.microsoft.com/office/drawing/2014/main" id="{3C864425-99CE-4AE4-A556-07F4CBE62EC9}"/>
              </a:ext>
            </a:extLst>
          </p:cNvPr>
          <p:cNvSpPr/>
          <p:nvPr userDrawn="1"/>
        </p:nvSpPr>
        <p:spPr>
          <a:xfrm>
            <a:off x="362804" y="4528285"/>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Talent Mgt</a:t>
            </a:r>
          </a:p>
        </p:txBody>
      </p:sp>
      <p:sp>
        <p:nvSpPr>
          <p:cNvPr id="30" name="Rectangle 29">
            <a:hlinkClick r:id="" action="ppaction://noaction"/>
            <a:extLst>
              <a:ext uri="{FF2B5EF4-FFF2-40B4-BE49-F238E27FC236}">
                <a16:creationId xmlns:a16="http://schemas.microsoft.com/office/drawing/2014/main" id="{7692BC18-01AA-43CE-9C40-3E968D153B4D}"/>
              </a:ext>
            </a:extLst>
          </p:cNvPr>
          <p:cNvSpPr/>
          <p:nvPr userDrawn="1"/>
        </p:nvSpPr>
        <p:spPr>
          <a:xfrm>
            <a:off x="362804" y="490156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Risk Mgt</a:t>
            </a:r>
          </a:p>
        </p:txBody>
      </p:sp>
      <p:sp>
        <p:nvSpPr>
          <p:cNvPr id="31" name="Rectangle 30">
            <a:hlinkClick r:id="" action="ppaction://noaction"/>
            <a:extLst>
              <a:ext uri="{FF2B5EF4-FFF2-40B4-BE49-F238E27FC236}">
                <a16:creationId xmlns:a16="http://schemas.microsoft.com/office/drawing/2014/main" id="{6F9CC297-2C38-45A8-858C-4331D1C5427A}"/>
              </a:ext>
            </a:extLst>
          </p:cNvPr>
          <p:cNvSpPr/>
          <p:nvPr userDrawn="1"/>
        </p:nvSpPr>
        <p:spPr>
          <a:xfrm>
            <a:off x="263103" y="3403749"/>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32" name="Isosceles Triangle 31">
            <a:extLst>
              <a:ext uri="{FF2B5EF4-FFF2-40B4-BE49-F238E27FC236}">
                <a16:creationId xmlns:a16="http://schemas.microsoft.com/office/drawing/2014/main" id="{8EA3961D-F462-4C5E-AB31-58F45559050F}"/>
              </a:ext>
            </a:extLst>
          </p:cNvPr>
          <p:cNvSpPr/>
          <p:nvPr userDrawn="1"/>
        </p:nvSpPr>
        <p:spPr>
          <a:xfrm rot="5400000">
            <a:off x="1356888" y="339636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41" name="Isosceles Triangle 40">
            <a:extLst>
              <a:ext uri="{FF2B5EF4-FFF2-40B4-BE49-F238E27FC236}">
                <a16:creationId xmlns:a16="http://schemas.microsoft.com/office/drawing/2014/main" id="{90A8941F-544E-4968-9D42-29D55DA38330}"/>
              </a:ext>
            </a:extLst>
          </p:cNvPr>
          <p:cNvSpPr/>
          <p:nvPr userDrawn="1"/>
        </p:nvSpPr>
        <p:spPr>
          <a:xfrm rot="5400000">
            <a:off x="1356888" y="4529429"/>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002553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1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167147"/>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59" name="Rectangle 58">
            <a:hlinkClick r:id="" action="ppaction://noaction"/>
            <a:extLst>
              <a:ext uri="{FF2B5EF4-FFF2-40B4-BE49-F238E27FC236}">
                <a16:creationId xmlns:a16="http://schemas.microsoft.com/office/drawing/2014/main" id="{37B35AC8-10E9-4B67-8B25-9BB624AE8B8E}"/>
              </a:ext>
            </a:extLst>
          </p:cNvPr>
          <p:cNvSpPr/>
          <p:nvPr userDrawn="1"/>
        </p:nvSpPr>
        <p:spPr>
          <a:xfrm>
            <a:off x="263103" y="790240"/>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(2/2)</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09"/>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63103" y="41333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 (1/2)</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5"/>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7" name="Rectangle 86">
            <a:hlinkClick r:id="" action="ppaction://noaction"/>
            <a:extLst>
              <a:ext uri="{FF2B5EF4-FFF2-40B4-BE49-F238E27FC236}">
                <a16:creationId xmlns:a16="http://schemas.microsoft.com/office/drawing/2014/main" id="{E7111E2F-5D40-4EAE-96EF-B5553E6DE1E8}"/>
              </a:ext>
            </a:extLst>
          </p:cNvPr>
          <p:cNvSpPr/>
          <p:nvPr userDrawn="1"/>
        </p:nvSpPr>
        <p:spPr>
          <a:xfrm>
            <a:off x="263103" y="229786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Strategy, Ops &amp; Control &amp; Mgt</a:t>
            </a: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8"/>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1920961"/>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Purpose, Vision and Values</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1"/>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54405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1"/>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3" y="2296588"/>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19" name="Rectangle 18">
            <a:hlinkClick r:id="" action="ppaction://noaction"/>
            <a:extLst>
              <a:ext uri="{FF2B5EF4-FFF2-40B4-BE49-F238E27FC236}">
                <a16:creationId xmlns:a16="http://schemas.microsoft.com/office/drawing/2014/main" id="{B8338392-381A-473F-AF53-671333907419}"/>
              </a:ext>
            </a:extLst>
          </p:cNvPr>
          <p:cNvSpPr/>
          <p:nvPr userDrawn="1"/>
        </p:nvSpPr>
        <p:spPr>
          <a:xfrm>
            <a:off x="263103" y="2666804"/>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Strategy</a:t>
            </a:r>
          </a:p>
        </p:txBody>
      </p:sp>
      <p:sp>
        <p:nvSpPr>
          <p:cNvPr id="20" name="Rectangle 19">
            <a:hlinkClick r:id="" action="ppaction://noaction"/>
            <a:extLst>
              <a:ext uri="{FF2B5EF4-FFF2-40B4-BE49-F238E27FC236}">
                <a16:creationId xmlns:a16="http://schemas.microsoft.com/office/drawing/2014/main" id="{F0958BE2-DE8C-42E6-A912-58BA1C72F9FF}"/>
              </a:ext>
            </a:extLst>
          </p:cNvPr>
          <p:cNvSpPr/>
          <p:nvPr userDrawn="1"/>
        </p:nvSpPr>
        <p:spPr>
          <a:xfrm>
            <a:off x="263103" y="3035740"/>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Operations</a:t>
            </a:r>
          </a:p>
        </p:txBody>
      </p:sp>
      <p:sp>
        <p:nvSpPr>
          <p:cNvPr id="38" name="Rectangle 37">
            <a:hlinkClick r:id="" action="ppaction://noaction"/>
            <a:extLst>
              <a:ext uri="{FF2B5EF4-FFF2-40B4-BE49-F238E27FC236}">
                <a16:creationId xmlns:a16="http://schemas.microsoft.com/office/drawing/2014/main" id="{247459B1-C4CF-4DA8-879F-832D442B9A8A}"/>
              </a:ext>
            </a:extLst>
          </p:cNvPr>
          <p:cNvSpPr/>
          <p:nvPr userDrawn="1"/>
        </p:nvSpPr>
        <p:spPr>
          <a:xfrm>
            <a:off x="263103" y="5273409"/>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Maturity Wheel</a:t>
            </a:r>
          </a:p>
        </p:txBody>
      </p:sp>
      <p:sp>
        <p:nvSpPr>
          <p:cNvPr id="27" name="Rectangle 26">
            <a:hlinkClick r:id="" action="ppaction://noaction"/>
            <a:extLst>
              <a:ext uri="{FF2B5EF4-FFF2-40B4-BE49-F238E27FC236}">
                <a16:creationId xmlns:a16="http://schemas.microsoft.com/office/drawing/2014/main" id="{5EAAA60E-659C-44F1-AE48-915CF7D0A0B5}"/>
              </a:ext>
            </a:extLst>
          </p:cNvPr>
          <p:cNvSpPr/>
          <p:nvPr userDrawn="1"/>
        </p:nvSpPr>
        <p:spPr>
          <a:xfrm>
            <a:off x="362804" y="3781723"/>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 Mgt</a:t>
            </a:r>
          </a:p>
        </p:txBody>
      </p:sp>
      <p:sp>
        <p:nvSpPr>
          <p:cNvPr id="28" name="Rectangle 27">
            <a:hlinkClick r:id="" action="ppaction://noaction"/>
            <a:extLst>
              <a:ext uri="{FF2B5EF4-FFF2-40B4-BE49-F238E27FC236}">
                <a16:creationId xmlns:a16="http://schemas.microsoft.com/office/drawing/2014/main" id="{C6F0C64D-2965-42AE-B3C6-9B5B02735A3F}"/>
              </a:ext>
            </a:extLst>
          </p:cNvPr>
          <p:cNvSpPr/>
          <p:nvPr userDrawn="1"/>
        </p:nvSpPr>
        <p:spPr>
          <a:xfrm>
            <a:off x="362804" y="4155004"/>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Operational Mgt &amp; Partner Mgt</a:t>
            </a:r>
          </a:p>
        </p:txBody>
      </p:sp>
      <p:sp>
        <p:nvSpPr>
          <p:cNvPr id="29" name="Rectangle 28">
            <a:hlinkClick r:id="" action="ppaction://noaction"/>
            <a:extLst>
              <a:ext uri="{FF2B5EF4-FFF2-40B4-BE49-F238E27FC236}">
                <a16:creationId xmlns:a16="http://schemas.microsoft.com/office/drawing/2014/main" id="{3C864425-99CE-4AE4-A556-07F4CBE62EC9}"/>
              </a:ext>
            </a:extLst>
          </p:cNvPr>
          <p:cNvSpPr/>
          <p:nvPr userDrawn="1"/>
        </p:nvSpPr>
        <p:spPr>
          <a:xfrm>
            <a:off x="362804" y="4528285"/>
            <a:ext cx="997007" cy="292608"/>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Talent Mgt</a:t>
            </a:r>
          </a:p>
        </p:txBody>
      </p:sp>
      <p:sp>
        <p:nvSpPr>
          <p:cNvPr id="30" name="Rectangle 29">
            <a:hlinkClick r:id="" action="ppaction://noaction"/>
            <a:extLst>
              <a:ext uri="{FF2B5EF4-FFF2-40B4-BE49-F238E27FC236}">
                <a16:creationId xmlns:a16="http://schemas.microsoft.com/office/drawing/2014/main" id="{7692BC18-01AA-43CE-9C40-3E968D153B4D}"/>
              </a:ext>
            </a:extLst>
          </p:cNvPr>
          <p:cNvSpPr/>
          <p:nvPr userDrawn="1"/>
        </p:nvSpPr>
        <p:spPr>
          <a:xfrm>
            <a:off x="362804" y="4901565"/>
            <a:ext cx="997007" cy="292608"/>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Risk Mgt</a:t>
            </a:r>
          </a:p>
        </p:txBody>
      </p:sp>
      <p:sp>
        <p:nvSpPr>
          <p:cNvPr id="31" name="Rectangle 30">
            <a:hlinkClick r:id="" action="ppaction://noaction"/>
            <a:extLst>
              <a:ext uri="{FF2B5EF4-FFF2-40B4-BE49-F238E27FC236}">
                <a16:creationId xmlns:a16="http://schemas.microsoft.com/office/drawing/2014/main" id="{6F9CC297-2C38-45A8-858C-4331D1C5427A}"/>
              </a:ext>
            </a:extLst>
          </p:cNvPr>
          <p:cNvSpPr/>
          <p:nvPr userDrawn="1"/>
        </p:nvSpPr>
        <p:spPr>
          <a:xfrm>
            <a:off x="263103" y="3403749"/>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Control &amp; Management</a:t>
            </a:r>
          </a:p>
        </p:txBody>
      </p:sp>
      <p:sp>
        <p:nvSpPr>
          <p:cNvPr id="32" name="Isosceles Triangle 31">
            <a:extLst>
              <a:ext uri="{FF2B5EF4-FFF2-40B4-BE49-F238E27FC236}">
                <a16:creationId xmlns:a16="http://schemas.microsoft.com/office/drawing/2014/main" id="{8EA3961D-F462-4C5E-AB31-58F45559050F}"/>
              </a:ext>
            </a:extLst>
          </p:cNvPr>
          <p:cNvSpPr/>
          <p:nvPr userDrawn="1"/>
        </p:nvSpPr>
        <p:spPr>
          <a:xfrm rot="5400000">
            <a:off x="1356888" y="339636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
        <p:nvSpPr>
          <p:cNvPr id="41" name="Isosceles Triangle 40">
            <a:extLst>
              <a:ext uri="{FF2B5EF4-FFF2-40B4-BE49-F238E27FC236}">
                <a16:creationId xmlns:a16="http://schemas.microsoft.com/office/drawing/2014/main" id="{90A8941F-544E-4968-9D42-29D55DA38330}"/>
              </a:ext>
            </a:extLst>
          </p:cNvPr>
          <p:cNvSpPr/>
          <p:nvPr userDrawn="1"/>
        </p:nvSpPr>
        <p:spPr>
          <a:xfrm rot="5400000">
            <a:off x="1356888" y="4897176"/>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4750437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358593"/>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43226" y="97785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Overview</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6"/>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2120062"/>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Solution Structure</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73932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33696" y="97708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2194186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4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358593"/>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Elevator Pitch</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6"/>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2120062"/>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Solution Structure</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739328"/>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33696" y="1354771"/>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4616506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2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6"/>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2120062"/>
            <a:ext cx="1096708" cy="291600"/>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Solution Structure</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739328"/>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43635" y="1732457"/>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0044641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3_3 - Solution Overview">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8C3597-03B4-4E13-89E1-375BBEBED6E9}"/>
              </a:ext>
            </a:extLst>
          </p:cNvPr>
          <p:cNvSpPr>
            <a:spLocks noGrp="1"/>
          </p:cNvSpPr>
          <p:nvPr>
            <p:ph type="title" hasCustomPrompt="1"/>
          </p:nvPr>
        </p:nvSpPr>
        <p:spPr>
          <a:xfrm>
            <a:off x="1652268" y="603705"/>
            <a:ext cx="8244486" cy="330724"/>
          </a:xfrm>
        </p:spPr>
        <p:txBody>
          <a:bodyPr/>
          <a:lstStyle>
            <a:lvl1pPr algn="l" defTabSz="913943" rtl="0" eaLnBrk="1" latinLnBrk="0" hangingPunct="1">
              <a:lnSpc>
                <a:spcPct val="85000"/>
              </a:lnSpc>
              <a:spcBef>
                <a:spcPct val="0"/>
              </a:spcBef>
              <a:buNone/>
              <a:defRPr lang="en-US" sz="2399" b="1" kern="1200" dirty="0">
                <a:solidFill>
                  <a:schemeClr val="tx1"/>
                </a:solidFill>
                <a:latin typeface="Arial" panose="020B0604020202020204" pitchFamily="34" charset="0"/>
                <a:ea typeface="+mj-ea"/>
                <a:cs typeface="Arial" pitchFamily="34" charset="0"/>
              </a:defRPr>
            </a:lvl1pPr>
          </a:lstStyle>
          <a:p>
            <a:r>
              <a:rPr lang="en-US"/>
              <a:t>Solution Overview</a:t>
            </a:r>
          </a:p>
        </p:txBody>
      </p:sp>
      <p:sp>
        <p:nvSpPr>
          <p:cNvPr id="11" name="TextBox 10">
            <a:hlinkClick r:id="" action="ppaction://noaction"/>
            <a:extLst>
              <a:ext uri="{FF2B5EF4-FFF2-40B4-BE49-F238E27FC236}">
                <a16:creationId xmlns:a16="http://schemas.microsoft.com/office/drawing/2014/main" id="{31E95D32-8792-4BBB-ACD3-5C42D5604928}"/>
              </a:ext>
            </a:extLst>
          </p:cNvPr>
          <p:cNvSpPr txBox="1"/>
          <p:nvPr userDrawn="1"/>
        </p:nvSpPr>
        <p:spPr>
          <a:xfrm>
            <a:off x="2284281" y="1469652"/>
            <a:ext cx="1005316" cy="193771"/>
          </a:xfrm>
          <a:prstGeom prst="rect">
            <a:avLst/>
          </a:prstGeom>
          <a:noFill/>
        </p:spPr>
        <p:txBody>
          <a:bodyPr wrap="square" lIns="0" tIns="36576" rIns="0" bIns="0" rtlCol="0">
            <a:spAutoFit/>
          </a:bodyPr>
          <a:lstStyle/>
          <a:p>
            <a:pPr marL="356438" indent="-356438">
              <a:lnSpc>
                <a:spcPct val="85000"/>
              </a:lnSpc>
              <a:spcAft>
                <a:spcPts val="600"/>
              </a:spcAft>
              <a:buClr>
                <a:schemeClr val="accent2"/>
              </a:buClr>
              <a:buSzPct val="70000"/>
              <a:buFont typeface="Arial" pitchFamily="34" charset="0"/>
              <a:buChar char="►"/>
            </a:pPr>
            <a:endParaRPr lang="en-US" sz="1199">
              <a:solidFill>
                <a:schemeClr val="bg1"/>
              </a:solidFill>
              <a:latin typeface="Arial" panose="020B0604020202020204" pitchFamily="34" charset="0"/>
            </a:endParaRPr>
          </a:p>
        </p:txBody>
      </p:sp>
      <p:sp>
        <p:nvSpPr>
          <p:cNvPr id="48" name="Rectangle 47">
            <a:hlinkClick r:id="" action="ppaction://noaction"/>
            <a:extLst>
              <a:ext uri="{FF2B5EF4-FFF2-40B4-BE49-F238E27FC236}">
                <a16:creationId xmlns:a16="http://schemas.microsoft.com/office/drawing/2014/main" id="{2706B0FB-B75A-4660-AEE6-4823A6A4FCED}"/>
              </a:ext>
            </a:extLst>
          </p:cNvPr>
          <p:cNvSpPr/>
          <p:nvPr userDrawn="1"/>
        </p:nvSpPr>
        <p:spPr>
          <a:xfrm>
            <a:off x="263103" y="1358593"/>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60" name="Isosceles Triangle 59">
            <a:extLst>
              <a:ext uri="{FF2B5EF4-FFF2-40B4-BE49-F238E27FC236}">
                <a16:creationId xmlns:a16="http://schemas.microsoft.com/office/drawing/2014/main" id="{0C1B3CBD-AABF-436E-A03C-ABE027DDB773}"/>
              </a:ext>
            </a:extLst>
          </p:cNvPr>
          <p:cNvSpPr/>
          <p:nvPr userDrawn="1"/>
        </p:nvSpPr>
        <p:spPr>
          <a:xfrm rot="5400000">
            <a:off x="1373908" y="762710"/>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62" name="Rectangle 61">
            <a:hlinkClick r:id="" action="ppaction://noaction"/>
            <a:extLst>
              <a:ext uri="{FF2B5EF4-FFF2-40B4-BE49-F238E27FC236}">
                <a16:creationId xmlns:a16="http://schemas.microsoft.com/office/drawing/2014/main" id="{51053B5E-36AA-44E6-9380-E34DBDA40007}"/>
              </a:ext>
            </a:extLst>
          </p:cNvPr>
          <p:cNvSpPr/>
          <p:nvPr userDrawn="1"/>
        </p:nvSpPr>
        <p:spPr>
          <a:xfrm>
            <a:off x="243226" y="97785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Overview</a:t>
            </a:r>
          </a:p>
        </p:txBody>
      </p:sp>
      <p:sp>
        <p:nvSpPr>
          <p:cNvPr id="63" name="Isosceles Triangle 62">
            <a:extLst>
              <a:ext uri="{FF2B5EF4-FFF2-40B4-BE49-F238E27FC236}">
                <a16:creationId xmlns:a16="http://schemas.microsoft.com/office/drawing/2014/main" id="{AC648E20-164B-4BF9-9883-16E8AEEE3AFF}"/>
              </a:ext>
            </a:extLst>
          </p:cNvPr>
          <p:cNvSpPr/>
          <p:nvPr userDrawn="1"/>
        </p:nvSpPr>
        <p:spPr>
          <a:xfrm rot="5400000">
            <a:off x="1373908" y="394556"/>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5" name="Isosceles Triangle 84">
            <a:extLst>
              <a:ext uri="{FF2B5EF4-FFF2-40B4-BE49-F238E27FC236}">
                <a16:creationId xmlns:a16="http://schemas.microsoft.com/office/drawing/2014/main" id="{B4FA92B8-9B8A-4028-A878-C2B14E7053C0}"/>
              </a:ext>
            </a:extLst>
          </p:cNvPr>
          <p:cNvSpPr/>
          <p:nvPr userDrawn="1"/>
        </p:nvSpPr>
        <p:spPr>
          <a:xfrm rot="5400000">
            <a:off x="1397705" y="2566013"/>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88" name="Isosceles Triangle 87">
            <a:extLst>
              <a:ext uri="{FF2B5EF4-FFF2-40B4-BE49-F238E27FC236}">
                <a16:creationId xmlns:a16="http://schemas.microsoft.com/office/drawing/2014/main" id="{C5010585-DD5A-4D9A-847D-89B1DFF7132A}"/>
              </a:ext>
            </a:extLst>
          </p:cNvPr>
          <p:cNvSpPr/>
          <p:nvPr userDrawn="1"/>
        </p:nvSpPr>
        <p:spPr>
          <a:xfrm rot="5400000">
            <a:off x="1375887" y="2219679"/>
            <a:ext cx="260305"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0" name="Rectangle 89">
            <a:hlinkClick r:id="" action="ppaction://noaction"/>
            <a:extLst>
              <a:ext uri="{FF2B5EF4-FFF2-40B4-BE49-F238E27FC236}">
                <a16:creationId xmlns:a16="http://schemas.microsoft.com/office/drawing/2014/main" id="{B9512588-6A1D-4803-960F-3C7DF02FCC6B}"/>
              </a:ext>
            </a:extLst>
          </p:cNvPr>
          <p:cNvSpPr/>
          <p:nvPr userDrawn="1"/>
        </p:nvSpPr>
        <p:spPr>
          <a:xfrm>
            <a:off x="263103" y="2120062"/>
            <a:ext cx="1096708" cy="291600"/>
          </a:xfrm>
          <a:prstGeom prst="rect">
            <a:avLst/>
          </a:prstGeom>
          <a:solidFill>
            <a:schemeClr val="tx2"/>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Structure</a:t>
            </a:r>
          </a:p>
        </p:txBody>
      </p:sp>
      <p:sp>
        <p:nvSpPr>
          <p:cNvPr id="91" name="Isosceles Triangle 90">
            <a:extLst>
              <a:ext uri="{FF2B5EF4-FFF2-40B4-BE49-F238E27FC236}">
                <a16:creationId xmlns:a16="http://schemas.microsoft.com/office/drawing/2014/main" id="{AA9C91A3-24CD-4CE8-AB03-D09D73F565C6}"/>
              </a:ext>
            </a:extLst>
          </p:cNvPr>
          <p:cNvSpPr/>
          <p:nvPr userDrawn="1"/>
        </p:nvSpPr>
        <p:spPr>
          <a:xfrm rot="5400000">
            <a:off x="1373908" y="1867172"/>
            <a:ext cx="264263"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3" name="Rectangle 92">
            <a:hlinkClick r:id="" action="ppaction://noaction"/>
            <a:extLst>
              <a:ext uri="{FF2B5EF4-FFF2-40B4-BE49-F238E27FC236}">
                <a16:creationId xmlns:a16="http://schemas.microsoft.com/office/drawing/2014/main" id="{E9973038-FECC-47A7-A85C-27352C5A8064}"/>
              </a:ext>
            </a:extLst>
          </p:cNvPr>
          <p:cNvSpPr/>
          <p:nvPr userDrawn="1"/>
        </p:nvSpPr>
        <p:spPr>
          <a:xfrm>
            <a:off x="263103" y="1739328"/>
            <a:ext cx="1096708" cy="291600"/>
          </a:xfrm>
          <a:prstGeom prst="rect">
            <a:avLst/>
          </a:prstGeom>
          <a:solidFill>
            <a:schemeClr val="tx1">
              <a:lumMod val="60000"/>
              <a:lumOff val="4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94" name="Isosceles Triangle 93">
            <a:extLst>
              <a:ext uri="{FF2B5EF4-FFF2-40B4-BE49-F238E27FC236}">
                <a16:creationId xmlns:a16="http://schemas.microsoft.com/office/drawing/2014/main" id="{32D67382-E885-4B6B-9B54-7E18EE9CDD63}"/>
              </a:ext>
            </a:extLst>
          </p:cNvPr>
          <p:cNvSpPr/>
          <p:nvPr userDrawn="1"/>
        </p:nvSpPr>
        <p:spPr>
          <a:xfrm rot="5400000">
            <a:off x="1397705" y="1461552"/>
            <a:ext cx="216668" cy="292456"/>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99" name="Isosceles Triangle 98">
            <a:extLst>
              <a:ext uri="{FF2B5EF4-FFF2-40B4-BE49-F238E27FC236}">
                <a16:creationId xmlns:a16="http://schemas.microsoft.com/office/drawing/2014/main" id="{79E8F0BA-9E7E-4667-9929-28E193B15900}"/>
              </a:ext>
            </a:extLst>
          </p:cNvPr>
          <p:cNvSpPr/>
          <p:nvPr userDrawn="1"/>
        </p:nvSpPr>
        <p:spPr>
          <a:xfrm rot="5400000">
            <a:off x="1353574" y="2120082"/>
            <a:ext cx="265176" cy="292456"/>
          </a:xfrm>
          <a:prstGeom prst="triangle">
            <a:avLst/>
          </a:pr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5059222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EAF78-7B4A-419C-A9BE-1A4085696D62}"/>
              </a:ext>
            </a:extLst>
          </p:cNvPr>
          <p:cNvSpPr>
            <a:spLocks noGrp="1"/>
          </p:cNvSpPr>
          <p:nvPr>
            <p:ph type="title"/>
          </p:nvPr>
        </p:nvSpPr>
        <p:spPr/>
        <p:txBody>
          <a:bodyPr/>
          <a:lstStyle/>
          <a:p>
            <a:r>
              <a:rPr lang="en-US"/>
              <a:t>Click to edit Master title style</a:t>
            </a:r>
            <a:endParaRPr lang="en-IN"/>
          </a:p>
        </p:txBody>
      </p:sp>
      <p:grpSp>
        <p:nvGrpSpPr>
          <p:cNvPr id="18" name="Group 17">
            <a:extLst>
              <a:ext uri="{FF2B5EF4-FFF2-40B4-BE49-F238E27FC236}">
                <a16:creationId xmlns:a16="http://schemas.microsoft.com/office/drawing/2014/main" id="{0CF49EC1-1E35-4CBD-A3B0-90D8CB1535FA}"/>
              </a:ext>
            </a:extLst>
          </p:cNvPr>
          <p:cNvGrpSpPr/>
          <p:nvPr userDrawn="1"/>
        </p:nvGrpSpPr>
        <p:grpSpPr>
          <a:xfrm>
            <a:off x="256698" y="993852"/>
            <a:ext cx="1375692" cy="292608"/>
            <a:chOff x="246892" y="993852"/>
            <a:chExt cx="1376409" cy="292608"/>
          </a:xfrm>
          <a:solidFill>
            <a:srgbClr val="797991"/>
          </a:solidFill>
        </p:grpSpPr>
        <p:sp>
          <p:nvSpPr>
            <p:cNvPr id="19" name="Rectangle 18">
              <a:hlinkClick r:id="" action="ppaction://noaction"/>
              <a:extLst>
                <a:ext uri="{FF2B5EF4-FFF2-40B4-BE49-F238E27FC236}">
                  <a16:creationId xmlns:a16="http://schemas.microsoft.com/office/drawing/2014/main" id="{19365D7E-9785-4122-90B6-C734B72BD76E}"/>
                </a:ext>
              </a:extLst>
            </p:cNvPr>
            <p:cNvSpPr/>
            <p:nvPr userDrawn="1"/>
          </p:nvSpPr>
          <p:spPr>
            <a:xfrm>
              <a:off x="246892" y="993852"/>
              <a:ext cx="1097280" cy="292608"/>
            </a:xfrm>
            <a:prstGeom prst="rect">
              <a:avLst/>
            </a:prstGeom>
            <a:grp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Elevator Pitch</a:t>
              </a:r>
            </a:p>
          </p:txBody>
        </p:sp>
        <p:sp>
          <p:nvSpPr>
            <p:cNvPr id="20" name="Isosceles Triangle 19">
              <a:extLst>
                <a:ext uri="{FF2B5EF4-FFF2-40B4-BE49-F238E27FC236}">
                  <a16:creationId xmlns:a16="http://schemas.microsoft.com/office/drawing/2014/main" id="{BBDA6CE7-6328-4A13-AD01-78B4062DC383}"/>
                </a:ext>
              </a:extLst>
            </p:cNvPr>
            <p:cNvSpPr/>
            <p:nvPr userDrawn="1"/>
          </p:nvSpPr>
          <p:spPr>
            <a:xfrm rot="5400000">
              <a:off x="1344409" y="993852"/>
              <a:ext cx="265176" cy="292608"/>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grpSp>
        <p:nvGrpSpPr>
          <p:cNvPr id="21" name="Group 20">
            <a:extLst>
              <a:ext uri="{FF2B5EF4-FFF2-40B4-BE49-F238E27FC236}">
                <a16:creationId xmlns:a16="http://schemas.microsoft.com/office/drawing/2014/main" id="{94526522-04AC-4FF2-8923-275FDF86B9A0}"/>
              </a:ext>
            </a:extLst>
          </p:cNvPr>
          <p:cNvGrpSpPr/>
          <p:nvPr userDrawn="1"/>
        </p:nvGrpSpPr>
        <p:grpSpPr>
          <a:xfrm>
            <a:off x="256698" y="1428726"/>
            <a:ext cx="1375692" cy="292608"/>
            <a:chOff x="246892" y="993852"/>
            <a:chExt cx="1376409" cy="292608"/>
          </a:xfrm>
          <a:solidFill>
            <a:srgbClr val="FFE600"/>
          </a:solidFill>
        </p:grpSpPr>
        <p:sp>
          <p:nvSpPr>
            <p:cNvPr id="22" name="Rectangle 21">
              <a:hlinkClick r:id="" action="ppaction://noaction"/>
              <a:extLst>
                <a:ext uri="{FF2B5EF4-FFF2-40B4-BE49-F238E27FC236}">
                  <a16:creationId xmlns:a16="http://schemas.microsoft.com/office/drawing/2014/main" id="{BBD1347E-24E6-4278-866C-A8E61D03100B}"/>
                </a:ext>
              </a:extLst>
            </p:cNvPr>
            <p:cNvSpPr/>
            <p:nvPr userDrawn="1"/>
          </p:nvSpPr>
          <p:spPr>
            <a:xfrm>
              <a:off x="246892" y="993852"/>
              <a:ext cx="1097280" cy="292608"/>
            </a:xfrm>
            <a:prstGeom prst="rect">
              <a:avLst/>
            </a:prstGeom>
            <a:solidFill>
              <a:srgbClr val="797991"/>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1"/>
                  </a:solidFill>
                  <a:effectLst/>
                  <a:uLnTx/>
                  <a:uFillTx/>
                  <a:latin typeface="Arial" panose="020B0604020202020204" pitchFamily="34" charset="0"/>
                  <a:ea typeface="+mn-ea"/>
                  <a:cs typeface="+mn-cs"/>
                </a:rPr>
                <a:t>Value Proposition</a:t>
              </a:r>
            </a:p>
          </p:txBody>
        </p:sp>
        <p:sp>
          <p:nvSpPr>
            <p:cNvPr id="23" name="Isosceles Triangle 22">
              <a:extLst>
                <a:ext uri="{FF2B5EF4-FFF2-40B4-BE49-F238E27FC236}">
                  <a16:creationId xmlns:a16="http://schemas.microsoft.com/office/drawing/2014/main" id="{84068D97-1995-4B1B-AA76-B40C114AA5EB}"/>
                </a:ext>
              </a:extLst>
            </p:cNvPr>
            <p:cNvSpPr/>
            <p:nvPr userDrawn="1"/>
          </p:nvSpPr>
          <p:spPr>
            <a:xfrm rot="5400000">
              <a:off x="1344409" y="993852"/>
              <a:ext cx="265176" cy="292608"/>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grpSp>
        <p:nvGrpSpPr>
          <p:cNvPr id="25" name="Group 24">
            <a:extLst>
              <a:ext uri="{FF2B5EF4-FFF2-40B4-BE49-F238E27FC236}">
                <a16:creationId xmlns:a16="http://schemas.microsoft.com/office/drawing/2014/main" id="{15CB40E2-433D-454F-9480-099EAC479367}"/>
              </a:ext>
            </a:extLst>
          </p:cNvPr>
          <p:cNvGrpSpPr/>
          <p:nvPr userDrawn="1"/>
        </p:nvGrpSpPr>
        <p:grpSpPr>
          <a:xfrm>
            <a:off x="256698" y="1863600"/>
            <a:ext cx="1375692" cy="292608"/>
            <a:chOff x="246892" y="993852"/>
            <a:chExt cx="1376409" cy="292608"/>
          </a:xfrm>
          <a:solidFill>
            <a:srgbClr val="FFE600"/>
          </a:solidFill>
        </p:grpSpPr>
        <p:sp>
          <p:nvSpPr>
            <p:cNvPr id="27" name="Rectangle 26">
              <a:hlinkClick r:id="" action="ppaction://noaction"/>
              <a:extLst>
                <a:ext uri="{FF2B5EF4-FFF2-40B4-BE49-F238E27FC236}">
                  <a16:creationId xmlns:a16="http://schemas.microsoft.com/office/drawing/2014/main" id="{34871742-C6E4-4F18-B55B-AA00382A219D}"/>
                </a:ext>
              </a:extLst>
            </p:cNvPr>
            <p:cNvSpPr/>
            <p:nvPr userDrawn="1"/>
          </p:nvSpPr>
          <p:spPr>
            <a:xfrm>
              <a:off x="246892" y="993852"/>
              <a:ext cx="1097280" cy="292608"/>
            </a:xfrm>
            <a:prstGeom prst="rect">
              <a:avLst/>
            </a:prstGeom>
            <a:grp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800" b="1" i="0" u="none" strike="noStrike" kern="1200" cap="none" spc="0" normalizeH="0" baseline="0" noProof="0">
                  <a:ln>
                    <a:noFill/>
                  </a:ln>
                  <a:solidFill>
                    <a:schemeClr val="bg2"/>
                  </a:solidFill>
                  <a:effectLst/>
                  <a:uLnTx/>
                  <a:uFillTx/>
                  <a:latin typeface="Arial" panose="020B0604020202020204" pitchFamily="34" charset="0"/>
                  <a:ea typeface="+mn-ea"/>
                  <a:cs typeface="+mn-cs"/>
                </a:rPr>
                <a:t>Solution Overview</a:t>
              </a:r>
            </a:p>
          </p:txBody>
        </p:sp>
        <p:sp>
          <p:nvSpPr>
            <p:cNvPr id="28" name="Isosceles Triangle 27">
              <a:extLst>
                <a:ext uri="{FF2B5EF4-FFF2-40B4-BE49-F238E27FC236}">
                  <a16:creationId xmlns:a16="http://schemas.microsoft.com/office/drawing/2014/main" id="{E6041761-EBDA-48D4-8AF7-16F84A301447}"/>
                </a:ext>
              </a:extLst>
            </p:cNvPr>
            <p:cNvSpPr/>
            <p:nvPr userDrawn="1"/>
          </p:nvSpPr>
          <p:spPr>
            <a:xfrm rot="5400000">
              <a:off x="1344409" y="993852"/>
              <a:ext cx="265176" cy="292608"/>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799" b="0" i="0" u="none" strike="noStrike" kern="1200" cap="none" spc="0" normalizeH="0" baseline="0" noProof="0">
                <a:ln>
                  <a:noFill/>
                </a:ln>
                <a:solidFill>
                  <a:schemeClr val="bg2"/>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6375718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RTX: 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6000"/>
            <a:ext cx="10829543" cy="4315200"/>
          </a:xfrm>
          <a:noFill/>
        </p:spPr>
        <p:txBody>
          <a:bodyPr/>
          <a:lstStyle>
            <a:lvl1pPr marL="219451" indent="-219451" algn="l" defTabSz="914378"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800" kern="1200" baseline="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2000" kern="1200" baseline="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2000" kern="1200" baseline="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20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2000" kern="1200" dirty="0">
                <a:solidFill>
                  <a:schemeClr val="tx1"/>
                </a:solidFill>
                <a:latin typeface="+mn-lt"/>
                <a:ea typeface="+mn-ea"/>
                <a:cs typeface="+mn-cs"/>
              </a:defRPr>
            </a:lvl5pPr>
          </a:lstStyle>
          <a:p>
            <a:pPr lvl="0"/>
            <a:r>
              <a:rPr lang="en-US"/>
              <a:t>Main bullet. 28 pt. black.</a:t>
            </a:r>
          </a:p>
          <a:p>
            <a:pPr lvl="1"/>
            <a:r>
              <a:rPr lang="en-US"/>
              <a:t>Second level</a:t>
            </a:r>
          </a:p>
          <a:p>
            <a:pPr lvl="2"/>
            <a:r>
              <a:rPr lang="en-US"/>
              <a:t>Third level</a:t>
            </a:r>
          </a:p>
          <a:p>
            <a:pPr lvl="3"/>
            <a:r>
              <a:rPr lang="en-US"/>
              <a:t>Fourth level</a:t>
            </a:r>
          </a:p>
          <a:p>
            <a:pPr lvl="4"/>
            <a:r>
              <a:rPr lang="en-US"/>
              <a:t>Fifth level</a:t>
            </a:r>
          </a:p>
        </p:txBody>
      </p:sp>
      <p:sp>
        <p:nvSpPr>
          <p:cNvPr id="15"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8"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194910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RTX: 1 column/photo">
    <p:bg>
      <p:bgRef idx="1001">
        <a:schemeClr val="bg1"/>
      </p:bgRef>
    </p:bg>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5" y="2251610"/>
            <a:ext cx="3418366" cy="3539591"/>
          </a:xfrm>
          <a:noFill/>
        </p:spPr>
        <p:txBody>
          <a:bodyPr/>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p:cNvSpPr>
            <a:spLocks noGrp="1"/>
          </p:cNvSpPr>
          <p:nvPr>
            <p:ph type="pic" sz="quarter" idx="17" hasCustomPrompt="1"/>
          </p:nvPr>
        </p:nvSpPr>
        <p:spPr>
          <a:xfrm>
            <a:off x="4381501" y="1572733"/>
            <a:ext cx="7124700" cy="4218468"/>
          </a:xfrm>
          <a:solidFill>
            <a:schemeClr val="bg2"/>
          </a:solidFill>
        </p:spPr>
        <p:txBody>
          <a:bodyPr tIns="1188720"/>
          <a:lstStyle>
            <a:lvl1pPr marL="0" indent="0" algn="ctr">
              <a:buNone/>
              <a:defRPr/>
            </a:lvl1pPr>
          </a:lstStyle>
          <a:p>
            <a:r>
              <a:rPr lang="en-US"/>
              <a:t>Click to insert photo</a:t>
            </a:r>
          </a:p>
        </p:txBody>
      </p:sp>
      <p:sp>
        <p:nvSpPr>
          <p:cNvPr id="17"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9" name="Text Placeholder 2"/>
          <p:cNvSpPr>
            <a:spLocks noGrp="1"/>
          </p:cNvSpPr>
          <p:nvPr>
            <p:ph type="body" sz="quarter" idx="21" hasCustomPrompt="1"/>
          </p:nvPr>
        </p:nvSpPr>
        <p:spPr>
          <a:xfrm>
            <a:off x="695325" y="1572733"/>
            <a:ext cx="3419476" cy="590931"/>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0"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11"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19545679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16">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RTX: 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2008402"/>
            <a:ext cx="10829543" cy="3782798"/>
          </a:xfrm>
          <a:noFill/>
        </p:spPr>
        <p:txBody>
          <a:bodyPr/>
          <a:lstStyle>
            <a:lvl1pPr marL="219451" indent="-219451" algn="l" defTabSz="914378"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400" kern="1200" baseline="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2400" kern="1200" baseline="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2400" kern="1200" baseline="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24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2400" kern="1200" dirty="0">
                <a:solidFill>
                  <a:schemeClr val="tx1"/>
                </a:solidFill>
                <a:latin typeface="+mn-lt"/>
                <a:ea typeface="+mn-ea"/>
                <a:cs typeface="+mn-cs"/>
              </a:defRPr>
            </a:lvl5pPr>
          </a:lstStyle>
          <a:p>
            <a:pPr lvl="0"/>
            <a:r>
              <a:rPr lang="en-US"/>
              <a:t>Main bullet. 24 pt. black.</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sz="quarter" idx="17" hasCustomPrompt="1"/>
          </p:nvPr>
        </p:nvSpPr>
        <p:spPr>
          <a:xfrm>
            <a:off x="685802" y="1572734"/>
            <a:ext cx="10820400"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5"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8"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788186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RTX: 2 columns">
    <p:spTree>
      <p:nvGrpSpPr>
        <p:cNvPr id="1" name=""/>
        <p:cNvGrpSpPr/>
        <p:nvPr/>
      </p:nvGrpSpPr>
      <p:grpSpPr>
        <a:xfrm>
          <a:off x="0" y="0"/>
          <a:ext cx="0" cy="0"/>
          <a:chOff x="0" y="0"/>
          <a:chExt cx="0" cy="0"/>
        </a:xfrm>
      </p:grpSpPr>
      <p:sp>
        <p:nvSpPr>
          <p:cNvPr id="13" name="Body 2"/>
          <p:cNvSpPr>
            <a:spLocks noGrp="1"/>
          </p:cNvSpPr>
          <p:nvPr>
            <p:ph type="body" sz="quarter" idx="17" hasCustomPrompt="1"/>
          </p:nvPr>
        </p:nvSpPr>
        <p:spPr>
          <a:xfrm>
            <a:off x="6258630" y="2068034"/>
            <a:ext cx="5247572" cy="3723167"/>
          </a:xfrm>
          <a:noFill/>
        </p:spPr>
        <p:txBody>
          <a:bodyPr rIns="182880"/>
          <a:lstStyle>
            <a:lvl1pPr marL="219451"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5" y="2068033"/>
            <a:ext cx="5247166" cy="3723167"/>
          </a:xfrm>
          <a:noFill/>
        </p:spPr>
        <p:txBody>
          <a:bodyPr rIns="182880"/>
          <a:lstStyle>
            <a:lvl1pPr marL="219451" indent="-219451" algn="l" defTabSz="914378"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8"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2" name="Text Placeholder 2"/>
          <p:cNvSpPr>
            <a:spLocks noGrp="1"/>
          </p:cNvSpPr>
          <p:nvPr>
            <p:ph type="body" sz="quarter" idx="21" hasCustomPrompt="1"/>
          </p:nvPr>
        </p:nvSpPr>
        <p:spPr>
          <a:xfrm>
            <a:off x="695324" y="1572733"/>
            <a:ext cx="5248274"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4" name="Text Placeholder 2"/>
          <p:cNvSpPr>
            <a:spLocks noGrp="1"/>
          </p:cNvSpPr>
          <p:nvPr>
            <p:ph type="body" sz="quarter" idx="22" hasCustomPrompt="1"/>
          </p:nvPr>
        </p:nvSpPr>
        <p:spPr>
          <a:xfrm>
            <a:off x="6248400" y="1572733"/>
            <a:ext cx="5248274"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5"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9"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2408756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96">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RTX: 3 column">
    <p:spTree>
      <p:nvGrpSpPr>
        <p:cNvPr id="1" name=""/>
        <p:cNvGrpSpPr/>
        <p:nvPr/>
      </p:nvGrpSpPr>
      <p:grpSpPr>
        <a:xfrm>
          <a:off x="0" y="0"/>
          <a:ext cx="0" cy="0"/>
          <a:chOff x="0" y="0"/>
          <a:chExt cx="0" cy="0"/>
        </a:xfrm>
      </p:grpSpPr>
      <p:sp>
        <p:nvSpPr>
          <p:cNvPr id="13" name="Body 3"/>
          <p:cNvSpPr>
            <a:spLocks noGrp="1"/>
          </p:cNvSpPr>
          <p:nvPr>
            <p:ph type="body" sz="quarter" idx="18" hasCustomPrompt="1"/>
          </p:nvPr>
        </p:nvSpPr>
        <p:spPr>
          <a:xfrm>
            <a:off x="8092684" y="2258534"/>
            <a:ext cx="3413515" cy="3532667"/>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Body 2"/>
          <p:cNvSpPr>
            <a:spLocks noGrp="1"/>
          </p:cNvSpPr>
          <p:nvPr>
            <p:ph type="body" sz="quarter" idx="17" hasCustomPrompt="1"/>
          </p:nvPr>
        </p:nvSpPr>
        <p:spPr>
          <a:xfrm>
            <a:off x="4396984" y="2258534"/>
            <a:ext cx="3413516" cy="3532667"/>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5" y="2258534"/>
            <a:ext cx="3418366" cy="3532667"/>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21"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4" name="Text Placeholder 2"/>
          <p:cNvSpPr>
            <a:spLocks noGrp="1"/>
          </p:cNvSpPr>
          <p:nvPr>
            <p:ph type="body" sz="quarter" idx="21" hasCustomPrompt="1"/>
          </p:nvPr>
        </p:nvSpPr>
        <p:spPr>
          <a:xfrm>
            <a:off x="695325" y="1572733"/>
            <a:ext cx="3419476" cy="590931"/>
          </a:xfrm>
          <a:noFill/>
        </p:spPr>
        <p:txBody>
          <a:bodyPr vert="horz" wrap="square" lIns="0" tIns="0" rIns="0" bIns="91440" rtlCol="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5" name="Text Placeholder 2"/>
          <p:cNvSpPr>
            <a:spLocks noGrp="1"/>
          </p:cNvSpPr>
          <p:nvPr>
            <p:ph type="body" sz="quarter" idx="23" hasCustomPrompt="1"/>
          </p:nvPr>
        </p:nvSpPr>
        <p:spPr>
          <a:xfrm>
            <a:off x="4364235" y="1572733"/>
            <a:ext cx="3419476" cy="590931"/>
          </a:xfrm>
          <a:noFill/>
        </p:spPr>
        <p:txBody>
          <a:bodyPr vert="horz" wrap="square" lIns="0" tIns="0" rIns="0" bIns="91440" rtlCol="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6" name="Text Placeholder 2"/>
          <p:cNvSpPr>
            <a:spLocks noGrp="1"/>
          </p:cNvSpPr>
          <p:nvPr>
            <p:ph type="body" sz="quarter" idx="24" hasCustomPrompt="1"/>
          </p:nvPr>
        </p:nvSpPr>
        <p:spPr>
          <a:xfrm>
            <a:off x="8077201" y="1572733"/>
            <a:ext cx="3419476" cy="590931"/>
          </a:xfrm>
          <a:noFill/>
        </p:spPr>
        <p:txBody>
          <a:bodyPr vert="horz" wrap="square" lIns="0" tIns="0" rIns="0" bIns="91440" rtlCol="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7"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11"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361142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16">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RTX: 3 columns/photos">
    <p:spTree>
      <p:nvGrpSpPr>
        <p:cNvPr id="1" name=""/>
        <p:cNvGrpSpPr/>
        <p:nvPr/>
      </p:nvGrpSpPr>
      <p:grpSpPr>
        <a:xfrm>
          <a:off x="0" y="0"/>
          <a:ext cx="0" cy="0"/>
          <a:chOff x="0" y="0"/>
          <a:chExt cx="0" cy="0"/>
        </a:xfrm>
      </p:grpSpPr>
      <p:sp>
        <p:nvSpPr>
          <p:cNvPr id="3" name="Picture Placeholder 2"/>
          <p:cNvSpPr>
            <a:spLocks noGrp="1"/>
          </p:cNvSpPr>
          <p:nvPr>
            <p:ph type="pic" sz="quarter" idx="22" hasCustomPrompt="1"/>
          </p:nvPr>
        </p:nvSpPr>
        <p:spPr>
          <a:xfrm>
            <a:off x="685800" y="1153634"/>
            <a:ext cx="3429001" cy="1940443"/>
          </a:xfrm>
          <a:solidFill>
            <a:schemeClr val="bg2"/>
          </a:solidFill>
        </p:spPr>
        <p:txBody>
          <a:bodyPr tIns="365760"/>
          <a:lstStyle>
            <a:lvl1pPr marL="0" indent="0" algn="ctr">
              <a:buNone/>
              <a:defRPr sz="1800"/>
            </a:lvl1pPr>
          </a:lstStyle>
          <a:p>
            <a:r>
              <a:rPr lang="en-US"/>
              <a:t>Click to insert photo</a:t>
            </a:r>
          </a:p>
        </p:txBody>
      </p:sp>
      <p:sp>
        <p:nvSpPr>
          <p:cNvPr id="20" name="Picture Placeholder 2"/>
          <p:cNvSpPr>
            <a:spLocks noGrp="1"/>
          </p:cNvSpPr>
          <p:nvPr>
            <p:ph type="pic" sz="quarter" idx="23" hasCustomPrompt="1"/>
          </p:nvPr>
        </p:nvSpPr>
        <p:spPr>
          <a:xfrm>
            <a:off x="4381501" y="1153633"/>
            <a:ext cx="3429001" cy="1940444"/>
          </a:xfrm>
          <a:solidFill>
            <a:schemeClr val="bg2"/>
          </a:solidFill>
        </p:spPr>
        <p:txBody>
          <a:bodyPr tIns="365760"/>
          <a:lstStyle>
            <a:lvl1pPr marL="0" indent="0" algn="ctr">
              <a:buNone/>
              <a:defRPr sz="1800" baseline="0"/>
            </a:lvl1pPr>
          </a:lstStyle>
          <a:p>
            <a:r>
              <a:rPr lang="en-US"/>
              <a:t>Click to insert photo</a:t>
            </a:r>
          </a:p>
        </p:txBody>
      </p:sp>
      <p:sp>
        <p:nvSpPr>
          <p:cNvPr id="21" name="Picture Placeholder 2"/>
          <p:cNvSpPr>
            <a:spLocks noGrp="1"/>
          </p:cNvSpPr>
          <p:nvPr>
            <p:ph type="pic" sz="quarter" idx="24" hasCustomPrompt="1"/>
          </p:nvPr>
        </p:nvSpPr>
        <p:spPr>
          <a:xfrm>
            <a:off x="8077201" y="1153634"/>
            <a:ext cx="3429001" cy="1940443"/>
          </a:xfrm>
          <a:solidFill>
            <a:schemeClr val="bg2"/>
          </a:solidFill>
        </p:spPr>
        <p:txBody>
          <a:bodyPr tIns="365760"/>
          <a:lstStyle>
            <a:lvl1pPr marL="0" indent="0" algn="ctr">
              <a:buNone/>
              <a:defRPr sz="1800" baseline="0"/>
            </a:lvl1pPr>
          </a:lstStyle>
          <a:p>
            <a:r>
              <a:rPr lang="en-US"/>
              <a:t>Click to insert photo</a:t>
            </a:r>
          </a:p>
        </p:txBody>
      </p:sp>
      <p:sp>
        <p:nvSpPr>
          <p:cNvPr id="18"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9"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43" name="Body 3"/>
          <p:cNvSpPr>
            <a:spLocks noGrp="1"/>
          </p:cNvSpPr>
          <p:nvPr>
            <p:ph type="body" sz="quarter" idx="18" hasCustomPrompt="1"/>
          </p:nvPr>
        </p:nvSpPr>
        <p:spPr>
          <a:xfrm>
            <a:off x="8077201" y="3849863"/>
            <a:ext cx="3429001" cy="1940442"/>
          </a:xfrm>
          <a:noFill/>
        </p:spPr>
        <p:txBody>
          <a:bodyPr rIns="182880"/>
          <a:lstStyle>
            <a:lvl1pPr marL="219446" marR="0" indent="-219446" algn="l" defTabSz="914378"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27"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678"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4" name="Body 2"/>
          <p:cNvSpPr>
            <a:spLocks noGrp="1"/>
          </p:cNvSpPr>
          <p:nvPr>
            <p:ph type="body" sz="quarter" idx="17" hasCustomPrompt="1"/>
          </p:nvPr>
        </p:nvSpPr>
        <p:spPr>
          <a:xfrm>
            <a:off x="4381501" y="3849864"/>
            <a:ext cx="3429001" cy="1940443"/>
          </a:xfrm>
          <a:noFill/>
        </p:spPr>
        <p:txBody>
          <a:bodyPr rIns="182880"/>
          <a:lstStyle>
            <a:lvl1pPr marL="219446" marR="0" indent="-219446" algn="l" defTabSz="914378"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27"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678"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5" name="Body 1"/>
          <p:cNvSpPr>
            <a:spLocks noGrp="1"/>
          </p:cNvSpPr>
          <p:nvPr>
            <p:ph type="body" sz="quarter" idx="13" hasCustomPrompt="1"/>
          </p:nvPr>
        </p:nvSpPr>
        <p:spPr>
          <a:xfrm>
            <a:off x="696435" y="3849864"/>
            <a:ext cx="3418366" cy="1941337"/>
          </a:xfrm>
          <a:noFill/>
        </p:spPr>
        <p:txBody>
          <a:bodyPr rIns="182880"/>
          <a:lstStyle>
            <a:lvl1pPr marL="219446" marR="0" indent="-219446" algn="l" defTabSz="914378"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baseline="0" dirty="0" smtClean="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marL="841227"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marL="1060678"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9" name="Text Placeholder 2"/>
          <p:cNvSpPr>
            <a:spLocks noGrp="1"/>
          </p:cNvSpPr>
          <p:nvPr>
            <p:ph type="body" sz="quarter" idx="21" hasCustomPrompt="1"/>
          </p:nvPr>
        </p:nvSpPr>
        <p:spPr>
          <a:xfrm>
            <a:off x="695325" y="3245300"/>
            <a:ext cx="3419476" cy="590931"/>
          </a:xfrm>
          <a:noFill/>
        </p:spPr>
        <p:txBody>
          <a:bodyPr vert="horz" wrap="square" lIns="0" tIns="0" rIns="0" bIns="91440" rtlCol="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50" name="Text Placeholder 2"/>
          <p:cNvSpPr>
            <a:spLocks noGrp="1"/>
          </p:cNvSpPr>
          <p:nvPr>
            <p:ph type="body" sz="quarter" idx="26" hasCustomPrompt="1"/>
          </p:nvPr>
        </p:nvSpPr>
        <p:spPr>
          <a:xfrm>
            <a:off x="4364235" y="3245300"/>
            <a:ext cx="3419476" cy="590931"/>
          </a:xfrm>
          <a:noFill/>
        </p:spPr>
        <p:txBody>
          <a:bodyPr vert="horz" wrap="square" lIns="0" tIns="0" rIns="0" bIns="91440" rtlCol="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51" name="Text Placeholder 2"/>
          <p:cNvSpPr>
            <a:spLocks noGrp="1"/>
          </p:cNvSpPr>
          <p:nvPr>
            <p:ph type="body" sz="quarter" idx="27" hasCustomPrompt="1"/>
          </p:nvPr>
        </p:nvSpPr>
        <p:spPr>
          <a:xfrm>
            <a:off x="8077201" y="3245300"/>
            <a:ext cx="3419476" cy="590931"/>
          </a:xfrm>
          <a:noFill/>
        </p:spPr>
        <p:txBody>
          <a:bodyPr vert="horz" wrap="square" lIns="0" tIns="0" rIns="0" bIns="91440" rtlCol="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22"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2449872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RTX: Text Quad">
    <p:spTree>
      <p:nvGrpSpPr>
        <p:cNvPr id="1" name=""/>
        <p:cNvGrpSpPr/>
        <p:nvPr/>
      </p:nvGrpSpPr>
      <p:grpSpPr>
        <a:xfrm>
          <a:off x="0" y="0"/>
          <a:ext cx="0" cy="0"/>
          <a:chOff x="0" y="0"/>
          <a:chExt cx="0" cy="0"/>
        </a:xfrm>
      </p:grpSpPr>
      <p:sp>
        <p:nvSpPr>
          <p:cNvPr id="14" name="Body 4"/>
          <p:cNvSpPr>
            <a:spLocks noGrp="1"/>
          </p:cNvSpPr>
          <p:nvPr>
            <p:ph type="body" sz="quarter" idx="19" hasCustomPrompt="1"/>
          </p:nvPr>
        </p:nvSpPr>
        <p:spPr>
          <a:xfrm>
            <a:off x="6260433" y="4060049"/>
            <a:ext cx="5257801" cy="1426354"/>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2" name="Body 3"/>
          <p:cNvSpPr>
            <a:spLocks noGrp="1"/>
          </p:cNvSpPr>
          <p:nvPr>
            <p:ph type="body" sz="quarter" idx="17" hasCustomPrompt="1"/>
          </p:nvPr>
        </p:nvSpPr>
        <p:spPr>
          <a:xfrm>
            <a:off x="6260431" y="1922165"/>
            <a:ext cx="5257801" cy="1426464"/>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3" name="Body 2"/>
          <p:cNvSpPr>
            <a:spLocks noGrp="1"/>
          </p:cNvSpPr>
          <p:nvPr>
            <p:ph type="body" sz="quarter" idx="18" hasCustomPrompt="1"/>
          </p:nvPr>
        </p:nvSpPr>
        <p:spPr>
          <a:xfrm>
            <a:off x="697832" y="4060049"/>
            <a:ext cx="5241851" cy="1426354"/>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31" name="Body 1"/>
          <p:cNvSpPr>
            <a:spLocks noGrp="1"/>
          </p:cNvSpPr>
          <p:nvPr>
            <p:ph type="body" sz="quarter" idx="13" hasCustomPrompt="1"/>
          </p:nvPr>
        </p:nvSpPr>
        <p:spPr>
          <a:xfrm>
            <a:off x="698346" y="1922165"/>
            <a:ext cx="5240823" cy="1426464"/>
          </a:xfrm>
          <a:noFill/>
        </p:spPr>
        <p:txBody>
          <a:bodyPr rIns="182880"/>
          <a:lstStyle>
            <a:lvl1pPr marL="219446" indent="-219446" algn="l" defTabSz="914378"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1" algn="l" defTabSz="914378"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23"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5" name="Text Placeholder 2"/>
          <p:cNvSpPr>
            <a:spLocks noGrp="1"/>
          </p:cNvSpPr>
          <p:nvPr>
            <p:ph type="body" sz="quarter" idx="21" hasCustomPrompt="1"/>
          </p:nvPr>
        </p:nvSpPr>
        <p:spPr>
          <a:xfrm>
            <a:off x="6271500" y="1580535"/>
            <a:ext cx="5243844"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6" name="Text Placeholder 2"/>
          <p:cNvSpPr>
            <a:spLocks noGrp="1"/>
          </p:cNvSpPr>
          <p:nvPr>
            <p:ph type="body" sz="quarter" idx="25" hasCustomPrompt="1"/>
          </p:nvPr>
        </p:nvSpPr>
        <p:spPr>
          <a:xfrm>
            <a:off x="699756" y="1580535"/>
            <a:ext cx="5243844"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7" name="Text Placeholder 2"/>
          <p:cNvSpPr>
            <a:spLocks noGrp="1"/>
          </p:cNvSpPr>
          <p:nvPr>
            <p:ph type="body" sz="quarter" idx="26" hasCustomPrompt="1"/>
          </p:nvPr>
        </p:nvSpPr>
        <p:spPr>
          <a:xfrm>
            <a:off x="6271500" y="3714404"/>
            <a:ext cx="5243844"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8" name="Text Placeholder 2"/>
          <p:cNvSpPr>
            <a:spLocks noGrp="1"/>
          </p:cNvSpPr>
          <p:nvPr>
            <p:ph type="body" sz="quarter" idx="27" hasCustomPrompt="1"/>
          </p:nvPr>
        </p:nvSpPr>
        <p:spPr>
          <a:xfrm>
            <a:off x="699756" y="3714404"/>
            <a:ext cx="5243844" cy="341632"/>
          </a:xfrm>
          <a:noFill/>
        </p:spPr>
        <p:txBody>
          <a:bodyPr wrap="square" bIns="91440">
            <a:spAutoFit/>
          </a:bodyPr>
          <a:lstStyle>
            <a:lvl1pPr marL="0" marR="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vl1pPr>
          </a:lstStyle>
          <a:p>
            <a:pPr marL="0" marR="0" lvl="0" indent="0" algn="l" defTabSz="914378"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9"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21"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181186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RTX: Blank">
    <p:spTree>
      <p:nvGrpSpPr>
        <p:cNvPr id="1" name=""/>
        <p:cNvGrpSpPr/>
        <p:nvPr/>
      </p:nvGrpSpPr>
      <p:grpSpPr>
        <a:xfrm>
          <a:off x="0" y="0"/>
          <a:ext cx="0" cy="0"/>
          <a:chOff x="0" y="0"/>
          <a:chExt cx="0" cy="0"/>
        </a:xfrm>
      </p:grpSpPr>
      <p:sp>
        <p:nvSpPr>
          <p:cNvPr id="9"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5"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1259685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RTX: Blank w/ Red Subhead">
    <p:spTree>
      <p:nvGrpSpPr>
        <p:cNvPr id="1" name=""/>
        <p:cNvGrpSpPr/>
        <p:nvPr/>
      </p:nvGrpSpPr>
      <p:grpSpPr>
        <a:xfrm>
          <a:off x="0" y="0"/>
          <a:ext cx="0" cy="0"/>
          <a:chOff x="0" y="0"/>
          <a:chExt cx="0" cy="0"/>
        </a:xfrm>
      </p:grpSpPr>
      <p:sp>
        <p:nvSpPr>
          <p:cNvPr id="9"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466348"/>
            <a:ext cx="10811257" cy="676653"/>
          </a:xfrm>
          <a:prstGeom prst="rect">
            <a:avLst/>
          </a:prstGeom>
        </p:spPr>
        <p:txBody>
          <a:bodyPr/>
          <a:lstStyle>
            <a:lvl1pPr>
              <a:lnSpc>
                <a:spcPct val="80000"/>
              </a:lnSpc>
              <a:defRPr/>
            </a:lvl1pPr>
          </a:lstStyle>
          <a:p>
            <a:r>
              <a:rPr lang="en-US"/>
              <a:t>Title. 32 pt. black. Bold. Sentence case. Two lines max.</a:t>
            </a:r>
          </a:p>
        </p:txBody>
      </p:sp>
      <p:sp>
        <p:nvSpPr>
          <p:cNvPr id="7" name="Text Placeholder 7"/>
          <p:cNvSpPr>
            <a:spLocks noGrp="1"/>
          </p:cNvSpPr>
          <p:nvPr>
            <p:ph type="body" sz="quarter" idx="17" hasCustomPrompt="1"/>
          </p:nvPr>
        </p:nvSpPr>
        <p:spPr>
          <a:xfrm>
            <a:off x="694946" y="1143000"/>
            <a:ext cx="10820398" cy="419100"/>
          </a:xfrm>
        </p:spPr>
        <p:txBody>
          <a:bodyPr/>
          <a:lstStyle>
            <a:lvl1pPr marL="0" indent="0">
              <a:buNone/>
              <a:defRPr sz="2400" b="1">
                <a:solidFill>
                  <a:schemeClr val="tx2"/>
                </a:solidFill>
              </a:defRPr>
            </a:lvl1pPr>
          </a:lstStyle>
          <a:p>
            <a:pPr lvl="0"/>
            <a:r>
              <a:rPr lang="en-US"/>
              <a:t>Subhead. 24 pt. RTX red. Bold. Sentence case. </a:t>
            </a:r>
          </a:p>
        </p:txBody>
      </p:sp>
      <p:sp>
        <p:nvSpPr>
          <p:cNvPr id="8" name="Takeaway bar"/>
          <p:cNvSpPr>
            <a:spLocks noGrp="1"/>
          </p:cNvSpPr>
          <p:nvPr>
            <p:ph type="body" sz="quarter" idx="15" hasCustomPrompt="1"/>
          </p:nvPr>
        </p:nvSpPr>
        <p:spPr>
          <a:xfrm>
            <a:off x="694946" y="5912568"/>
            <a:ext cx="10820398"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251801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D710C5-152A-95C7-5AF6-718DD5A6860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7" name="Group 6">
            <a:extLst>
              <a:ext uri="{FF2B5EF4-FFF2-40B4-BE49-F238E27FC236}">
                <a16:creationId xmlns:a16="http://schemas.microsoft.com/office/drawing/2014/main" id="{D569B639-9B44-E4E1-84CD-458CAF89734A}"/>
              </a:ext>
            </a:extLst>
          </p:cNvPr>
          <p:cNvGrpSpPr/>
          <p:nvPr userDrawn="1"/>
        </p:nvGrpSpPr>
        <p:grpSpPr>
          <a:xfrm>
            <a:off x="3444240" y="467453"/>
            <a:ext cx="5303520" cy="5303520"/>
            <a:chOff x="8346562" y="2077142"/>
            <a:chExt cx="7690877" cy="7900917"/>
          </a:xfrm>
        </p:grpSpPr>
        <p:sp>
          <p:nvSpPr>
            <p:cNvPr id="8" name="Free-form: Shape 7">
              <a:extLst>
                <a:ext uri="{FF2B5EF4-FFF2-40B4-BE49-F238E27FC236}">
                  <a16:creationId xmlns:a16="http://schemas.microsoft.com/office/drawing/2014/main" id="{C22DC961-A74A-5736-FC46-2D9642615A4A}"/>
                </a:ext>
              </a:extLst>
            </p:cNvPr>
            <p:cNvSpPr/>
            <p:nvPr/>
          </p:nvSpPr>
          <p:spPr>
            <a:xfrm>
              <a:off x="9849123" y="8613571"/>
              <a:ext cx="4685755" cy="1364488"/>
            </a:xfrm>
            <a:custGeom>
              <a:avLst/>
              <a:gdLst>
                <a:gd name="connsiteX0" fmla="*/ 228976 w 4733925"/>
                <a:gd name="connsiteY0" fmla="*/ 566692 h 1378514"/>
                <a:gd name="connsiteX1" fmla="*/ 228044 w 4733925"/>
                <a:gd name="connsiteY1" fmla="*/ 566692 h 1378514"/>
                <a:gd name="connsiteX2" fmla="*/ 228044 w 4733925"/>
                <a:gd name="connsiteY2" fmla="*/ 434340 h 1378514"/>
                <a:gd name="connsiteX3" fmla="*/ 0 w 4733925"/>
                <a:gd name="connsiteY3" fmla="*/ 434340 h 1378514"/>
                <a:gd name="connsiteX4" fmla="*/ 0 w 4733925"/>
                <a:gd name="connsiteY4" fmla="*/ 1355834 h 1378514"/>
                <a:gd name="connsiteX5" fmla="*/ 229597 w 4733925"/>
                <a:gd name="connsiteY5" fmla="*/ 1355834 h 1378514"/>
                <a:gd name="connsiteX6" fmla="*/ 229597 w 4733925"/>
                <a:gd name="connsiteY6" fmla="*/ 918078 h 1378514"/>
                <a:gd name="connsiteX7" fmla="*/ 278996 w 4733925"/>
                <a:gd name="connsiteY7" fmla="*/ 701529 h 1378514"/>
                <a:gd name="connsiteX8" fmla="*/ 413523 w 4733925"/>
                <a:gd name="connsiteY8" fmla="*/ 641567 h 1378514"/>
                <a:gd name="connsiteX9" fmla="*/ 506418 w 4733925"/>
                <a:gd name="connsiteY9" fmla="*/ 660208 h 1378514"/>
                <a:gd name="connsiteX10" fmla="*/ 618887 w 4733925"/>
                <a:gd name="connsiteY10" fmla="*/ 452670 h 1378514"/>
                <a:gd name="connsiteX11" fmla="*/ 457019 w 4733925"/>
                <a:gd name="connsiteY11" fmla="*/ 412281 h 1378514"/>
                <a:gd name="connsiteX12" fmla="*/ 228976 w 4733925"/>
                <a:gd name="connsiteY12" fmla="*/ 567002 h 1378514"/>
                <a:gd name="connsiteX13" fmla="*/ 996681 w 4733925"/>
                <a:gd name="connsiteY13" fmla="*/ 604285 h 1378514"/>
                <a:gd name="connsiteX14" fmla="*/ 1167869 w 4733925"/>
                <a:gd name="connsiteY14" fmla="*/ 816794 h 1378514"/>
                <a:gd name="connsiteX15" fmla="*/ 803434 w 4733925"/>
                <a:gd name="connsiteY15" fmla="*/ 816794 h 1378514"/>
                <a:gd name="connsiteX16" fmla="*/ 996992 w 4733925"/>
                <a:gd name="connsiteY16" fmla="*/ 604285 h 1378514"/>
                <a:gd name="connsiteX17" fmla="*/ 571041 w 4733925"/>
                <a:gd name="connsiteY17" fmla="*/ 899126 h 1378514"/>
                <a:gd name="connsiteX18" fmla="*/ 1051362 w 4733925"/>
                <a:gd name="connsiteY18" fmla="*/ 1377583 h 1378514"/>
                <a:gd name="connsiteX19" fmla="*/ 1369505 w 4733925"/>
                <a:gd name="connsiteY19" fmla="*/ 1315134 h 1378514"/>
                <a:gd name="connsiteX20" fmla="*/ 1290901 w 4733925"/>
                <a:gd name="connsiteY20" fmla="*/ 1121888 h 1378514"/>
                <a:gd name="connsiteX21" fmla="*/ 1064411 w 4733925"/>
                <a:gd name="connsiteY21" fmla="*/ 1172219 h 1378514"/>
                <a:gd name="connsiteX22" fmla="*/ 805609 w 4733925"/>
                <a:gd name="connsiteY22" fmla="*/ 984875 h 1378514"/>
                <a:gd name="connsiteX23" fmla="*/ 1387835 w 4733925"/>
                <a:gd name="connsiteY23" fmla="*/ 984875 h 1378514"/>
                <a:gd name="connsiteX24" fmla="*/ 1393117 w 4733925"/>
                <a:gd name="connsiteY24" fmla="*/ 854076 h 1378514"/>
                <a:gd name="connsiteX25" fmla="*/ 1012215 w 4733925"/>
                <a:gd name="connsiteY25" fmla="*/ 411349 h 1378514"/>
                <a:gd name="connsiteX26" fmla="*/ 571041 w 4733925"/>
                <a:gd name="connsiteY26" fmla="*/ 898815 h 1378514"/>
                <a:gd name="connsiteX27" fmla="*/ 4231545 w 4733925"/>
                <a:gd name="connsiteY27" fmla="*/ 267190 h 1378514"/>
                <a:gd name="connsiteX28" fmla="*/ 4231545 w 4733925"/>
                <a:gd name="connsiteY28" fmla="*/ 434340 h 1378514"/>
                <a:gd name="connsiteX29" fmla="*/ 3916510 w 4733925"/>
                <a:gd name="connsiteY29" fmla="*/ 434340 h 1378514"/>
                <a:gd name="connsiteX30" fmla="*/ 3916510 w 4733925"/>
                <a:gd name="connsiteY30" fmla="*/ 106876 h 1378514"/>
                <a:gd name="connsiteX31" fmla="*/ 3687224 w 4733925"/>
                <a:gd name="connsiteY31" fmla="*/ 267501 h 1378514"/>
                <a:gd name="connsiteX32" fmla="*/ 3687224 w 4733925"/>
                <a:gd name="connsiteY32" fmla="*/ 434650 h 1378514"/>
                <a:gd name="connsiteX33" fmla="*/ 3545551 w 4733925"/>
                <a:gd name="connsiteY33" fmla="*/ 434650 h 1378514"/>
                <a:gd name="connsiteX34" fmla="*/ 3545551 w 4733925"/>
                <a:gd name="connsiteY34" fmla="*/ 629139 h 1378514"/>
                <a:gd name="connsiteX35" fmla="*/ 3687224 w 4733925"/>
                <a:gd name="connsiteY35" fmla="*/ 629139 h 1378514"/>
                <a:gd name="connsiteX36" fmla="*/ 3687224 w 4733925"/>
                <a:gd name="connsiteY36" fmla="*/ 1080256 h 1378514"/>
                <a:gd name="connsiteX37" fmla="*/ 3761788 w 4733925"/>
                <a:gd name="connsiteY37" fmla="*/ 1305814 h 1378514"/>
                <a:gd name="connsiteX38" fmla="*/ 3985482 w 4733925"/>
                <a:gd name="connsiteY38" fmla="*/ 1378515 h 1378514"/>
                <a:gd name="connsiteX39" fmla="*/ 4189914 w 4733925"/>
                <a:gd name="connsiteY39" fmla="*/ 1335329 h 1378514"/>
                <a:gd name="connsiteX40" fmla="*/ 4112863 w 4733925"/>
                <a:gd name="connsiteY40" fmla="*/ 1140529 h 1378514"/>
                <a:gd name="connsiteX41" fmla="*/ 4014065 w 4733925"/>
                <a:gd name="connsiteY41" fmla="*/ 1168180 h 1378514"/>
                <a:gd name="connsiteX42" fmla="*/ 3916199 w 4733925"/>
                <a:gd name="connsiteY42" fmla="*/ 1064721 h 1378514"/>
                <a:gd name="connsiteX43" fmla="*/ 3916199 w 4733925"/>
                <a:gd name="connsiteY43" fmla="*/ 628829 h 1378514"/>
                <a:gd name="connsiteX44" fmla="*/ 4231235 w 4733925"/>
                <a:gd name="connsiteY44" fmla="*/ 628829 h 1378514"/>
                <a:gd name="connsiteX45" fmla="*/ 4231235 w 4733925"/>
                <a:gd name="connsiteY45" fmla="*/ 1079945 h 1378514"/>
                <a:gd name="connsiteX46" fmla="*/ 4305799 w 4733925"/>
                <a:gd name="connsiteY46" fmla="*/ 1305503 h 1378514"/>
                <a:gd name="connsiteX47" fmla="*/ 4529494 w 4733925"/>
                <a:gd name="connsiteY47" fmla="*/ 1378204 h 1378514"/>
                <a:gd name="connsiteX48" fmla="*/ 4733925 w 4733925"/>
                <a:gd name="connsiteY48" fmla="*/ 1335018 h 1378514"/>
                <a:gd name="connsiteX49" fmla="*/ 4656875 w 4733925"/>
                <a:gd name="connsiteY49" fmla="*/ 1140218 h 1378514"/>
                <a:gd name="connsiteX50" fmla="*/ 4558077 w 4733925"/>
                <a:gd name="connsiteY50" fmla="*/ 1167869 h 1378514"/>
                <a:gd name="connsiteX51" fmla="*/ 4460211 w 4733925"/>
                <a:gd name="connsiteY51" fmla="*/ 1061925 h 1378514"/>
                <a:gd name="connsiteX52" fmla="*/ 4460211 w 4733925"/>
                <a:gd name="connsiteY52" fmla="*/ 628518 h 1378514"/>
                <a:gd name="connsiteX53" fmla="*/ 4702546 w 4733925"/>
                <a:gd name="connsiteY53" fmla="*/ 628518 h 1378514"/>
                <a:gd name="connsiteX54" fmla="*/ 4702546 w 4733925"/>
                <a:gd name="connsiteY54" fmla="*/ 434029 h 1378514"/>
                <a:gd name="connsiteX55" fmla="*/ 4460211 w 4733925"/>
                <a:gd name="connsiteY55" fmla="*/ 434029 h 1378514"/>
                <a:gd name="connsiteX56" fmla="*/ 4460211 w 4733925"/>
                <a:gd name="connsiteY56" fmla="*/ 106566 h 1378514"/>
                <a:gd name="connsiteX57" fmla="*/ 4230924 w 4733925"/>
                <a:gd name="connsiteY57" fmla="*/ 267190 h 1378514"/>
                <a:gd name="connsiteX58" fmla="*/ 3222748 w 4733925"/>
                <a:gd name="connsiteY58" fmla="*/ 1355524 h 1378514"/>
                <a:gd name="connsiteX59" fmla="*/ 3453277 w 4733925"/>
                <a:gd name="connsiteY59" fmla="*/ 1355524 h 1378514"/>
                <a:gd name="connsiteX60" fmla="*/ 3453277 w 4733925"/>
                <a:gd name="connsiteY60" fmla="*/ 434029 h 1378514"/>
                <a:gd name="connsiteX61" fmla="*/ 3222748 w 4733925"/>
                <a:gd name="connsiteY61" fmla="*/ 434029 h 1378514"/>
                <a:gd name="connsiteX62" fmla="*/ 3222748 w 4733925"/>
                <a:gd name="connsiteY62" fmla="*/ 1355524 h 1378514"/>
                <a:gd name="connsiteX63" fmla="*/ 3194165 w 4733925"/>
                <a:gd name="connsiteY63" fmla="*/ 186723 h 1378514"/>
                <a:gd name="connsiteX64" fmla="*/ 3338012 w 4733925"/>
                <a:gd name="connsiteY64" fmla="*/ 330881 h 1378514"/>
                <a:gd name="connsiteX65" fmla="*/ 3482171 w 4733925"/>
                <a:gd name="connsiteY65" fmla="*/ 186723 h 1378514"/>
                <a:gd name="connsiteX66" fmla="*/ 3338012 w 4733925"/>
                <a:gd name="connsiteY66" fmla="*/ 42875 h 1378514"/>
                <a:gd name="connsiteX67" fmla="*/ 3194165 w 4733925"/>
                <a:gd name="connsiteY67" fmla="*/ 186723 h 1378514"/>
                <a:gd name="connsiteX68" fmla="*/ 2316787 w 4733925"/>
                <a:gd name="connsiteY68" fmla="*/ 162178 h 1378514"/>
                <a:gd name="connsiteX69" fmla="*/ 2316787 w 4733925"/>
                <a:gd name="connsiteY69" fmla="*/ 1355524 h 1378514"/>
                <a:gd name="connsiteX70" fmla="*/ 2548248 w 4733925"/>
                <a:gd name="connsiteY70" fmla="*/ 1355524 h 1378514"/>
                <a:gd name="connsiteX71" fmla="*/ 2548248 w 4733925"/>
                <a:gd name="connsiteY71" fmla="*/ 924913 h 1378514"/>
                <a:gd name="connsiteX72" fmla="*/ 2840604 w 4733925"/>
                <a:gd name="connsiteY72" fmla="*/ 1355524 h 1378514"/>
                <a:gd name="connsiteX73" fmla="*/ 3130785 w 4733925"/>
                <a:gd name="connsiteY73" fmla="*/ 1355524 h 1378514"/>
                <a:gd name="connsiteX74" fmla="*/ 2766660 w 4733925"/>
                <a:gd name="connsiteY74" fmla="*/ 841960 h 1378514"/>
                <a:gd name="connsiteX75" fmla="*/ 3135134 w 4733925"/>
                <a:gd name="connsiteY75" fmla="*/ 434029 h 1378514"/>
                <a:gd name="connsiteX76" fmla="*/ 2837807 w 4733925"/>
                <a:gd name="connsiteY76" fmla="*/ 434029 h 1378514"/>
                <a:gd name="connsiteX77" fmla="*/ 2547937 w 4733925"/>
                <a:gd name="connsiteY77" fmla="*/ 771434 h 1378514"/>
                <a:gd name="connsiteX78" fmla="*/ 2547937 w 4733925"/>
                <a:gd name="connsiteY78" fmla="*/ 0 h 1378514"/>
                <a:gd name="connsiteX79" fmla="*/ 2316476 w 4733925"/>
                <a:gd name="connsiteY79" fmla="*/ 162178 h 1378514"/>
                <a:gd name="connsiteX80" fmla="*/ 2219542 w 4733925"/>
                <a:gd name="connsiteY80" fmla="*/ 1320416 h 1378514"/>
                <a:gd name="connsiteX81" fmla="*/ 1943031 w 4733925"/>
                <a:gd name="connsiteY81" fmla="*/ 1377893 h 1378514"/>
                <a:gd name="connsiteX82" fmla="*/ 1476070 w 4733925"/>
                <a:gd name="connsiteY82" fmla="*/ 899437 h 1378514"/>
                <a:gd name="connsiteX83" fmla="*/ 1938992 w 4733925"/>
                <a:gd name="connsiteY83" fmla="*/ 411970 h 1378514"/>
                <a:gd name="connsiteX84" fmla="*/ 2221406 w 4733925"/>
                <a:gd name="connsiteY84" fmla="*/ 470068 h 1378514"/>
                <a:gd name="connsiteX85" fmla="*/ 2141560 w 4733925"/>
                <a:gd name="connsiteY85" fmla="*/ 666422 h 1378514"/>
                <a:gd name="connsiteX86" fmla="*/ 1955769 w 4733925"/>
                <a:gd name="connsiteY86" fmla="*/ 618576 h 1378514"/>
                <a:gd name="connsiteX87" fmla="*/ 1707842 w 4733925"/>
                <a:gd name="connsiteY87" fmla="*/ 895087 h 1378514"/>
                <a:gd name="connsiteX88" fmla="*/ 1953905 w 4733925"/>
                <a:gd name="connsiteY88" fmla="*/ 1171598 h 1378514"/>
                <a:gd name="connsiteX89" fmla="*/ 2141560 w 4733925"/>
                <a:gd name="connsiteY89" fmla="*/ 1123752 h 1378514"/>
                <a:gd name="connsiteX90" fmla="*/ 2219542 w 4733925"/>
                <a:gd name="connsiteY90" fmla="*/ 1320727 h 1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733925" h="1378514">
                  <a:moveTo>
                    <a:pt x="228976" y="566692"/>
                  </a:moveTo>
                  <a:lnTo>
                    <a:pt x="228044" y="566692"/>
                  </a:lnTo>
                  <a:lnTo>
                    <a:pt x="228044" y="434340"/>
                  </a:lnTo>
                  <a:lnTo>
                    <a:pt x="0" y="434340"/>
                  </a:lnTo>
                  <a:lnTo>
                    <a:pt x="0" y="1355834"/>
                  </a:lnTo>
                  <a:lnTo>
                    <a:pt x="229597" y="1355834"/>
                  </a:lnTo>
                  <a:lnTo>
                    <a:pt x="229597" y="918078"/>
                  </a:lnTo>
                  <a:cubicBezTo>
                    <a:pt x="229597" y="790386"/>
                    <a:pt x="242646" y="745647"/>
                    <a:pt x="278996" y="701529"/>
                  </a:cubicBezTo>
                  <a:cubicBezTo>
                    <a:pt x="313172" y="659897"/>
                    <a:pt x="358532" y="641567"/>
                    <a:pt x="413523" y="641567"/>
                  </a:cubicBezTo>
                  <a:cubicBezTo>
                    <a:pt x="452980" y="641567"/>
                    <a:pt x="481564" y="648402"/>
                    <a:pt x="506418" y="660208"/>
                  </a:cubicBezTo>
                  <a:lnTo>
                    <a:pt x="618887" y="452670"/>
                  </a:lnTo>
                  <a:cubicBezTo>
                    <a:pt x="584090" y="430300"/>
                    <a:pt x="519778" y="412281"/>
                    <a:pt x="457019" y="412281"/>
                  </a:cubicBezTo>
                  <a:cubicBezTo>
                    <a:pt x="338959" y="412281"/>
                    <a:pt x="270297" y="473175"/>
                    <a:pt x="228976" y="567002"/>
                  </a:cubicBezTo>
                  <a:moveTo>
                    <a:pt x="996681" y="604285"/>
                  </a:moveTo>
                  <a:cubicBezTo>
                    <a:pt x="1112567" y="604285"/>
                    <a:pt x="1167869" y="704325"/>
                    <a:pt x="1167869" y="816794"/>
                  </a:cubicBezTo>
                  <a:lnTo>
                    <a:pt x="803434" y="816794"/>
                  </a:lnTo>
                  <a:cubicBezTo>
                    <a:pt x="823008" y="675432"/>
                    <a:pt x="895398" y="604285"/>
                    <a:pt x="996992" y="604285"/>
                  </a:cubicBezTo>
                  <a:moveTo>
                    <a:pt x="571041" y="899126"/>
                  </a:moveTo>
                  <a:cubicBezTo>
                    <a:pt x="571041" y="1204220"/>
                    <a:pt x="745957" y="1377583"/>
                    <a:pt x="1051362" y="1377583"/>
                  </a:cubicBezTo>
                  <a:cubicBezTo>
                    <a:pt x="1173462" y="1377583"/>
                    <a:pt x="1278784" y="1357077"/>
                    <a:pt x="1369505" y="1315134"/>
                  </a:cubicBezTo>
                  <a:lnTo>
                    <a:pt x="1290901" y="1121888"/>
                  </a:lnTo>
                  <a:cubicBezTo>
                    <a:pt x="1214162" y="1162277"/>
                    <a:pt x="1130587" y="1173151"/>
                    <a:pt x="1064411" y="1172219"/>
                  </a:cubicBezTo>
                  <a:cubicBezTo>
                    <a:pt x="913728" y="1170355"/>
                    <a:pt x="829843" y="1107596"/>
                    <a:pt x="805609" y="984875"/>
                  </a:cubicBezTo>
                  <a:lnTo>
                    <a:pt x="1387835" y="984875"/>
                  </a:lnTo>
                  <a:cubicBezTo>
                    <a:pt x="1391563" y="942622"/>
                    <a:pt x="1393117" y="902233"/>
                    <a:pt x="1393117" y="854076"/>
                  </a:cubicBezTo>
                  <a:cubicBezTo>
                    <a:pt x="1393117" y="621994"/>
                    <a:pt x="1297736" y="411349"/>
                    <a:pt x="1012215" y="411349"/>
                  </a:cubicBezTo>
                  <a:cubicBezTo>
                    <a:pt x="710539" y="411349"/>
                    <a:pt x="571041" y="650577"/>
                    <a:pt x="571041" y="898815"/>
                  </a:cubicBezTo>
                  <a:moveTo>
                    <a:pt x="4231545" y="267190"/>
                  </a:moveTo>
                  <a:lnTo>
                    <a:pt x="4231545" y="434340"/>
                  </a:lnTo>
                  <a:lnTo>
                    <a:pt x="3916510" y="434340"/>
                  </a:lnTo>
                  <a:lnTo>
                    <a:pt x="3916510" y="106876"/>
                  </a:lnTo>
                  <a:lnTo>
                    <a:pt x="3687224" y="267501"/>
                  </a:lnTo>
                  <a:lnTo>
                    <a:pt x="3687224" y="434650"/>
                  </a:lnTo>
                  <a:lnTo>
                    <a:pt x="3545551" y="434650"/>
                  </a:lnTo>
                  <a:lnTo>
                    <a:pt x="3545551" y="629139"/>
                  </a:lnTo>
                  <a:lnTo>
                    <a:pt x="3687224" y="629139"/>
                  </a:lnTo>
                  <a:lnTo>
                    <a:pt x="3687224" y="1080256"/>
                  </a:lnTo>
                  <a:cubicBezTo>
                    <a:pt x="3687224" y="1184646"/>
                    <a:pt x="3711457" y="1254240"/>
                    <a:pt x="3761788" y="1305814"/>
                  </a:cubicBezTo>
                  <a:cubicBezTo>
                    <a:pt x="3811809" y="1357388"/>
                    <a:pt x="3889170" y="1378515"/>
                    <a:pt x="3985482" y="1378515"/>
                  </a:cubicBezTo>
                  <a:cubicBezTo>
                    <a:pt x="4058804" y="1378515"/>
                    <a:pt x="4130572" y="1363291"/>
                    <a:pt x="4189914" y="1335329"/>
                  </a:cubicBezTo>
                  <a:lnTo>
                    <a:pt x="4112863" y="1140529"/>
                  </a:lnTo>
                  <a:cubicBezTo>
                    <a:pt x="4083659" y="1158238"/>
                    <a:pt x="4045445" y="1168180"/>
                    <a:pt x="4014065" y="1168180"/>
                  </a:cubicBezTo>
                  <a:cubicBezTo>
                    <a:pt x="3945714" y="1168180"/>
                    <a:pt x="3916199" y="1130898"/>
                    <a:pt x="3916199" y="1064721"/>
                  </a:cubicBezTo>
                  <a:lnTo>
                    <a:pt x="3916199" y="628829"/>
                  </a:lnTo>
                  <a:lnTo>
                    <a:pt x="4231235" y="628829"/>
                  </a:lnTo>
                  <a:lnTo>
                    <a:pt x="4231235" y="1079945"/>
                  </a:lnTo>
                  <a:cubicBezTo>
                    <a:pt x="4231235" y="1184336"/>
                    <a:pt x="4255468" y="1253929"/>
                    <a:pt x="4305799" y="1305503"/>
                  </a:cubicBezTo>
                  <a:cubicBezTo>
                    <a:pt x="4355820" y="1357077"/>
                    <a:pt x="4433181" y="1378204"/>
                    <a:pt x="4529494" y="1378204"/>
                  </a:cubicBezTo>
                  <a:cubicBezTo>
                    <a:pt x="4602816" y="1378204"/>
                    <a:pt x="4674584" y="1362980"/>
                    <a:pt x="4733925" y="1335018"/>
                  </a:cubicBezTo>
                  <a:lnTo>
                    <a:pt x="4656875" y="1140218"/>
                  </a:lnTo>
                  <a:cubicBezTo>
                    <a:pt x="4627670" y="1157927"/>
                    <a:pt x="4589456" y="1167869"/>
                    <a:pt x="4558077" y="1167869"/>
                  </a:cubicBezTo>
                  <a:cubicBezTo>
                    <a:pt x="4489726" y="1167869"/>
                    <a:pt x="4460211" y="1130587"/>
                    <a:pt x="4460211" y="1061925"/>
                  </a:cubicBezTo>
                  <a:lnTo>
                    <a:pt x="4460211" y="628518"/>
                  </a:lnTo>
                  <a:lnTo>
                    <a:pt x="4702546" y="628518"/>
                  </a:lnTo>
                  <a:lnTo>
                    <a:pt x="4702546" y="434029"/>
                  </a:lnTo>
                  <a:lnTo>
                    <a:pt x="4460211" y="434029"/>
                  </a:lnTo>
                  <a:lnTo>
                    <a:pt x="4460211" y="106566"/>
                  </a:lnTo>
                  <a:lnTo>
                    <a:pt x="4230924" y="267190"/>
                  </a:lnTo>
                  <a:close/>
                  <a:moveTo>
                    <a:pt x="3222748" y="1355524"/>
                  </a:moveTo>
                  <a:lnTo>
                    <a:pt x="3453277" y="1355524"/>
                  </a:lnTo>
                  <a:lnTo>
                    <a:pt x="3453277" y="434029"/>
                  </a:lnTo>
                  <a:lnTo>
                    <a:pt x="3222748" y="434029"/>
                  </a:lnTo>
                  <a:lnTo>
                    <a:pt x="3222748" y="1355524"/>
                  </a:lnTo>
                  <a:close/>
                  <a:moveTo>
                    <a:pt x="3194165" y="186723"/>
                  </a:moveTo>
                  <a:cubicBezTo>
                    <a:pt x="3194165" y="266258"/>
                    <a:pt x="3258787" y="330881"/>
                    <a:pt x="3338012" y="330881"/>
                  </a:cubicBezTo>
                  <a:cubicBezTo>
                    <a:pt x="3417237" y="330881"/>
                    <a:pt x="3482171" y="266258"/>
                    <a:pt x="3482171" y="186723"/>
                  </a:cubicBezTo>
                  <a:cubicBezTo>
                    <a:pt x="3482171" y="107187"/>
                    <a:pt x="3417548" y="42875"/>
                    <a:pt x="3338012" y="42875"/>
                  </a:cubicBezTo>
                  <a:cubicBezTo>
                    <a:pt x="3258477" y="42875"/>
                    <a:pt x="3194165" y="107187"/>
                    <a:pt x="3194165" y="186723"/>
                  </a:cubicBezTo>
                  <a:moveTo>
                    <a:pt x="2316787" y="162178"/>
                  </a:moveTo>
                  <a:lnTo>
                    <a:pt x="2316787" y="1355524"/>
                  </a:lnTo>
                  <a:lnTo>
                    <a:pt x="2548248" y="1355524"/>
                  </a:lnTo>
                  <a:lnTo>
                    <a:pt x="2548248" y="924913"/>
                  </a:lnTo>
                  <a:lnTo>
                    <a:pt x="2840604" y="1355524"/>
                  </a:lnTo>
                  <a:lnTo>
                    <a:pt x="3130785" y="1355524"/>
                  </a:lnTo>
                  <a:lnTo>
                    <a:pt x="2766660" y="841960"/>
                  </a:lnTo>
                  <a:lnTo>
                    <a:pt x="3135134" y="434029"/>
                  </a:lnTo>
                  <a:lnTo>
                    <a:pt x="2837807" y="434029"/>
                  </a:lnTo>
                  <a:lnTo>
                    <a:pt x="2547937" y="771434"/>
                  </a:lnTo>
                  <a:lnTo>
                    <a:pt x="2547937" y="0"/>
                  </a:lnTo>
                  <a:lnTo>
                    <a:pt x="2316476" y="162178"/>
                  </a:lnTo>
                  <a:close/>
                  <a:moveTo>
                    <a:pt x="2219542" y="1320416"/>
                  </a:moveTo>
                  <a:cubicBezTo>
                    <a:pt x="2132239" y="1360805"/>
                    <a:pt x="2048665" y="1377893"/>
                    <a:pt x="1943031" y="1377893"/>
                  </a:cubicBezTo>
                  <a:cubicBezTo>
                    <a:pt x="1662482" y="1377893"/>
                    <a:pt x="1476070" y="1203598"/>
                    <a:pt x="1476070" y="899437"/>
                  </a:cubicBezTo>
                  <a:cubicBezTo>
                    <a:pt x="1476070" y="595275"/>
                    <a:pt x="1653782" y="411970"/>
                    <a:pt x="1938992" y="411970"/>
                  </a:cubicBezTo>
                  <a:cubicBezTo>
                    <a:pt x="2047733" y="411970"/>
                    <a:pt x="2142802" y="431854"/>
                    <a:pt x="2221406" y="470068"/>
                  </a:cubicBezTo>
                  <a:lnTo>
                    <a:pt x="2141560" y="666422"/>
                  </a:lnTo>
                  <a:cubicBezTo>
                    <a:pt x="2091229" y="636596"/>
                    <a:pt x="2029402" y="618576"/>
                    <a:pt x="1955769" y="618576"/>
                  </a:cubicBezTo>
                  <a:cubicBezTo>
                    <a:pt x="1797630" y="618576"/>
                    <a:pt x="1707842" y="723277"/>
                    <a:pt x="1707842" y="895087"/>
                  </a:cubicBezTo>
                  <a:cubicBezTo>
                    <a:pt x="1707842" y="1081188"/>
                    <a:pt x="1808194" y="1170976"/>
                    <a:pt x="1953905" y="1171598"/>
                  </a:cubicBezTo>
                  <a:cubicBezTo>
                    <a:pt x="2030023" y="1171598"/>
                    <a:pt x="2080044" y="1156995"/>
                    <a:pt x="2141560" y="1123752"/>
                  </a:cubicBezTo>
                  <a:lnTo>
                    <a:pt x="2219542" y="1320727"/>
                  </a:ln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nvGrpSpPr>
            <p:cNvPr id="9" name="Group 8">
              <a:extLst>
                <a:ext uri="{FF2B5EF4-FFF2-40B4-BE49-F238E27FC236}">
                  <a16:creationId xmlns:a16="http://schemas.microsoft.com/office/drawing/2014/main" id="{C35ED9DC-B827-E5F8-EC67-AB4AC4BC5D44}"/>
                </a:ext>
              </a:extLst>
            </p:cNvPr>
            <p:cNvGrpSpPr/>
            <p:nvPr/>
          </p:nvGrpSpPr>
          <p:grpSpPr>
            <a:xfrm>
              <a:off x="8346562" y="2077142"/>
              <a:ext cx="7690877" cy="7690877"/>
              <a:chOff x="8346560" y="1720199"/>
              <a:chExt cx="7690878" cy="7690877"/>
            </a:xfrm>
          </p:grpSpPr>
          <p:sp>
            <p:nvSpPr>
              <p:cNvPr id="10" name="Oval 9">
                <a:extLst>
                  <a:ext uri="{FF2B5EF4-FFF2-40B4-BE49-F238E27FC236}">
                    <a16:creationId xmlns:a16="http://schemas.microsoft.com/office/drawing/2014/main" id="{D7EF86EC-F159-8D34-D46D-C74FAB48EB9F}"/>
                  </a:ext>
                </a:extLst>
              </p:cNvPr>
              <p:cNvSpPr>
                <a:spLocks noChangeAspect="1"/>
              </p:cNvSpPr>
              <p:nvPr/>
            </p:nvSpPr>
            <p:spPr>
              <a:xfrm>
                <a:off x="8346560" y="1720199"/>
                <a:ext cx="7690878" cy="7690877"/>
              </a:xfrm>
              <a:prstGeom prst="ellipse">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srgbClr val="FFFFFF"/>
                  </a:solidFill>
                  <a:effectLst/>
                  <a:uLnTx/>
                  <a:uFillTx/>
                  <a:latin typeface="Energy"/>
                  <a:ea typeface="+mn-ea"/>
                  <a:cs typeface="+mn-cs"/>
                </a:endParaRPr>
              </a:p>
            </p:txBody>
          </p:sp>
          <p:sp>
            <p:nvSpPr>
              <p:cNvPr id="11" name="Free-form: Shape 10">
                <a:extLst>
                  <a:ext uri="{FF2B5EF4-FFF2-40B4-BE49-F238E27FC236}">
                    <a16:creationId xmlns:a16="http://schemas.microsoft.com/office/drawing/2014/main" id="{A8CD9470-15E2-3AD3-48DE-A21330C15A86}"/>
                  </a:ext>
                </a:extLst>
              </p:cNvPr>
              <p:cNvSpPr/>
              <p:nvPr/>
            </p:nvSpPr>
            <p:spPr>
              <a:xfrm>
                <a:off x="9588801" y="3320553"/>
                <a:ext cx="5206395" cy="4490168"/>
              </a:xfrm>
              <a:custGeom>
                <a:avLst/>
                <a:gdLst>
                  <a:gd name="connsiteX0" fmla="*/ 2776602 w 5259916"/>
                  <a:gd name="connsiteY0" fmla="*/ 0 h 4536327"/>
                  <a:gd name="connsiteX1" fmla="*/ 0 w 5259916"/>
                  <a:gd name="connsiteY1" fmla="*/ 2869808 h 4536327"/>
                  <a:gd name="connsiteX2" fmla="*/ 347036 w 5259916"/>
                  <a:gd name="connsiteY2" fmla="*/ 4389684 h 4536327"/>
                  <a:gd name="connsiteX3" fmla="*/ 1044838 w 5259916"/>
                  <a:gd name="connsiteY3" fmla="*/ 3900975 h 4536327"/>
                  <a:gd name="connsiteX4" fmla="*/ 808095 w 5259916"/>
                  <a:gd name="connsiteY4" fmla="*/ 2794000 h 4536327"/>
                  <a:gd name="connsiteX5" fmla="*/ 2809535 w 5259916"/>
                  <a:gd name="connsiteY5" fmla="*/ 693762 h 4536327"/>
                  <a:gd name="connsiteX6" fmla="*/ 4582311 w 5259916"/>
                  <a:gd name="connsiteY6" fmla="*/ 2468401 h 4536327"/>
                  <a:gd name="connsiteX7" fmla="*/ 3214048 w 5259916"/>
                  <a:gd name="connsiteY7" fmla="*/ 3944160 h 4536327"/>
                  <a:gd name="connsiteX8" fmla="*/ 1952973 w 5259916"/>
                  <a:gd name="connsiteY8" fmla="*/ 2717882 h 4536327"/>
                  <a:gd name="connsiteX9" fmla="*/ 2838118 w 5259916"/>
                  <a:gd name="connsiteY9" fmla="*/ 1658442 h 4536327"/>
                  <a:gd name="connsiteX10" fmla="*/ 3400460 w 5259916"/>
                  <a:gd name="connsiteY10" fmla="*/ 2089053 h 4536327"/>
                  <a:gd name="connsiteX11" fmla="*/ 2777534 w 5259916"/>
                  <a:gd name="connsiteY11" fmla="*/ 2464362 h 4536327"/>
                  <a:gd name="connsiteX12" fmla="*/ 2442615 w 5259916"/>
                  <a:gd name="connsiteY12" fmla="*/ 2698930 h 4536327"/>
                  <a:gd name="connsiteX13" fmla="*/ 3400149 w 5259916"/>
                  <a:gd name="connsiteY13" fmla="*/ 3599920 h 4536327"/>
                  <a:gd name="connsiteX14" fmla="*/ 3752778 w 5259916"/>
                  <a:gd name="connsiteY14" fmla="*/ 3352924 h 4536327"/>
                  <a:gd name="connsiteX15" fmla="*/ 3183912 w 5259916"/>
                  <a:gd name="connsiteY15" fmla="*/ 2864526 h 4536327"/>
                  <a:gd name="connsiteX16" fmla="*/ 3887616 w 5259916"/>
                  <a:gd name="connsiteY16" fmla="*/ 2087189 h 4536327"/>
                  <a:gd name="connsiteX17" fmla="*/ 2843089 w 5259916"/>
                  <a:gd name="connsiteY17" fmla="*/ 1174704 h 4536327"/>
                  <a:gd name="connsiteX18" fmla="*/ 1392806 w 5259916"/>
                  <a:gd name="connsiteY18" fmla="*/ 2749261 h 4536327"/>
                  <a:gd name="connsiteX19" fmla="*/ 3223369 w 5259916"/>
                  <a:gd name="connsiteY19" fmla="*/ 4536328 h 4536327"/>
                  <a:gd name="connsiteX20" fmla="*/ 5259917 w 5259916"/>
                  <a:gd name="connsiteY20" fmla="*/ 2448207 h 4536327"/>
                  <a:gd name="connsiteX21" fmla="*/ 2776602 w 5259916"/>
                  <a:gd name="connsiteY21" fmla="*/ 0 h 453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59916" h="4536327">
                    <a:moveTo>
                      <a:pt x="2776602" y="0"/>
                    </a:moveTo>
                    <a:cubicBezTo>
                      <a:pt x="1247094" y="0"/>
                      <a:pt x="0" y="1192724"/>
                      <a:pt x="0" y="2869808"/>
                    </a:cubicBezTo>
                    <a:cubicBezTo>
                      <a:pt x="0" y="3426868"/>
                      <a:pt x="125828" y="3941053"/>
                      <a:pt x="347036" y="4389684"/>
                    </a:cubicBezTo>
                    <a:lnTo>
                      <a:pt x="1044838" y="3900975"/>
                    </a:lnTo>
                    <a:cubicBezTo>
                      <a:pt x="893533" y="3580036"/>
                      <a:pt x="808095" y="3208145"/>
                      <a:pt x="808095" y="2794000"/>
                    </a:cubicBezTo>
                    <a:cubicBezTo>
                      <a:pt x="808095" y="1599101"/>
                      <a:pt x="1685162" y="693762"/>
                      <a:pt x="2809535" y="693762"/>
                    </a:cubicBezTo>
                    <a:cubicBezTo>
                      <a:pt x="3933908" y="693762"/>
                      <a:pt x="4582311" y="1468303"/>
                      <a:pt x="4582311" y="2468401"/>
                    </a:cubicBezTo>
                    <a:cubicBezTo>
                      <a:pt x="4582311" y="3362866"/>
                      <a:pt x="3986725" y="3944160"/>
                      <a:pt x="3214048" y="3944160"/>
                    </a:cubicBezTo>
                    <a:cubicBezTo>
                      <a:pt x="2441372" y="3944160"/>
                      <a:pt x="1952973" y="3438053"/>
                      <a:pt x="1952973" y="2717882"/>
                    </a:cubicBezTo>
                    <a:cubicBezTo>
                      <a:pt x="1952973" y="2083150"/>
                      <a:pt x="2354380" y="1658442"/>
                      <a:pt x="2838118" y="1658442"/>
                    </a:cubicBezTo>
                    <a:cubicBezTo>
                      <a:pt x="3201310" y="1658442"/>
                      <a:pt x="3400460" y="1829630"/>
                      <a:pt x="3400460" y="2089053"/>
                    </a:cubicBezTo>
                    <a:cubicBezTo>
                      <a:pt x="3400460" y="2386691"/>
                      <a:pt x="3092881" y="2552597"/>
                      <a:pt x="2777534" y="2464362"/>
                    </a:cubicBezTo>
                    <a:lnTo>
                      <a:pt x="2442615" y="2698930"/>
                    </a:lnTo>
                    <a:cubicBezTo>
                      <a:pt x="2660095" y="3010238"/>
                      <a:pt x="3181426" y="3461354"/>
                      <a:pt x="3400149" y="3599920"/>
                    </a:cubicBezTo>
                    <a:cubicBezTo>
                      <a:pt x="3401392" y="3599299"/>
                      <a:pt x="3752778" y="3352924"/>
                      <a:pt x="3752778" y="3352924"/>
                    </a:cubicBezTo>
                    <a:cubicBezTo>
                      <a:pt x="3628193" y="3263758"/>
                      <a:pt x="3386790" y="3059947"/>
                      <a:pt x="3183912" y="2864526"/>
                    </a:cubicBezTo>
                    <a:cubicBezTo>
                      <a:pt x="3668582" y="2784369"/>
                      <a:pt x="3887616" y="2431740"/>
                      <a:pt x="3887616" y="2087189"/>
                    </a:cubicBezTo>
                    <a:cubicBezTo>
                      <a:pt x="3887616" y="1552499"/>
                      <a:pt x="3506715" y="1174704"/>
                      <a:pt x="2843089" y="1174704"/>
                    </a:cubicBezTo>
                    <a:cubicBezTo>
                      <a:pt x="2053635" y="1174704"/>
                      <a:pt x="1392806" y="1823727"/>
                      <a:pt x="1392806" y="2749261"/>
                    </a:cubicBezTo>
                    <a:cubicBezTo>
                      <a:pt x="1392806" y="3775768"/>
                      <a:pt x="2143424" y="4536328"/>
                      <a:pt x="3223369" y="4536328"/>
                    </a:cubicBezTo>
                    <a:cubicBezTo>
                      <a:pt x="4416093" y="4536328"/>
                      <a:pt x="5259917" y="3646212"/>
                      <a:pt x="5259917" y="2448207"/>
                    </a:cubicBezTo>
                    <a:cubicBezTo>
                      <a:pt x="5260227" y="1034585"/>
                      <a:pt x="4279392" y="0"/>
                      <a:pt x="2776602" y="0"/>
                    </a:cubicBez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grpSp>
    </p:spTree>
    <p:extLst>
      <p:ext uri="{BB962C8B-B14F-4D97-AF65-F5344CB8AC3E}">
        <p14:creationId xmlns:p14="http://schemas.microsoft.com/office/powerpoint/2010/main" val="19180391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7_Content - title only">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F59B7734-814A-4517-4B51-411F0D5402D8}"/>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519553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24423062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1"/>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36977582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Compass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B2DBC1-DD4C-4F5D-A0C9-7BE1D99C1C3D}"/>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14" name="Title 1">
            <a:extLst>
              <a:ext uri="{FF2B5EF4-FFF2-40B4-BE49-F238E27FC236}">
                <a16:creationId xmlns:a16="http://schemas.microsoft.com/office/drawing/2014/main" id="{69809270-D233-4B3C-A180-0EEB00223E8F}"/>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4238705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Compass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D33D97-EF79-40B3-BD0F-DD52C31E2A4F}"/>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pic>
        <p:nvPicPr>
          <p:cNvPr id="8" name="Graphic 7">
            <a:extLst>
              <a:ext uri="{FF2B5EF4-FFF2-40B4-BE49-F238E27FC236}">
                <a16:creationId xmlns:a16="http://schemas.microsoft.com/office/drawing/2014/main" id="{E8A3D930-A86F-4DBC-9BA8-3A1D23461C27}"/>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4779" t="30885" b="1"/>
          <a:stretch/>
        </p:blipFill>
        <p:spPr>
          <a:xfrm>
            <a:off x="6677723" y="2118170"/>
            <a:ext cx="5512690" cy="4739833"/>
          </a:xfrm>
          <a:prstGeom prst="rect">
            <a:avLst/>
          </a:prstGeom>
        </p:spPr>
      </p:pic>
      <p:sp>
        <p:nvSpPr>
          <p:cNvPr id="5" name="Title 1">
            <a:extLst>
              <a:ext uri="{FF2B5EF4-FFF2-40B4-BE49-F238E27FC236}">
                <a16:creationId xmlns:a16="http://schemas.microsoft.com/office/drawing/2014/main" id="{48DEEE97-6141-7E22-BA5D-C44AE489BFB1}"/>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111467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6_Content - title onl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56F2E-5680-6C93-E7AC-7577C6E707C1}"/>
              </a:ext>
            </a:extLst>
          </p:cNvPr>
          <p:cNvPicPr>
            <a:picLocks noChangeAspect="1"/>
          </p:cNvPicPr>
          <p:nvPr userDrawn="1"/>
        </p:nvPicPr>
        <p:blipFill rotWithShape="1">
          <a:blip r:embed="rId2"/>
          <a:srcRect l="24603" r="24603"/>
          <a:stretch/>
        </p:blipFill>
        <p:spPr>
          <a:xfrm>
            <a:off x="-1280160" y="-720090"/>
            <a:ext cx="14752320" cy="8298180"/>
          </a:xfrm>
          <a:prstGeom prst="rect">
            <a:avLst/>
          </a:prstGeom>
        </p:spPr>
      </p:pic>
      <p:sp>
        <p:nvSpPr>
          <p:cNvPr id="7" name="Rectangle 6">
            <a:extLst>
              <a:ext uri="{FF2B5EF4-FFF2-40B4-BE49-F238E27FC236}">
                <a16:creationId xmlns:a16="http://schemas.microsoft.com/office/drawing/2014/main" id="{686643F6-A864-66FA-D268-DF42438E7A8B}"/>
              </a:ext>
            </a:extLst>
          </p:cNvPr>
          <p:cNvSpPr/>
          <p:nvPr userDrawn="1"/>
        </p:nvSpPr>
        <p:spPr>
          <a:xfrm>
            <a:off x="-1280160" y="-720090"/>
            <a:ext cx="14752320" cy="8298180"/>
          </a:xfrm>
          <a:prstGeom prst="rect">
            <a:avLst/>
          </a:prstGeom>
          <a:gradFill flip="none" rotWithShape="1">
            <a:gsLst>
              <a:gs pos="45000">
                <a:schemeClr val="tx1">
                  <a:lumMod val="95000"/>
                  <a:lumOff val="5000"/>
                  <a:alpha val="34000"/>
                </a:schemeClr>
              </a:gs>
              <a:gs pos="0">
                <a:schemeClr val="tx1">
                  <a:lumMod val="95000"/>
                  <a:lumOff val="5000"/>
                  <a:alpha val="63000"/>
                </a:schemeClr>
              </a:gs>
              <a:gs pos="100000">
                <a:schemeClr val="tx1">
                  <a:lumMod val="95000"/>
                  <a:lumOff val="5000"/>
                  <a:alpha val="1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480647" rtl="0" eaLnBrk="1" fontAlgn="auto" latinLnBrk="0" hangingPunct="1">
              <a:lnSpc>
                <a:spcPct val="100000"/>
              </a:lnSpc>
              <a:spcBef>
                <a:spcPts val="0"/>
              </a:spcBef>
              <a:spcAft>
                <a:spcPts val="0"/>
              </a:spcAft>
              <a:buClrTx/>
              <a:buSzTx/>
              <a:buFontTx/>
              <a:buNone/>
              <a:tabLst/>
              <a:defRPr/>
            </a:pPr>
            <a:endParaRPr kumimoji="0" lang="en-GB" sz="1481" b="0" i="0" u="none" strike="noStrike" kern="1200" cap="none" spc="0" normalizeH="0" baseline="0" noProof="0">
              <a:ln>
                <a:noFill/>
              </a:ln>
              <a:solidFill>
                <a:srgbClr val="FFFFFF"/>
              </a:solidFill>
              <a:effectLst/>
              <a:uLnTx/>
              <a:uFillTx/>
              <a:latin typeface="Energy"/>
              <a:ea typeface="+mn-ea"/>
              <a:cs typeface="+mn-cs"/>
            </a:endParaRPr>
          </a:p>
        </p:txBody>
      </p:sp>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2036032" y="2682719"/>
            <a:ext cx="8119937" cy="413062"/>
          </a:xfrm>
        </p:spPr>
        <p:txBody>
          <a:bodyPr wrap="square" anchor="ctr" anchorCtr="0">
            <a:spAutoFit/>
          </a:bodyPr>
          <a:lstStyle>
            <a:lvl1pPr algn="ctr">
              <a:lnSpc>
                <a:spcPct val="70000"/>
              </a:lnSpc>
              <a:defRPr sz="3835">
                <a:solidFill>
                  <a:schemeClr val="bg1"/>
                </a:solidFill>
              </a:defRPr>
            </a:lvl1pPr>
          </a:lstStyle>
          <a:p>
            <a:r>
              <a:rPr lang="en-US"/>
              <a:t>Click to edit Master title style</a:t>
            </a:r>
            <a:endParaRPr lang="en-GB"/>
          </a:p>
        </p:txBody>
      </p:sp>
      <p:sp>
        <p:nvSpPr>
          <p:cNvPr id="5" name="Subtitle 2">
            <a:extLst>
              <a:ext uri="{FF2B5EF4-FFF2-40B4-BE49-F238E27FC236}">
                <a16:creationId xmlns:a16="http://schemas.microsoft.com/office/drawing/2014/main" id="{3D2582B5-4492-CF31-5A12-6E6ED78FF2CB}"/>
              </a:ext>
            </a:extLst>
          </p:cNvPr>
          <p:cNvSpPr>
            <a:spLocks noGrp="1"/>
          </p:cNvSpPr>
          <p:nvPr>
            <p:ph type="subTitle" idx="1" hasCustomPrompt="1"/>
          </p:nvPr>
        </p:nvSpPr>
        <p:spPr>
          <a:xfrm>
            <a:off x="2316270" y="3952809"/>
            <a:ext cx="7561254" cy="168829"/>
          </a:xfrm>
        </p:spPr>
        <p:txBody>
          <a:bodyPr wrap="square">
            <a:spAutoFit/>
          </a:bodyPr>
          <a:lstStyle>
            <a:lvl1pPr marL="0" indent="0" algn="ctr">
              <a:lnSpc>
                <a:spcPct val="90000"/>
              </a:lnSpc>
              <a:buNone/>
              <a:defRPr sz="1219" b="1">
                <a:solidFill>
                  <a:schemeClr val="bg1"/>
                </a:solidFill>
              </a:defRPr>
            </a:lvl1pPr>
            <a:lvl2pPr marL="146171" indent="0" algn="ctr">
              <a:buNone/>
              <a:defRPr sz="640"/>
            </a:lvl2pPr>
            <a:lvl3pPr marL="292344" indent="0" algn="ctr">
              <a:buNone/>
              <a:defRPr sz="576"/>
            </a:lvl3pPr>
            <a:lvl4pPr marL="438515" indent="0" algn="ctr">
              <a:buNone/>
              <a:defRPr sz="512"/>
            </a:lvl4pPr>
            <a:lvl5pPr marL="584685" indent="0" algn="ctr">
              <a:buNone/>
              <a:defRPr sz="512"/>
            </a:lvl5pPr>
            <a:lvl6pPr marL="730857" indent="0" algn="ctr">
              <a:buNone/>
              <a:defRPr sz="512"/>
            </a:lvl6pPr>
            <a:lvl7pPr marL="877029" indent="0" algn="ctr">
              <a:buNone/>
              <a:defRPr sz="512"/>
            </a:lvl7pPr>
            <a:lvl8pPr marL="1023199" indent="0" algn="ctr">
              <a:buNone/>
              <a:defRPr sz="512"/>
            </a:lvl8pPr>
            <a:lvl9pPr marL="1169370" indent="0" algn="ctr">
              <a:buNone/>
              <a:defRPr sz="512"/>
            </a:lvl9pPr>
          </a:lstStyle>
          <a:p>
            <a:r>
              <a:rPr lang="en-US"/>
              <a:t>Presentation sub-title</a:t>
            </a:r>
          </a:p>
        </p:txBody>
      </p:sp>
    </p:spTree>
    <p:extLst>
      <p:ext uri="{BB962C8B-B14F-4D97-AF65-F5344CB8AC3E}">
        <p14:creationId xmlns:p14="http://schemas.microsoft.com/office/powerpoint/2010/main" val="2531085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 fill="hold" nodeType="withEffect">
                                  <p:stCondLst>
                                    <p:cond delay="0"/>
                                  </p:stCondLst>
                                  <p:childTnLst>
                                    <p:animScale>
                                      <p:cBhvr>
                                        <p:cTn id="6" dur="2000" fill="hold"/>
                                        <p:tgtEl>
                                          <p:spTgt spid="3"/>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A29732-CFD9-7360-34AF-E5C86407FE59}"/>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4" name="Group 3">
            <a:extLst>
              <a:ext uri="{FF2B5EF4-FFF2-40B4-BE49-F238E27FC236}">
                <a16:creationId xmlns:a16="http://schemas.microsoft.com/office/drawing/2014/main" id="{37B1855E-E721-D19E-709B-CD3FB0512CC6}"/>
              </a:ext>
            </a:extLst>
          </p:cNvPr>
          <p:cNvGrpSpPr/>
          <p:nvPr userDrawn="1"/>
        </p:nvGrpSpPr>
        <p:grpSpPr>
          <a:xfrm>
            <a:off x="-5334000" y="-8001000"/>
            <a:ext cx="22860000" cy="22860000"/>
            <a:chOff x="2253371" y="-3080629"/>
            <a:chExt cx="19877258" cy="19877258"/>
          </a:xfrm>
        </p:grpSpPr>
        <p:sp>
          <p:nvSpPr>
            <p:cNvPr id="5" name="Free-form: Shape 2">
              <a:extLst>
                <a:ext uri="{FF2B5EF4-FFF2-40B4-BE49-F238E27FC236}">
                  <a16:creationId xmlns:a16="http://schemas.microsoft.com/office/drawing/2014/main" id="{F6D247D0-25FC-4670-11E1-C410BFD8B83A}"/>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6" name="Free-form: Shape 3">
              <a:extLst>
                <a:ext uri="{FF2B5EF4-FFF2-40B4-BE49-F238E27FC236}">
                  <a16:creationId xmlns:a16="http://schemas.microsoft.com/office/drawing/2014/main" id="{E655B6F5-F4A8-B251-E772-44FFBA12731B}"/>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4">
              <a:extLst>
                <a:ext uri="{FF2B5EF4-FFF2-40B4-BE49-F238E27FC236}">
                  <a16:creationId xmlns:a16="http://schemas.microsoft.com/office/drawing/2014/main" id="{FC9339A0-C5C4-8BB4-C4B0-F77B25379A47}"/>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5">
              <a:extLst>
                <a:ext uri="{FF2B5EF4-FFF2-40B4-BE49-F238E27FC236}">
                  <a16:creationId xmlns:a16="http://schemas.microsoft.com/office/drawing/2014/main" id="{046D2D1A-75C4-FD4B-062D-637BB135DB1B}"/>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6">
              <a:extLst>
                <a:ext uri="{FF2B5EF4-FFF2-40B4-BE49-F238E27FC236}">
                  <a16:creationId xmlns:a16="http://schemas.microsoft.com/office/drawing/2014/main" id="{5ACEA9E7-5C31-F4D3-428D-F30C4DDC59C3}"/>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0" name="Title 1">
            <a:extLst>
              <a:ext uri="{FF2B5EF4-FFF2-40B4-BE49-F238E27FC236}">
                <a16:creationId xmlns:a16="http://schemas.microsoft.com/office/drawing/2014/main" id="{FCB1D4E0-D1C6-69C4-4D0D-467E2934C1C7}"/>
              </a:ext>
            </a:extLst>
          </p:cNvPr>
          <p:cNvSpPr>
            <a:spLocks noGrp="1"/>
          </p:cNvSpPr>
          <p:nvPr>
            <p:ph type="ctrTitle" hasCustomPrompt="1"/>
          </p:nvPr>
        </p:nvSpPr>
        <p:spPr>
          <a:xfrm>
            <a:off x="1066799" y="2351781"/>
            <a:ext cx="10058400" cy="2154436"/>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pPr marL="0" marR="0" lvl="0" indent="0" algn="ctr" defTabSz="292348" rtl="0" eaLnBrk="1" fontAlgn="auto" latinLnBrk="0" hangingPunct="1">
              <a:lnSpc>
                <a:spcPct val="70000"/>
              </a:lnSpc>
              <a:spcBef>
                <a:spcPct val="0"/>
              </a:spcBef>
              <a:spcAft>
                <a:spcPts val="0"/>
              </a:spcAft>
              <a:buClrTx/>
              <a:buSzTx/>
              <a:buFontTx/>
              <a:buNone/>
              <a:tabLst/>
              <a:defRPr/>
            </a:pPr>
            <a:r>
              <a:rPr lang="en-US"/>
              <a:t>Presentation title goes here</a:t>
            </a:r>
            <a:br>
              <a:rPr lang="en-US"/>
            </a:br>
            <a:r>
              <a:rPr lang="en-US">
                <a:solidFill>
                  <a:schemeClr val="accent1"/>
                </a:solidFill>
              </a:rPr>
              <a:t>Presentation title goes here</a:t>
            </a:r>
            <a:endParaRPr lang="en-US"/>
          </a:p>
        </p:txBody>
      </p:sp>
    </p:spTree>
    <p:extLst>
      <p:ext uri="{BB962C8B-B14F-4D97-AF65-F5344CB8AC3E}">
        <p14:creationId xmlns:p14="http://schemas.microsoft.com/office/powerpoint/2010/main" val="24768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3_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accent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1" name="Text Placeholder 10">
            <a:extLst>
              <a:ext uri="{FF2B5EF4-FFF2-40B4-BE49-F238E27FC236}">
                <a16:creationId xmlns:a16="http://schemas.microsoft.com/office/drawing/2014/main" id="{FFEA5DE8-16B1-4FBD-9486-750F20920502}"/>
              </a:ext>
            </a:extLst>
          </p:cNvPr>
          <p:cNvSpPr>
            <a:spLocks noGrp="1"/>
          </p:cNvSpPr>
          <p:nvPr>
            <p:ph type="body" sz="quarter" idx="14"/>
          </p:nvPr>
        </p:nvSpPr>
        <p:spPr>
          <a:xfrm>
            <a:off x="5629617" y="11301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20" name="Text Placeholder 10">
            <a:extLst>
              <a:ext uri="{FF2B5EF4-FFF2-40B4-BE49-F238E27FC236}">
                <a16:creationId xmlns:a16="http://schemas.microsoft.com/office/drawing/2014/main" id="{1BD82010-81DD-4A67-9B02-404BA8E0BA1B}"/>
              </a:ext>
            </a:extLst>
          </p:cNvPr>
          <p:cNvSpPr>
            <a:spLocks noGrp="1"/>
          </p:cNvSpPr>
          <p:nvPr>
            <p:ph type="body" sz="quarter" idx="23"/>
          </p:nvPr>
        </p:nvSpPr>
        <p:spPr>
          <a:xfrm>
            <a:off x="5629617" y="205400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0">
            <a:extLst>
              <a:ext uri="{FF2B5EF4-FFF2-40B4-BE49-F238E27FC236}">
                <a16:creationId xmlns:a16="http://schemas.microsoft.com/office/drawing/2014/main" id="{1048CE71-F49C-44B2-8908-3B8505D50361}"/>
              </a:ext>
            </a:extLst>
          </p:cNvPr>
          <p:cNvSpPr>
            <a:spLocks noGrp="1"/>
          </p:cNvSpPr>
          <p:nvPr>
            <p:ph type="body" sz="quarter" idx="24"/>
          </p:nvPr>
        </p:nvSpPr>
        <p:spPr>
          <a:xfrm>
            <a:off x="5629617" y="297788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2" name="Text Placeholder 10">
            <a:extLst>
              <a:ext uri="{FF2B5EF4-FFF2-40B4-BE49-F238E27FC236}">
                <a16:creationId xmlns:a16="http://schemas.microsoft.com/office/drawing/2014/main" id="{F220C27B-7EB9-40DC-B0B7-CFB84C6A59BC}"/>
              </a:ext>
            </a:extLst>
          </p:cNvPr>
          <p:cNvSpPr>
            <a:spLocks noGrp="1"/>
          </p:cNvSpPr>
          <p:nvPr>
            <p:ph type="body" sz="quarter" idx="25"/>
          </p:nvPr>
        </p:nvSpPr>
        <p:spPr>
          <a:xfrm>
            <a:off x="5629617" y="390175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3" name="Text Placeholder 10">
            <a:extLst>
              <a:ext uri="{FF2B5EF4-FFF2-40B4-BE49-F238E27FC236}">
                <a16:creationId xmlns:a16="http://schemas.microsoft.com/office/drawing/2014/main" id="{752BC965-049B-4EC6-B536-61CC2C8B031E}"/>
              </a:ext>
            </a:extLst>
          </p:cNvPr>
          <p:cNvSpPr>
            <a:spLocks noGrp="1"/>
          </p:cNvSpPr>
          <p:nvPr>
            <p:ph type="body" sz="quarter" idx="26"/>
          </p:nvPr>
        </p:nvSpPr>
        <p:spPr>
          <a:xfrm>
            <a:off x="5629617" y="48256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4" name="Text Placeholder 10">
            <a:extLst>
              <a:ext uri="{FF2B5EF4-FFF2-40B4-BE49-F238E27FC236}">
                <a16:creationId xmlns:a16="http://schemas.microsoft.com/office/drawing/2014/main" id="{6368B62B-ADE6-4D79-86A8-CC300F602F12}"/>
              </a:ext>
            </a:extLst>
          </p:cNvPr>
          <p:cNvSpPr>
            <a:spLocks noGrp="1"/>
          </p:cNvSpPr>
          <p:nvPr>
            <p:ph type="body" sz="quarter" idx="27"/>
          </p:nvPr>
        </p:nvSpPr>
        <p:spPr>
          <a:xfrm>
            <a:off x="5629617" y="5749503"/>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1007706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3_Agenda - gradient">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210744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_Agenda -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4438"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12133261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Cover white 4">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3A622CA-3E01-530E-ACFA-C6B2B1A358EF}"/>
              </a:ext>
            </a:extLst>
          </p:cNvPr>
          <p:cNvSpPr>
            <a:spLocks noGrp="1"/>
          </p:cNvSpPr>
          <p:nvPr>
            <p:ph type="ctrTitle" hasCustomPrompt="1"/>
          </p:nvPr>
        </p:nvSpPr>
        <p:spPr>
          <a:xfrm>
            <a:off x="247650" y="2479259"/>
            <a:ext cx="11696700" cy="743281"/>
          </a:xfrm>
        </p:spPr>
        <p:txBody>
          <a:bodyPr wrap="square" tIns="0" anchor="ctr" anchorCtr="0">
            <a:spAutoFit/>
          </a:bodyPr>
          <a:lstStyle>
            <a:lvl1pPr algn="ctr">
              <a:lnSpc>
                <a:spcPct val="70000"/>
              </a:lnSpc>
              <a:defRPr sz="6900" b="0" cap="all" spc="-64"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4" name="Subtitle 2">
            <a:extLst>
              <a:ext uri="{FF2B5EF4-FFF2-40B4-BE49-F238E27FC236}">
                <a16:creationId xmlns:a16="http://schemas.microsoft.com/office/drawing/2014/main" id="{F192A197-6F58-846E-B8F1-B85BD14D1504}"/>
              </a:ext>
            </a:extLst>
          </p:cNvPr>
          <p:cNvSpPr>
            <a:spLocks noGrp="1"/>
          </p:cNvSpPr>
          <p:nvPr>
            <p:ph type="subTitle" idx="1" hasCustomPrompt="1"/>
          </p:nvPr>
        </p:nvSpPr>
        <p:spPr>
          <a:xfrm>
            <a:off x="247650" y="3287238"/>
            <a:ext cx="11696700" cy="249299"/>
          </a:xfrm>
        </p:spPr>
        <p:txBody>
          <a:bodyPr wrap="square">
            <a:spAutoFit/>
          </a:bodyPr>
          <a:lstStyle>
            <a:lvl1pPr marL="0" indent="0" algn="ctr">
              <a:lnSpc>
                <a:spcPct val="90000"/>
              </a:lnSpc>
              <a:buNone/>
              <a:defRPr sz="18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4201695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89C9E5E-0E5A-1A43-AB0E-2C04D30EE136}"/>
              </a:ext>
            </a:extLst>
          </p:cNvPr>
          <p:cNvSpPr>
            <a:spLocks noGrp="1"/>
          </p:cNvSpPr>
          <p:nvPr>
            <p:ph type="ctrTitle" hasCustomPrompt="1"/>
          </p:nvPr>
        </p:nvSpPr>
        <p:spPr>
          <a:xfrm>
            <a:off x="180975" y="2479259"/>
            <a:ext cx="11830050" cy="743281"/>
          </a:xfrm>
        </p:spPr>
        <p:txBody>
          <a:bodyPr wrap="square" tIns="0" anchor="ctr" anchorCtr="0">
            <a:spAutoFit/>
          </a:bodyPr>
          <a:lstStyle>
            <a:lvl1pPr algn="ctr">
              <a:lnSpc>
                <a:spcPct val="70000"/>
              </a:lnSpc>
              <a:defRPr sz="6900" b="0" cap="all" spc="-64" baseline="0">
                <a:solidFill>
                  <a:schemeClr val="bg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8" name="Subtitle 2">
            <a:extLst>
              <a:ext uri="{FF2B5EF4-FFF2-40B4-BE49-F238E27FC236}">
                <a16:creationId xmlns:a16="http://schemas.microsoft.com/office/drawing/2014/main" id="{92CDE46E-73DD-438C-8152-50B9D54100B9}"/>
              </a:ext>
            </a:extLst>
          </p:cNvPr>
          <p:cNvSpPr>
            <a:spLocks noGrp="1"/>
          </p:cNvSpPr>
          <p:nvPr>
            <p:ph type="subTitle" idx="1" hasCustomPrompt="1"/>
          </p:nvPr>
        </p:nvSpPr>
        <p:spPr>
          <a:xfrm>
            <a:off x="180975" y="3287238"/>
            <a:ext cx="11830050" cy="249299"/>
          </a:xfrm>
        </p:spPr>
        <p:txBody>
          <a:bodyPr wrap="square">
            <a:spAutoFit/>
          </a:bodyPr>
          <a:lstStyle>
            <a:lvl1pPr marL="0" indent="0" algn="ctr">
              <a:lnSpc>
                <a:spcPct val="90000"/>
              </a:lnSpc>
              <a:buNone/>
              <a:defRPr sz="18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301250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698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C0A4427-BE6D-9C16-CBCF-A95AF0318D0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1483707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tx2"/>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3575A82-A052-7BF2-6291-52C1EF882922}"/>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120076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5_Content - title only">
    <p:bg>
      <p:bgRef idx="1001">
        <a:schemeClr val="bg1"/>
      </p:bgRef>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tx2"/>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9548E2F8-AAB8-C920-9AB2-7D8B8C4A7CBA}"/>
              </a:ext>
            </a:extLst>
          </p:cNvPr>
          <p:cNvSpPr>
            <a:spLocks noGrp="1"/>
          </p:cNvSpPr>
          <p:nvPr>
            <p:ph idx="1"/>
          </p:nvPr>
        </p:nvSpPr>
        <p:spPr>
          <a:xfrm>
            <a:off x="457200" y="914400"/>
            <a:ext cx="11522198" cy="204671"/>
          </a:xfrm>
          <a:prstGeom prst="rect">
            <a:avLst/>
          </a:prstGeom>
        </p:spPr>
        <p:txBody>
          <a:bodyPr vert="horz" wrap="square" lIns="0" tIns="0" rIns="0" bIns="0" rtlCol="0">
            <a:spAutoFit/>
          </a:bodyPr>
          <a:lstStyle>
            <a:lvl1pPr>
              <a:defRPr sz="1400" b="0"/>
            </a:lvl1pPr>
          </a:lstStyle>
          <a:p>
            <a:pPr lvl="0"/>
            <a:endParaRPr lang="en-US"/>
          </a:p>
        </p:txBody>
      </p:sp>
    </p:spTree>
    <p:extLst>
      <p:ext uri="{BB962C8B-B14F-4D97-AF65-F5344CB8AC3E}">
        <p14:creationId xmlns:p14="http://schemas.microsoft.com/office/powerpoint/2010/main" val="16839931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Content - title only">
    <p:bg>
      <p:bgRef idx="1001">
        <a:schemeClr val="bg1"/>
      </p:bgRef>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8142C34-EED2-AAA2-6AB1-977B89B17A9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32305387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9_Content - title only">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E911FC-1FDB-F4BA-3F7F-13E62CE5B37B}"/>
              </a:ext>
            </a:extLst>
          </p:cNvPr>
          <p:cNvSpPr>
            <a:spLocks noGrp="1"/>
          </p:cNvSpPr>
          <p:nvPr>
            <p:ph type="title"/>
          </p:nvPr>
        </p:nvSpPr>
        <p:spPr>
          <a:xfrm>
            <a:off x="434975" y="411480"/>
            <a:ext cx="9648826" cy="430887"/>
          </a:xfrm>
        </p:spPr>
        <p:txBody>
          <a:bodyPr wrap="square">
            <a:spAutoFit/>
          </a:bodyPr>
          <a:lstStyle>
            <a:lvl1pPr algn="l">
              <a:lnSpc>
                <a:spcPct val="70000"/>
              </a:lnSpc>
              <a:defRPr sz="40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E96013-1AE6-09D8-9322-38C3CFD4E493}"/>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230916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4_Content - title only">
    <p:bg>
      <p:bgPr>
        <a:solidFill>
          <a:schemeClr val="tx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7A36F75-EDB2-D367-900F-75052980FF9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54777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5_Content - title only">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63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3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hasCustomPrompt="1"/>
          </p:nvPr>
        </p:nvSpPr>
        <p:spPr>
          <a:xfrm>
            <a:off x="441203" y="413524"/>
            <a:ext cx="11522198" cy="473976"/>
          </a:xfrm>
        </p:spPr>
        <p:txBody>
          <a:bodyPr vert="horz" wrap="square" lIns="0" tIns="0" rIns="0" bIns="0" rtlCol="0" anchor="t">
            <a:normAutofit/>
          </a:bodyPr>
          <a:lstStyle>
            <a:lvl1pPr>
              <a:defRPr lang="en-GB" sz="4000" cap="none" baseline="0" dirty="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0D4BE36-73EE-DB3E-DE82-CE3A651B1DA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13000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8_Content - title only">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64F65AE1-17FF-B9F2-5B09-02A7516F669A}"/>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32705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Generic case study - sta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DE84C-DB59-4666-998A-46BA0A90C15C}"/>
              </a:ext>
            </a:extLst>
          </p:cNvPr>
          <p:cNvSpPr/>
          <p:nvPr userDrawn="1"/>
        </p:nvSpPr>
        <p:spPr>
          <a:xfrm>
            <a:off x="6" y="0"/>
            <a:ext cx="464759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8EB74F84-72F9-4E3F-9920-AB38EA7D58B3}"/>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itle 1">
            <a:extLst>
              <a:ext uri="{FF2B5EF4-FFF2-40B4-BE49-F238E27FC236}">
                <a16:creationId xmlns:a16="http://schemas.microsoft.com/office/drawing/2014/main" id="{08E1C94D-6F48-4712-AEF0-812F58CB53F3}"/>
              </a:ext>
            </a:extLst>
          </p:cNvPr>
          <p:cNvSpPr>
            <a:spLocks noGrp="1"/>
          </p:cNvSpPr>
          <p:nvPr>
            <p:ph type="title" hasCustomPrompt="1"/>
          </p:nvPr>
        </p:nvSpPr>
        <p:spPr>
          <a:xfrm>
            <a:off x="374354" y="880851"/>
            <a:ext cx="3672203"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162579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Generic case study - stats &amp; imag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36D08B-2055-4FAB-BCAD-F6772FE15965}"/>
              </a:ext>
            </a:extLst>
          </p:cNvPr>
          <p:cNvSpPr/>
          <p:nvPr userDrawn="1"/>
        </p:nvSpPr>
        <p:spPr>
          <a:xfrm>
            <a:off x="6" y="0"/>
            <a:ext cx="46475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79884F6C-0F20-4DA1-9F53-648E6096A28C}"/>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26" name="Text Placeholder 10">
            <a:extLst>
              <a:ext uri="{FF2B5EF4-FFF2-40B4-BE49-F238E27FC236}">
                <a16:creationId xmlns:a16="http://schemas.microsoft.com/office/drawing/2014/main" id="{6A91C5E6-3D9B-4780-9E20-103094FE8699}"/>
              </a:ext>
            </a:extLst>
          </p:cNvPr>
          <p:cNvSpPr>
            <a:spLocks noGrp="1"/>
          </p:cNvSpPr>
          <p:nvPr>
            <p:ph type="body" sz="quarter" idx="30"/>
          </p:nvPr>
        </p:nvSpPr>
        <p:spPr>
          <a:xfrm>
            <a:off x="1536412" y="371462"/>
            <a:ext cx="0" cy="1728000"/>
          </a:xfrm>
          <a:ln w="6350">
            <a:solidFill>
              <a:schemeClr val="tx2"/>
            </a:solidFill>
          </a:ln>
        </p:spPr>
        <p:txBody>
          <a:bodyPr tIns="0" rIns="0" bIns="0">
            <a:noAutofit/>
          </a:bodyPr>
          <a:lstStyle>
            <a:lvl1pPr>
              <a:defRPr sz="133">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0" name="Title 1">
            <a:extLst>
              <a:ext uri="{FF2B5EF4-FFF2-40B4-BE49-F238E27FC236}">
                <a16:creationId xmlns:a16="http://schemas.microsoft.com/office/drawing/2014/main" id="{C5DBE463-34B0-4BFE-B99A-4040A21ACF2E}"/>
              </a:ext>
            </a:extLst>
          </p:cNvPr>
          <p:cNvSpPr>
            <a:spLocks noGrp="1"/>
          </p:cNvSpPr>
          <p:nvPr>
            <p:ph type="title" hasCustomPrompt="1"/>
          </p:nvPr>
        </p:nvSpPr>
        <p:spPr>
          <a:xfrm>
            <a:off x="374356" y="880851"/>
            <a:ext cx="3664639"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3597360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000000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1759014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00000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23980674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00000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22938733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000005">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38633628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0000006">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12115955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0000007">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27546509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0000001">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9F27E-499A-8DA5-2CE5-ED6DC69464E8}"/>
              </a:ext>
            </a:extLst>
          </p:cNvPr>
          <p:cNvSpPr/>
          <p:nvPr userDrawn="1"/>
        </p:nvSpPr>
        <p:spPr>
          <a:xfrm>
            <a:off x="84240" y="5447"/>
            <a:ext cx="164592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1815971"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3547702"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5279433"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701116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8742895"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06 Tax</a:t>
            </a:r>
          </a:p>
        </p:txBody>
      </p:sp>
      <p:sp>
        <p:nvSpPr>
          <p:cNvPr id="2" name="Rectangle 1">
            <a:extLst>
              <a:ext uri="{FF2B5EF4-FFF2-40B4-BE49-F238E27FC236}">
                <a16:creationId xmlns:a16="http://schemas.microsoft.com/office/drawing/2014/main" id="{FD479924-165E-3AD6-15D8-C71FA43FB749}"/>
              </a:ext>
            </a:extLst>
          </p:cNvPr>
          <p:cNvSpPr/>
          <p:nvPr userDrawn="1"/>
        </p:nvSpPr>
        <p:spPr>
          <a:xfrm>
            <a:off x="10474624" y="5447"/>
            <a:ext cx="164592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rPr>
              <a:t>07 Appendix</a:t>
            </a:r>
          </a:p>
        </p:txBody>
      </p:sp>
    </p:spTree>
    <p:extLst>
      <p:ext uri="{BB962C8B-B14F-4D97-AF65-F5344CB8AC3E}">
        <p14:creationId xmlns:p14="http://schemas.microsoft.com/office/powerpoint/2010/main" val="318960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03 Treasur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D83B73-8B33-382C-1226-698861DD95F7}"/>
              </a:ext>
            </a:extLst>
          </p:cNvPr>
          <p:cNvGrpSpPr/>
          <p:nvPr userDrawn="1"/>
        </p:nvGrpSpPr>
        <p:grpSpPr>
          <a:xfrm>
            <a:off x="123568" y="5447"/>
            <a:ext cx="11912741" cy="137160"/>
            <a:chOff x="123568" y="5447"/>
            <a:chExt cx="11912741" cy="137160"/>
          </a:xfrm>
        </p:grpSpPr>
        <p:sp>
          <p:nvSpPr>
            <p:cNvPr id="4" name="Rectangle 3">
              <a:extLst>
                <a:ext uri="{FF2B5EF4-FFF2-40B4-BE49-F238E27FC236}">
                  <a16:creationId xmlns:a16="http://schemas.microsoft.com/office/drawing/2014/main" id="{8199F27E-499A-8DA5-2CE5-ED6DC69464E8}"/>
                </a:ext>
              </a:extLst>
            </p:cNvPr>
            <p:cNvSpPr/>
            <p:nvPr userDrawn="1"/>
          </p:nvSpPr>
          <p:spPr>
            <a:xfrm>
              <a:off x="123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21220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4120568" y="5447"/>
              <a:ext cx="192024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6119068"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8117568"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10116069"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06 Tax</a:t>
              </a:r>
            </a:p>
          </p:txBody>
        </p:sp>
      </p:grpSp>
    </p:spTree>
    <p:extLst>
      <p:ext uri="{BB962C8B-B14F-4D97-AF65-F5344CB8AC3E}">
        <p14:creationId xmlns:p14="http://schemas.microsoft.com/office/powerpoint/2010/main" val="39626207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04 Controllership">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D83B73-8B33-382C-1226-698861DD95F7}"/>
              </a:ext>
            </a:extLst>
          </p:cNvPr>
          <p:cNvGrpSpPr/>
          <p:nvPr userDrawn="1"/>
        </p:nvGrpSpPr>
        <p:grpSpPr>
          <a:xfrm>
            <a:off x="123568" y="5447"/>
            <a:ext cx="11912741" cy="137160"/>
            <a:chOff x="123568" y="5447"/>
            <a:chExt cx="11912741" cy="137160"/>
          </a:xfrm>
        </p:grpSpPr>
        <p:sp>
          <p:nvSpPr>
            <p:cNvPr id="4" name="Rectangle 3">
              <a:extLst>
                <a:ext uri="{FF2B5EF4-FFF2-40B4-BE49-F238E27FC236}">
                  <a16:creationId xmlns:a16="http://schemas.microsoft.com/office/drawing/2014/main" id="{8199F27E-499A-8DA5-2CE5-ED6DC69464E8}"/>
                </a:ext>
              </a:extLst>
            </p:cNvPr>
            <p:cNvSpPr/>
            <p:nvPr userDrawn="1"/>
          </p:nvSpPr>
          <p:spPr>
            <a:xfrm>
              <a:off x="123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21220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4120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6119068" y="5447"/>
              <a:ext cx="192024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8117568"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10116069"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06 Tax</a:t>
              </a:r>
            </a:p>
          </p:txBody>
        </p:sp>
      </p:grpSp>
    </p:spTree>
    <p:extLst>
      <p:ext uri="{BB962C8B-B14F-4D97-AF65-F5344CB8AC3E}">
        <p14:creationId xmlns:p14="http://schemas.microsoft.com/office/powerpoint/2010/main" val="27638725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x06">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D83B73-8B33-382C-1226-698861DD95F7}"/>
              </a:ext>
            </a:extLst>
          </p:cNvPr>
          <p:cNvGrpSpPr/>
          <p:nvPr userDrawn="1"/>
        </p:nvGrpSpPr>
        <p:grpSpPr>
          <a:xfrm>
            <a:off x="123568" y="5447"/>
            <a:ext cx="11912741" cy="137160"/>
            <a:chOff x="123568" y="5447"/>
            <a:chExt cx="11912741" cy="137160"/>
          </a:xfrm>
        </p:grpSpPr>
        <p:sp>
          <p:nvSpPr>
            <p:cNvPr id="4" name="Rectangle 3">
              <a:extLst>
                <a:ext uri="{FF2B5EF4-FFF2-40B4-BE49-F238E27FC236}">
                  <a16:creationId xmlns:a16="http://schemas.microsoft.com/office/drawing/2014/main" id="{8199F27E-499A-8DA5-2CE5-ED6DC69464E8}"/>
                </a:ext>
              </a:extLst>
            </p:cNvPr>
            <p:cNvSpPr/>
            <p:nvPr userDrawn="1"/>
          </p:nvSpPr>
          <p:spPr>
            <a:xfrm>
              <a:off x="123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21220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4120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61190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8117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10116069" y="5447"/>
              <a:ext cx="192024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06 Tax</a:t>
              </a:r>
            </a:p>
          </p:txBody>
        </p:sp>
      </p:grpSp>
    </p:spTree>
    <p:extLst>
      <p:ext uri="{BB962C8B-B14F-4D97-AF65-F5344CB8AC3E}">
        <p14:creationId xmlns:p14="http://schemas.microsoft.com/office/powerpoint/2010/main" val="3610802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GIC0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D83B73-8B33-382C-1226-698861DD95F7}"/>
              </a:ext>
            </a:extLst>
          </p:cNvPr>
          <p:cNvGrpSpPr/>
          <p:nvPr userDrawn="1"/>
        </p:nvGrpSpPr>
        <p:grpSpPr>
          <a:xfrm>
            <a:off x="123568" y="5447"/>
            <a:ext cx="11912741" cy="137160"/>
            <a:chOff x="123568" y="5447"/>
            <a:chExt cx="11912741" cy="137160"/>
          </a:xfrm>
        </p:grpSpPr>
        <p:sp>
          <p:nvSpPr>
            <p:cNvPr id="4" name="Rectangle 3">
              <a:extLst>
                <a:ext uri="{FF2B5EF4-FFF2-40B4-BE49-F238E27FC236}">
                  <a16:creationId xmlns:a16="http://schemas.microsoft.com/office/drawing/2014/main" id="{8199F27E-499A-8DA5-2CE5-ED6DC69464E8}"/>
                </a:ext>
              </a:extLst>
            </p:cNvPr>
            <p:cNvSpPr/>
            <p:nvPr userDrawn="1"/>
          </p:nvSpPr>
          <p:spPr>
            <a:xfrm>
              <a:off x="123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2122068" y="5447"/>
              <a:ext cx="192024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4120568"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6119068"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8117568"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10116069"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06 Tax</a:t>
              </a:r>
            </a:p>
          </p:txBody>
        </p:sp>
      </p:grpSp>
    </p:spTree>
    <p:extLst>
      <p:ext uri="{BB962C8B-B14F-4D97-AF65-F5344CB8AC3E}">
        <p14:creationId xmlns:p14="http://schemas.microsoft.com/office/powerpoint/2010/main" val="2941105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D710C5-152A-95C7-5AF6-718DD5A6860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7" name="Group 6">
            <a:extLst>
              <a:ext uri="{FF2B5EF4-FFF2-40B4-BE49-F238E27FC236}">
                <a16:creationId xmlns:a16="http://schemas.microsoft.com/office/drawing/2014/main" id="{D569B639-9B44-E4E1-84CD-458CAF89734A}"/>
              </a:ext>
            </a:extLst>
          </p:cNvPr>
          <p:cNvGrpSpPr/>
          <p:nvPr userDrawn="1"/>
        </p:nvGrpSpPr>
        <p:grpSpPr>
          <a:xfrm>
            <a:off x="3444240" y="467453"/>
            <a:ext cx="5303520" cy="5303520"/>
            <a:chOff x="8346562" y="2077142"/>
            <a:chExt cx="7690877" cy="7900917"/>
          </a:xfrm>
        </p:grpSpPr>
        <p:sp>
          <p:nvSpPr>
            <p:cNvPr id="8" name="Free-form: Shape 7">
              <a:extLst>
                <a:ext uri="{FF2B5EF4-FFF2-40B4-BE49-F238E27FC236}">
                  <a16:creationId xmlns:a16="http://schemas.microsoft.com/office/drawing/2014/main" id="{C22DC961-A74A-5736-FC46-2D9642615A4A}"/>
                </a:ext>
              </a:extLst>
            </p:cNvPr>
            <p:cNvSpPr/>
            <p:nvPr/>
          </p:nvSpPr>
          <p:spPr>
            <a:xfrm>
              <a:off x="9849123" y="8613571"/>
              <a:ext cx="4685755" cy="1364488"/>
            </a:xfrm>
            <a:custGeom>
              <a:avLst/>
              <a:gdLst>
                <a:gd name="connsiteX0" fmla="*/ 228976 w 4733925"/>
                <a:gd name="connsiteY0" fmla="*/ 566692 h 1378514"/>
                <a:gd name="connsiteX1" fmla="*/ 228044 w 4733925"/>
                <a:gd name="connsiteY1" fmla="*/ 566692 h 1378514"/>
                <a:gd name="connsiteX2" fmla="*/ 228044 w 4733925"/>
                <a:gd name="connsiteY2" fmla="*/ 434340 h 1378514"/>
                <a:gd name="connsiteX3" fmla="*/ 0 w 4733925"/>
                <a:gd name="connsiteY3" fmla="*/ 434340 h 1378514"/>
                <a:gd name="connsiteX4" fmla="*/ 0 w 4733925"/>
                <a:gd name="connsiteY4" fmla="*/ 1355834 h 1378514"/>
                <a:gd name="connsiteX5" fmla="*/ 229597 w 4733925"/>
                <a:gd name="connsiteY5" fmla="*/ 1355834 h 1378514"/>
                <a:gd name="connsiteX6" fmla="*/ 229597 w 4733925"/>
                <a:gd name="connsiteY6" fmla="*/ 918078 h 1378514"/>
                <a:gd name="connsiteX7" fmla="*/ 278996 w 4733925"/>
                <a:gd name="connsiteY7" fmla="*/ 701529 h 1378514"/>
                <a:gd name="connsiteX8" fmla="*/ 413523 w 4733925"/>
                <a:gd name="connsiteY8" fmla="*/ 641567 h 1378514"/>
                <a:gd name="connsiteX9" fmla="*/ 506418 w 4733925"/>
                <a:gd name="connsiteY9" fmla="*/ 660208 h 1378514"/>
                <a:gd name="connsiteX10" fmla="*/ 618887 w 4733925"/>
                <a:gd name="connsiteY10" fmla="*/ 452670 h 1378514"/>
                <a:gd name="connsiteX11" fmla="*/ 457019 w 4733925"/>
                <a:gd name="connsiteY11" fmla="*/ 412281 h 1378514"/>
                <a:gd name="connsiteX12" fmla="*/ 228976 w 4733925"/>
                <a:gd name="connsiteY12" fmla="*/ 567002 h 1378514"/>
                <a:gd name="connsiteX13" fmla="*/ 996681 w 4733925"/>
                <a:gd name="connsiteY13" fmla="*/ 604285 h 1378514"/>
                <a:gd name="connsiteX14" fmla="*/ 1167869 w 4733925"/>
                <a:gd name="connsiteY14" fmla="*/ 816794 h 1378514"/>
                <a:gd name="connsiteX15" fmla="*/ 803434 w 4733925"/>
                <a:gd name="connsiteY15" fmla="*/ 816794 h 1378514"/>
                <a:gd name="connsiteX16" fmla="*/ 996992 w 4733925"/>
                <a:gd name="connsiteY16" fmla="*/ 604285 h 1378514"/>
                <a:gd name="connsiteX17" fmla="*/ 571041 w 4733925"/>
                <a:gd name="connsiteY17" fmla="*/ 899126 h 1378514"/>
                <a:gd name="connsiteX18" fmla="*/ 1051362 w 4733925"/>
                <a:gd name="connsiteY18" fmla="*/ 1377583 h 1378514"/>
                <a:gd name="connsiteX19" fmla="*/ 1369505 w 4733925"/>
                <a:gd name="connsiteY19" fmla="*/ 1315134 h 1378514"/>
                <a:gd name="connsiteX20" fmla="*/ 1290901 w 4733925"/>
                <a:gd name="connsiteY20" fmla="*/ 1121888 h 1378514"/>
                <a:gd name="connsiteX21" fmla="*/ 1064411 w 4733925"/>
                <a:gd name="connsiteY21" fmla="*/ 1172219 h 1378514"/>
                <a:gd name="connsiteX22" fmla="*/ 805609 w 4733925"/>
                <a:gd name="connsiteY22" fmla="*/ 984875 h 1378514"/>
                <a:gd name="connsiteX23" fmla="*/ 1387835 w 4733925"/>
                <a:gd name="connsiteY23" fmla="*/ 984875 h 1378514"/>
                <a:gd name="connsiteX24" fmla="*/ 1393117 w 4733925"/>
                <a:gd name="connsiteY24" fmla="*/ 854076 h 1378514"/>
                <a:gd name="connsiteX25" fmla="*/ 1012215 w 4733925"/>
                <a:gd name="connsiteY25" fmla="*/ 411349 h 1378514"/>
                <a:gd name="connsiteX26" fmla="*/ 571041 w 4733925"/>
                <a:gd name="connsiteY26" fmla="*/ 898815 h 1378514"/>
                <a:gd name="connsiteX27" fmla="*/ 4231545 w 4733925"/>
                <a:gd name="connsiteY27" fmla="*/ 267190 h 1378514"/>
                <a:gd name="connsiteX28" fmla="*/ 4231545 w 4733925"/>
                <a:gd name="connsiteY28" fmla="*/ 434340 h 1378514"/>
                <a:gd name="connsiteX29" fmla="*/ 3916510 w 4733925"/>
                <a:gd name="connsiteY29" fmla="*/ 434340 h 1378514"/>
                <a:gd name="connsiteX30" fmla="*/ 3916510 w 4733925"/>
                <a:gd name="connsiteY30" fmla="*/ 106876 h 1378514"/>
                <a:gd name="connsiteX31" fmla="*/ 3687224 w 4733925"/>
                <a:gd name="connsiteY31" fmla="*/ 267501 h 1378514"/>
                <a:gd name="connsiteX32" fmla="*/ 3687224 w 4733925"/>
                <a:gd name="connsiteY32" fmla="*/ 434650 h 1378514"/>
                <a:gd name="connsiteX33" fmla="*/ 3545551 w 4733925"/>
                <a:gd name="connsiteY33" fmla="*/ 434650 h 1378514"/>
                <a:gd name="connsiteX34" fmla="*/ 3545551 w 4733925"/>
                <a:gd name="connsiteY34" fmla="*/ 629139 h 1378514"/>
                <a:gd name="connsiteX35" fmla="*/ 3687224 w 4733925"/>
                <a:gd name="connsiteY35" fmla="*/ 629139 h 1378514"/>
                <a:gd name="connsiteX36" fmla="*/ 3687224 w 4733925"/>
                <a:gd name="connsiteY36" fmla="*/ 1080256 h 1378514"/>
                <a:gd name="connsiteX37" fmla="*/ 3761788 w 4733925"/>
                <a:gd name="connsiteY37" fmla="*/ 1305814 h 1378514"/>
                <a:gd name="connsiteX38" fmla="*/ 3985482 w 4733925"/>
                <a:gd name="connsiteY38" fmla="*/ 1378515 h 1378514"/>
                <a:gd name="connsiteX39" fmla="*/ 4189914 w 4733925"/>
                <a:gd name="connsiteY39" fmla="*/ 1335329 h 1378514"/>
                <a:gd name="connsiteX40" fmla="*/ 4112863 w 4733925"/>
                <a:gd name="connsiteY40" fmla="*/ 1140529 h 1378514"/>
                <a:gd name="connsiteX41" fmla="*/ 4014065 w 4733925"/>
                <a:gd name="connsiteY41" fmla="*/ 1168180 h 1378514"/>
                <a:gd name="connsiteX42" fmla="*/ 3916199 w 4733925"/>
                <a:gd name="connsiteY42" fmla="*/ 1064721 h 1378514"/>
                <a:gd name="connsiteX43" fmla="*/ 3916199 w 4733925"/>
                <a:gd name="connsiteY43" fmla="*/ 628829 h 1378514"/>
                <a:gd name="connsiteX44" fmla="*/ 4231235 w 4733925"/>
                <a:gd name="connsiteY44" fmla="*/ 628829 h 1378514"/>
                <a:gd name="connsiteX45" fmla="*/ 4231235 w 4733925"/>
                <a:gd name="connsiteY45" fmla="*/ 1079945 h 1378514"/>
                <a:gd name="connsiteX46" fmla="*/ 4305799 w 4733925"/>
                <a:gd name="connsiteY46" fmla="*/ 1305503 h 1378514"/>
                <a:gd name="connsiteX47" fmla="*/ 4529494 w 4733925"/>
                <a:gd name="connsiteY47" fmla="*/ 1378204 h 1378514"/>
                <a:gd name="connsiteX48" fmla="*/ 4733925 w 4733925"/>
                <a:gd name="connsiteY48" fmla="*/ 1335018 h 1378514"/>
                <a:gd name="connsiteX49" fmla="*/ 4656875 w 4733925"/>
                <a:gd name="connsiteY49" fmla="*/ 1140218 h 1378514"/>
                <a:gd name="connsiteX50" fmla="*/ 4558077 w 4733925"/>
                <a:gd name="connsiteY50" fmla="*/ 1167869 h 1378514"/>
                <a:gd name="connsiteX51" fmla="*/ 4460211 w 4733925"/>
                <a:gd name="connsiteY51" fmla="*/ 1061925 h 1378514"/>
                <a:gd name="connsiteX52" fmla="*/ 4460211 w 4733925"/>
                <a:gd name="connsiteY52" fmla="*/ 628518 h 1378514"/>
                <a:gd name="connsiteX53" fmla="*/ 4702546 w 4733925"/>
                <a:gd name="connsiteY53" fmla="*/ 628518 h 1378514"/>
                <a:gd name="connsiteX54" fmla="*/ 4702546 w 4733925"/>
                <a:gd name="connsiteY54" fmla="*/ 434029 h 1378514"/>
                <a:gd name="connsiteX55" fmla="*/ 4460211 w 4733925"/>
                <a:gd name="connsiteY55" fmla="*/ 434029 h 1378514"/>
                <a:gd name="connsiteX56" fmla="*/ 4460211 w 4733925"/>
                <a:gd name="connsiteY56" fmla="*/ 106566 h 1378514"/>
                <a:gd name="connsiteX57" fmla="*/ 4230924 w 4733925"/>
                <a:gd name="connsiteY57" fmla="*/ 267190 h 1378514"/>
                <a:gd name="connsiteX58" fmla="*/ 3222748 w 4733925"/>
                <a:gd name="connsiteY58" fmla="*/ 1355524 h 1378514"/>
                <a:gd name="connsiteX59" fmla="*/ 3453277 w 4733925"/>
                <a:gd name="connsiteY59" fmla="*/ 1355524 h 1378514"/>
                <a:gd name="connsiteX60" fmla="*/ 3453277 w 4733925"/>
                <a:gd name="connsiteY60" fmla="*/ 434029 h 1378514"/>
                <a:gd name="connsiteX61" fmla="*/ 3222748 w 4733925"/>
                <a:gd name="connsiteY61" fmla="*/ 434029 h 1378514"/>
                <a:gd name="connsiteX62" fmla="*/ 3222748 w 4733925"/>
                <a:gd name="connsiteY62" fmla="*/ 1355524 h 1378514"/>
                <a:gd name="connsiteX63" fmla="*/ 3194165 w 4733925"/>
                <a:gd name="connsiteY63" fmla="*/ 186723 h 1378514"/>
                <a:gd name="connsiteX64" fmla="*/ 3338012 w 4733925"/>
                <a:gd name="connsiteY64" fmla="*/ 330881 h 1378514"/>
                <a:gd name="connsiteX65" fmla="*/ 3482171 w 4733925"/>
                <a:gd name="connsiteY65" fmla="*/ 186723 h 1378514"/>
                <a:gd name="connsiteX66" fmla="*/ 3338012 w 4733925"/>
                <a:gd name="connsiteY66" fmla="*/ 42875 h 1378514"/>
                <a:gd name="connsiteX67" fmla="*/ 3194165 w 4733925"/>
                <a:gd name="connsiteY67" fmla="*/ 186723 h 1378514"/>
                <a:gd name="connsiteX68" fmla="*/ 2316787 w 4733925"/>
                <a:gd name="connsiteY68" fmla="*/ 162178 h 1378514"/>
                <a:gd name="connsiteX69" fmla="*/ 2316787 w 4733925"/>
                <a:gd name="connsiteY69" fmla="*/ 1355524 h 1378514"/>
                <a:gd name="connsiteX70" fmla="*/ 2548248 w 4733925"/>
                <a:gd name="connsiteY70" fmla="*/ 1355524 h 1378514"/>
                <a:gd name="connsiteX71" fmla="*/ 2548248 w 4733925"/>
                <a:gd name="connsiteY71" fmla="*/ 924913 h 1378514"/>
                <a:gd name="connsiteX72" fmla="*/ 2840604 w 4733925"/>
                <a:gd name="connsiteY72" fmla="*/ 1355524 h 1378514"/>
                <a:gd name="connsiteX73" fmla="*/ 3130785 w 4733925"/>
                <a:gd name="connsiteY73" fmla="*/ 1355524 h 1378514"/>
                <a:gd name="connsiteX74" fmla="*/ 2766660 w 4733925"/>
                <a:gd name="connsiteY74" fmla="*/ 841960 h 1378514"/>
                <a:gd name="connsiteX75" fmla="*/ 3135134 w 4733925"/>
                <a:gd name="connsiteY75" fmla="*/ 434029 h 1378514"/>
                <a:gd name="connsiteX76" fmla="*/ 2837807 w 4733925"/>
                <a:gd name="connsiteY76" fmla="*/ 434029 h 1378514"/>
                <a:gd name="connsiteX77" fmla="*/ 2547937 w 4733925"/>
                <a:gd name="connsiteY77" fmla="*/ 771434 h 1378514"/>
                <a:gd name="connsiteX78" fmla="*/ 2547937 w 4733925"/>
                <a:gd name="connsiteY78" fmla="*/ 0 h 1378514"/>
                <a:gd name="connsiteX79" fmla="*/ 2316476 w 4733925"/>
                <a:gd name="connsiteY79" fmla="*/ 162178 h 1378514"/>
                <a:gd name="connsiteX80" fmla="*/ 2219542 w 4733925"/>
                <a:gd name="connsiteY80" fmla="*/ 1320416 h 1378514"/>
                <a:gd name="connsiteX81" fmla="*/ 1943031 w 4733925"/>
                <a:gd name="connsiteY81" fmla="*/ 1377893 h 1378514"/>
                <a:gd name="connsiteX82" fmla="*/ 1476070 w 4733925"/>
                <a:gd name="connsiteY82" fmla="*/ 899437 h 1378514"/>
                <a:gd name="connsiteX83" fmla="*/ 1938992 w 4733925"/>
                <a:gd name="connsiteY83" fmla="*/ 411970 h 1378514"/>
                <a:gd name="connsiteX84" fmla="*/ 2221406 w 4733925"/>
                <a:gd name="connsiteY84" fmla="*/ 470068 h 1378514"/>
                <a:gd name="connsiteX85" fmla="*/ 2141560 w 4733925"/>
                <a:gd name="connsiteY85" fmla="*/ 666422 h 1378514"/>
                <a:gd name="connsiteX86" fmla="*/ 1955769 w 4733925"/>
                <a:gd name="connsiteY86" fmla="*/ 618576 h 1378514"/>
                <a:gd name="connsiteX87" fmla="*/ 1707842 w 4733925"/>
                <a:gd name="connsiteY87" fmla="*/ 895087 h 1378514"/>
                <a:gd name="connsiteX88" fmla="*/ 1953905 w 4733925"/>
                <a:gd name="connsiteY88" fmla="*/ 1171598 h 1378514"/>
                <a:gd name="connsiteX89" fmla="*/ 2141560 w 4733925"/>
                <a:gd name="connsiteY89" fmla="*/ 1123752 h 1378514"/>
                <a:gd name="connsiteX90" fmla="*/ 2219542 w 4733925"/>
                <a:gd name="connsiteY90" fmla="*/ 1320727 h 1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733925" h="1378514">
                  <a:moveTo>
                    <a:pt x="228976" y="566692"/>
                  </a:moveTo>
                  <a:lnTo>
                    <a:pt x="228044" y="566692"/>
                  </a:lnTo>
                  <a:lnTo>
                    <a:pt x="228044" y="434340"/>
                  </a:lnTo>
                  <a:lnTo>
                    <a:pt x="0" y="434340"/>
                  </a:lnTo>
                  <a:lnTo>
                    <a:pt x="0" y="1355834"/>
                  </a:lnTo>
                  <a:lnTo>
                    <a:pt x="229597" y="1355834"/>
                  </a:lnTo>
                  <a:lnTo>
                    <a:pt x="229597" y="918078"/>
                  </a:lnTo>
                  <a:cubicBezTo>
                    <a:pt x="229597" y="790386"/>
                    <a:pt x="242646" y="745647"/>
                    <a:pt x="278996" y="701529"/>
                  </a:cubicBezTo>
                  <a:cubicBezTo>
                    <a:pt x="313172" y="659897"/>
                    <a:pt x="358532" y="641567"/>
                    <a:pt x="413523" y="641567"/>
                  </a:cubicBezTo>
                  <a:cubicBezTo>
                    <a:pt x="452980" y="641567"/>
                    <a:pt x="481564" y="648402"/>
                    <a:pt x="506418" y="660208"/>
                  </a:cubicBezTo>
                  <a:lnTo>
                    <a:pt x="618887" y="452670"/>
                  </a:lnTo>
                  <a:cubicBezTo>
                    <a:pt x="584090" y="430300"/>
                    <a:pt x="519778" y="412281"/>
                    <a:pt x="457019" y="412281"/>
                  </a:cubicBezTo>
                  <a:cubicBezTo>
                    <a:pt x="338959" y="412281"/>
                    <a:pt x="270297" y="473175"/>
                    <a:pt x="228976" y="567002"/>
                  </a:cubicBezTo>
                  <a:moveTo>
                    <a:pt x="996681" y="604285"/>
                  </a:moveTo>
                  <a:cubicBezTo>
                    <a:pt x="1112567" y="604285"/>
                    <a:pt x="1167869" y="704325"/>
                    <a:pt x="1167869" y="816794"/>
                  </a:cubicBezTo>
                  <a:lnTo>
                    <a:pt x="803434" y="816794"/>
                  </a:lnTo>
                  <a:cubicBezTo>
                    <a:pt x="823008" y="675432"/>
                    <a:pt x="895398" y="604285"/>
                    <a:pt x="996992" y="604285"/>
                  </a:cubicBezTo>
                  <a:moveTo>
                    <a:pt x="571041" y="899126"/>
                  </a:moveTo>
                  <a:cubicBezTo>
                    <a:pt x="571041" y="1204220"/>
                    <a:pt x="745957" y="1377583"/>
                    <a:pt x="1051362" y="1377583"/>
                  </a:cubicBezTo>
                  <a:cubicBezTo>
                    <a:pt x="1173462" y="1377583"/>
                    <a:pt x="1278784" y="1357077"/>
                    <a:pt x="1369505" y="1315134"/>
                  </a:cubicBezTo>
                  <a:lnTo>
                    <a:pt x="1290901" y="1121888"/>
                  </a:lnTo>
                  <a:cubicBezTo>
                    <a:pt x="1214162" y="1162277"/>
                    <a:pt x="1130587" y="1173151"/>
                    <a:pt x="1064411" y="1172219"/>
                  </a:cubicBezTo>
                  <a:cubicBezTo>
                    <a:pt x="913728" y="1170355"/>
                    <a:pt x="829843" y="1107596"/>
                    <a:pt x="805609" y="984875"/>
                  </a:cubicBezTo>
                  <a:lnTo>
                    <a:pt x="1387835" y="984875"/>
                  </a:lnTo>
                  <a:cubicBezTo>
                    <a:pt x="1391563" y="942622"/>
                    <a:pt x="1393117" y="902233"/>
                    <a:pt x="1393117" y="854076"/>
                  </a:cubicBezTo>
                  <a:cubicBezTo>
                    <a:pt x="1393117" y="621994"/>
                    <a:pt x="1297736" y="411349"/>
                    <a:pt x="1012215" y="411349"/>
                  </a:cubicBezTo>
                  <a:cubicBezTo>
                    <a:pt x="710539" y="411349"/>
                    <a:pt x="571041" y="650577"/>
                    <a:pt x="571041" y="898815"/>
                  </a:cubicBezTo>
                  <a:moveTo>
                    <a:pt x="4231545" y="267190"/>
                  </a:moveTo>
                  <a:lnTo>
                    <a:pt x="4231545" y="434340"/>
                  </a:lnTo>
                  <a:lnTo>
                    <a:pt x="3916510" y="434340"/>
                  </a:lnTo>
                  <a:lnTo>
                    <a:pt x="3916510" y="106876"/>
                  </a:lnTo>
                  <a:lnTo>
                    <a:pt x="3687224" y="267501"/>
                  </a:lnTo>
                  <a:lnTo>
                    <a:pt x="3687224" y="434650"/>
                  </a:lnTo>
                  <a:lnTo>
                    <a:pt x="3545551" y="434650"/>
                  </a:lnTo>
                  <a:lnTo>
                    <a:pt x="3545551" y="629139"/>
                  </a:lnTo>
                  <a:lnTo>
                    <a:pt x="3687224" y="629139"/>
                  </a:lnTo>
                  <a:lnTo>
                    <a:pt x="3687224" y="1080256"/>
                  </a:lnTo>
                  <a:cubicBezTo>
                    <a:pt x="3687224" y="1184646"/>
                    <a:pt x="3711457" y="1254240"/>
                    <a:pt x="3761788" y="1305814"/>
                  </a:cubicBezTo>
                  <a:cubicBezTo>
                    <a:pt x="3811809" y="1357388"/>
                    <a:pt x="3889170" y="1378515"/>
                    <a:pt x="3985482" y="1378515"/>
                  </a:cubicBezTo>
                  <a:cubicBezTo>
                    <a:pt x="4058804" y="1378515"/>
                    <a:pt x="4130572" y="1363291"/>
                    <a:pt x="4189914" y="1335329"/>
                  </a:cubicBezTo>
                  <a:lnTo>
                    <a:pt x="4112863" y="1140529"/>
                  </a:lnTo>
                  <a:cubicBezTo>
                    <a:pt x="4083659" y="1158238"/>
                    <a:pt x="4045445" y="1168180"/>
                    <a:pt x="4014065" y="1168180"/>
                  </a:cubicBezTo>
                  <a:cubicBezTo>
                    <a:pt x="3945714" y="1168180"/>
                    <a:pt x="3916199" y="1130898"/>
                    <a:pt x="3916199" y="1064721"/>
                  </a:cubicBezTo>
                  <a:lnTo>
                    <a:pt x="3916199" y="628829"/>
                  </a:lnTo>
                  <a:lnTo>
                    <a:pt x="4231235" y="628829"/>
                  </a:lnTo>
                  <a:lnTo>
                    <a:pt x="4231235" y="1079945"/>
                  </a:lnTo>
                  <a:cubicBezTo>
                    <a:pt x="4231235" y="1184336"/>
                    <a:pt x="4255468" y="1253929"/>
                    <a:pt x="4305799" y="1305503"/>
                  </a:cubicBezTo>
                  <a:cubicBezTo>
                    <a:pt x="4355820" y="1357077"/>
                    <a:pt x="4433181" y="1378204"/>
                    <a:pt x="4529494" y="1378204"/>
                  </a:cubicBezTo>
                  <a:cubicBezTo>
                    <a:pt x="4602816" y="1378204"/>
                    <a:pt x="4674584" y="1362980"/>
                    <a:pt x="4733925" y="1335018"/>
                  </a:cubicBezTo>
                  <a:lnTo>
                    <a:pt x="4656875" y="1140218"/>
                  </a:lnTo>
                  <a:cubicBezTo>
                    <a:pt x="4627670" y="1157927"/>
                    <a:pt x="4589456" y="1167869"/>
                    <a:pt x="4558077" y="1167869"/>
                  </a:cubicBezTo>
                  <a:cubicBezTo>
                    <a:pt x="4489726" y="1167869"/>
                    <a:pt x="4460211" y="1130587"/>
                    <a:pt x="4460211" y="1061925"/>
                  </a:cubicBezTo>
                  <a:lnTo>
                    <a:pt x="4460211" y="628518"/>
                  </a:lnTo>
                  <a:lnTo>
                    <a:pt x="4702546" y="628518"/>
                  </a:lnTo>
                  <a:lnTo>
                    <a:pt x="4702546" y="434029"/>
                  </a:lnTo>
                  <a:lnTo>
                    <a:pt x="4460211" y="434029"/>
                  </a:lnTo>
                  <a:lnTo>
                    <a:pt x="4460211" y="106566"/>
                  </a:lnTo>
                  <a:lnTo>
                    <a:pt x="4230924" y="267190"/>
                  </a:lnTo>
                  <a:close/>
                  <a:moveTo>
                    <a:pt x="3222748" y="1355524"/>
                  </a:moveTo>
                  <a:lnTo>
                    <a:pt x="3453277" y="1355524"/>
                  </a:lnTo>
                  <a:lnTo>
                    <a:pt x="3453277" y="434029"/>
                  </a:lnTo>
                  <a:lnTo>
                    <a:pt x="3222748" y="434029"/>
                  </a:lnTo>
                  <a:lnTo>
                    <a:pt x="3222748" y="1355524"/>
                  </a:lnTo>
                  <a:close/>
                  <a:moveTo>
                    <a:pt x="3194165" y="186723"/>
                  </a:moveTo>
                  <a:cubicBezTo>
                    <a:pt x="3194165" y="266258"/>
                    <a:pt x="3258787" y="330881"/>
                    <a:pt x="3338012" y="330881"/>
                  </a:cubicBezTo>
                  <a:cubicBezTo>
                    <a:pt x="3417237" y="330881"/>
                    <a:pt x="3482171" y="266258"/>
                    <a:pt x="3482171" y="186723"/>
                  </a:cubicBezTo>
                  <a:cubicBezTo>
                    <a:pt x="3482171" y="107187"/>
                    <a:pt x="3417548" y="42875"/>
                    <a:pt x="3338012" y="42875"/>
                  </a:cubicBezTo>
                  <a:cubicBezTo>
                    <a:pt x="3258477" y="42875"/>
                    <a:pt x="3194165" y="107187"/>
                    <a:pt x="3194165" y="186723"/>
                  </a:cubicBezTo>
                  <a:moveTo>
                    <a:pt x="2316787" y="162178"/>
                  </a:moveTo>
                  <a:lnTo>
                    <a:pt x="2316787" y="1355524"/>
                  </a:lnTo>
                  <a:lnTo>
                    <a:pt x="2548248" y="1355524"/>
                  </a:lnTo>
                  <a:lnTo>
                    <a:pt x="2548248" y="924913"/>
                  </a:lnTo>
                  <a:lnTo>
                    <a:pt x="2840604" y="1355524"/>
                  </a:lnTo>
                  <a:lnTo>
                    <a:pt x="3130785" y="1355524"/>
                  </a:lnTo>
                  <a:lnTo>
                    <a:pt x="2766660" y="841960"/>
                  </a:lnTo>
                  <a:lnTo>
                    <a:pt x="3135134" y="434029"/>
                  </a:lnTo>
                  <a:lnTo>
                    <a:pt x="2837807" y="434029"/>
                  </a:lnTo>
                  <a:lnTo>
                    <a:pt x="2547937" y="771434"/>
                  </a:lnTo>
                  <a:lnTo>
                    <a:pt x="2547937" y="0"/>
                  </a:lnTo>
                  <a:lnTo>
                    <a:pt x="2316476" y="162178"/>
                  </a:lnTo>
                  <a:close/>
                  <a:moveTo>
                    <a:pt x="2219542" y="1320416"/>
                  </a:moveTo>
                  <a:cubicBezTo>
                    <a:pt x="2132239" y="1360805"/>
                    <a:pt x="2048665" y="1377893"/>
                    <a:pt x="1943031" y="1377893"/>
                  </a:cubicBezTo>
                  <a:cubicBezTo>
                    <a:pt x="1662482" y="1377893"/>
                    <a:pt x="1476070" y="1203598"/>
                    <a:pt x="1476070" y="899437"/>
                  </a:cubicBezTo>
                  <a:cubicBezTo>
                    <a:pt x="1476070" y="595275"/>
                    <a:pt x="1653782" y="411970"/>
                    <a:pt x="1938992" y="411970"/>
                  </a:cubicBezTo>
                  <a:cubicBezTo>
                    <a:pt x="2047733" y="411970"/>
                    <a:pt x="2142802" y="431854"/>
                    <a:pt x="2221406" y="470068"/>
                  </a:cubicBezTo>
                  <a:lnTo>
                    <a:pt x="2141560" y="666422"/>
                  </a:lnTo>
                  <a:cubicBezTo>
                    <a:pt x="2091229" y="636596"/>
                    <a:pt x="2029402" y="618576"/>
                    <a:pt x="1955769" y="618576"/>
                  </a:cubicBezTo>
                  <a:cubicBezTo>
                    <a:pt x="1797630" y="618576"/>
                    <a:pt x="1707842" y="723277"/>
                    <a:pt x="1707842" y="895087"/>
                  </a:cubicBezTo>
                  <a:cubicBezTo>
                    <a:pt x="1707842" y="1081188"/>
                    <a:pt x="1808194" y="1170976"/>
                    <a:pt x="1953905" y="1171598"/>
                  </a:cubicBezTo>
                  <a:cubicBezTo>
                    <a:pt x="2030023" y="1171598"/>
                    <a:pt x="2080044" y="1156995"/>
                    <a:pt x="2141560" y="1123752"/>
                  </a:cubicBezTo>
                  <a:lnTo>
                    <a:pt x="2219542" y="1320727"/>
                  </a:ln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nvGrpSpPr>
            <p:cNvPr id="9" name="Group 8">
              <a:extLst>
                <a:ext uri="{FF2B5EF4-FFF2-40B4-BE49-F238E27FC236}">
                  <a16:creationId xmlns:a16="http://schemas.microsoft.com/office/drawing/2014/main" id="{C35ED9DC-B827-E5F8-EC67-AB4AC4BC5D44}"/>
                </a:ext>
              </a:extLst>
            </p:cNvPr>
            <p:cNvGrpSpPr/>
            <p:nvPr/>
          </p:nvGrpSpPr>
          <p:grpSpPr>
            <a:xfrm>
              <a:off x="8346562" y="2077142"/>
              <a:ext cx="7690877" cy="7690877"/>
              <a:chOff x="8346560" y="1720199"/>
              <a:chExt cx="7690878" cy="7690877"/>
            </a:xfrm>
          </p:grpSpPr>
          <p:sp>
            <p:nvSpPr>
              <p:cNvPr id="10" name="Oval 9">
                <a:extLst>
                  <a:ext uri="{FF2B5EF4-FFF2-40B4-BE49-F238E27FC236}">
                    <a16:creationId xmlns:a16="http://schemas.microsoft.com/office/drawing/2014/main" id="{D7EF86EC-F159-8D34-D46D-C74FAB48EB9F}"/>
                  </a:ext>
                </a:extLst>
              </p:cNvPr>
              <p:cNvSpPr>
                <a:spLocks noChangeAspect="1"/>
              </p:cNvSpPr>
              <p:nvPr/>
            </p:nvSpPr>
            <p:spPr>
              <a:xfrm>
                <a:off x="8346560" y="1720199"/>
                <a:ext cx="7690878" cy="7690877"/>
              </a:xfrm>
              <a:prstGeom prst="ellipse">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srgbClr val="FFFFFF"/>
                  </a:solidFill>
                  <a:effectLst/>
                  <a:uLnTx/>
                  <a:uFillTx/>
                  <a:latin typeface="Energy"/>
                  <a:ea typeface="+mn-ea"/>
                  <a:cs typeface="+mn-cs"/>
                </a:endParaRPr>
              </a:p>
            </p:txBody>
          </p:sp>
          <p:sp>
            <p:nvSpPr>
              <p:cNvPr id="11" name="Free-form: Shape 10">
                <a:extLst>
                  <a:ext uri="{FF2B5EF4-FFF2-40B4-BE49-F238E27FC236}">
                    <a16:creationId xmlns:a16="http://schemas.microsoft.com/office/drawing/2014/main" id="{A8CD9470-15E2-3AD3-48DE-A21330C15A86}"/>
                  </a:ext>
                </a:extLst>
              </p:cNvPr>
              <p:cNvSpPr/>
              <p:nvPr/>
            </p:nvSpPr>
            <p:spPr>
              <a:xfrm>
                <a:off x="9588801" y="3320553"/>
                <a:ext cx="5206395" cy="4490168"/>
              </a:xfrm>
              <a:custGeom>
                <a:avLst/>
                <a:gdLst>
                  <a:gd name="connsiteX0" fmla="*/ 2776602 w 5259916"/>
                  <a:gd name="connsiteY0" fmla="*/ 0 h 4536327"/>
                  <a:gd name="connsiteX1" fmla="*/ 0 w 5259916"/>
                  <a:gd name="connsiteY1" fmla="*/ 2869808 h 4536327"/>
                  <a:gd name="connsiteX2" fmla="*/ 347036 w 5259916"/>
                  <a:gd name="connsiteY2" fmla="*/ 4389684 h 4536327"/>
                  <a:gd name="connsiteX3" fmla="*/ 1044838 w 5259916"/>
                  <a:gd name="connsiteY3" fmla="*/ 3900975 h 4536327"/>
                  <a:gd name="connsiteX4" fmla="*/ 808095 w 5259916"/>
                  <a:gd name="connsiteY4" fmla="*/ 2794000 h 4536327"/>
                  <a:gd name="connsiteX5" fmla="*/ 2809535 w 5259916"/>
                  <a:gd name="connsiteY5" fmla="*/ 693762 h 4536327"/>
                  <a:gd name="connsiteX6" fmla="*/ 4582311 w 5259916"/>
                  <a:gd name="connsiteY6" fmla="*/ 2468401 h 4536327"/>
                  <a:gd name="connsiteX7" fmla="*/ 3214048 w 5259916"/>
                  <a:gd name="connsiteY7" fmla="*/ 3944160 h 4536327"/>
                  <a:gd name="connsiteX8" fmla="*/ 1952973 w 5259916"/>
                  <a:gd name="connsiteY8" fmla="*/ 2717882 h 4536327"/>
                  <a:gd name="connsiteX9" fmla="*/ 2838118 w 5259916"/>
                  <a:gd name="connsiteY9" fmla="*/ 1658442 h 4536327"/>
                  <a:gd name="connsiteX10" fmla="*/ 3400460 w 5259916"/>
                  <a:gd name="connsiteY10" fmla="*/ 2089053 h 4536327"/>
                  <a:gd name="connsiteX11" fmla="*/ 2777534 w 5259916"/>
                  <a:gd name="connsiteY11" fmla="*/ 2464362 h 4536327"/>
                  <a:gd name="connsiteX12" fmla="*/ 2442615 w 5259916"/>
                  <a:gd name="connsiteY12" fmla="*/ 2698930 h 4536327"/>
                  <a:gd name="connsiteX13" fmla="*/ 3400149 w 5259916"/>
                  <a:gd name="connsiteY13" fmla="*/ 3599920 h 4536327"/>
                  <a:gd name="connsiteX14" fmla="*/ 3752778 w 5259916"/>
                  <a:gd name="connsiteY14" fmla="*/ 3352924 h 4536327"/>
                  <a:gd name="connsiteX15" fmla="*/ 3183912 w 5259916"/>
                  <a:gd name="connsiteY15" fmla="*/ 2864526 h 4536327"/>
                  <a:gd name="connsiteX16" fmla="*/ 3887616 w 5259916"/>
                  <a:gd name="connsiteY16" fmla="*/ 2087189 h 4536327"/>
                  <a:gd name="connsiteX17" fmla="*/ 2843089 w 5259916"/>
                  <a:gd name="connsiteY17" fmla="*/ 1174704 h 4536327"/>
                  <a:gd name="connsiteX18" fmla="*/ 1392806 w 5259916"/>
                  <a:gd name="connsiteY18" fmla="*/ 2749261 h 4536327"/>
                  <a:gd name="connsiteX19" fmla="*/ 3223369 w 5259916"/>
                  <a:gd name="connsiteY19" fmla="*/ 4536328 h 4536327"/>
                  <a:gd name="connsiteX20" fmla="*/ 5259917 w 5259916"/>
                  <a:gd name="connsiteY20" fmla="*/ 2448207 h 4536327"/>
                  <a:gd name="connsiteX21" fmla="*/ 2776602 w 5259916"/>
                  <a:gd name="connsiteY21" fmla="*/ 0 h 453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59916" h="4536327">
                    <a:moveTo>
                      <a:pt x="2776602" y="0"/>
                    </a:moveTo>
                    <a:cubicBezTo>
                      <a:pt x="1247094" y="0"/>
                      <a:pt x="0" y="1192724"/>
                      <a:pt x="0" y="2869808"/>
                    </a:cubicBezTo>
                    <a:cubicBezTo>
                      <a:pt x="0" y="3426868"/>
                      <a:pt x="125828" y="3941053"/>
                      <a:pt x="347036" y="4389684"/>
                    </a:cubicBezTo>
                    <a:lnTo>
                      <a:pt x="1044838" y="3900975"/>
                    </a:lnTo>
                    <a:cubicBezTo>
                      <a:pt x="893533" y="3580036"/>
                      <a:pt x="808095" y="3208145"/>
                      <a:pt x="808095" y="2794000"/>
                    </a:cubicBezTo>
                    <a:cubicBezTo>
                      <a:pt x="808095" y="1599101"/>
                      <a:pt x="1685162" y="693762"/>
                      <a:pt x="2809535" y="693762"/>
                    </a:cubicBezTo>
                    <a:cubicBezTo>
                      <a:pt x="3933908" y="693762"/>
                      <a:pt x="4582311" y="1468303"/>
                      <a:pt x="4582311" y="2468401"/>
                    </a:cubicBezTo>
                    <a:cubicBezTo>
                      <a:pt x="4582311" y="3362866"/>
                      <a:pt x="3986725" y="3944160"/>
                      <a:pt x="3214048" y="3944160"/>
                    </a:cubicBezTo>
                    <a:cubicBezTo>
                      <a:pt x="2441372" y="3944160"/>
                      <a:pt x="1952973" y="3438053"/>
                      <a:pt x="1952973" y="2717882"/>
                    </a:cubicBezTo>
                    <a:cubicBezTo>
                      <a:pt x="1952973" y="2083150"/>
                      <a:pt x="2354380" y="1658442"/>
                      <a:pt x="2838118" y="1658442"/>
                    </a:cubicBezTo>
                    <a:cubicBezTo>
                      <a:pt x="3201310" y="1658442"/>
                      <a:pt x="3400460" y="1829630"/>
                      <a:pt x="3400460" y="2089053"/>
                    </a:cubicBezTo>
                    <a:cubicBezTo>
                      <a:pt x="3400460" y="2386691"/>
                      <a:pt x="3092881" y="2552597"/>
                      <a:pt x="2777534" y="2464362"/>
                    </a:cubicBezTo>
                    <a:lnTo>
                      <a:pt x="2442615" y="2698930"/>
                    </a:lnTo>
                    <a:cubicBezTo>
                      <a:pt x="2660095" y="3010238"/>
                      <a:pt x="3181426" y="3461354"/>
                      <a:pt x="3400149" y="3599920"/>
                    </a:cubicBezTo>
                    <a:cubicBezTo>
                      <a:pt x="3401392" y="3599299"/>
                      <a:pt x="3752778" y="3352924"/>
                      <a:pt x="3752778" y="3352924"/>
                    </a:cubicBezTo>
                    <a:cubicBezTo>
                      <a:pt x="3628193" y="3263758"/>
                      <a:pt x="3386790" y="3059947"/>
                      <a:pt x="3183912" y="2864526"/>
                    </a:cubicBezTo>
                    <a:cubicBezTo>
                      <a:pt x="3668582" y="2784369"/>
                      <a:pt x="3887616" y="2431740"/>
                      <a:pt x="3887616" y="2087189"/>
                    </a:cubicBezTo>
                    <a:cubicBezTo>
                      <a:pt x="3887616" y="1552499"/>
                      <a:pt x="3506715" y="1174704"/>
                      <a:pt x="2843089" y="1174704"/>
                    </a:cubicBezTo>
                    <a:cubicBezTo>
                      <a:pt x="2053635" y="1174704"/>
                      <a:pt x="1392806" y="1823727"/>
                      <a:pt x="1392806" y="2749261"/>
                    </a:cubicBezTo>
                    <a:cubicBezTo>
                      <a:pt x="1392806" y="3775768"/>
                      <a:pt x="2143424" y="4536328"/>
                      <a:pt x="3223369" y="4536328"/>
                    </a:cubicBezTo>
                    <a:cubicBezTo>
                      <a:pt x="4416093" y="4536328"/>
                      <a:pt x="5259917" y="3646212"/>
                      <a:pt x="5259917" y="2448207"/>
                    </a:cubicBezTo>
                    <a:cubicBezTo>
                      <a:pt x="5260227" y="1034585"/>
                      <a:pt x="4279392" y="0"/>
                      <a:pt x="2776602" y="0"/>
                    </a:cubicBez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grpSp>
    </p:spTree>
    <p:extLst>
      <p:ext uri="{BB962C8B-B14F-4D97-AF65-F5344CB8AC3E}">
        <p14:creationId xmlns:p14="http://schemas.microsoft.com/office/powerpoint/2010/main" val="9023884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7_Content - title only">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F59B7734-814A-4517-4B51-411F0D5402D8}"/>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8706458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3243918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1"/>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39566450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_Compass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B2DBC1-DD4C-4F5D-A0C9-7BE1D99C1C3D}"/>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14" name="Title 1">
            <a:extLst>
              <a:ext uri="{FF2B5EF4-FFF2-40B4-BE49-F238E27FC236}">
                <a16:creationId xmlns:a16="http://schemas.microsoft.com/office/drawing/2014/main" id="{69809270-D233-4B3C-A180-0EEB00223E8F}"/>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31885664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Compass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D33D97-EF79-40B3-BD0F-DD52C31E2A4F}"/>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pic>
        <p:nvPicPr>
          <p:cNvPr id="8" name="Graphic 7">
            <a:extLst>
              <a:ext uri="{FF2B5EF4-FFF2-40B4-BE49-F238E27FC236}">
                <a16:creationId xmlns:a16="http://schemas.microsoft.com/office/drawing/2014/main" id="{E8A3D930-A86F-4DBC-9BA8-3A1D23461C27}"/>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4779" t="30885" b="1"/>
          <a:stretch/>
        </p:blipFill>
        <p:spPr>
          <a:xfrm>
            <a:off x="6677723" y="2118170"/>
            <a:ext cx="5512690" cy="4739833"/>
          </a:xfrm>
          <a:prstGeom prst="rect">
            <a:avLst/>
          </a:prstGeom>
        </p:spPr>
      </p:pic>
      <p:sp>
        <p:nvSpPr>
          <p:cNvPr id="5" name="Title 1">
            <a:extLst>
              <a:ext uri="{FF2B5EF4-FFF2-40B4-BE49-F238E27FC236}">
                <a16:creationId xmlns:a16="http://schemas.microsoft.com/office/drawing/2014/main" id="{48DEEE97-6141-7E22-BA5D-C44AE489BFB1}"/>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7530384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6_Content - title onl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56F2E-5680-6C93-E7AC-7577C6E707C1}"/>
              </a:ext>
            </a:extLst>
          </p:cNvPr>
          <p:cNvPicPr>
            <a:picLocks noChangeAspect="1"/>
          </p:cNvPicPr>
          <p:nvPr userDrawn="1"/>
        </p:nvPicPr>
        <p:blipFill rotWithShape="1">
          <a:blip r:embed="rId2"/>
          <a:srcRect l="24603" r="24603"/>
          <a:stretch/>
        </p:blipFill>
        <p:spPr>
          <a:xfrm>
            <a:off x="-1280160" y="-720090"/>
            <a:ext cx="14752320" cy="8298180"/>
          </a:xfrm>
          <a:prstGeom prst="rect">
            <a:avLst/>
          </a:prstGeom>
        </p:spPr>
      </p:pic>
      <p:sp>
        <p:nvSpPr>
          <p:cNvPr id="7" name="Rectangle 6">
            <a:extLst>
              <a:ext uri="{FF2B5EF4-FFF2-40B4-BE49-F238E27FC236}">
                <a16:creationId xmlns:a16="http://schemas.microsoft.com/office/drawing/2014/main" id="{686643F6-A864-66FA-D268-DF42438E7A8B}"/>
              </a:ext>
            </a:extLst>
          </p:cNvPr>
          <p:cNvSpPr/>
          <p:nvPr userDrawn="1"/>
        </p:nvSpPr>
        <p:spPr>
          <a:xfrm>
            <a:off x="-1280160" y="-720090"/>
            <a:ext cx="14752320" cy="8298180"/>
          </a:xfrm>
          <a:prstGeom prst="rect">
            <a:avLst/>
          </a:prstGeom>
          <a:gradFill flip="none" rotWithShape="1">
            <a:gsLst>
              <a:gs pos="45000">
                <a:schemeClr val="tx1">
                  <a:lumMod val="95000"/>
                  <a:lumOff val="5000"/>
                  <a:alpha val="34000"/>
                </a:schemeClr>
              </a:gs>
              <a:gs pos="0">
                <a:schemeClr val="tx1">
                  <a:lumMod val="95000"/>
                  <a:lumOff val="5000"/>
                  <a:alpha val="63000"/>
                </a:schemeClr>
              </a:gs>
              <a:gs pos="100000">
                <a:schemeClr val="tx1">
                  <a:lumMod val="95000"/>
                  <a:lumOff val="5000"/>
                  <a:alpha val="1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480647" rtl="0" eaLnBrk="1" fontAlgn="auto" latinLnBrk="0" hangingPunct="1">
              <a:lnSpc>
                <a:spcPct val="100000"/>
              </a:lnSpc>
              <a:spcBef>
                <a:spcPts val="0"/>
              </a:spcBef>
              <a:spcAft>
                <a:spcPts val="0"/>
              </a:spcAft>
              <a:buClrTx/>
              <a:buSzTx/>
              <a:buFontTx/>
              <a:buNone/>
              <a:tabLst/>
              <a:defRPr/>
            </a:pPr>
            <a:endParaRPr kumimoji="0" lang="en-GB" sz="1481" b="0" i="0" u="none" strike="noStrike" kern="1200" cap="none" spc="0" normalizeH="0" baseline="0" noProof="0">
              <a:ln>
                <a:noFill/>
              </a:ln>
              <a:solidFill>
                <a:srgbClr val="FFFFFF"/>
              </a:solidFill>
              <a:effectLst/>
              <a:uLnTx/>
              <a:uFillTx/>
              <a:latin typeface="Energy"/>
              <a:ea typeface="+mn-ea"/>
              <a:cs typeface="+mn-cs"/>
            </a:endParaRPr>
          </a:p>
        </p:txBody>
      </p:sp>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2036032" y="2682719"/>
            <a:ext cx="8119937" cy="413062"/>
          </a:xfrm>
        </p:spPr>
        <p:txBody>
          <a:bodyPr wrap="square" anchor="ctr" anchorCtr="0">
            <a:spAutoFit/>
          </a:bodyPr>
          <a:lstStyle>
            <a:lvl1pPr algn="ctr">
              <a:lnSpc>
                <a:spcPct val="70000"/>
              </a:lnSpc>
              <a:defRPr sz="3835">
                <a:solidFill>
                  <a:schemeClr val="bg1"/>
                </a:solidFill>
              </a:defRPr>
            </a:lvl1pPr>
          </a:lstStyle>
          <a:p>
            <a:r>
              <a:rPr lang="en-US"/>
              <a:t>Click to edit Master title style</a:t>
            </a:r>
            <a:endParaRPr lang="en-GB"/>
          </a:p>
        </p:txBody>
      </p:sp>
      <p:sp>
        <p:nvSpPr>
          <p:cNvPr id="5" name="Subtitle 2">
            <a:extLst>
              <a:ext uri="{FF2B5EF4-FFF2-40B4-BE49-F238E27FC236}">
                <a16:creationId xmlns:a16="http://schemas.microsoft.com/office/drawing/2014/main" id="{3D2582B5-4492-CF31-5A12-6E6ED78FF2CB}"/>
              </a:ext>
            </a:extLst>
          </p:cNvPr>
          <p:cNvSpPr>
            <a:spLocks noGrp="1"/>
          </p:cNvSpPr>
          <p:nvPr>
            <p:ph type="subTitle" idx="1" hasCustomPrompt="1"/>
          </p:nvPr>
        </p:nvSpPr>
        <p:spPr>
          <a:xfrm>
            <a:off x="2316270" y="3952809"/>
            <a:ext cx="7561254" cy="168829"/>
          </a:xfrm>
        </p:spPr>
        <p:txBody>
          <a:bodyPr wrap="square">
            <a:spAutoFit/>
          </a:bodyPr>
          <a:lstStyle>
            <a:lvl1pPr marL="0" indent="0" algn="ctr">
              <a:lnSpc>
                <a:spcPct val="90000"/>
              </a:lnSpc>
              <a:buNone/>
              <a:defRPr sz="1219" b="1">
                <a:solidFill>
                  <a:schemeClr val="bg1"/>
                </a:solidFill>
              </a:defRPr>
            </a:lvl1pPr>
            <a:lvl2pPr marL="146171" indent="0" algn="ctr">
              <a:buNone/>
              <a:defRPr sz="640"/>
            </a:lvl2pPr>
            <a:lvl3pPr marL="292344" indent="0" algn="ctr">
              <a:buNone/>
              <a:defRPr sz="576"/>
            </a:lvl3pPr>
            <a:lvl4pPr marL="438515" indent="0" algn="ctr">
              <a:buNone/>
              <a:defRPr sz="512"/>
            </a:lvl4pPr>
            <a:lvl5pPr marL="584685" indent="0" algn="ctr">
              <a:buNone/>
              <a:defRPr sz="512"/>
            </a:lvl5pPr>
            <a:lvl6pPr marL="730857" indent="0" algn="ctr">
              <a:buNone/>
              <a:defRPr sz="512"/>
            </a:lvl6pPr>
            <a:lvl7pPr marL="877029" indent="0" algn="ctr">
              <a:buNone/>
              <a:defRPr sz="512"/>
            </a:lvl7pPr>
            <a:lvl8pPr marL="1023199" indent="0" algn="ctr">
              <a:buNone/>
              <a:defRPr sz="512"/>
            </a:lvl8pPr>
            <a:lvl9pPr marL="1169370" indent="0" algn="ctr">
              <a:buNone/>
              <a:defRPr sz="512"/>
            </a:lvl9pPr>
          </a:lstStyle>
          <a:p>
            <a:r>
              <a:rPr lang="en-US"/>
              <a:t>Presentation sub-title</a:t>
            </a:r>
          </a:p>
        </p:txBody>
      </p:sp>
    </p:spTree>
    <p:extLst>
      <p:ext uri="{BB962C8B-B14F-4D97-AF65-F5344CB8AC3E}">
        <p14:creationId xmlns:p14="http://schemas.microsoft.com/office/powerpoint/2010/main" val="15884540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 fill="hold" nodeType="withEffect">
                                  <p:stCondLst>
                                    <p:cond delay="0"/>
                                  </p:stCondLst>
                                  <p:childTnLst>
                                    <p:animScale>
                                      <p:cBhvr>
                                        <p:cTn id="6" dur="2000" fill="hold"/>
                                        <p:tgtEl>
                                          <p:spTgt spid="3"/>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A29732-CFD9-7360-34AF-E5C86407FE59}"/>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4" name="Group 3">
            <a:extLst>
              <a:ext uri="{FF2B5EF4-FFF2-40B4-BE49-F238E27FC236}">
                <a16:creationId xmlns:a16="http://schemas.microsoft.com/office/drawing/2014/main" id="{37B1855E-E721-D19E-709B-CD3FB0512CC6}"/>
              </a:ext>
            </a:extLst>
          </p:cNvPr>
          <p:cNvGrpSpPr/>
          <p:nvPr userDrawn="1"/>
        </p:nvGrpSpPr>
        <p:grpSpPr>
          <a:xfrm>
            <a:off x="-5334000" y="-8001000"/>
            <a:ext cx="22860000" cy="22860000"/>
            <a:chOff x="2253371" y="-3080629"/>
            <a:chExt cx="19877258" cy="19877258"/>
          </a:xfrm>
        </p:grpSpPr>
        <p:sp>
          <p:nvSpPr>
            <p:cNvPr id="5" name="Free-form: Shape 2">
              <a:extLst>
                <a:ext uri="{FF2B5EF4-FFF2-40B4-BE49-F238E27FC236}">
                  <a16:creationId xmlns:a16="http://schemas.microsoft.com/office/drawing/2014/main" id="{F6D247D0-25FC-4670-11E1-C410BFD8B83A}"/>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6" name="Free-form: Shape 3">
              <a:extLst>
                <a:ext uri="{FF2B5EF4-FFF2-40B4-BE49-F238E27FC236}">
                  <a16:creationId xmlns:a16="http://schemas.microsoft.com/office/drawing/2014/main" id="{E655B6F5-F4A8-B251-E772-44FFBA12731B}"/>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4">
              <a:extLst>
                <a:ext uri="{FF2B5EF4-FFF2-40B4-BE49-F238E27FC236}">
                  <a16:creationId xmlns:a16="http://schemas.microsoft.com/office/drawing/2014/main" id="{FC9339A0-C5C4-8BB4-C4B0-F77B25379A47}"/>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5">
              <a:extLst>
                <a:ext uri="{FF2B5EF4-FFF2-40B4-BE49-F238E27FC236}">
                  <a16:creationId xmlns:a16="http://schemas.microsoft.com/office/drawing/2014/main" id="{046D2D1A-75C4-FD4B-062D-637BB135DB1B}"/>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6">
              <a:extLst>
                <a:ext uri="{FF2B5EF4-FFF2-40B4-BE49-F238E27FC236}">
                  <a16:creationId xmlns:a16="http://schemas.microsoft.com/office/drawing/2014/main" id="{5ACEA9E7-5C31-F4D3-428D-F30C4DDC59C3}"/>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0" name="Title 1">
            <a:extLst>
              <a:ext uri="{FF2B5EF4-FFF2-40B4-BE49-F238E27FC236}">
                <a16:creationId xmlns:a16="http://schemas.microsoft.com/office/drawing/2014/main" id="{FCB1D4E0-D1C6-69C4-4D0D-467E2934C1C7}"/>
              </a:ext>
            </a:extLst>
          </p:cNvPr>
          <p:cNvSpPr>
            <a:spLocks noGrp="1"/>
          </p:cNvSpPr>
          <p:nvPr>
            <p:ph type="ctrTitle" hasCustomPrompt="1"/>
          </p:nvPr>
        </p:nvSpPr>
        <p:spPr>
          <a:xfrm>
            <a:off x="1066799" y="2351781"/>
            <a:ext cx="10058400" cy="2154436"/>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pPr marL="0" marR="0" lvl="0" indent="0" algn="ctr" defTabSz="292348" rtl="0" eaLnBrk="1" fontAlgn="auto" latinLnBrk="0" hangingPunct="1">
              <a:lnSpc>
                <a:spcPct val="70000"/>
              </a:lnSpc>
              <a:spcBef>
                <a:spcPct val="0"/>
              </a:spcBef>
              <a:spcAft>
                <a:spcPts val="0"/>
              </a:spcAft>
              <a:buClrTx/>
              <a:buSzTx/>
              <a:buFontTx/>
              <a:buNone/>
              <a:tabLst/>
              <a:defRPr/>
            </a:pPr>
            <a:r>
              <a:rPr lang="en-US"/>
              <a:t>Presentation title goes here</a:t>
            </a:r>
            <a:br>
              <a:rPr lang="en-US"/>
            </a:br>
            <a:r>
              <a:rPr lang="en-US">
                <a:solidFill>
                  <a:schemeClr val="accent1"/>
                </a:solidFill>
              </a:rPr>
              <a:t>Presentation title goes here</a:t>
            </a:r>
            <a:endParaRPr lang="en-US"/>
          </a:p>
        </p:txBody>
      </p:sp>
    </p:spTree>
    <p:extLst>
      <p:ext uri="{BB962C8B-B14F-4D97-AF65-F5344CB8AC3E}">
        <p14:creationId xmlns:p14="http://schemas.microsoft.com/office/powerpoint/2010/main" val="2722870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3_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accent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1" name="Text Placeholder 10">
            <a:extLst>
              <a:ext uri="{FF2B5EF4-FFF2-40B4-BE49-F238E27FC236}">
                <a16:creationId xmlns:a16="http://schemas.microsoft.com/office/drawing/2014/main" id="{FFEA5DE8-16B1-4FBD-9486-750F20920502}"/>
              </a:ext>
            </a:extLst>
          </p:cNvPr>
          <p:cNvSpPr>
            <a:spLocks noGrp="1"/>
          </p:cNvSpPr>
          <p:nvPr>
            <p:ph type="body" sz="quarter" idx="14"/>
          </p:nvPr>
        </p:nvSpPr>
        <p:spPr>
          <a:xfrm>
            <a:off x="5629617" y="11301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20" name="Text Placeholder 10">
            <a:extLst>
              <a:ext uri="{FF2B5EF4-FFF2-40B4-BE49-F238E27FC236}">
                <a16:creationId xmlns:a16="http://schemas.microsoft.com/office/drawing/2014/main" id="{1BD82010-81DD-4A67-9B02-404BA8E0BA1B}"/>
              </a:ext>
            </a:extLst>
          </p:cNvPr>
          <p:cNvSpPr>
            <a:spLocks noGrp="1"/>
          </p:cNvSpPr>
          <p:nvPr>
            <p:ph type="body" sz="quarter" idx="23"/>
          </p:nvPr>
        </p:nvSpPr>
        <p:spPr>
          <a:xfrm>
            <a:off x="5629617" y="205400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0">
            <a:extLst>
              <a:ext uri="{FF2B5EF4-FFF2-40B4-BE49-F238E27FC236}">
                <a16:creationId xmlns:a16="http://schemas.microsoft.com/office/drawing/2014/main" id="{1048CE71-F49C-44B2-8908-3B8505D50361}"/>
              </a:ext>
            </a:extLst>
          </p:cNvPr>
          <p:cNvSpPr>
            <a:spLocks noGrp="1"/>
          </p:cNvSpPr>
          <p:nvPr>
            <p:ph type="body" sz="quarter" idx="24"/>
          </p:nvPr>
        </p:nvSpPr>
        <p:spPr>
          <a:xfrm>
            <a:off x="5629617" y="297788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2" name="Text Placeholder 10">
            <a:extLst>
              <a:ext uri="{FF2B5EF4-FFF2-40B4-BE49-F238E27FC236}">
                <a16:creationId xmlns:a16="http://schemas.microsoft.com/office/drawing/2014/main" id="{F220C27B-7EB9-40DC-B0B7-CFB84C6A59BC}"/>
              </a:ext>
            </a:extLst>
          </p:cNvPr>
          <p:cNvSpPr>
            <a:spLocks noGrp="1"/>
          </p:cNvSpPr>
          <p:nvPr>
            <p:ph type="body" sz="quarter" idx="25"/>
          </p:nvPr>
        </p:nvSpPr>
        <p:spPr>
          <a:xfrm>
            <a:off x="5629617" y="390175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3" name="Text Placeholder 10">
            <a:extLst>
              <a:ext uri="{FF2B5EF4-FFF2-40B4-BE49-F238E27FC236}">
                <a16:creationId xmlns:a16="http://schemas.microsoft.com/office/drawing/2014/main" id="{752BC965-049B-4EC6-B536-61CC2C8B031E}"/>
              </a:ext>
            </a:extLst>
          </p:cNvPr>
          <p:cNvSpPr>
            <a:spLocks noGrp="1"/>
          </p:cNvSpPr>
          <p:nvPr>
            <p:ph type="body" sz="quarter" idx="26"/>
          </p:nvPr>
        </p:nvSpPr>
        <p:spPr>
          <a:xfrm>
            <a:off x="5629617" y="48256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4" name="Text Placeholder 10">
            <a:extLst>
              <a:ext uri="{FF2B5EF4-FFF2-40B4-BE49-F238E27FC236}">
                <a16:creationId xmlns:a16="http://schemas.microsoft.com/office/drawing/2014/main" id="{6368B62B-ADE6-4D79-86A8-CC300F602F12}"/>
              </a:ext>
            </a:extLst>
          </p:cNvPr>
          <p:cNvSpPr>
            <a:spLocks noGrp="1"/>
          </p:cNvSpPr>
          <p:nvPr>
            <p:ph type="body" sz="quarter" idx="27"/>
          </p:nvPr>
        </p:nvSpPr>
        <p:spPr>
          <a:xfrm>
            <a:off x="5629617" y="5749503"/>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200174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3_Agenda - gradient">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186385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2_Agenda -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4438"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1275276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1_Cover white 4">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3A622CA-3E01-530E-ACFA-C6B2B1A358EF}"/>
              </a:ext>
            </a:extLst>
          </p:cNvPr>
          <p:cNvSpPr>
            <a:spLocks noGrp="1"/>
          </p:cNvSpPr>
          <p:nvPr>
            <p:ph type="ctrTitle" hasCustomPrompt="1"/>
          </p:nvPr>
        </p:nvSpPr>
        <p:spPr>
          <a:xfrm>
            <a:off x="247650" y="2479259"/>
            <a:ext cx="11696700" cy="743281"/>
          </a:xfrm>
        </p:spPr>
        <p:txBody>
          <a:bodyPr wrap="square" tIns="0" anchor="ctr" anchorCtr="0">
            <a:spAutoFit/>
          </a:bodyPr>
          <a:lstStyle>
            <a:lvl1pPr algn="ctr">
              <a:lnSpc>
                <a:spcPct val="70000"/>
              </a:lnSpc>
              <a:defRPr sz="6900" b="0" cap="all" spc="-64"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4" name="Subtitle 2">
            <a:extLst>
              <a:ext uri="{FF2B5EF4-FFF2-40B4-BE49-F238E27FC236}">
                <a16:creationId xmlns:a16="http://schemas.microsoft.com/office/drawing/2014/main" id="{F192A197-6F58-846E-B8F1-B85BD14D1504}"/>
              </a:ext>
            </a:extLst>
          </p:cNvPr>
          <p:cNvSpPr>
            <a:spLocks noGrp="1"/>
          </p:cNvSpPr>
          <p:nvPr>
            <p:ph type="subTitle" idx="1" hasCustomPrompt="1"/>
          </p:nvPr>
        </p:nvSpPr>
        <p:spPr>
          <a:xfrm>
            <a:off x="247650" y="3287238"/>
            <a:ext cx="11696700" cy="249299"/>
          </a:xfrm>
        </p:spPr>
        <p:txBody>
          <a:bodyPr wrap="square">
            <a:spAutoFit/>
          </a:bodyPr>
          <a:lstStyle>
            <a:lvl1pPr marL="0" indent="0" algn="ctr">
              <a:lnSpc>
                <a:spcPct val="90000"/>
              </a:lnSpc>
              <a:buNone/>
              <a:defRPr sz="18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1339344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1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89C9E5E-0E5A-1A43-AB0E-2C04D30EE136}"/>
              </a:ext>
            </a:extLst>
          </p:cNvPr>
          <p:cNvSpPr>
            <a:spLocks noGrp="1"/>
          </p:cNvSpPr>
          <p:nvPr>
            <p:ph type="ctrTitle" hasCustomPrompt="1"/>
          </p:nvPr>
        </p:nvSpPr>
        <p:spPr>
          <a:xfrm>
            <a:off x="180975" y="2479259"/>
            <a:ext cx="11830050" cy="743281"/>
          </a:xfrm>
        </p:spPr>
        <p:txBody>
          <a:bodyPr wrap="square" tIns="0" anchor="ctr" anchorCtr="0">
            <a:spAutoFit/>
          </a:bodyPr>
          <a:lstStyle>
            <a:lvl1pPr algn="ctr">
              <a:lnSpc>
                <a:spcPct val="70000"/>
              </a:lnSpc>
              <a:defRPr sz="6900" b="0" cap="all" spc="-64" baseline="0">
                <a:solidFill>
                  <a:schemeClr val="bg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8" name="Subtitle 2">
            <a:extLst>
              <a:ext uri="{FF2B5EF4-FFF2-40B4-BE49-F238E27FC236}">
                <a16:creationId xmlns:a16="http://schemas.microsoft.com/office/drawing/2014/main" id="{92CDE46E-73DD-438C-8152-50B9D54100B9}"/>
              </a:ext>
            </a:extLst>
          </p:cNvPr>
          <p:cNvSpPr>
            <a:spLocks noGrp="1"/>
          </p:cNvSpPr>
          <p:nvPr>
            <p:ph type="subTitle" idx="1" hasCustomPrompt="1"/>
          </p:nvPr>
        </p:nvSpPr>
        <p:spPr>
          <a:xfrm>
            <a:off x="180975" y="3287238"/>
            <a:ext cx="11830050" cy="249299"/>
          </a:xfrm>
        </p:spPr>
        <p:txBody>
          <a:bodyPr wrap="square">
            <a:spAutoFit/>
          </a:bodyPr>
          <a:lstStyle>
            <a:lvl1pPr marL="0" indent="0" algn="ctr">
              <a:lnSpc>
                <a:spcPct val="90000"/>
              </a:lnSpc>
              <a:buNone/>
              <a:defRPr sz="18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343867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2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00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C0A4427-BE6D-9C16-CBCF-A95AF0318D0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296530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4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tx2"/>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3575A82-A052-7BF2-6291-52C1EF882922}"/>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23223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5_Content - title onl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429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3_Content - title only">
    <p:bg>
      <p:bgRef idx="1001">
        <a:schemeClr val="bg1"/>
      </p:bgRef>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8142C34-EED2-AAA2-6AB1-977B89B17A9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3248326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9_Content - title only">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E911FC-1FDB-F4BA-3F7F-13E62CE5B37B}"/>
              </a:ext>
            </a:extLst>
          </p:cNvPr>
          <p:cNvSpPr>
            <a:spLocks noGrp="1"/>
          </p:cNvSpPr>
          <p:nvPr>
            <p:ph type="title"/>
          </p:nvPr>
        </p:nvSpPr>
        <p:spPr>
          <a:xfrm>
            <a:off x="434975" y="411480"/>
            <a:ext cx="9648826" cy="430887"/>
          </a:xfrm>
        </p:spPr>
        <p:txBody>
          <a:bodyPr wrap="square">
            <a:spAutoFit/>
          </a:bodyPr>
          <a:lstStyle>
            <a:lvl1pPr algn="l">
              <a:lnSpc>
                <a:spcPct val="70000"/>
              </a:lnSpc>
              <a:defRPr sz="40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E96013-1AE6-09D8-9322-38C3CFD4E493}"/>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306814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4_Content - title only">
    <p:bg>
      <p:bgPr>
        <a:solidFill>
          <a:schemeClr val="tx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7A36F75-EDB2-D367-900F-75052980FF9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146028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5_Cover image 6">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E8299DC-5BE1-648D-A8E4-1C6C31E71838}"/>
              </a:ext>
            </a:extLst>
          </p:cNvPr>
          <p:cNvSpPr/>
          <p:nvPr userDrawn="1"/>
        </p:nvSpPr>
        <p:spPr>
          <a:xfrm>
            <a:off x="-4531" y="-5560"/>
            <a:ext cx="12195742" cy="6806694"/>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683801A4-C148-5F00-5DFE-E47524D08A51}"/>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478E749F-FFAD-6581-4977-097A7939AD4D}"/>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31457942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5_Cover image 7">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E01A1456-BDC0-84D1-A726-93CDC38994A4}"/>
              </a:ext>
            </a:extLst>
          </p:cNvPr>
          <p:cNvSpPr/>
          <p:nvPr userDrawn="1"/>
        </p:nvSpPr>
        <p:spPr>
          <a:xfrm>
            <a:off x="-4531" y="-5560"/>
            <a:ext cx="12195742" cy="6806694"/>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4F0B0670-3DA0-C1C5-75E8-775D460E14AC}"/>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4" name="Text Placeholder 2">
            <a:extLst>
              <a:ext uri="{FF2B5EF4-FFF2-40B4-BE49-F238E27FC236}">
                <a16:creationId xmlns:a16="http://schemas.microsoft.com/office/drawing/2014/main" id="{A1D870D5-DEA7-9D6B-5458-028BEDE0B4BE}"/>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19061556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5_Cover image 5">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83B3C593-B01C-D9EB-7524-CDA5A5A659B9}"/>
              </a:ext>
            </a:extLst>
          </p:cNvPr>
          <p:cNvSpPr/>
          <p:nvPr userDrawn="1"/>
        </p:nvSpPr>
        <p:spPr>
          <a:xfrm>
            <a:off x="-4531" y="-5560"/>
            <a:ext cx="12195742" cy="6806694"/>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88775AE4-5B8A-2D37-66CD-B70F38221DBB}"/>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4" name="Text Placeholder 2">
            <a:extLst>
              <a:ext uri="{FF2B5EF4-FFF2-40B4-BE49-F238E27FC236}">
                <a16:creationId xmlns:a16="http://schemas.microsoft.com/office/drawing/2014/main" id="{9ACFA919-C3F7-98D7-8DD8-6843B228C926}"/>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34937694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7_Compass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C39DDB71-F2B6-777D-C9B0-C61EF86B8CA3}"/>
              </a:ext>
            </a:extLst>
          </p:cNvPr>
          <p:cNvSpPr/>
          <p:nvPr userDrawn="1"/>
        </p:nvSpPr>
        <p:spPr>
          <a:xfrm>
            <a:off x="-4531" y="-5560"/>
            <a:ext cx="12195742" cy="6806694"/>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0CB5F9A6-B763-5D9F-634A-ABD865F5C657}"/>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D7FD11B-5C2E-6709-E14C-0134220685CC}"/>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3818297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6_Cover image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E858AD9D-407F-A90B-D4FA-6FF8B9C8A78F}"/>
              </a:ext>
            </a:extLst>
          </p:cNvPr>
          <p:cNvSpPr/>
          <p:nvPr userDrawn="1"/>
        </p:nvSpPr>
        <p:spPr>
          <a:xfrm>
            <a:off x="-4531" y="-5560"/>
            <a:ext cx="12195742" cy="6806694"/>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A77F1642-93C3-97FD-9E18-BAC598302B5E}"/>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4" name="Text Placeholder 2">
            <a:extLst>
              <a:ext uri="{FF2B5EF4-FFF2-40B4-BE49-F238E27FC236}">
                <a16:creationId xmlns:a16="http://schemas.microsoft.com/office/drawing/2014/main" id="{7894853C-78D0-E7CC-1DA3-9230DFD1299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9303467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4_Cover image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EE097C22-F1EB-1F9F-0ABD-7A025FDAA531}"/>
              </a:ext>
            </a:extLst>
          </p:cNvPr>
          <p:cNvSpPr/>
          <p:nvPr userDrawn="1"/>
        </p:nvSpPr>
        <p:spPr>
          <a:xfrm>
            <a:off x="-4531" y="-5560"/>
            <a:ext cx="12195742" cy="6806694"/>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ECBE66EB-7726-887C-2770-6DFCF30A0BD2}"/>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4" name="Text Placeholder 2">
            <a:extLst>
              <a:ext uri="{FF2B5EF4-FFF2-40B4-BE49-F238E27FC236}">
                <a16:creationId xmlns:a16="http://schemas.microsoft.com/office/drawing/2014/main" id="{E4DDE5A1-7918-2381-EED8-92AFCBCA3361}"/>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26838628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4_Cover image 4">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C989217F-E702-49CE-8086-0FCACBA6026C}"/>
              </a:ext>
            </a:extLst>
          </p:cNvPr>
          <p:cNvSpPr/>
          <p:nvPr userDrawn="1"/>
        </p:nvSpPr>
        <p:spPr>
          <a:xfrm>
            <a:off x="-4531" y="-5560"/>
            <a:ext cx="11055870" cy="6555257"/>
          </a:xfrm>
          <a:custGeom>
            <a:avLst/>
            <a:gdLst>
              <a:gd name="connsiteX0" fmla="*/ 11055870 w 11055870"/>
              <a:gd name="connsiteY0" fmla="*/ 0 h 6555257"/>
              <a:gd name="connsiteX1" fmla="*/ 8428431 w 11055870"/>
              <a:gd name="connsiteY1" fmla="*/ 3686644 h 6555257"/>
              <a:gd name="connsiteX2" fmla="*/ 5734610 w 11055870"/>
              <a:gd name="connsiteY2" fmla="*/ 3630903 h 6555257"/>
              <a:gd name="connsiteX3" fmla="*/ 2977267 w 11055870"/>
              <a:gd name="connsiteY3" fmla="*/ 6448974 h 6555257"/>
              <a:gd name="connsiteX4" fmla="*/ 0 w 11055870"/>
              <a:gd name="connsiteY4" fmla="*/ 5690390 h 6555257"/>
              <a:gd name="connsiteX5" fmla="*/ 22679 w 11055870"/>
              <a:gd name="connsiteY5" fmla="*/ 5678717 h 6555257"/>
              <a:gd name="connsiteX6" fmla="*/ 4529 w 11055870"/>
              <a:gd name="connsiteY6" fmla="*/ 5686513 h 6555257"/>
              <a:gd name="connsiteX7" fmla="*/ 4529 w 11055870"/>
              <a:gd name="connsiteY7" fmla="*/ 5560 h 6555257"/>
              <a:gd name="connsiteX8" fmla="*/ 11045066 w 11055870"/>
              <a:gd name="connsiteY8" fmla="*/ 5560 h 655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870" h="6555257">
                <a:moveTo>
                  <a:pt x="11055870" y="0"/>
                </a:moveTo>
                <a:cubicBezTo>
                  <a:pt x="10185589" y="1540746"/>
                  <a:pt x="9315308" y="3081494"/>
                  <a:pt x="8428431" y="3686644"/>
                </a:cubicBezTo>
                <a:cubicBezTo>
                  <a:pt x="7541555" y="4291795"/>
                  <a:pt x="6643138" y="3170515"/>
                  <a:pt x="5734610" y="3630903"/>
                </a:cubicBezTo>
                <a:cubicBezTo>
                  <a:pt x="4826083" y="4091292"/>
                  <a:pt x="3933036" y="6105726"/>
                  <a:pt x="2977267" y="6448974"/>
                </a:cubicBezTo>
                <a:cubicBezTo>
                  <a:pt x="2021499" y="6792222"/>
                  <a:pt x="1010749" y="6241306"/>
                  <a:pt x="0" y="5690390"/>
                </a:cubicBezTo>
                <a:lnTo>
                  <a:pt x="22679" y="5678717"/>
                </a:lnTo>
                <a:lnTo>
                  <a:pt x="4529" y="5686513"/>
                </a:lnTo>
                <a:lnTo>
                  <a:pt x="4529" y="5560"/>
                </a:lnTo>
                <a:lnTo>
                  <a:pt x="11045066" y="5560"/>
                </a:lnTo>
                <a:close/>
              </a:path>
            </a:pathLst>
          </a:cu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4">
            <a:extLst>
              <a:ext uri="{FF2B5EF4-FFF2-40B4-BE49-F238E27FC236}">
                <a16:creationId xmlns:a16="http://schemas.microsoft.com/office/drawing/2014/main" id="{CA0BB648-BB75-101A-DE13-B3EBCFE91008}"/>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bg1"/>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5655E487-DD45-38F1-7F8B-A1AD196F950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25714228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4_Cover image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19BDF40-C1DD-7742-BCD6-1C2EA4A5D33E}"/>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57665" b="32658"/>
          <a:stretch/>
        </p:blipFill>
        <p:spPr>
          <a:xfrm>
            <a:off x="798" y="10"/>
            <a:ext cx="5160843" cy="4618299"/>
          </a:xfrm>
          <a:prstGeom prst="rect">
            <a:avLst/>
          </a:prstGeom>
        </p:spPr>
      </p:pic>
      <p:sp>
        <p:nvSpPr>
          <p:cNvPr id="10" name="Title 1">
            <a:extLst>
              <a:ext uri="{FF2B5EF4-FFF2-40B4-BE49-F238E27FC236}">
                <a16:creationId xmlns:a16="http://schemas.microsoft.com/office/drawing/2014/main" id="{A9EE0BA3-7C71-4724-A99D-D00D3E49C027}"/>
              </a:ext>
            </a:extLst>
          </p:cNvPr>
          <p:cNvSpPr>
            <a:spLocks noGrp="1"/>
          </p:cNvSpPr>
          <p:nvPr>
            <p:ph type="ctrTitle" hasCustomPrompt="1"/>
          </p:nvPr>
        </p:nvSpPr>
        <p:spPr>
          <a:xfrm>
            <a:off x="374353" y="3440052"/>
            <a:ext cx="4636800" cy="1573607"/>
          </a:xfrm>
        </p:spPr>
        <p:txBody>
          <a:bodyPr wrap="square" tIns="28800" anchor="b">
            <a:spAutoFit/>
          </a:bodyPr>
          <a:lstStyle>
            <a:lvl1pPr algn="l">
              <a:lnSpc>
                <a:spcPct val="67000"/>
              </a:lnSpc>
              <a:defRPr sz="7490" b="0" cap="all" spc="-199"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11" name="Subtitle 2">
            <a:extLst>
              <a:ext uri="{FF2B5EF4-FFF2-40B4-BE49-F238E27FC236}">
                <a16:creationId xmlns:a16="http://schemas.microsoft.com/office/drawing/2014/main" id="{D068300E-5718-4FF4-A5E3-CEC1C58A9066}"/>
              </a:ext>
            </a:extLst>
          </p:cNvPr>
          <p:cNvSpPr>
            <a:spLocks noGrp="1"/>
          </p:cNvSpPr>
          <p:nvPr>
            <p:ph type="subTitle" idx="1" hasCustomPrompt="1"/>
          </p:nvPr>
        </p:nvSpPr>
        <p:spPr>
          <a:xfrm>
            <a:off x="374353" y="4979009"/>
            <a:ext cx="4636800" cy="249299"/>
          </a:xfrm>
        </p:spPr>
        <p:txBody>
          <a:bodyPr wrap="square">
            <a:spAutoFit/>
          </a:bodyPr>
          <a:lstStyle>
            <a:lvl1pPr marL="0" indent="0" algn="l">
              <a:lnSpc>
                <a:spcPct val="90000"/>
              </a:lnSpc>
              <a:buNone/>
              <a:defRPr sz="1798" b="1">
                <a:solidFill>
                  <a:schemeClr val="bg1"/>
                </a:solidFill>
              </a:defRPr>
            </a:lvl1pPr>
            <a:lvl2pPr marL="456661" indent="0" algn="ctr">
              <a:buNone/>
              <a:defRPr sz="1998"/>
            </a:lvl2pPr>
            <a:lvl3pPr marL="913324" indent="0" algn="ctr">
              <a:buNone/>
              <a:defRPr sz="1798"/>
            </a:lvl3pPr>
            <a:lvl4pPr marL="1369984" indent="0" algn="ctr">
              <a:buNone/>
              <a:defRPr sz="1598"/>
            </a:lvl4pPr>
            <a:lvl5pPr marL="1826646" indent="0" algn="ctr">
              <a:buNone/>
              <a:defRPr sz="1598"/>
            </a:lvl5pPr>
            <a:lvl6pPr marL="2283308" indent="0" algn="ctr">
              <a:buNone/>
              <a:defRPr sz="1598"/>
            </a:lvl6pPr>
            <a:lvl7pPr marL="2739969" indent="0" algn="ctr">
              <a:buNone/>
              <a:defRPr sz="1598"/>
            </a:lvl7pPr>
            <a:lvl8pPr marL="3196630" indent="0" algn="ctr">
              <a:buNone/>
              <a:defRPr sz="1598"/>
            </a:lvl8pPr>
            <a:lvl9pPr marL="3653290" indent="0" algn="ctr">
              <a:buNone/>
              <a:defRPr sz="1598"/>
            </a:lvl9pPr>
          </a:lstStyle>
          <a:p>
            <a:r>
              <a:rPr lang="en-US"/>
              <a:t>Presentation sub-title</a:t>
            </a:r>
          </a:p>
        </p:txBody>
      </p:sp>
      <p:pic>
        <p:nvPicPr>
          <p:cNvPr id="9" name="Graphic 8">
            <a:extLst>
              <a:ext uri="{FF2B5EF4-FFF2-40B4-BE49-F238E27FC236}">
                <a16:creationId xmlns:a16="http://schemas.microsoft.com/office/drawing/2014/main" id="{8CF8C487-4229-0448-B16F-F4DB637BA9E8}"/>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92690" y="5650962"/>
            <a:ext cx="1427890" cy="730799"/>
          </a:xfrm>
          <a:prstGeom prst="rect">
            <a:avLst/>
          </a:prstGeom>
        </p:spPr>
      </p:pic>
      <p:sp>
        <p:nvSpPr>
          <p:cNvPr id="7" name="Date Placeholder 3">
            <a:extLst>
              <a:ext uri="{FF2B5EF4-FFF2-40B4-BE49-F238E27FC236}">
                <a16:creationId xmlns:a16="http://schemas.microsoft.com/office/drawing/2014/main" id="{EFC9BC28-4EB1-4531-82BD-66EF59D2B090}"/>
              </a:ext>
            </a:extLst>
          </p:cNvPr>
          <p:cNvSpPr>
            <a:spLocks noGrp="1"/>
          </p:cNvSpPr>
          <p:nvPr>
            <p:ph type="dt" sz="half" idx="2"/>
          </p:nvPr>
        </p:nvSpPr>
        <p:spPr>
          <a:xfrm>
            <a:off x="374357" y="6243077"/>
            <a:ext cx="2692366" cy="171283"/>
          </a:xfrm>
          <a:prstGeom prst="rect">
            <a:avLst/>
          </a:prstGeom>
        </p:spPr>
        <p:txBody>
          <a:bodyPr vert="horz" lIns="0" tIns="0" rIns="91440" bIns="0" rtlCol="0" anchor="ctr"/>
          <a:lstStyle>
            <a:lvl1pPr algn="l">
              <a:defRPr sz="998">
                <a:solidFill>
                  <a:schemeClr val="bg1"/>
                </a:solidFill>
              </a:defRPr>
            </a:lvl1pPr>
          </a:lstStyle>
          <a:p>
            <a:endParaRPr lang="en-US"/>
          </a:p>
        </p:txBody>
      </p:sp>
    </p:spTree>
    <p:extLst>
      <p:ext uri="{BB962C8B-B14F-4D97-AF65-F5344CB8AC3E}">
        <p14:creationId xmlns:p14="http://schemas.microsoft.com/office/powerpoint/2010/main" val="16128340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3_Cover image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45BC3EF-0090-4E1A-B434-3AD1686AB776}"/>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4962" t="32067"/>
          <a:stretch/>
        </p:blipFill>
        <p:spPr>
          <a:xfrm>
            <a:off x="6700875" y="2199190"/>
            <a:ext cx="5490337" cy="4658810"/>
          </a:xfrm>
          <a:prstGeom prst="rect">
            <a:avLst/>
          </a:prstGeom>
        </p:spPr>
      </p:pic>
      <p:sp>
        <p:nvSpPr>
          <p:cNvPr id="8" name="Title 1">
            <a:extLst>
              <a:ext uri="{FF2B5EF4-FFF2-40B4-BE49-F238E27FC236}">
                <a16:creationId xmlns:a16="http://schemas.microsoft.com/office/drawing/2014/main" id="{80A11637-1443-4AA4-AF9A-94374620E9F8}"/>
              </a:ext>
            </a:extLst>
          </p:cNvPr>
          <p:cNvSpPr>
            <a:spLocks noGrp="1"/>
          </p:cNvSpPr>
          <p:nvPr>
            <p:ph type="ctrTitle" hasCustomPrompt="1"/>
          </p:nvPr>
        </p:nvSpPr>
        <p:spPr>
          <a:xfrm>
            <a:off x="374353" y="2309652"/>
            <a:ext cx="4636800" cy="1573607"/>
          </a:xfrm>
        </p:spPr>
        <p:txBody>
          <a:bodyPr wrap="square" tIns="28800" anchor="b">
            <a:spAutoFit/>
          </a:bodyPr>
          <a:lstStyle>
            <a:lvl1pPr algn="l">
              <a:lnSpc>
                <a:spcPct val="67000"/>
              </a:lnSpc>
              <a:defRPr sz="7490" b="0" cap="all" spc="-199"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9" name="Subtitle 2">
            <a:extLst>
              <a:ext uri="{FF2B5EF4-FFF2-40B4-BE49-F238E27FC236}">
                <a16:creationId xmlns:a16="http://schemas.microsoft.com/office/drawing/2014/main" id="{35C6CF60-6878-44A1-B948-DDB81A7AC678}"/>
              </a:ext>
            </a:extLst>
          </p:cNvPr>
          <p:cNvSpPr>
            <a:spLocks noGrp="1"/>
          </p:cNvSpPr>
          <p:nvPr>
            <p:ph type="subTitle" idx="1" hasCustomPrompt="1"/>
          </p:nvPr>
        </p:nvSpPr>
        <p:spPr>
          <a:xfrm>
            <a:off x="374353" y="3853925"/>
            <a:ext cx="4636800" cy="249299"/>
          </a:xfrm>
        </p:spPr>
        <p:txBody>
          <a:bodyPr wrap="square">
            <a:spAutoFit/>
          </a:bodyPr>
          <a:lstStyle>
            <a:lvl1pPr marL="0" indent="0" algn="l">
              <a:lnSpc>
                <a:spcPct val="90000"/>
              </a:lnSpc>
              <a:buNone/>
              <a:defRPr sz="1798" b="1">
                <a:solidFill>
                  <a:schemeClr val="bg1"/>
                </a:solidFill>
              </a:defRPr>
            </a:lvl1pPr>
            <a:lvl2pPr marL="456661" indent="0" algn="ctr">
              <a:buNone/>
              <a:defRPr sz="1998"/>
            </a:lvl2pPr>
            <a:lvl3pPr marL="913324" indent="0" algn="ctr">
              <a:buNone/>
              <a:defRPr sz="1798"/>
            </a:lvl3pPr>
            <a:lvl4pPr marL="1369984" indent="0" algn="ctr">
              <a:buNone/>
              <a:defRPr sz="1598"/>
            </a:lvl4pPr>
            <a:lvl5pPr marL="1826646" indent="0" algn="ctr">
              <a:buNone/>
              <a:defRPr sz="1598"/>
            </a:lvl5pPr>
            <a:lvl6pPr marL="2283308" indent="0" algn="ctr">
              <a:buNone/>
              <a:defRPr sz="1598"/>
            </a:lvl6pPr>
            <a:lvl7pPr marL="2739969" indent="0" algn="ctr">
              <a:buNone/>
              <a:defRPr sz="1598"/>
            </a:lvl7pPr>
            <a:lvl8pPr marL="3196630" indent="0" algn="ctr">
              <a:buNone/>
              <a:defRPr sz="1598"/>
            </a:lvl8pPr>
            <a:lvl9pPr marL="3653290" indent="0" algn="ctr">
              <a:buNone/>
              <a:defRPr sz="1598"/>
            </a:lvl9pPr>
          </a:lstStyle>
          <a:p>
            <a:r>
              <a:rPr lang="en-US"/>
              <a:t>Presentation sub-title</a:t>
            </a:r>
          </a:p>
        </p:txBody>
      </p:sp>
      <p:pic>
        <p:nvPicPr>
          <p:cNvPr id="12" name="Graphic 11">
            <a:extLst>
              <a:ext uri="{FF2B5EF4-FFF2-40B4-BE49-F238E27FC236}">
                <a16:creationId xmlns:a16="http://schemas.microsoft.com/office/drawing/2014/main" id="{79B76C50-9FB4-0243-B88F-EBEC62DB34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92690" y="358786"/>
            <a:ext cx="1427890" cy="730799"/>
          </a:xfrm>
          <a:prstGeom prst="rect">
            <a:avLst/>
          </a:prstGeom>
        </p:spPr>
      </p:pic>
      <p:sp>
        <p:nvSpPr>
          <p:cNvPr id="10" name="Date Placeholder 3">
            <a:extLst>
              <a:ext uri="{FF2B5EF4-FFF2-40B4-BE49-F238E27FC236}">
                <a16:creationId xmlns:a16="http://schemas.microsoft.com/office/drawing/2014/main" id="{DDC8CEEE-7173-4E11-B484-B9878F93C982}"/>
              </a:ext>
            </a:extLst>
          </p:cNvPr>
          <p:cNvSpPr>
            <a:spLocks noGrp="1"/>
          </p:cNvSpPr>
          <p:nvPr>
            <p:ph type="dt" sz="half" idx="2"/>
          </p:nvPr>
        </p:nvSpPr>
        <p:spPr>
          <a:xfrm>
            <a:off x="374357" y="6243077"/>
            <a:ext cx="2692366" cy="171283"/>
          </a:xfrm>
          <a:prstGeom prst="rect">
            <a:avLst/>
          </a:prstGeom>
        </p:spPr>
        <p:txBody>
          <a:bodyPr vert="horz" lIns="0" tIns="0" rIns="91440" bIns="0" rtlCol="0" anchor="ctr"/>
          <a:lstStyle>
            <a:lvl1pPr algn="l">
              <a:defRPr sz="998">
                <a:solidFill>
                  <a:schemeClr val="bg1"/>
                </a:solidFill>
              </a:defRPr>
            </a:lvl1pPr>
          </a:lstStyle>
          <a:p>
            <a:endParaRPr lang="en-US"/>
          </a:p>
        </p:txBody>
      </p:sp>
    </p:spTree>
    <p:extLst>
      <p:ext uri="{BB962C8B-B14F-4D97-AF65-F5344CB8AC3E}">
        <p14:creationId xmlns:p14="http://schemas.microsoft.com/office/powerpoint/2010/main" val="9018855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3_Cover image 4">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1A5E058-204D-492B-80D7-6201F5ECE048}"/>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0042" r="58235"/>
          <a:stretch/>
        </p:blipFill>
        <p:spPr>
          <a:xfrm>
            <a:off x="795" y="2060294"/>
            <a:ext cx="5091405" cy="4797706"/>
          </a:xfrm>
          <a:prstGeom prst="rect">
            <a:avLst/>
          </a:prstGeom>
        </p:spPr>
      </p:pic>
      <p:sp>
        <p:nvSpPr>
          <p:cNvPr id="11" name="Title 1">
            <a:extLst>
              <a:ext uri="{FF2B5EF4-FFF2-40B4-BE49-F238E27FC236}">
                <a16:creationId xmlns:a16="http://schemas.microsoft.com/office/drawing/2014/main" id="{CF36ADCA-BFB2-4762-ACE3-12AC12E95622}"/>
              </a:ext>
            </a:extLst>
          </p:cNvPr>
          <p:cNvSpPr>
            <a:spLocks noGrp="1"/>
          </p:cNvSpPr>
          <p:nvPr>
            <p:ph type="ctrTitle" hasCustomPrompt="1"/>
          </p:nvPr>
        </p:nvSpPr>
        <p:spPr>
          <a:xfrm>
            <a:off x="374353" y="876852"/>
            <a:ext cx="4636800" cy="1573607"/>
          </a:xfrm>
        </p:spPr>
        <p:txBody>
          <a:bodyPr wrap="square" tIns="28800" anchor="b">
            <a:spAutoFit/>
          </a:bodyPr>
          <a:lstStyle>
            <a:lvl1pPr algn="l">
              <a:lnSpc>
                <a:spcPct val="67000"/>
              </a:lnSpc>
              <a:defRPr sz="7490" b="0" cap="all" spc="-199"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12" name="Subtitle 2">
            <a:extLst>
              <a:ext uri="{FF2B5EF4-FFF2-40B4-BE49-F238E27FC236}">
                <a16:creationId xmlns:a16="http://schemas.microsoft.com/office/drawing/2014/main" id="{2C82F794-9E79-4D9E-B1DE-F4612207635D}"/>
              </a:ext>
            </a:extLst>
          </p:cNvPr>
          <p:cNvSpPr>
            <a:spLocks noGrp="1"/>
          </p:cNvSpPr>
          <p:nvPr>
            <p:ph type="subTitle" idx="1" hasCustomPrompt="1"/>
          </p:nvPr>
        </p:nvSpPr>
        <p:spPr>
          <a:xfrm>
            <a:off x="374353" y="2417325"/>
            <a:ext cx="4636800" cy="249299"/>
          </a:xfrm>
        </p:spPr>
        <p:txBody>
          <a:bodyPr wrap="square">
            <a:spAutoFit/>
          </a:bodyPr>
          <a:lstStyle>
            <a:lvl1pPr marL="0" indent="0" algn="l">
              <a:lnSpc>
                <a:spcPct val="90000"/>
              </a:lnSpc>
              <a:buNone/>
              <a:defRPr sz="1798" b="1">
                <a:solidFill>
                  <a:schemeClr val="bg1"/>
                </a:solidFill>
              </a:defRPr>
            </a:lvl1pPr>
            <a:lvl2pPr marL="456661" indent="0" algn="ctr">
              <a:buNone/>
              <a:defRPr sz="1998"/>
            </a:lvl2pPr>
            <a:lvl3pPr marL="913324" indent="0" algn="ctr">
              <a:buNone/>
              <a:defRPr sz="1798"/>
            </a:lvl3pPr>
            <a:lvl4pPr marL="1369984" indent="0" algn="ctr">
              <a:buNone/>
              <a:defRPr sz="1598"/>
            </a:lvl4pPr>
            <a:lvl5pPr marL="1826646" indent="0" algn="ctr">
              <a:buNone/>
              <a:defRPr sz="1598"/>
            </a:lvl5pPr>
            <a:lvl6pPr marL="2283308" indent="0" algn="ctr">
              <a:buNone/>
              <a:defRPr sz="1598"/>
            </a:lvl6pPr>
            <a:lvl7pPr marL="2739969" indent="0" algn="ctr">
              <a:buNone/>
              <a:defRPr sz="1598"/>
            </a:lvl7pPr>
            <a:lvl8pPr marL="3196630" indent="0" algn="ctr">
              <a:buNone/>
              <a:defRPr sz="1598"/>
            </a:lvl8pPr>
            <a:lvl9pPr marL="3653290" indent="0" algn="ctr">
              <a:buNone/>
              <a:defRPr sz="1598"/>
            </a:lvl9pPr>
          </a:lstStyle>
          <a:p>
            <a:r>
              <a:rPr lang="en-US"/>
              <a:t>Presentation sub-title</a:t>
            </a:r>
          </a:p>
        </p:txBody>
      </p:sp>
      <p:pic>
        <p:nvPicPr>
          <p:cNvPr id="8" name="Graphic 7">
            <a:extLst>
              <a:ext uri="{FF2B5EF4-FFF2-40B4-BE49-F238E27FC236}">
                <a16:creationId xmlns:a16="http://schemas.microsoft.com/office/drawing/2014/main" id="{28338671-1E89-F94A-9283-7F0A4D22C10A}"/>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92690" y="358786"/>
            <a:ext cx="1427890" cy="730799"/>
          </a:xfrm>
          <a:prstGeom prst="rect">
            <a:avLst/>
          </a:prstGeom>
        </p:spPr>
      </p:pic>
      <p:sp>
        <p:nvSpPr>
          <p:cNvPr id="9" name="Date Placeholder 3">
            <a:extLst>
              <a:ext uri="{FF2B5EF4-FFF2-40B4-BE49-F238E27FC236}">
                <a16:creationId xmlns:a16="http://schemas.microsoft.com/office/drawing/2014/main" id="{5B50570B-1211-409B-8FF9-50BE976A62D3}"/>
              </a:ext>
            </a:extLst>
          </p:cNvPr>
          <p:cNvSpPr>
            <a:spLocks noGrp="1"/>
          </p:cNvSpPr>
          <p:nvPr>
            <p:ph type="dt" sz="half" idx="2"/>
          </p:nvPr>
        </p:nvSpPr>
        <p:spPr>
          <a:xfrm>
            <a:off x="374357" y="6243077"/>
            <a:ext cx="2692366" cy="171283"/>
          </a:xfrm>
          <a:prstGeom prst="rect">
            <a:avLst/>
          </a:prstGeom>
        </p:spPr>
        <p:txBody>
          <a:bodyPr vert="horz" lIns="0" tIns="0" rIns="91440" bIns="0" rtlCol="0" anchor="ctr"/>
          <a:lstStyle>
            <a:lvl1pPr algn="l">
              <a:defRPr sz="998">
                <a:solidFill>
                  <a:schemeClr val="bg1"/>
                </a:solidFill>
              </a:defRPr>
            </a:lvl1pPr>
          </a:lstStyle>
          <a:p>
            <a:endParaRPr lang="en-US"/>
          </a:p>
        </p:txBody>
      </p:sp>
    </p:spTree>
    <p:extLst>
      <p:ext uri="{BB962C8B-B14F-4D97-AF65-F5344CB8AC3E}">
        <p14:creationId xmlns:p14="http://schemas.microsoft.com/office/powerpoint/2010/main" val="1010285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3_Cover image 5">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F322B578-1DA7-4959-8906-332DC42C13C3}"/>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4487" t="30886"/>
          <a:stretch/>
        </p:blipFill>
        <p:spPr>
          <a:xfrm>
            <a:off x="6643007" y="2118177"/>
            <a:ext cx="5548204" cy="4739833"/>
          </a:xfrm>
          <a:prstGeom prst="rect">
            <a:avLst/>
          </a:prstGeom>
        </p:spPr>
      </p:pic>
      <p:sp>
        <p:nvSpPr>
          <p:cNvPr id="12" name="Title 1">
            <a:extLst>
              <a:ext uri="{FF2B5EF4-FFF2-40B4-BE49-F238E27FC236}">
                <a16:creationId xmlns:a16="http://schemas.microsoft.com/office/drawing/2014/main" id="{1FE3E2B1-D19E-4F08-866F-E8943C22D301}"/>
              </a:ext>
            </a:extLst>
          </p:cNvPr>
          <p:cNvSpPr>
            <a:spLocks noGrp="1"/>
          </p:cNvSpPr>
          <p:nvPr>
            <p:ph type="ctrTitle" hasCustomPrompt="1"/>
          </p:nvPr>
        </p:nvSpPr>
        <p:spPr>
          <a:xfrm>
            <a:off x="374353" y="876852"/>
            <a:ext cx="4636800" cy="1573607"/>
          </a:xfrm>
        </p:spPr>
        <p:txBody>
          <a:bodyPr wrap="square" tIns="28800" anchor="b">
            <a:spAutoFit/>
          </a:bodyPr>
          <a:lstStyle>
            <a:lvl1pPr algn="l">
              <a:lnSpc>
                <a:spcPct val="67000"/>
              </a:lnSpc>
              <a:defRPr sz="7490" b="0" cap="all" spc="-199"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13" name="Subtitle 2">
            <a:extLst>
              <a:ext uri="{FF2B5EF4-FFF2-40B4-BE49-F238E27FC236}">
                <a16:creationId xmlns:a16="http://schemas.microsoft.com/office/drawing/2014/main" id="{D38BEE0B-CF38-4260-9410-F4192075918E}"/>
              </a:ext>
            </a:extLst>
          </p:cNvPr>
          <p:cNvSpPr>
            <a:spLocks noGrp="1"/>
          </p:cNvSpPr>
          <p:nvPr>
            <p:ph type="subTitle" idx="1" hasCustomPrompt="1"/>
          </p:nvPr>
        </p:nvSpPr>
        <p:spPr>
          <a:xfrm>
            <a:off x="374353" y="2419206"/>
            <a:ext cx="4636800" cy="249299"/>
          </a:xfrm>
        </p:spPr>
        <p:txBody>
          <a:bodyPr wrap="square">
            <a:spAutoFit/>
          </a:bodyPr>
          <a:lstStyle>
            <a:lvl1pPr marL="0" indent="0" algn="l">
              <a:lnSpc>
                <a:spcPct val="90000"/>
              </a:lnSpc>
              <a:buNone/>
              <a:defRPr sz="1798" b="1">
                <a:solidFill>
                  <a:schemeClr val="tx2"/>
                </a:solidFill>
              </a:defRPr>
            </a:lvl1pPr>
            <a:lvl2pPr marL="456661" indent="0" algn="ctr">
              <a:buNone/>
              <a:defRPr sz="1998"/>
            </a:lvl2pPr>
            <a:lvl3pPr marL="913324" indent="0" algn="ctr">
              <a:buNone/>
              <a:defRPr sz="1798"/>
            </a:lvl3pPr>
            <a:lvl4pPr marL="1369984" indent="0" algn="ctr">
              <a:buNone/>
              <a:defRPr sz="1598"/>
            </a:lvl4pPr>
            <a:lvl5pPr marL="1826646" indent="0" algn="ctr">
              <a:buNone/>
              <a:defRPr sz="1598"/>
            </a:lvl5pPr>
            <a:lvl6pPr marL="2283308" indent="0" algn="ctr">
              <a:buNone/>
              <a:defRPr sz="1598"/>
            </a:lvl6pPr>
            <a:lvl7pPr marL="2739969" indent="0" algn="ctr">
              <a:buNone/>
              <a:defRPr sz="1598"/>
            </a:lvl7pPr>
            <a:lvl8pPr marL="3196630" indent="0" algn="ctr">
              <a:buNone/>
              <a:defRPr sz="1598"/>
            </a:lvl8pPr>
            <a:lvl9pPr marL="3653290" indent="0" algn="ctr">
              <a:buNone/>
              <a:defRPr sz="1598"/>
            </a:lvl9pPr>
          </a:lstStyle>
          <a:p>
            <a:r>
              <a:rPr lang="en-US"/>
              <a:t>Presentation sub-title</a:t>
            </a:r>
          </a:p>
        </p:txBody>
      </p:sp>
      <p:pic>
        <p:nvPicPr>
          <p:cNvPr id="9" name="Graphic 8">
            <a:extLst>
              <a:ext uri="{FF2B5EF4-FFF2-40B4-BE49-F238E27FC236}">
                <a16:creationId xmlns:a16="http://schemas.microsoft.com/office/drawing/2014/main" id="{31D18ADD-C022-8E47-BC87-96B7314E51E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92690" y="358786"/>
            <a:ext cx="1427890" cy="730799"/>
          </a:xfrm>
          <a:prstGeom prst="rect">
            <a:avLst/>
          </a:prstGeom>
        </p:spPr>
      </p:pic>
      <p:sp>
        <p:nvSpPr>
          <p:cNvPr id="8" name="Date Placeholder 3">
            <a:extLst>
              <a:ext uri="{FF2B5EF4-FFF2-40B4-BE49-F238E27FC236}">
                <a16:creationId xmlns:a16="http://schemas.microsoft.com/office/drawing/2014/main" id="{B070DFC7-7D13-48B7-B80A-77BDCF868A18}"/>
              </a:ext>
            </a:extLst>
          </p:cNvPr>
          <p:cNvSpPr>
            <a:spLocks noGrp="1"/>
          </p:cNvSpPr>
          <p:nvPr>
            <p:ph type="dt" sz="half" idx="2"/>
          </p:nvPr>
        </p:nvSpPr>
        <p:spPr>
          <a:xfrm>
            <a:off x="374357" y="6243077"/>
            <a:ext cx="2692366" cy="171283"/>
          </a:xfrm>
          <a:prstGeom prst="rect">
            <a:avLst/>
          </a:prstGeom>
        </p:spPr>
        <p:txBody>
          <a:bodyPr vert="horz" lIns="0" tIns="0" rIns="91440" bIns="0" rtlCol="0" anchor="ctr"/>
          <a:lstStyle>
            <a:lvl1pPr algn="l">
              <a:defRPr sz="998">
                <a:solidFill>
                  <a:schemeClr val="bg1"/>
                </a:solidFill>
              </a:defRPr>
            </a:lvl1pPr>
          </a:lstStyle>
          <a:p>
            <a:endParaRPr lang="en-US"/>
          </a:p>
        </p:txBody>
      </p:sp>
    </p:spTree>
    <p:extLst>
      <p:ext uri="{BB962C8B-B14F-4D97-AF65-F5344CB8AC3E}">
        <p14:creationId xmlns:p14="http://schemas.microsoft.com/office/powerpoint/2010/main" val="25612459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3_Cover image 6">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48444E6-13F8-48BB-B14B-4432FAD9DCE2}"/>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0549" r="58139"/>
          <a:stretch/>
        </p:blipFill>
        <p:spPr>
          <a:xfrm>
            <a:off x="795" y="2095018"/>
            <a:ext cx="5102976" cy="4762982"/>
          </a:xfrm>
          <a:prstGeom prst="rect">
            <a:avLst/>
          </a:prstGeom>
        </p:spPr>
      </p:pic>
      <p:sp>
        <p:nvSpPr>
          <p:cNvPr id="8" name="Title 1">
            <a:extLst>
              <a:ext uri="{FF2B5EF4-FFF2-40B4-BE49-F238E27FC236}">
                <a16:creationId xmlns:a16="http://schemas.microsoft.com/office/drawing/2014/main" id="{D6B681C2-7065-40B0-8040-6D7BFEBFAB03}"/>
              </a:ext>
            </a:extLst>
          </p:cNvPr>
          <p:cNvSpPr>
            <a:spLocks noGrp="1"/>
          </p:cNvSpPr>
          <p:nvPr>
            <p:ph type="ctrTitle" hasCustomPrompt="1"/>
          </p:nvPr>
        </p:nvSpPr>
        <p:spPr>
          <a:xfrm>
            <a:off x="374353" y="876852"/>
            <a:ext cx="4636800" cy="1573607"/>
          </a:xfrm>
        </p:spPr>
        <p:txBody>
          <a:bodyPr wrap="square" tIns="28800" anchor="b">
            <a:spAutoFit/>
          </a:bodyPr>
          <a:lstStyle>
            <a:lvl1pPr algn="l">
              <a:lnSpc>
                <a:spcPct val="67000"/>
              </a:lnSpc>
              <a:defRPr sz="7490" b="0" cap="all" spc="-199"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9" name="Subtitle 2">
            <a:extLst>
              <a:ext uri="{FF2B5EF4-FFF2-40B4-BE49-F238E27FC236}">
                <a16:creationId xmlns:a16="http://schemas.microsoft.com/office/drawing/2014/main" id="{F909581E-6632-4837-B7CC-4B27E2486322}"/>
              </a:ext>
            </a:extLst>
          </p:cNvPr>
          <p:cNvSpPr>
            <a:spLocks noGrp="1"/>
          </p:cNvSpPr>
          <p:nvPr>
            <p:ph type="subTitle" idx="1" hasCustomPrompt="1"/>
          </p:nvPr>
        </p:nvSpPr>
        <p:spPr>
          <a:xfrm>
            <a:off x="374353" y="2419206"/>
            <a:ext cx="4636800" cy="249299"/>
          </a:xfrm>
        </p:spPr>
        <p:txBody>
          <a:bodyPr wrap="square">
            <a:spAutoFit/>
          </a:bodyPr>
          <a:lstStyle>
            <a:lvl1pPr marL="0" indent="0" algn="l">
              <a:lnSpc>
                <a:spcPct val="90000"/>
              </a:lnSpc>
              <a:buNone/>
              <a:defRPr sz="1798" b="1">
                <a:solidFill>
                  <a:schemeClr val="tx2"/>
                </a:solidFill>
              </a:defRPr>
            </a:lvl1pPr>
            <a:lvl2pPr marL="456661" indent="0" algn="ctr">
              <a:buNone/>
              <a:defRPr sz="1998"/>
            </a:lvl2pPr>
            <a:lvl3pPr marL="913324" indent="0" algn="ctr">
              <a:buNone/>
              <a:defRPr sz="1798"/>
            </a:lvl3pPr>
            <a:lvl4pPr marL="1369984" indent="0" algn="ctr">
              <a:buNone/>
              <a:defRPr sz="1598"/>
            </a:lvl4pPr>
            <a:lvl5pPr marL="1826646" indent="0" algn="ctr">
              <a:buNone/>
              <a:defRPr sz="1598"/>
            </a:lvl5pPr>
            <a:lvl6pPr marL="2283308" indent="0" algn="ctr">
              <a:buNone/>
              <a:defRPr sz="1598"/>
            </a:lvl6pPr>
            <a:lvl7pPr marL="2739969" indent="0" algn="ctr">
              <a:buNone/>
              <a:defRPr sz="1598"/>
            </a:lvl7pPr>
            <a:lvl8pPr marL="3196630" indent="0" algn="ctr">
              <a:buNone/>
              <a:defRPr sz="1598"/>
            </a:lvl8pPr>
            <a:lvl9pPr marL="3653290" indent="0" algn="ctr">
              <a:buNone/>
              <a:defRPr sz="1598"/>
            </a:lvl9pPr>
          </a:lstStyle>
          <a:p>
            <a:r>
              <a:rPr lang="en-US"/>
              <a:t>Presentation sub-title</a:t>
            </a:r>
          </a:p>
        </p:txBody>
      </p:sp>
      <p:pic>
        <p:nvPicPr>
          <p:cNvPr id="11" name="Graphic 10">
            <a:extLst>
              <a:ext uri="{FF2B5EF4-FFF2-40B4-BE49-F238E27FC236}">
                <a16:creationId xmlns:a16="http://schemas.microsoft.com/office/drawing/2014/main" id="{FEE81333-C96E-C442-B5A3-AD40041EC7E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92690" y="358786"/>
            <a:ext cx="1427890" cy="730799"/>
          </a:xfrm>
          <a:prstGeom prst="rect">
            <a:avLst/>
          </a:prstGeom>
        </p:spPr>
      </p:pic>
      <p:sp>
        <p:nvSpPr>
          <p:cNvPr id="10" name="Date Placeholder 3">
            <a:extLst>
              <a:ext uri="{FF2B5EF4-FFF2-40B4-BE49-F238E27FC236}">
                <a16:creationId xmlns:a16="http://schemas.microsoft.com/office/drawing/2014/main" id="{6EE8AD52-CC6D-4461-A514-3FE9F4AE41CF}"/>
              </a:ext>
            </a:extLst>
          </p:cNvPr>
          <p:cNvSpPr>
            <a:spLocks noGrp="1"/>
          </p:cNvSpPr>
          <p:nvPr>
            <p:ph type="dt" sz="half" idx="2"/>
          </p:nvPr>
        </p:nvSpPr>
        <p:spPr>
          <a:xfrm>
            <a:off x="374357" y="6243077"/>
            <a:ext cx="2692366" cy="171283"/>
          </a:xfrm>
          <a:prstGeom prst="rect">
            <a:avLst/>
          </a:prstGeom>
        </p:spPr>
        <p:txBody>
          <a:bodyPr vert="horz" lIns="0" tIns="0" rIns="91440" bIns="0" rtlCol="0" anchor="ctr"/>
          <a:lstStyle>
            <a:lvl1pPr algn="l">
              <a:defRPr sz="998">
                <a:solidFill>
                  <a:schemeClr val="tx2"/>
                </a:solidFill>
              </a:defRPr>
            </a:lvl1pPr>
          </a:lstStyle>
          <a:p>
            <a:endParaRPr lang="en-US"/>
          </a:p>
        </p:txBody>
      </p:sp>
    </p:spTree>
    <p:extLst>
      <p:ext uri="{BB962C8B-B14F-4D97-AF65-F5344CB8AC3E}">
        <p14:creationId xmlns:p14="http://schemas.microsoft.com/office/powerpoint/2010/main" val="4758105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3_Cover image 7">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D190546-4C94-4606-A94D-A01C573FD274}"/>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1055" r="58899"/>
          <a:stretch/>
        </p:blipFill>
        <p:spPr>
          <a:xfrm>
            <a:off x="798" y="2129742"/>
            <a:ext cx="5010358" cy="4728258"/>
          </a:xfrm>
          <a:prstGeom prst="rect">
            <a:avLst/>
          </a:prstGeom>
        </p:spPr>
      </p:pic>
      <p:sp>
        <p:nvSpPr>
          <p:cNvPr id="8" name="Title 1">
            <a:extLst>
              <a:ext uri="{FF2B5EF4-FFF2-40B4-BE49-F238E27FC236}">
                <a16:creationId xmlns:a16="http://schemas.microsoft.com/office/drawing/2014/main" id="{8E0E213F-050C-48F3-B53F-C2C11578BA2A}"/>
              </a:ext>
            </a:extLst>
          </p:cNvPr>
          <p:cNvSpPr>
            <a:spLocks noGrp="1"/>
          </p:cNvSpPr>
          <p:nvPr>
            <p:ph type="ctrTitle" hasCustomPrompt="1"/>
          </p:nvPr>
        </p:nvSpPr>
        <p:spPr>
          <a:xfrm>
            <a:off x="374353" y="876852"/>
            <a:ext cx="4636800" cy="1573607"/>
          </a:xfrm>
        </p:spPr>
        <p:txBody>
          <a:bodyPr wrap="square" tIns="28800" anchor="b">
            <a:spAutoFit/>
          </a:bodyPr>
          <a:lstStyle>
            <a:lvl1pPr algn="l">
              <a:lnSpc>
                <a:spcPct val="67000"/>
              </a:lnSpc>
              <a:defRPr sz="7490" b="0" cap="all" spc="-199"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9" name="Subtitle 2">
            <a:extLst>
              <a:ext uri="{FF2B5EF4-FFF2-40B4-BE49-F238E27FC236}">
                <a16:creationId xmlns:a16="http://schemas.microsoft.com/office/drawing/2014/main" id="{31B51152-C7A0-447D-B93A-E463DEF9D6DF}"/>
              </a:ext>
            </a:extLst>
          </p:cNvPr>
          <p:cNvSpPr>
            <a:spLocks noGrp="1"/>
          </p:cNvSpPr>
          <p:nvPr>
            <p:ph type="subTitle" idx="1" hasCustomPrompt="1"/>
          </p:nvPr>
        </p:nvSpPr>
        <p:spPr>
          <a:xfrm>
            <a:off x="374353" y="2417454"/>
            <a:ext cx="4636800" cy="249299"/>
          </a:xfrm>
        </p:spPr>
        <p:txBody>
          <a:bodyPr wrap="square">
            <a:spAutoFit/>
          </a:bodyPr>
          <a:lstStyle>
            <a:lvl1pPr marL="0" indent="0" algn="l">
              <a:lnSpc>
                <a:spcPct val="90000"/>
              </a:lnSpc>
              <a:buNone/>
              <a:defRPr sz="1798" b="1">
                <a:solidFill>
                  <a:schemeClr val="tx2"/>
                </a:solidFill>
              </a:defRPr>
            </a:lvl1pPr>
            <a:lvl2pPr marL="456661" indent="0" algn="ctr">
              <a:buNone/>
              <a:defRPr sz="1998"/>
            </a:lvl2pPr>
            <a:lvl3pPr marL="913324" indent="0" algn="ctr">
              <a:buNone/>
              <a:defRPr sz="1798"/>
            </a:lvl3pPr>
            <a:lvl4pPr marL="1369984" indent="0" algn="ctr">
              <a:buNone/>
              <a:defRPr sz="1598"/>
            </a:lvl4pPr>
            <a:lvl5pPr marL="1826646" indent="0" algn="ctr">
              <a:buNone/>
              <a:defRPr sz="1598"/>
            </a:lvl5pPr>
            <a:lvl6pPr marL="2283308" indent="0" algn="ctr">
              <a:buNone/>
              <a:defRPr sz="1598"/>
            </a:lvl6pPr>
            <a:lvl7pPr marL="2739969" indent="0" algn="ctr">
              <a:buNone/>
              <a:defRPr sz="1598"/>
            </a:lvl7pPr>
            <a:lvl8pPr marL="3196630" indent="0" algn="ctr">
              <a:buNone/>
              <a:defRPr sz="1598"/>
            </a:lvl8pPr>
            <a:lvl9pPr marL="3653290" indent="0" algn="ctr">
              <a:buNone/>
              <a:defRPr sz="1598"/>
            </a:lvl9pPr>
          </a:lstStyle>
          <a:p>
            <a:r>
              <a:rPr lang="en-US"/>
              <a:t>Presentation sub-title</a:t>
            </a:r>
          </a:p>
        </p:txBody>
      </p:sp>
      <p:pic>
        <p:nvPicPr>
          <p:cNvPr id="11" name="Graphic 10">
            <a:extLst>
              <a:ext uri="{FF2B5EF4-FFF2-40B4-BE49-F238E27FC236}">
                <a16:creationId xmlns:a16="http://schemas.microsoft.com/office/drawing/2014/main" id="{4EA0DB2E-D45D-2C4F-BB98-4B5BDB0F33D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92690" y="358786"/>
            <a:ext cx="1427890" cy="730799"/>
          </a:xfrm>
          <a:prstGeom prst="rect">
            <a:avLst/>
          </a:prstGeom>
        </p:spPr>
      </p:pic>
      <p:sp>
        <p:nvSpPr>
          <p:cNvPr id="10" name="Date Placeholder 3">
            <a:extLst>
              <a:ext uri="{FF2B5EF4-FFF2-40B4-BE49-F238E27FC236}">
                <a16:creationId xmlns:a16="http://schemas.microsoft.com/office/drawing/2014/main" id="{0E1AE2C6-E798-4B8D-8F58-B5C155218932}"/>
              </a:ext>
            </a:extLst>
          </p:cNvPr>
          <p:cNvSpPr>
            <a:spLocks noGrp="1"/>
          </p:cNvSpPr>
          <p:nvPr>
            <p:ph type="dt" sz="half" idx="2"/>
          </p:nvPr>
        </p:nvSpPr>
        <p:spPr>
          <a:xfrm>
            <a:off x="374357" y="6243077"/>
            <a:ext cx="2692366" cy="171283"/>
          </a:xfrm>
          <a:prstGeom prst="rect">
            <a:avLst/>
          </a:prstGeom>
        </p:spPr>
        <p:txBody>
          <a:bodyPr vert="horz" lIns="0" tIns="0" rIns="91440" bIns="0" rtlCol="0" anchor="ctr"/>
          <a:lstStyle>
            <a:lvl1pPr algn="l">
              <a:defRPr sz="998">
                <a:solidFill>
                  <a:schemeClr val="tx2"/>
                </a:solidFill>
              </a:defRPr>
            </a:lvl1pPr>
          </a:lstStyle>
          <a:p>
            <a:endParaRPr lang="en-US"/>
          </a:p>
        </p:txBody>
      </p:sp>
    </p:spTree>
    <p:extLst>
      <p:ext uri="{BB962C8B-B14F-4D97-AF65-F5344CB8AC3E}">
        <p14:creationId xmlns:p14="http://schemas.microsoft.com/office/powerpoint/2010/main" val="39246080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5_Content - title only">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38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3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hasCustomPrompt="1"/>
          </p:nvPr>
        </p:nvSpPr>
        <p:spPr>
          <a:xfrm>
            <a:off x="441203" y="413524"/>
            <a:ext cx="11522198" cy="473976"/>
          </a:xfrm>
        </p:spPr>
        <p:txBody>
          <a:bodyPr vert="horz" wrap="square" lIns="0" tIns="0" rIns="0" bIns="0" rtlCol="0" anchor="t">
            <a:normAutofit/>
          </a:bodyPr>
          <a:lstStyle>
            <a:lvl1pPr>
              <a:defRPr lang="en-GB" sz="4000" cap="none" baseline="0" dirty="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0D4BE36-73EE-DB3E-DE82-CE3A651B1DA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3319804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8_Content - title only">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64F65AE1-17FF-B9F2-5B09-02A7516F669A}"/>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5705877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Generic case study - sta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DE84C-DB59-4666-998A-46BA0A90C15C}"/>
              </a:ext>
            </a:extLst>
          </p:cNvPr>
          <p:cNvSpPr/>
          <p:nvPr userDrawn="1"/>
        </p:nvSpPr>
        <p:spPr>
          <a:xfrm>
            <a:off x="6" y="0"/>
            <a:ext cx="464759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8EB74F84-72F9-4E3F-9920-AB38EA7D58B3}"/>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itle 1">
            <a:extLst>
              <a:ext uri="{FF2B5EF4-FFF2-40B4-BE49-F238E27FC236}">
                <a16:creationId xmlns:a16="http://schemas.microsoft.com/office/drawing/2014/main" id="{08E1C94D-6F48-4712-AEF0-812F58CB53F3}"/>
              </a:ext>
            </a:extLst>
          </p:cNvPr>
          <p:cNvSpPr>
            <a:spLocks noGrp="1"/>
          </p:cNvSpPr>
          <p:nvPr>
            <p:ph type="title" hasCustomPrompt="1"/>
          </p:nvPr>
        </p:nvSpPr>
        <p:spPr>
          <a:xfrm>
            <a:off x="374354" y="880851"/>
            <a:ext cx="3672203"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122879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Generic case study - stats &amp; imag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36D08B-2055-4FAB-BCAD-F6772FE15965}"/>
              </a:ext>
            </a:extLst>
          </p:cNvPr>
          <p:cNvSpPr/>
          <p:nvPr userDrawn="1"/>
        </p:nvSpPr>
        <p:spPr>
          <a:xfrm>
            <a:off x="6" y="0"/>
            <a:ext cx="46475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79884F6C-0F20-4DA1-9F53-648E6096A28C}"/>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26" name="Text Placeholder 10">
            <a:extLst>
              <a:ext uri="{FF2B5EF4-FFF2-40B4-BE49-F238E27FC236}">
                <a16:creationId xmlns:a16="http://schemas.microsoft.com/office/drawing/2014/main" id="{6A91C5E6-3D9B-4780-9E20-103094FE8699}"/>
              </a:ext>
            </a:extLst>
          </p:cNvPr>
          <p:cNvSpPr>
            <a:spLocks noGrp="1"/>
          </p:cNvSpPr>
          <p:nvPr>
            <p:ph type="body" sz="quarter" idx="30"/>
          </p:nvPr>
        </p:nvSpPr>
        <p:spPr>
          <a:xfrm>
            <a:off x="1536412" y="371462"/>
            <a:ext cx="0" cy="1728000"/>
          </a:xfrm>
          <a:ln w="6350">
            <a:solidFill>
              <a:schemeClr val="tx2"/>
            </a:solidFill>
          </a:ln>
        </p:spPr>
        <p:txBody>
          <a:bodyPr tIns="0" rIns="0" bIns="0">
            <a:noAutofit/>
          </a:bodyPr>
          <a:lstStyle>
            <a:lvl1pPr>
              <a:defRPr sz="133">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0" name="Title 1">
            <a:extLst>
              <a:ext uri="{FF2B5EF4-FFF2-40B4-BE49-F238E27FC236}">
                <a16:creationId xmlns:a16="http://schemas.microsoft.com/office/drawing/2014/main" id="{C5DBE463-34B0-4BFE-B99A-4040A21ACF2E}"/>
              </a:ext>
            </a:extLst>
          </p:cNvPr>
          <p:cNvSpPr>
            <a:spLocks noGrp="1"/>
          </p:cNvSpPr>
          <p:nvPr>
            <p:ph type="title" hasCustomPrompt="1"/>
          </p:nvPr>
        </p:nvSpPr>
        <p:spPr>
          <a:xfrm>
            <a:off x="374356" y="880851"/>
            <a:ext cx="3664639"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3368727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27514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8222495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1_Content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93569-3587-4BA8-B8C1-5953DA9559DA}"/>
              </a:ext>
            </a:extLst>
          </p:cNvPr>
          <p:cNvSpPr>
            <a:spLocks noGrp="1"/>
          </p:cNvSpPr>
          <p:nvPr>
            <p:ph type="title" hasCustomPrompt="1"/>
          </p:nvPr>
        </p:nvSpPr>
        <p:spPr>
          <a:xfrm>
            <a:off x="374358" y="878406"/>
            <a:ext cx="11441529" cy="346249"/>
          </a:xfrm>
        </p:spPr>
        <p:txBody>
          <a:bodyPr/>
          <a:lstStyle>
            <a:lvl1pPr>
              <a:defRPr/>
            </a:lvl1pPr>
          </a:lstStyle>
          <a:p>
            <a:r>
              <a:rPr lang="en-US"/>
              <a:t>Click to edit slide title</a:t>
            </a:r>
          </a:p>
        </p:txBody>
      </p:sp>
      <p:sp>
        <p:nvSpPr>
          <p:cNvPr id="4" name="Slide Number Placeholder 3">
            <a:extLst>
              <a:ext uri="{FF2B5EF4-FFF2-40B4-BE49-F238E27FC236}">
                <a16:creationId xmlns:a16="http://schemas.microsoft.com/office/drawing/2014/main" id="{B930CF4F-91F5-4252-9F54-B7E4E7906984}"/>
              </a:ext>
            </a:extLst>
          </p:cNvPr>
          <p:cNvSpPr>
            <a:spLocks noGrp="1"/>
          </p:cNvSpPr>
          <p:nvPr>
            <p:ph type="sldNum" sz="quarter" idx="11"/>
          </p:nvPr>
        </p:nvSpPr>
        <p:spPr/>
        <p:txBody>
          <a:bodyPr/>
          <a:lstStyle/>
          <a:p>
            <a:fld id="{2AD60A62-D79C-4E7D-8F8E-8A07D848AD24}" type="slidenum">
              <a:rPr lang="en-US" smtClean="0"/>
              <a:pPr/>
              <a:t>‹#›</a:t>
            </a:fld>
            <a:endParaRPr lang="en-US"/>
          </a:p>
        </p:txBody>
      </p:sp>
      <p:sp>
        <p:nvSpPr>
          <p:cNvPr id="6" name="Subtitle 2">
            <a:extLst>
              <a:ext uri="{FF2B5EF4-FFF2-40B4-BE49-F238E27FC236}">
                <a16:creationId xmlns:a16="http://schemas.microsoft.com/office/drawing/2014/main" id="{B5951E3F-CAF6-4EC8-8BCC-41AAB1B475E5}"/>
              </a:ext>
            </a:extLst>
          </p:cNvPr>
          <p:cNvSpPr>
            <a:spLocks noGrp="1"/>
          </p:cNvSpPr>
          <p:nvPr>
            <p:ph type="subTitle" idx="1" hasCustomPrompt="1"/>
          </p:nvPr>
        </p:nvSpPr>
        <p:spPr>
          <a:xfrm>
            <a:off x="374351" y="442572"/>
            <a:ext cx="3670140" cy="208416"/>
          </a:xfrm>
        </p:spPr>
        <p:txBody>
          <a:bodyPr wrap="square" tIns="54000" anchor="b">
            <a:spAutoFit/>
          </a:bodyPr>
          <a:lstStyle>
            <a:lvl1pPr marL="0" indent="0" algn="l">
              <a:lnSpc>
                <a:spcPct val="100000"/>
              </a:lnSpc>
              <a:buNone/>
              <a:defRPr sz="999" b="1" cap="all" baseline="0">
                <a:solidFill>
                  <a:schemeClr val="tx2"/>
                </a:solidFill>
              </a:defRPr>
            </a:lvl1pPr>
            <a:lvl2pPr marL="456843" indent="0" algn="ctr">
              <a:buNone/>
              <a:defRPr sz="1999"/>
            </a:lvl2pPr>
            <a:lvl3pPr marL="913689" indent="0" algn="ctr">
              <a:buNone/>
              <a:defRPr sz="1799"/>
            </a:lvl3pPr>
            <a:lvl4pPr marL="1370532" indent="0" algn="ctr">
              <a:buNone/>
              <a:defRPr sz="1600"/>
            </a:lvl4pPr>
            <a:lvl5pPr marL="1827377" indent="0" algn="ctr">
              <a:buNone/>
              <a:defRPr sz="1600"/>
            </a:lvl5pPr>
            <a:lvl6pPr marL="2284220" indent="0" algn="ctr">
              <a:buNone/>
              <a:defRPr sz="1600"/>
            </a:lvl6pPr>
            <a:lvl7pPr marL="2741066" indent="0" algn="ctr">
              <a:buNone/>
              <a:defRPr sz="1600"/>
            </a:lvl7pPr>
            <a:lvl8pPr marL="3197911" indent="0" algn="ctr">
              <a:buNone/>
              <a:defRPr sz="1600"/>
            </a:lvl8pPr>
            <a:lvl9pPr marL="3654753" indent="0" algn="ctr">
              <a:buNone/>
              <a:defRPr sz="1600"/>
            </a:lvl9pPr>
          </a:lstStyle>
          <a:p>
            <a:r>
              <a:rPr lang="en-US"/>
              <a:t>Click to Edit slide header</a:t>
            </a:r>
          </a:p>
        </p:txBody>
      </p:sp>
      <p:sp>
        <p:nvSpPr>
          <p:cNvPr id="7" name="Text Placeholder 12">
            <a:extLst>
              <a:ext uri="{FF2B5EF4-FFF2-40B4-BE49-F238E27FC236}">
                <a16:creationId xmlns:a16="http://schemas.microsoft.com/office/drawing/2014/main" id="{99207A50-A4CF-4163-A2E1-CCDA450F1262}"/>
              </a:ext>
            </a:extLst>
          </p:cNvPr>
          <p:cNvSpPr>
            <a:spLocks noGrp="1"/>
          </p:cNvSpPr>
          <p:nvPr>
            <p:ph type="body" sz="quarter" idx="24" hasCustomPrompt="1"/>
          </p:nvPr>
        </p:nvSpPr>
        <p:spPr>
          <a:xfrm>
            <a:off x="374355" y="6539484"/>
            <a:ext cx="8531701" cy="87716"/>
          </a:xfrm>
        </p:spPr>
        <p:txBody>
          <a:bodyPr/>
          <a:lstStyle>
            <a:lvl1pPr>
              <a:defRPr sz="599" b="0"/>
            </a:lvl1pPr>
            <a:lvl2pPr>
              <a:defRPr sz="599" b="0"/>
            </a:lvl2pPr>
            <a:lvl3pPr>
              <a:buNone/>
              <a:defRPr sz="599"/>
            </a:lvl3pPr>
            <a:lvl4pPr>
              <a:defRPr sz="599"/>
            </a:lvl4pPr>
            <a:lvl5pPr>
              <a:defRPr sz="599" b="0"/>
            </a:lvl5pPr>
            <a:lvl6pPr>
              <a:buNone/>
              <a:defRPr sz="599"/>
            </a:lvl6pPr>
            <a:lvl7pPr>
              <a:defRPr sz="599"/>
            </a:lvl7pPr>
            <a:lvl8pPr>
              <a:defRPr sz="599" b="0"/>
            </a:lvl8pPr>
            <a:lvl9pPr>
              <a:buNone/>
              <a:defRPr sz="599"/>
            </a:lvl9pPr>
          </a:lstStyle>
          <a:p>
            <a:pPr lvl="0"/>
            <a:r>
              <a:rPr lang="en-US"/>
              <a:t>Source text</a:t>
            </a:r>
          </a:p>
        </p:txBody>
      </p:sp>
    </p:spTree>
    <p:extLst>
      <p:ext uri="{BB962C8B-B14F-4D97-AF65-F5344CB8AC3E}">
        <p14:creationId xmlns:p14="http://schemas.microsoft.com/office/powerpoint/2010/main" val="274251018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userDrawn="1">
  <p:cSld name="1_3 Compariso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C3D22552-EF90-72F0-DF87-A879F154E86B}"/>
              </a:ext>
            </a:extLst>
          </p:cNvPr>
          <p:cNvSpPr>
            <a:spLocks noGrp="1"/>
          </p:cNvSpPr>
          <p:nvPr>
            <p:ph type="ftr" sz="quarter" idx="11"/>
          </p:nvPr>
        </p:nvSpPr>
        <p:spPr>
          <a:xfrm>
            <a:off x="6096000" y="6388193"/>
            <a:ext cx="5521583" cy="123111"/>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944AEDD6-E6D3-6E10-12D1-F4AD2A33F9FA}"/>
              </a:ext>
            </a:extLst>
          </p:cNvPr>
          <p:cNvSpPr>
            <a:spLocks noGrp="1"/>
          </p:cNvSpPr>
          <p:nvPr>
            <p:ph type="sldNum" sz="quarter" idx="12"/>
          </p:nvPr>
        </p:nvSpPr>
        <p:spPr>
          <a:xfrm>
            <a:off x="11645766" y="6388192"/>
            <a:ext cx="247042" cy="123111"/>
          </a:xfrm>
          <a:prstGeom prst="rect">
            <a:avLst/>
          </a:prstGeom>
        </p:spPr>
        <p:txBody>
          <a:bodyPr/>
          <a:lstStyle/>
          <a:p>
            <a:fld id="{0AE1FFAB-E171-455B-9038-C4EED3267AD2}" type="slidenum">
              <a:rPr lang="en-GB" smtClean="0"/>
              <a:t>‹#›</a:t>
            </a:fld>
            <a:endParaRPr lang="en-GB"/>
          </a:p>
        </p:txBody>
      </p:sp>
      <p:sp>
        <p:nvSpPr>
          <p:cNvPr id="11" name="Content Placeholder 2">
            <a:extLst>
              <a:ext uri="{FF2B5EF4-FFF2-40B4-BE49-F238E27FC236}">
                <a16:creationId xmlns:a16="http://schemas.microsoft.com/office/drawing/2014/main" id="{3E42EF7B-DCF6-EEC9-2217-086F577D6F13}"/>
              </a:ext>
            </a:extLst>
          </p:cNvPr>
          <p:cNvSpPr>
            <a:spLocks noGrp="1"/>
          </p:cNvSpPr>
          <p:nvPr>
            <p:ph sz="half" idx="13"/>
          </p:nvPr>
        </p:nvSpPr>
        <p:spPr>
          <a:xfrm>
            <a:off x="342743" y="2324648"/>
            <a:ext cx="3611880" cy="3373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2">
            <a:extLst>
              <a:ext uri="{FF2B5EF4-FFF2-40B4-BE49-F238E27FC236}">
                <a16:creationId xmlns:a16="http://schemas.microsoft.com/office/drawing/2014/main" id="{667E70A5-20E4-4CB3-EB2A-2780ECEFD1F1}"/>
              </a:ext>
            </a:extLst>
          </p:cNvPr>
          <p:cNvSpPr>
            <a:spLocks noGrp="1"/>
          </p:cNvSpPr>
          <p:nvPr>
            <p:ph sz="half" idx="15"/>
          </p:nvPr>
        </p:nvSpPr>
        <p:spPr>
          <a:xfrm>
            <a:off x="4290060" y="2324648"/>
            <a:ext cx="3611880" cy="3373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2">
            <a:extLst>
              <a:ext uri="{FF2B5EF4-FFF2-40B4-BE49-F238E27FC236}">
                <a16:creationId xmlns:a16="http://schemas.microsoft.com/office/drawing/2014/main" id="{1AA43C20-2C64-1525-E2AB-B39617FF982E}"/>
              </a:ext>
            </a:extLst>
          </p:cNvPr>
          <p:cNvSpPr>
            <a:spLocks noGrp="1"/>
          </p:cNvSpPr>
          <p:nvPr>
            <p:ph sz="half" idx="17"/>
          </p:nvPr>
        </p:nvSpPr>
        <p:spPr>
          <a:xfrm>
            <a:off x="8237219" y="2324648"/>
            <a:ext cx="3611880" cy="3373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2">
            <a:extLst>
              <a:ext uri="{FF2B5EF4-FFF2-40B4-BE49-F238E27FC236}">
                <a16:creationId xmlns:a16="http://schemas.microsoft.com/office/drawing/2014/main" id="{BD271A43-1A04-6979-76AF-A063EBC50983}"/>
              </a:ext>
            </a:extLst>
          </p:cNvPr>
          <p:cNvSpPr>
            <a:spLocks noGrp="1"/>
          </p:cNvSpPr>
          <p:nvPr>
            <p:ph type="body" idx="19" hasCustomPrompt="1"/>
          </p:nvPr>
        </p:nvSpPr>
        <p:spPr>
          <a:xfrm>
            <a:off x="342743" y="1485900"/>
            <a:ext cx="3611880" cy="547779"/>
          </a:xfrm>
          <a:prstGeom prst="round2SameRect">
            <a:avLst>
              <a:gd name="adj1" fmla="val 26520"/>
              <a:gd name="adj2" fmla="val 0"/>
            </a:avLst>
          </a:prstGeom>
          <a:solidFill>
            <a:schemeClr val="accent1"/>
          </a:solidFill>
        </p:spPr>
        <p:txBody>
          <a:bodyPr lIns="108000" tIns="108000" rIns="108000" bIns="108000" anchor="t">
            <a:noAutofit/>
          </a:bodyPr>
          <a:lstStyle>
            <a:lvl1pPr marL="0" indent="0" algn="l">
              <a:buNone/>
              <a:defRPr sz="2000" b="1">
                <a:solidFill>
                  <a:sysClr val="windowText" lastClr="0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Heading</a:t>
            </a:r>
          </a:p>
        </p:txBody>
      </p:sp>
      <p:sp>
        <p:nvSpPr>
          <p:cNvPr id="13" name="Text Placeholder 2">
            <a:extLst>
              <a:ext uri="{FF2B5EF4-FFF2-40B4-BE49-F238E27FC236}">
                <a16:creationId xmlns:a16="http://schemas.microsoft.com/office/drawing/2014/main" id="{E4B76C35-AB6B-A157-2CA4-CCCA13C1B0A2}"/>
              </a:ext>
            </a:extLst>
          </p:cNvPr>
          <p:cNvSpPr>
            <a:spLocks noGrp="1"/>
          </p:cNvSpPr>
          <p:nvPr>
            <p:ph type="body" idx="20" hasCustomPrompt="1"/>
          </p:nvPr>
        </p:nvSpPr>
        <p:spPr>
          <a:xfrm>
            <a:off x="4290060" y="1485900"/>
            <a:ext cx="3611880" cy="547779"/>
          </a:xfrm>
          <a:prstGeom prst="round2SameRect">
            <a:avLst>
              <a:gd name="adj1" fmla="val 26520"/>
              <a:gd name="adj2" fmla="val 0"/>
            </a:avLst>
          </a:prstGeom>
          <a:solidFill>
            <a:srgbClr val="74C5BB"/>
          </a:solidFill>
        </p:spPr>
        <p:txBody>
          <a:bodyPr lIns="108000" tIns="108000" rIns="108000" bIns="108000" anchor="t">
            <a:noAutofit/>
          </a:bodyPr>
          <a:lstStyle>
            <a:lvl1pPr marL="0" indent="0" algn="l">
              <a:buNone/>
              <a:defRPr sz="2000" b="1">
                <a:solidFill>
                  <a:sysClr val="windowText" lastClr="0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Heading</a:t>
            </a:r>
          </a:p>
        </p:txBody>
      </p:sp>
      <p:sp>
        <p:nvSpPr>
          <p:cNvPr id="15" name="Text Placeholder 2">
            <a:extLst>
              <a:ext uri="{FF2B5EF4-FFF2-40B4-BE49-F238E27FC236}">
                <a16:creationId xmlns:a16="http://schemas.microsoft.com/office/drawing/2014/main" id="{CCD2C443-3DEA-0619-46FA-01A41E21B448}"/>
              </a:ext>
            </a:extLst>
          </p:cNvPr>
          <p:cNvSpPr>
            <a:spLocks noGrp="1"/>
          </p:cNvSpPr>
          <p:nvPr>
            <p:ph type="body" idx="21" hasCustomPrompt="1"/>
          </p:nvPr>
        </p:nvSpPr>
        <p:spPr>
          <a:xfrm>
            <a:off x="8237220" y="1485900"/>
            <a:ext cx="3611880" cy="547779"/>
          </a:xfrm>
          <a:prstGeom prst="round2SameRect">
            <a:avLst>
              <a:gd name="adj1" fmla="val 26520"/>
              <a:gd name="adj2" fmla="val 0"/>
            </a:avLst>
          </a:prstGeom>
          <a:solidFill>
            <a:srgbClr val="BFE6DF"/>
          </a:solidFill>
        </p:spPr>
        <p:txBody>
          <a:bodyPr lIns="108000" tIns="108000" rIns="108000" bIns="108000" anchor="t">
            <a:noAutofit/>
          </a:bodyPr>
          <a:lstStyle>
            <a:lvl1pPr marL="0" indent="0" algn="l">
              <a:buNone/>
              <a:defRPr sz="2000" b="1">
                <a:solidFill>
                  <a:sysClr val="windowText" lastClr="0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Heading</a:t>
            </a:r>
          </a:p>
        </p:txBody>
      </p:sp>
      <p:sp>
        <p:nvSpPr>
          <p:cNvPr id="21" name="Title 1">
            <a:extLst>
              <a:ext uri="{FF2B5EF4-FFF2-40B4-BE49-F238E27FC236}">
                <a16:creationId xmlns:a16="http://schemas.microsoft.com/office/drawing/2014/main" id="{D23A6734-3A7A-7931-F8C9-EF53DC539569}"/>
              </a:ext>
            </a:extLst>
          </p:cNvPr>
          <p:cNvSpPr>
            <a:spLocks noGrp="1"/>
          </p:cNvSpPr>
          <p:nvPr>
            <p:ph type="title"/>
          </p:nvPr>
        </p:nvSpPr>
        <p:spPr>
          <a:xfrm>
            <a:off x="343057" y="334475"/>
            <a:ext cx="11506043" cy="415498"/>
          </a:xfrm>
          <a:prstGeom prst="rect">
            <a:avLst/>
          </a:prstGeom>
        </p:spPr>
        <p:txBody>
          <a:bodyPr/>
          <a:lstStyle/>
          <a:p>
            <a:r>
              <a:rPr lang="en-GB"/>
              <a:t>Click to edit Master title style</a:t>
            </a:r>
          </a:p>
        </p:txBody>
      </p:sp>
      <p:sp>
        <p:nvSpPr>
          <p:cNvPr id="22" name="Text Placeholder 7">
            <a:extLst>
              <a:ext uri="{FF2B5EF4-FFF2-40B4-BE49-F238E27FC236}">
                <a16:creationId xmlns:a16="http://schemas.microsoft.com/office/drawing/2014/main" id="{CE909FAE-CC67-553A-9E2D-FF8CBEBB9126}"/>
              </a:ext>
            </a:extLst>
          </p:cNvPr>
          <p:cNvSpPr>
            <a:spLocks noGrp="1"/>
          </p:cNvSpPr>
          <p:nvPr>
            <p:ph type="body" sz="quarter" idx="22" hasCustomPrompt="1"/>
          </p:nvPr>
        </p:nvSpPr>
        <p:spPr>
          <a:xfrm>
            <a:off x="342899" y="799045"/>
            <a:ext cx="11505403" cy="276999"/>
          </a:xfrm>
        </p:spPr>
        <p:txBody>
          <a:bodyPr wrap="square">
            <a:spAutoFit/>
          </a:bodyPr>
          <a:lstStyle>
            <a:lvl1pPr marL="0" indent="0">
              <a:buNone/>
              <a:defRPr sz="2000">
                <a:solidFill>
                  <a:schemeClr val="tx1"/>
                </a:solidFill>
              </a:defRPr>
            </a:lvl1pPr>
            <a:lvl2pPr marL="0" indent="0">
              <a:buNone/>
              <a:defRPr sz="2000"/>
            </a:lvl2pPr>
            <a:lvl3pPr marL="0" indent="0">
              <a:buNone/>
              <a:defRPr sz="2000"/>
            </a:lvl3pPr>
            <a:lvl4pPr marL="0" indent="0">
              <a:buNone/>
              <a:defRPr sz="2000"/>
            </a:lvl4pPr>
            <a:lvl5pPr marL="0" indent="0">
              <a:buNone/>
              <a:defRPr sz="2000"/>
            </a:lvl5pPr>
          </a:lstStyle>
          <a:p>
            <a:pPr lvl="0"/>
            <a:r>
              <a:rPr lang="en-GB"/>
              <a:t>Subtitle</a:t>
            </a:r>
            <a:endParaRPr lang="en-US"/>
          </a:p>
        </p:txBody>
      </p:sp>
    </p:spTree>
    <p:extLst>
      <p:ext uri="{BB962C8B-B14F-4D97-AF65-F5344CB8AC3E}">
        <p14:creationId xmlns:p14="http://schemas.microsoft.com/office/powerpoint/2010/main" val="3403355916"/>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E47045E8-4F3F-B8C1-B9F5-858D77EE2754}"/>
              </a:ext>
            </a:extLst>
          </p:cNvPr>
          <p:cNvSpPr>
            <a:spLocks noGrp="1"/>
          </p:cNvSpPr>
          <p:nvPr>
            <p:ph type="body" sz="quarter" idx="13" hasCustomPrompt="1"/>
          </p:nvPr>
        </p:nvSpPr>
        <p:spPr>
          <a:xfrm>
            <a:off x="342899" y="716495"/>
            <a:ext cx="11505403" cy="221599"/>
          </a:xfrm>
        </p:spPr>
        <p:txBody>
          <a:bodyPr wrap="square">
            <a:spAutoFit/>
          </a:bodyPr>
          <a:lstStyle>
            <a:lvl1pPr marL="0" indent="0">
              <a:buNone/>
              <a:defRPr sz="1600" i="1">
                <a:solidFill>
                  <a:schemeClr val="tx1"/>
                </a:solidFill>
                <a:latin typeface="Arial" panose="020B0604020202020204" pitchFamily="34" charset="0"/>
                <a:cs typeface="Arial" panose="020B0604020202020204" pitchFamily="34" charset="0"/>
              </a:defRPr>
            </a:lvl1pPr>
            <a:lvl2pPr marL="0" indent="0">
              <a:buNone/>
              <a:defRPr sz="2000"/>
            </a:lvl2pPr>
            <a:lvl3pPr marL="0" indent="0">
              <a:buNone/>
              <a:defRPr sz="2000"/>
            </a:lvl3pPr>
            <a:lvl4pPr marL="0" indent="0">
              <a:buNone/>
              <a:defRPr sz="2000"/>
            </a:lvl4pPr>
            <a:lvl5pPr marL="0" indent="0">
              <a:buNone/>
              <a:defRPr sz="2000"/>
            </a:lvl5pPr>
          </a:lstStyle>
          <a:p>
            <a:pPr lvl="0"/>
            <a:r>
              <a:rPr lang="en-GB"/>
              <a:t>Subtitle</a:t>
            </a:r>
            <a:endParaRPr lang="en-US"/>
          </a:p>
        </p:txBody>
      </p:sp>
      <p:sp>
        <p:nvSpPr>
          <p:cNvPr id="3" name="Title 2">
            <a:extLst>
              <a:ext uri="{FF2B5EF4-FFF2-40B4-BE49-F238E27FC236}">
                <a16:creationId xmlns:a16="http://schemas.microsoft.com/office/drawing/2014/main" id="{EA0FBF6D-7276-8D60-B9D3-B5DDF778A426}"/>
              </a:ext>
            </a:extLst>
          </p:cNvPr>
          <p:cNvSpPr>
            <a:spLocks noGrp="1"/>
          </p:cNvSpPr>
          <p:nvPr>
            <p:ph type="title"/>
          </p:nvPr>
        </p:nvSpPr>
        <p:spPr>
          <a:xfrm>
            <a:off x="342900" y="367712"/>
            <a:ext cx="11506200" cy="332399"/>
          </a:xfrm>
        </p:spPr>
        <p:txBody>
          <a:bodyPr vert="horz" wrap="square" lIns="0" tIns="0" rIns="0" bIns="0" rtlCol="0" anchor="t" anchorCtr="0">
            <a:spAutoFit/>
          </a:bodyPr>
          <a:lstStyle>
            <a:lvl1pPr>
              <a:defRPr lang="en-GB" sz="2400" b="1">
                <a:latin typeface="Arial" panose="020B0604020202020204" pitchFamily="34" charset="0"/>
                <a:cs typeface="Arial" panose="020B0604020202020204" pitchFamily="34" charset="0"/>
              </a:defRPr>
            </a:lvl1pPr>
          </a:lstStyle>
          <a:p>
            <a:pPr lvl="0"/>
            <a:r>
              <a:rPr lang="en-US"/>
              <a:t>Click to edit Master title style</a:t>
            </a:r>
            <a:endParaRPr lang="en-GB"/>
          </a:p>
        </p:txBody>
      </p:sp>
      <p:sp>
        <p:nvSpPr>
          <p:cNvPr id="8" name="Footer Placeholder 4">
            <a:extLst>
              <a:ext uri="{FF2B5EF4-FFF2-40B4-BE49-F238E27FC236}">
                <a16:creationId xmlns:a16="http://schemas.microsoft.com/office/drawing/2014/main" id="{F85B6EB8-15CF-FB7B-6CE4-12F258E908CC}"/>
              </a:ext>
            </a:extLst>
          </p:cNvPr>
          <p:cNvSpPr>
            <a:spLocks noGrp="1"/>
          </p:cNvSpPr>
          <p:nvPr>
            <p:ph type="ftr" sz="quarter" idx="3"/>
          </p:nvPr>
        </p:nvSpPr>
        <p:spPr>
          <a:xfrm>
            <a:off x="6052292" y="6427935"/>
            <a:ext cx="5521583" cy="123111"/>
          </a:xfrm>
          <a:prstGeom prst="rect">
            <a:avLst/>
          </a:prstGeom>
        </p:spPr>
        <p:txBody>
          <a:bodyPr vert="horz" wrap="square" lIns="0" tIns="0" rIns="0" bIns="0" rtlCol="0" anchor="b">
            <a:spAutoFit/>
          </a:bodyPr>
          <a:lstStyle>
            <a:lvl1pPr algn="r">
              <a:defRPr sz="800" spc="0" baseline="0">
                <a:solidFill>
                  <a:schemeClr val="tx1"/>
                </a:solidFill>
                <a:latin typeface="Arial" panose="020B0604020202020204" pitchFamily="34" charset="0"/>
                <a:cs typeface="Arial" panose="020B0604020202020204" pitchFamily="34" charset="0"/>
              </a:defRPr>
            </a:lvl1pPr>
          </a:lstStyle>
          <a:p>
            <a:endParaRPr lang="en-GB"/>
          </a:p>
        </p:txBody>
      </p:sp>
      <p:sp>
        <p:nvSpPr>
          <p:cNvPr id="9" name="Slide Number Placeholder 5">
            <a:extLst>
              <a:ext uri="{FF2B5EF4-FFF2-40B4-BE49-F238E27FC236}">
                <a16:creationId xmlns:a16="http://schemas.microsoft.com/office/drawing/2014/main" id="{91F6861E-416E-4EB4-F2BE-00E2A8FB5D7F}"/>
              </a:ext>
            </a:extLst>
          </p:cNvPr>
          <p:cNvSpPr>
            <a:spLocks noGrp="1"/>
          </p:cNvSpPr>
          <p:nvPr>
            <p:ph type="sldNum" sz="quarter" idx="4"/>
          </p:nvPr>
        </p:nvSpPr>
        <p:spPr>
          <a:xfrm>
            <a:off x="11602058" y="6427934"/>
            <a:ext cx="247042" cy="123111"/>
          </a:xfrm>
          <a:prstGeom prst="rect">
            <a:avLst/>
          </a:prstGeom>
        </p:spPr>
        <p:txBody>
          <a:bodyPr vert="horz" wrap="square" lIns="0" tIns="0" rIns="0" bIns="0" rtlCol="0" anchor="b">
            <a:spAutoFit/>
          </a:bodyPr>
          <a:lstStyle>
            <a:lvl1pPr algn="r">
              <a:defRPr sz="800" spc="-40" baseline="0">
                <a:solidFill>
                  <a:schemeClr val="tx1"/>
                </a:solidFill>
                <a:latin typeface="+mn-lt"/>
              </a:defRPr>
            </a:lvl1pPr>
          </a:lstStyle>
          <a:p>
            <a:fld id="{0AE1FFAB-E171-455B-9038-C4EED3267AD2}" type="slidenum">
              <a:rPr lang="en-GB" smtClean="0"/>
              <a:pPr/>
              <a:t>‹#›</a:t>
            </a:fld>
            <a:endParaRPr lang="en-GB"/>
          </a:p>
        </p:txBody>
      </p:sp>
    </p:spTree>
    <p:extLst>
      <p:ext uri="{BB962C8B-B14F-4D97-AF65-F5344CB8AC3E}">
        <p14:creationId xmlns:p14="http://schemas.microsoft.com/office/powerpoint/2010/main" val="92197853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3F56F0D-2FB9-D266-A7F4-BA16C6523FC7}"/>
              </a:ext>
            </a:extLst>
          </p:cNvPr>
          <p:cNvSpPr>
            <a:spLocks noGrp="1"/>
          </p:cNvSpPr>
          <p:nvPr>
            <p:ph type="ftr" sz="quarter" idx="3"/>
          </p:nvPr>
        </p:nvSpPr>
        <p:spPr>
          <a:xfrm>
            <a:off x="6099048" y="6391656"/>
            <a:ext cx="5521583" cy="123111"/>
          </a:xfrm>
          <a:prstGeom prst="rect">
            <a:avLst/>
          </a:prstGeom>
        </p:spPr>
        <p:txBody>
          <a:bodyPr vert="horz" wrap="square" lIns="0" tIns="0" rIns="0" bIns="0" rtlCol="0" anchor="b">
            <a:spAutoFit/>
          </a:bodyPr>
          <a:lstStyle>
            <a:lvl1pPr algn="r">
              <a:defRPr sz="800" spc="-40" baseline="0">
                <a:solidFill>
                  <a:schemeClr val="tx1"/>
                </a:solidFill>
                <a:latin typeface="Kenvue Sans" panose="020B0504030102040203" pitchFamily="34" charset="0"/>
                <a:cs typeface="Arial" panose="020B0604020202020204" pitchFamily="34" charset="0"/>
              </a:defRPr>
            </a:lvl1pPr>
          </a:lstStyle>
          <a:p>
            <a:r>
              <a:rPr lang="en-GB"/>
              <a:t>Strictly Confidential – Do Not Distribute</a:t>
            </a:r>
          </a:p>
        </p:txBody>
      </p:sp>
      <p:sp>
        <p:nvSpPr>
          <p:cNvPr id="4" name="Slide Number Placeholder 5">
            <a:extLst>
              <a:ext uri="{FF2B5EF4-FFF2-40B4-BE49-F238E27FC236}">
                <a16:creationId xmlns:a16="http://schemas.microsoft.com/office/drawing/2014/main" id="{A6B70324-9FF6-120B-C5B5-24A980EDF280}"/>
              </a:ext>
            </a:extLst>
          </p:cNvPr>
          <p:cNvSpPr>
            <a:spLocks noGrp="1"/>
          </p:cNvSpPr>
          <p:nvPr>
            <p:ph type="sldNum" sz="quarter" idx="4"/>
          </p:nvPr>
        </p:nvSpPr>
        <p:spPr>
          <a:xfrm>
            <a:off x="11649456" y="6391656"/>
            <a:ext cx="247042" cy="123111"/>
          </a:xfrm>
          <a:prstGeom prst="rect">
            <a:avLst/>
          </a:prstGeom>
        </p:spPr>
        <p:txBody>
          <a:bodyPr vert="horz" wrap="square" lIns="0" tIns="0" rIns="0" bIns="0" rtlCol="0" anchor="b">
            <a:spAutoFit/>
          </a:bodyPr>
          <a:lstStyle>
            <a:lvl1pPr algn="r">
              <a:defRPr sz="800" spc="-40" baseline="0">
                <a:solidFill>
                  <a:schemeClr val="tx1"/>
                </a:solidFill>
                <a:latin typeface="Kenvue Sans" panose="020B0504030102040203" pitchFamily="34" charset="0"/>
              </a:defRPr>
            </a:lvl1pPr>
          </a:lstStyle>
          <a:p>
            <a:fld id="{0AE1FFAB-E171-455B-9038-C4EED3267AD2}" type="slidenum">
              <a:rPr lang="en-GB" smtClean="0"/>
              <a:pPr/>
              <a:t>‹#›</a:t>
            </a:fld>
            <a:endParaRPr lang="en-GB"/>
          </a:p>
        </p:txBody>
      </p:sp>
    </p:spTree>
    <p:extLst>
      <p:ext uri="{BB962C8B-B14F-4D97-AF65-F5344CB8AC3E}">
        <p14:creationId xmlns:p14="http://schemas.microsoft.com/office/powerpoint/2010/main" val="1984941447"/>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Content - 3 columns &amp; heading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567A0F-00A8-4974-A7F5-8D079334216D}"/>
              </a:ext>
            </a:extLst>
          </p:cNvPr>
          <p:cNvSpPr>
            <a:spLocks noGrp="1"/>
          </p:cNvSpPr>
          <p:nvPr>
            <p:ph type="sldNum" sz="quarter" idx="11"/>
          </p:nvPr>
        </p:nvSpPr>
        <p:spPr/>
        <p:txBody>
          <a:bodyPr/>
          <a:lstStyle/>
          <a:p>
            <a:fld id="{2AD60A62-D79C-4E7D-8F8E-8A07D848AD24}" type="slidenum">
              <a:rPr lang="en-US" smtClean="0"/>
              <a:pPr/>
              <a:t>‹#›</a:t>
            </a:fld>
            <a:endParaRPr lang="en-US"/>
          </a:p>
        </p:txBody>
      </p:sp>
      <p:sp>
        <p:nvSpPr>
          <p:cNvPr id="13" name="Text Placeholder 10">
            <a:extLst>
              <a:ext uri="{FF2B5EF4-FFF2-40B4-BE49-F238E27FC236}">
                <a16:creationId xmlns:a16="http://schemas.microsoft.com/office/drawing/2014/main" id="{12DCDFAD-68E6-497D-A8C7-A2F60B64BBCD}"/>
              </a:ext>
            </a:extLst>
          </p:cNvPr>
          <p:cNvSpPr>
            <a:spLocks noGrp="1"/>
          </p:cNvSpPr>
          <p:nvPr>
            <p:ph type="body" sz="quarter" idx="15" hasCustomPrompt="1"/>
          </p:nvPr>
        </p:nvSpPr>
        <p:spPr>
          <a:xfrm>
            <a:off x="374351" y="2261770"/>
            <a:ext cx="3662217" cy="249299"/>
          </a:xfrm>
        </p:spPr>
        <p:txBody>
          <a:bodyPr anchor="b"/>
          <a:lstStyle>
            <a:lvl1pPr>
              <a:lnSpc>
                <a:spcPct val="90000"/>
              </a:lnSpc>
              <a:defRPr sz="1800" b="1"/>
            </a:lvl1pPr>
          </a:lstStyle>
          <a:p>
            <a:pPr lvl="0"/>
            <a:r>
              <a:rPr lang="en-US"/>
              <a:t>Insert two-line heading here</a:t>
            </a:r>
          </a:p>
        </p:txBody>
      </p:sp>
      <p:sp>
        <p:nvSpPr>
          <p:cNvPr id="14" name="Text Placeholder 10">
            <a:extLst>
              <a:ext uri="{FF2B5EF4-FFF2-40B4-BE49-F238E27FC236}">
                <a16:creationId xmlns:a16="http://schemas.microsoft.com/office/drawing/2014/main" id="{7CFDF2FE-8E7A-4DC8-BAE6-58ED9463747E}"/>
              </a:ext>
            </a:extLst>
          </p:cNvPr>
          <p:cNvSpPr>
            <a:spLocks noGrp="1"/>
          </p:cNvSpPr>
          <p:nvPr>
            <p:ph type="body" sz="quarter" idx="16" hasCustomPrompt="1"/>
          </p:nvPr>
        </p:nvSpPr>
        <p:spPr>
          <a:xfrm>
            <a:off x="4261845" y="2261770"/>
            <a:ext cx="3662216" cy="249299"/>
          </a:xfrm>
        </p:spPr>
        <p:txBody>
          <a:bodyPr anchor="b"/>
          <a:lstStyle>
            <a:lvl1pPr>
              <a:lnSpc>
                <a:spcPct val="90000"/>
              </a:lnSpc>
              <a:defRPr sz="1800" b="1"/>
            </a:lvl1pPr>
          </a:lstStyle>
          <a:p>
            <a:pPr lvl="0"/>
            <a:r>
              <a:rPr lang="en-US"/>
              <a:t>Insert two-line heading here</a:t>
            </a:r>
          </a:p>
        </p:txBody>
      </p:sp>
      <p:sp>
        <p:nvSpPr>
          <p:cNvPr id="15" name="Text Placeholder 10">
            <a:extLst>
              <a:ext uri="{FF2B5EF4-FFF2-40B4-BE49-F238E27FC236}">
                <a16:creationId xmlns:a16="http://schemas.microsoft.com/office/drawing/2014/main" id="{B27F6D12-EE19-4CBE-86C3-301BE9C8A7E3}"/>
              </a:ext>
            </a:extLst>
          </p:cNvPr>
          <p:cNvSpPr>
            <a:spLocks noGrp="1"/>
          </p:cNvSpPr>
          <p:nvPr>
            <p:ph type="body" sz="quarter" idx="17" hasCustomPrompt="1"/>
          </p:nvPr>
        </p:nvSpPr>
        <p:spPr>
          <a:xfrm>
            <a:off x="8149339" y="2261770"/>
            <a:ext cx="3662215" cy="249299"/>
          </a:xfrm>
        </p:spPr>
        <p:txBody>
          <a:bodyPr anchor="b"/>
          <a:lstStyle>
            <a:lvl1pPr>
              <a:lnSpc>
                <a:spcPct val="90000"/>
              </a:lnSpc>
              <a:defRPr sz="1800" b="1"/>
            </a:lvl1pPr>
          </a:lstStyle>
          <a:p>
            <a:pPr lvl="0"/>
            <a:r>
              <a:rPr lang="en-US"/>
              <a:t>Insert two-line heading here</a:t>
            </a:r>
          </a:p>
        </p:txBody>
      </p:sp>
      <p:sp>
        <p:nvSpPr>
          <p:cNvPr id="16" name="Text Placeholder 10">
            <a:extLst>
              <a:ext uri="{FF2B5EF4-FFF2-40B4-BE49-F238E27FC236}">
                <a16:creationId xmlns:a16="http://schemas.microsoft.com/office/drawing/2014/main" id="{13272B67-1A51-432A-B295-8CED796618B7}"/>
              </a:ext>
            </a:extLst>
          </p:cNvPr>
          <p:cNvSpPr>
            <a:spLocks noGrp="1"/>
          </p:cNvSpPr>
          <p:nvPr>
            <p:ph type="body" sz="quarter" idx="18"/>
          </p:nvPr>
        </p:nvSpPr>
        <p:spPr>
          <a:xfrm>
            <a:off x="374351" y="2613600"/>
            <a:ext cx="3660723" cy="0"/>
          </a:xfrm>
          <a:ln w="6350">
            <a:solidFill>
              <a:schemeClr val="tx2"/>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7" name="Text Placeholder 10">
            <a:extLst>
              <a:ext uri="{FF2B5EF4-FFF2-40B4-BE49-F238E27FC236}">
                <a16:creationId xmlns:a16="http://schemas.microsoft.com/office/drawing/2014/main" id="{FAEEC0AB-0945-4666-99B2-50555FE52E86}"/>
              </a:ext>
            </a:extLst>
          </p:cNvPr>
          <p:cNvSpPr>
            <a:spLocks noGrp="1"/>
          </p:cNvSpPr>
          <p:nvPr>
            <p:ph type="body" sz="quarter" idx="19"/>
          </p:nvPr>
        </p:nvSpPr>
        <p:spPr>
          <a:xfrm>
            <a:off x="4261845" y="2613600"/>
            <a:ext cx="3660723" cy="0"/>
          </a:xfrm>
          <a:ln w="6350">
            <a:solidFill>
              <a:schemeClr val="tx2"/>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Text Placeholder 10">
            <a:extLst>
              <a:ext uri="{FF2B5EF4-FFF2-40B4-BE49-F238E27FC236}">
                <a16:creationId xmlns:a16="http://schemas.microsoft.com/office/drawing/2014/main" id="{AA85FBE0-1240-40BC-9A85-A74C2E12CB10}"/>
              </a:ext>
            </a:extLst>
          </p:cNvPr>
          <p:cNvSpPr>
            <a:spLocks noGrp="1"/>
          </p:cNvSpPr>
          <p:nvPr>
            <p:ph type="body" sz="quarter" idx="20"/>
          </p:nvPr>
        </p:nvSpPr>
        <p:spPr>
          <a:xfrm>
            <a:off x="8149339" y="2613600"/>
            <a:ext cx="3660723" cy="0"/>
          </a:xfrm>
          <a:ln w="6350">
            <a:solidFill>
              <a:schemeClr val="tx2"/>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2" name="Title 1">
            <a:extLst>
              <a:ext uri="{FF2B5EF4-FFF2-40B4-BE49-F238E27FC236}">
                <a16:creationId xmlns:a16="http://schemas.microsoft.com/office/drawing/2014/main" id="{740C1E56-36F8-411A-B83E-A8BB0CCBC787}"/>
              </a:ext>
            </a:extLst>
          </p:cNvPr>
          <p:cNvSpPr>
            <a:spLocks noGrp="1"/>
          </p:cNvSpPr>
          <p:nvPr>
            <p:ph type="title" hasCustomPrompt="1"/>
          </p:nvPr>
        </p:nvSpPr>
        <p:spPr>
          <a:xfrm>
            <a:off x="374351" y="878288"/>
            <a:ext cx="11433909" cy="346249"/>
          </a:xfrm>
        </p:spPr>
        <p:txBody>
          <a:bodyPr/>
          <a:lstStyle>
            <a:lvl1pPr>
              <a:defRPr/>
            </a:lvl1pPr>
          </a:lstStyle>
          <a:p>
            <a:r>
              <a:rPr lang="en-US"/>
              <a:t>Click to edit slide title</a:t>
            </a:r>
          </a:p>
        </p:txBody>
      </p:sp>
      <p:sp>
        <p:nvSpPr>
          <p:cNvPr id="19" name="Text Placeholder 5">
            <a:extLst>
              <a:ext uri="{FF2B5EF4-FFF2-40B4-BE49-F238E27FC236}">
                <a16:creationId xmlns:a16="http://schemas.microsoft.com/office/drawing/2014/main" id="{8D2EDE94-8EBB-4A35-8249-BE7A278338A6}"/>
              </a:ext>
            </a:extLst>
          </p:cNvPr>
          <p:cNvSpPr>
            <a:spLocks noGrp="1"/>
          </p:cNvSpPr>
          <p:nvPr>
            <p:ph type="body" sz="quarter" idx="21"/>
          </p:nvPr>
        </p:nvSpPr>
        <p:spPr>
          <a:xfrm>
            <a:off x="374351" y="2774660"/>
            <a:ext cx="3665379" cy="1119024"/>
          </a:xfrm>
        </p:spPr>
        <p:txBody>
          <a:bodyPr/>
          <a:lstStyle>
            <a:lvl1pPr>
              <a:spcBef>
                <a:spcPts val="500"/>
              </a:spcBef>
              <a:defRPr sz="1300"/>
            </a:lvl1pPr>
            <a:lvl2pPr>
              <a:defRPr sz="1300"/>
            </a:lvl2pPr>
            <a:lvl3pPr>
              <a:defRPr sz="1300"/>
            </a:lvl3pPr>
            <a:lvl4pPr>
              <a:defRPr sz="1000"/>
            </a:lvl4pPr>
            <a:lvl5pPr>
              <a:defRPr sz="1000"/>
            </a:lvl5pPr>
            <a:lvl6pPr>
              <a:defRPr sz="10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5">
            <a:extLst>
              <a:ext uri="{FF2B5EF4-FFF2-40B4-BE49-F238E27FC236}">
                <a16:creationId xmlns:a16="http://schemas.microsoft.com/office/drawing/2014/main" id="{D6B721F0-96AE-4544-AFA5-6E86622562A3}"/>
              </a:ext>
            </a:extLst>
          </p:cNvPr>
          <p:cNvSpPr>
            <a:spLocks noGrp="1"/>
          </p:cNvSpPr>
          <p:nvPr>
            <p:ph type="body" sz="quarter" idx="22"/>
          </p:nvPr>
        </p:nvSpPr>
        <p:spPr>
          <a:xfrm>
            <a:off x="4261845" y="2774660"/>
            <a:ext cx="3665379" cy="1119024"/>
          </a:xfrm>
        </p:spPr>
        <p:txBody>
          <a:bodyPr/>
          <a:lstStyle>
            <a:lvl1pPr>
              <a:spcBef>
                <a:spcPts val="500"/>
              </a:spcBef>
              <a:defRPr sz="1300"/>
            </a:lvl1pPr>
            <a:lvl2pPr>
              <a:defRPr sz="1300"/>
            </a:lvl2pPr>
            <a:lvl3pPr>
              <a:defRPr sz="1300"/>
            </a:lvl3pPr>
            <a:lvl4pPr>
              <a:defRPr sz="1000"/>
            </a:lvl4pPr>
            <a:lvl5pPr>
              <a:defRPr sz="1000"/>
            </a:lvl5pPr>
            <a:lvl6pPr>
              <a:defRPr sz="10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5">
            <a:extLst>
              <a:ext uri="{FF2B5EF4-FFF2-40B4-BE49-F238E27FC236}">
                <a16:creationId xmlns:a16="http://schemas.microsoft.com/office/drawing/2014/main" id="{215776C8-400D-480E-9C18-41425D124584}"/>
              </a:ext>
            </a:extLst>
          </p:cNvPr>
          <p:cNvSpPr>
            <a:spLocks noGrp="1"/>
          </p:cNvSpPr>
          <p:nvPr>
            <p:ph type="body" sz="quarter" idx="23"/>
          </p:nvPr>
        </p:nvSpPr>
        <p:spPr>
          <a:xfrm>
            <a:off x="8149339" y="2774660"/>
            <a:ext cx="3658701" cy="1119024"/>
          </a:xfrm>
        </p:spPr>
        <p:txBody>
          <a:bodyPr/>
          <a:lstStyle>
            <a:lvl1pPr>
              <a:spcBef>
                <a:spcPts val="500"/>
              </a:spcBef>
              <a:defRPr sz="1300"/>
            </a:lvl1pPr>
            <a:lvl2pPr>
              <a:defRPr sz="1300"/>
            </a:lvl2pPr>
            <a:lvl3pPr>
              <a:defRPr sz="1300"/>
            </a:lvl3pPr>
            <a:lvl4pPr>
              <a:defRPr sz="1000"/>
            </a:lvl4pPr>
            <a:lvl5pPr>
              <a:defRPr sz="1000"/>
            </a:lvl5pPr>
            <a:lvl6pPr>
              <a:defRPr sz="10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Subtitle 2">
            <a:extLst>
              <a:ext uri="{FF2B5EF4-FFF2-40B4-BE49-F238E27FC236}">
                <a16:creationId xmlns:a16="http://schemas.microsoft.com/office/drawing/2014/main" id="{722ED876-F2CE-4812-8865-0566DC8E053E}"/>
              </a:ext>
            </a:extLst>
          </p:cNvPr>
          <p:cNvSpPr>
            <a:spLocks noGrp="1"/>
          </p:cNvSpPr>
          <p:nvPr>
            <p:ph type="subTitle" idx="1" hasCustomPrompt="1"/>
          </p:nvPr>
        </p:nvSpPr>
        <p:spPr>
          <a:xfrm>
            <a:off x="374352" y="442571"/>
            <a:ext cx="11448194" cy="208416"/>
          </a:xfrm>
        </p:spPr>
        <p:txBody>
          <a:bodyPr wrap="square" tIns="54000" anchor="b">
            <a:spAutoFit/>
          </a:bodyPr>
          <a:lstStyle>
            <a:lvl1pPr marL="0" indent="0" algn="l">
              <a:lnSpc>
                <a:spcPct val="100000"/>
              </a:lnSpc>
              <a:buNone/>
              <a:defRPr sz="1000" b="1" cap="all" baseline="0">
                <a:solidFill>
                  <a:schemeClr val="tx2"/>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Edit slide header</a:t>
            </a:r>
          </a:p>
        </p:txBody>
      </p:sp>
      <p:sp>
        <p:nvSpPr>
          <p:cNvPr id="25" name="Text Placeholder 12">
            <a:extLst>
              <a:ext uri="{FF2B5EF4-FFF2-40B4-BE49-F238E27FC236}">
                <a16:creationId xmlns:a16="http://schemas.microsoft.com/office/drawing/2014/main" id="{69C4A07D-ABD1-42E3-9B45-70289C753D76}"/>
              </a:ext>
            </a:extLst>
          </p:cNvPr>
          <p:cNvSpPr>
            <a:spLocks noGrp="1"/>
          </p:cNvSpPr>
          <p:nvPr>
            <p:ph type="body" sz="quarter" idx="25" hasCustomPrompt="1"/>
          </p:nvPr>
        </p:nvSpPr>
        <p:spPr>
          <a:xfrm>
            <a:off x="374352" y="6539480"/>
            <a:ext cx="8531700" cy="87716"/>
          </a:xfrm>
        </p:spPr>
        <p:txBody>
          <a:bodyPr/>
          <a:lstStyle>
            <a:lvl1pPr>
              <a:defRPr sz="600" b="0"/>
            </a:lvl1pPr>
            <a:lvl2pPr>
              <a:defRPr sz="600" b="0"/>
            </a:lvl2pPr>
            <a:lvl3pPr>
              <a:buNone/>
              <a:defRPr sz="600"/>
            </a:lvl3pPr>
            <a:lvl4pPr>
              <a:defRPr sz="600"/>
            </a:lvl4pPr>
            <a:lvl5pPr>
              <a:defRPr sz="600" b="0"/>
            </a:lvl5pPr>
            <a:lvl6pPr>
              <a:buNone/>
              <a:defRPr sz="600"/>
            </a:lvl6pPr>
            <a:lvl7pPr>
              <a:defRPr sz="600"/>
            </a:lvl7pPr>
            <a:lvl8pPr>
              <a:defRPr sz="600" b="0"/>
            </a:lvl8pPr>
            <a:lvl9pPr>
              <a:buNone/>
              <a:defRPr sz="600"/>
            </a:lvl9pPr>
          </a:lstStyle>
          <a:p>
            <a:pPr lvl="0"/>
            <a:r>
              <a:rPr lang="en-US"/>
              <a:t>Source text</a:t>
            </a:r>
          </a:p>
        </p:txBody>
      </p:sp>
      <p:sp>
        <p:nvSpPr>
          <p:cNvPr id="2" name="No_Classification"/>
          <p:cNvSpPr txBox="1"/>
          <p:nvPr userDrawn="1">
            <p:custDataLst>
              <p:tags r:id="rId1"/>
            </p:custDataLst>
          </p:nvPr>
        </p:nvSpPr>
        <p:spPr>
          <a:xfrm>
            <a:off x="269875" y="6612382"/>
            <a:ext cx="1273683" cy="153888"/>
          </a:xfrm>
          <a:prstGeom prst="rect">
            <a:avLst/>
          </a:prstGeom>
          <a:noFill/>
        </p:spPr>
        <p:txBody>
          <a:bodyPr vert="horz" wrap="square" lIns="0" tIns="0" rIns="0" bIns="0" rtlCol="0">
            <a:spAutoFit/>
          </a:bodyPr>
          <a:lstStyle/>
          <a:p>
            <a:pPr algn="just">
              <a:spcAft>
                <a:spcPts val="200"/>
              </a:spcAft>
            </a:pPr>
            <a:endParaRPr lang="en-GB" sz="1000" b="1">
              <a:solidFill>
                <a:srgbClr val="7E7E7E"/>
              </a:solidFill>
              <a:latin typeface="Calibri" panose="020F0502020204030204" pitchFamily="34" charset="0"/>
            </a:endParaRPr>
          </a:p>
        </p:txBody>
      </p:sp>
    </p:spTree>
    <p:extLst>
      <p:ext uri="{BB962C8B-B14F-4D97-AF65-F5344CB8AC3E}">
        <p14:creationId xmlns:p14="http://schemas.microsoft.com/office/powerpoint/2010/main" val="426981311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323756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atin typeface="+mn-lt"/>
                <a:ea typeface="+mn-ea"/>
                <a:cs typeface="+mn-cs"/>
              </a:defRPr>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mn-cs"/>
              </a:rPr>
              <a:pPr algn="r" defTabSz="610744" rtl="0" fontAlgn="auto">
                <a:spcBef>
                  <a:spcPts val="0"/>
                </a:spcBef>
                <a:spcAft>
                  <a:spcPts val="0"/>
                </a:spcAft>
                <a:defRPr/>
              </a:pPr>
              <a:t>‹#›</a:t>
            </a:fld>
            <a:endParaRPr lang="en-US" sz="900" b="0">
              <a:solidFill>
                <a:schemeClr val="tx1"/>
              </a:solidFill>
              <a:latin typeface="+mn-lt"/>
              <a:ea typeface="+mn-ea"/>
              <a:cs typeface="+mn-cs"/>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latin typeface="+mn-lt"/>
                <a:ea typeface="+mn-ea"/>
                <a:cs typeface="+mn-cs"/>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latin typeface="+mn-lt"/>
                <a:ea typeface="+mn-ea"/>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5190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dirty="0">
                <a:latin typeface="+mj-lt"/>
                <a:ea typeface="+mj-ea"/>
                <a:cs typeface="+mj-cs"/>
              </a:defRPr>
            </a:lvl1pPr>
          </a:lstStyle>
          <a:p>
            <a:pPr lvl="0"/>
            <a:r>
              <a:rPr lang="en-US"/>
              <a:t>Click to edit Master title style</a:t>
            </a:r>
          </a:p>
        </p:txBody>
      </p:sp>
    </p:spTree>
    <p:extLst>
      <p:ext uri="{BB962C8B-B14F-4D97-AF65-F5344CB8AC3E}">
        <p14:creationId xmlns:p14="http://schemas.microsoft.com/office/powerpoint/2010/main" val="68635895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21_Content - title only">
    <p:bg>
      <p:bgRef idx="1001">
        <a:schemeClr val="bg1"/>
      </p:bgRef>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chor="t" anchorCtr="0">
            <a:noAutofit/>
          </a:bodyPr>
          <a:lstStyle>
            <a:lvl1pPr algn="l">
              <a:lnSpc>
                <a:spcPct val="70000"/>
              </a:lnSpc>
              <a:defRPr sz="4000">
                <a:solidFill>
                  <a:schemeClr val="tx2"/>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9548E2F8-AAB8-C920-9AB2-7D8B8C4A7CBA}"/>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1656603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05 Audit">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D83B73-8B33-382C-1226-698861DD95F7}"/>
              </a:ext>
            </a:extLst>
          </p:cNvPr>
          <p:cNvGrpSpPr/>
          <p:nvPr userDrawn="1"/>
        </p:nvGrpSpPr>
        <p:grpSpPr>
          <a:xfrm>
            <a:off x="123568" y="5447"/>
            <a:ext cx="11912741" cy="137160"/>
            <a:chOff x="123568" y="5447"/>
            <a:chExt cx="11912741" cy="137160"/>
          </a:xfrm>
        </p:grpSpPr>
        <p:sp>
          <p:nvSpPr>
            <p:cNvPr id="4" name="Rectangle 3">
              <a:extLst>
                <a:ext uri="{FF2B5EF4-FFF2-40B4-BE49-F238E27FC236}">
                  <a16:creationId xmlns:a16="http://schemas.microsoft.com/office/drawing/2014/main" id="{8199F27E-499A-8DA5-2CE5-ED6DC69464E8}"/>
                </a:ext>
              </a:extLst>
            </p:cNvPr>
            <p:cNvSpPr/>
            <p:nvPr userDrawn="1"/>
          </p:nvSpPr>
          <p:spPr>
            <a:xfrm>
              <a:off x="123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01 Decisioning Workshop Overview</a:t>
              </a:r>
            </a:p>
          </p:txBody>
        </p:sp>
        <p:sp>
          <p:nvSpPr>
            <p:cNvPr id="5" name="Rectangle 4">
              <a:extLst>
                <a:ext uri="{FF2B5EF4-FFF2-40B4-BE49-F238E27FC236}">
                  <a16:creationId xmlns:a16="http://schemas.microsoft.com/office/drawing/2014/main" id="{271C8BC5-C275-6217-2ABC-AE0840AE19E8}"/>
                </a:ext>
              </a:extLst>
            </p:cNvPr>
            <p:cNvSpPr/>
            <p:nvPr userDrawn="1"/>
          </p:nvSpPr>
          <p:spPr>
            <a:xfrm>
              <a:off x="21220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02 Global Internal Controls</a:t>
              </a:r>
            </a:p>
          </p:txBody>
        </p:sp>
        <p:sp>
          <p:nvSpPr>
            <p:cNvPr id="6" name="Rectangle 5">
              <a:extLst>
                <a:ext uri="{FF2B5EF4-FFF2-40B4-BE49-F238E27FC236}">
                  <a16:creationId xmlns:a16="http://schemas.microsoft.com/office/drawing/2014/main" id="{20853170-47AB-6A4D-EE49-648DB7BC81D3}"/>
                </a:ext>
              </a:extLst>
            </p:cNvPr>
            <p:cNvSpPr/>
            <p:nvPr userDrawn="1"/>
          </p:nvSpPr>
          <p:spPr>
            <a:xfrm>
              <a:off x="41205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03 Treasury</a:t>
              </a:r>
            </a:p>
          </p:txBody>
        </p:sp>
        <p:sp>
          <p:nvSpPr>
            <p:cNvPr id="7" name="Rectangle 6">
              <a:extLst>
                <a:ext uri="{FF2B5EF4-FFF2-40B4-BE49-F238E27FC236}">
                  <a16:creationId xmlns:a16="http://schemas.microsoft.com/office/drawing/2014/main" id="{C4C038A2-ADE6-6136-EBD7-E966584AA192}"/>
                </a:ext>
              </a:extLst>
            </p:cNvPr>
            <p:cNvSpPr/>
            <p:nvPr userDrawn="1"/>
          </p:nvSpPr>
          <p:spPr>
            <a:xfrm>
              <a:off x="6119068" y="5447"/>
              <a:ext cx="1920240" cy="13716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04 Controllership</a:t>
              </a:r>
            </a:p>
          </p:txBody>
        </p:sp>
        <p:sp>
          <p:nvSpPr>
            <p:cNvPr id="8" name="Rectangle 7">
              <a:extLst>
                <a:ext uri="{FF2B5EF4-FFF2-40B4-BE49-F238E27FC236}">
                  <a16:creationId xmlns:a16="http://schemas.microsoft.com/office/drawing/2014/main" id="{A4E272EF-646E-4A37-BDCC-DCB63A8AAC9B}"/>
                </a:ext>
              </a:extLst>
            </p:cNvPr>
            <p:cNvSpPr/>
            <p:nvPr userDrawn="1"/>
          </p:nvSpPr>
          <p:spPr>
            <a:xfrm>
              <a:off x="8117568" y="5447"/>
              <a:ext cx="1920240" cy="137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05 Internal Audit</a:t>
              </a:r>
            </a:p>
          </p:txBody>
        </p:sp>
        <p:sp>
          <p:nvSpPr>
            <p:cNvPr id="9" name="Rectangle 8">
              <a:extLst>
                <a:ext uri="{FF2B5EF4-FFF2-40B4-BE49-F238E27FC236}">
                  <a16:creationId xmlns:a16="http://schemas.microsoft.com/office/drawing/2014/main" id="{F589817B-6DA2-0457-1C6B-0682A6797063}"/>
                </a:ext>
              </a:extLst>
            </p:cNvPr>
            <p:cNvSpPr/>
            <p:nvPr userDrawn="1"/>
          </p:nvSpPr>
          <p:spPr>
            <a:xfrm>
              <a:off x="10116069" y="5447"/>
              <a:ext cx="1920240" cy="137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06 Tax</a:t>
              </a:r>
            </a:p>
          </p:txBody>
        </p:sp>
      </p:grpSp>
    </p:spTree>
    <p:extLst>
      <p:ext uri="{BB962C8B-B14F-4D97-AF65-F5344CB8AC3E}">
        <p14:creationId xmlns:p14="http://schemas.microsoft.com/office/powerpoint/2010/main" val="33797774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D710C5-152A-95C7-5AF6-718DD5A6860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7" name="Group 6">
            <a:extLst>
              <a:ext uri="{FF2B5EF4-FFF2-40B4-BE49-F238E27FC236}">
                <a16:creationId xmlns:a16="http://schemas.microsoft.com/office/drawing/2014/main" id="{D569B639-9B44-E4E1-84CD-458CAF89734A}"/>
              </a:ext>
            </a:extLst>
          </p:cNvPr>
          <p:cNvGrpSpPr/>
          <p:nvPr userDrawn="1"/>
        </p:nvGrpSpPr>
        <p:grpSpPr>
          <a:xfrm>
            <a:off x="3444240" y="467453"/>
            <a:ext cx="5303520" cy="5303520"/>
            <a:chOff x="8346562" y="2077142"/>
            <a:chExt cx="7690877" cy="7900917"/>
          </a:xfrm>
        </p:grpSpPr>
        <p:sp>
          <p:nvSpPr>
            <p:cNvPr id="8" name="Free-form: Shape 7">
              <a:extLst>
                <a:ext uri="{FF2B5EF4-FFF2-40B4-BE49-F238E27FC236}">
                  <a16:creationId xmlns:a16="http://schemas.microsoft.com/office/drawing/2014/main" id="{C22DC961-A74A-5736-FC46-2D9642615A4A}"/>
                </a:ext>
              </a:extLst>
            </p:cNvPr>
            <p:cNvSpPr/>
            <p:nvPr/>
          </p:nvSpPr>
          <p:spPr>
            <a:xfrm>
              <a:off x="9849123" y="8613571"/>
              <a:ext cx="4685755" cy="1364488"/>
            </a:xfrm>
            <a:custGeom>
              <a:avLst/>
              <a:gdLst>
                <a:gd name="connsiteX0" fmla="*/ 228976 w 4733925"/>
                <a:gd name="connsiteY0" fmla="*/ 566692 h 1378514"/>
                <a:gd name="connsiteX1" fmla="*/ 228044 w 4733925"/>
                <a:gd name="connsiteY1" fmla="*/ 566692 h 1378514"/>
                <a:gd name="connsiteX2" fmla="*/ 228044 w 4733925"/>
                <a:gd name="connsiteY2" fmla="*/ 434340 h 1378514"/>
                <a:gd name="connsiteX3" fmla="*/ 0 w 4733925"/>
                <a:gd name="connsiteY3" fmla="*/ 434340 h 1378514"/>
                <a:gd name="connsiteX4" fmla="*/ 0 w 4733925"/>
                <a:gd name="connsiteY4" fmla="*/ 1355834 h 1378514"/>
                <a:gd name="connsiteX5" fmla="*/ 229597 w 4733925"/>
                <a:gd name="connsiteY5" fmla="*/ 1355834 h 1378514"/>
                <a:gd name="connsiteX6" fmla="*/ 229597 w 4733925"/>
                <a:gd name="connsiteY6" fmla="*/ 918078 h 1378514"/>
                <a:gd name="connsiteX7" fmla="*/ 278996 w 4733925"/>
                <a:gd name="connsiteY7" fmla="*/ 701529 h 1378514"/>
                <a:gd name="connsiteX8" fmla="*/ 413523 w 4733925"/>
                <a:gd name="connsiteY8" fmla="*/ 641567 h 1378514"/>
                <a:gd name="connsiteX9" fmla="*/ 506418 w 4733925"/>
                <a:gd name="connsiteY9" fmla="*/ 660208 h 1378514"/>
                <a:gd name="connsiteX10" fmla="*/ 618887 w 4733925"/>
                <a:gd name="connsiteY10" fmla="*/ 452670 h 1378514"/>
                <a:gd name="connsiteX11" fmla="*/ 457019 w 4733925"/>
                <a:gd name="connsiteY11" fmla="*/ 412281 h 1378514"/>
                <a:gd name="connsiteX12" fmla="*/ 228976 w 4733925"/>
                <a:gd name="connsiteY12" fmla="*/ 567002 h 1378514"/>
                <a:gd name="connsiteX13" fmla="*/ 996681 w 4733925"/>
                <a:gd name="connsiteY13" fmla="*/ 604285 h 1378514"/>
                <a:gd name="connsiteX14" fmla="*/ 1167869 w 4733925"/>
                <a:gd name="connsiteY14" fmla="*/ 816794 h 1378514"/>
                <a:gd name="connsiteX15" fmla="*/ 803434 w 4733925"/>
                <a:gd name="connsiteY15" fmla="*/ 816794 h 1378514"/>
                <a:gd name="connsiteX16" fmla="*/ 996992 w 4733925"/>
                <a:gd name="connsiteY16" fmla="*/ 604285 h 1378514"/>
                <a:gd name="connsiteX17" fmla="*/ 571041 w 4733925"/>
                <a:gd name="connsiteY17" fmla="*/ 899126 h 1378514"/>
                <a:gd name="connsiteX18" fmla="*/ 1051362 w 4733925"/>
                <a:gd name="connsiteY18" fmla="*/ 1377583 h 1378514"/>
                <a:gd name="connsiteX19" fmla="*/ 1369505 w 4733925"/>
                <a:gd name="connsiteY19" fmla="*/ 1315134 h 1378514"/>
                <a:gd name="connsiteX20" fmla="*/ 1290901 w 4733925"/>
                <a:gd name="connsiteY20" fmla="*/ 1121888 h 1378514"/>
                <a:gd name="connsiteX21" fmla="*/ 1064411 w 4733925"/>
                <a:gd name="connsiteY21" fmla="*/ 1172219 h 1378514"/>
                <a:gd name="connsiteX22" fmla="*/ 805609 w 4733925"/>
                <a:gd name="connsiteY22" fmla="*/ 984875 h 1378514"/>
                <a:gd name="connsiteX23" fmla="*/ 1387835 w 4733925"/>
                <a:gd name="connsiteY23" fmla="*/ 984875 h 1378514"/>
                <a:gd name="connsiteX24" fmla="*/ 1393117 w 4733925"/>
                <a:gd name="connsiteY24" fmla="*/ 854076 h 1378514"/>
                <a:gd name="connsiteX25" fmla="*/ 1012215 w 4733925"/>
                <a:gd name="connsiteY25" fmla="*/ 411349 h 1378514"/>
                <a:gd name="connsiteX26" fmla="*/ 571041 w 4733925"/>
                <a:gd name="connsiteY26" fmla="*/ 898815 h 1378514"/>
                <a:gd name="connsiteX27" fmla="*/ 4231545 w 4733925"/>
                <a:gd name="connsiteY27" fmla="*/ 267190 h 1378514"/>
                <a:gd name="connsiteX28" fmla="*/ 4231545 w 4733925"/>
                <a:gd name="connsiteY28" fmla="*/ 434340 h 1378514"/>
                <a:gd name="connsiteX29" fmla="*/ 3916510 w 4733925"/>
                <a:gd name="connsiteY29" fmla="*/ 434340 h 1378514"/>
                <a:gd name="connsiteX30" fmla="*/ 3916510 w 4733925"/>
                <a:gd name="connsiteY30" fmla="*/ 106876 h 1378514"/>
                <a:gd name="connsiteX31" fmla="*/ 3687224 w 4733925"/>
                <a:gd name="connsiteY31" fmla="*/ 267501 h 1378514"/>
                <a:gd name="connsiteX32" fmla="*/ 3687224 w 4733925"/>
                <a:gd name="connsiteY32" fmla="*/ 434650 h 1378514"/>
                <a:gd name="connsiteX33" fmla="*/ 3545551 w 4733925"/>
                <a:gd name="connsiteY33" fmla="*/ 434650 h 1378514"/>
                <a:gd name="connsiteX34" fmla="*/ 3545551 w 4733925"/>
                <a:gd name="connsiteY34" fmla="*/ 629139 h 1378514"/>
                <a:gd name="connsiteX35" fmla="*/ 3687224 w 4733925"/>
                <a:gd name="connsiteY35" fmla="*/ 629139 h 1378514"/>
                <a:gd name="connsiteX36" fmla="*/ 3687224 w 4733925"/>
                <a:gd name="connsiteY36" fmla="*/ 1080256 h 1378514"/>
                <a:gd name="connsiteX37" fmla="*/ 3761788 w 4733925"/>
                <a:gd name="connsiteY37" fmla="*/ 1305814 h 1378514"/>
                <a:gd name="connsiteX38" fmla="*/ 3985482 w 4733925"/>
                <a:gd name="connsiteY38" fmla="*/ 1378515 h 1378514"/>
                <a:gd name="connsiteX39" fmla="*/ 4189914 w 4733925"/>
                <a:gd name="connsiteY39" fmla="*/ 1335329 h 1378514"/>
                <a:gd name="connsiteX40" fmla="*/ 4112863 w 4733925"/>
                <a:gd name="connsiteY40" fmla="*/ 1140529 h 1378514"/>
                <a:gd name="connsiteX41" fmla="*/ 4014065 w 4733925"/>
                <a:gd name="connsiteY41" fmla="*/ 1168180 h 1378514"/>
                <a:gd name="connsiteX42" fmla="*/ 3916199 w 4733925"/>
                <a:gd name="connsiteY42" fmla="*/ 1064721 h 1378514"/>
                <a:gd name="connsiteX43" fmla="*/ 3916199 w 4733925"/>
                <a:gd name="connsiteY43" fmla="*/ 628829 h 1378514"/>
                <a:gd name="connsiteX44" fmla="*/ 4231235 w 4733925"/>
                <a:gd name="connsiteY44" fmla="*/ 628829 h 1378514"/>
                <a:gd name="connsiteX45" fmla="*/ 4231235 w 4733925"/>
                <a:gd name="connsiteY45" fmla="*/ 1079945 h 1378514"/>
                <a:gd name="connsiteX46" fmla="*/ 4305799 w 4733925"/>
                <a:gd name="connsiteY46" fmla="*/ 1305503 h 1378514"/>
                <a:gd name="connsiteX47" fmla="*/ 4529494 w 4733925"/>
                <a:gd name="connsiteY47" fmla="*/ 1378204 h 1378514"/>
                <a:gd name="connsiteX48" fmla="*/ 4733925 w 4733925"/>
                <a:gd name="connsiteY48" fmla="*/ 1335018 h 1378514"/>
                <a:gd name="connsiteX49" fmla="*/ 4656875 w 4733925"/>
                <a:gd name="connsiteY49" fmla="*/ 1140218 h 1378514"/>
                <a:gd name="connsiteX50" fmla="*/ 4558077 w 4733925"/>
                <a:gd name="connsiteY50" fmla="*/ 1167869 h 1378514"/>
                <a:gd name="connsiteX51" fmla="*/ 4460211 w 4733925"/>
                <a:gd name="connsiteY51" fmla="*/ 1061925 h 1378514"/>
                <a:gd name="connsiteX52" fmla="*/ 4460211 w 4733925"/>
                <a:gd name="connsiteY52" fmla="*/ 628518 h 1378514"/>
                <a:gd name="connsiteX53" fmla="*/ 4702546 w 4733925"/>
                <a:gd name="connsiteY53" fmla="*/ 628518 h 1378514"/>
                <a:gd name="connsiteX54" fmla="*/ 4702546 w 4733925"/>
                <a:gd name="connsiteY54" fmla="*/ 434029 h 1378514"/>
                <a:gd name="connsiteX55" fmla="*/ 4460211 w 4733925"/>
                <a:gd name="connsiteY55" fmla="*/ 434029 h 1378514"/>
                <a:gd name="connsiteX56" fmla="*/ 4460211 w 4733925"/>
                <a:gd name="connsiteY56" fmla="*/ 106566 h 1378514"/>
                <a:gd name="connsiteX57" fmla="*/ 4230924 w 4733925"/>
                <a:gd name="connsiteY57" fmla="*/ 267190 h 1378514"/>
                <a:gd name="connsiteX58" fmla="*/ 3222748 w 4733925"/>
                <a:gd name="connsiteY58" fmla="*/ 1355524 h 1378514"/>
                <a:gd name="connsiteX59" fmla="*/ 3453277 w 4733925"/>
                <a:gd name="connsiteY59" fmla="*/ 1355524 h 1378514"/>
                <a:gd name="connsiteX60" fmla="*/ 3453277 w 4733925"/>
                <a:gd name="connsiteY60" fmla="*/ 434029 h 1378514"/>
                <a:gd name="connsiteX61" fmla="*/ 3222748 w 4733925"/>
                <a:gd name="connsiteY61" fmla="*/ 434029 h 1378514"/>
                <a:gd name="connsiteX62" fmla="*/ 3222748 w 4733925"/>
                <a:gd name="connsiteY62" fmla="*/ 1355524 h 1378514"/>
                <a:gd name="connsiteX63" fmla="*/ 3194165 w 4733925"/>
                <a:gd name="connsiteY63" fmla="*/ 186723 h 1378514"/>
                <a:gd name="connsiteX64" fmla="*/ 3338012 w 4733925"/>
                <a:gd name="connsiteY64" fmla="*/ 330881 h 1378514"/>
                <a:gd name="connsiteX65" fmla="*/ 3482171 w 4733925"/>
                <a:gd name="connsiteY65" fmla="*/ 186723 h 1378514"/>
                <a:gd name="connsiteX66" fmla="*/ 3338012 w 4733925"/>
                <a:gd name="connsiteY66" fmla="*/ 42875 h 1378514"/>
                <a:gd name="connsiteX67" fmla="*/ 3194165 w 4733925"/>
                <a:gd name="connsiteY67" fmla="*/ 186723 h 1378514"/>
                <a:gd name="connsiteX68" fmla="*/ 2316787 w 4733925"/>
                <a:gd name="connsiteY68" fmla="*/ 162178 h 1378514"/>
                <a:gd name="connsiteX69" fmla="*/ 2316787 w 4733925"/>
                <a:gd name="connsiteY69" fmla="*/ 1355524 h 1378514"/>
                <a:gd name="connsiteX70" fmla="*/ 2548248 w 4733925"/>
                <a:gd name="connsiteY70" fmla="*/ 1355524 h 1378514"/>
                <a:gd name="connsiteX71" fmla="*/ 2548248 w 4733925"/>
                <a:gd name="connsiteY71" fmla="*/ 924913 h 1378514"/>
                <a:gd name="connsiteX72" fmla="*/ 2840604 w 4733925"/>
                <a:gd name="connsiteY72" fmla="*/ 1355524 h 1378514"/>
                <a:gd name="connsiteX73" fmla="*/ 3130785 w 4733925"/>
                <a:gd name="connsiteY73" fmla="*/ 1355524 h 1378514"/>
                <a:gd name="connsiteX74" fmla="*/ 2766660 w 4733925"/>
                <a:gd name="connsiteY74" fmla="*/ 841960 h 1378514"/>
                <a:gd name="connsiteX75" fmla="*/ 3135134 w 4733925"/>
                <a:gd name="connsiteY75" fmla="*/ 434029 h 1378514"/>
                <a:gd name="connsiteX76" fmla="*/ 2837807 w 4733925"/>
                <a:gd name="connsiteY76" fmla="*/ 434029 h 1378514"/>
                <a:gd name="connsiteX77" fmla="*/ 2547937 w 4733925"/>
                <a:gd name="connsiteY77" fmla="*/ 771434 h 1378514"/>
                <a:gd name="connsiteX78" fmla="*/ 2547937 w 4733925"/>
                <a:gd name="connsiteY78" fmla="*/ 0 h 1378514"/>
                <a:gd name="connsiteX79" fmla="*/ 2316476 w 4733925"/>
                <a:gd name="connsiteY79" fmla="*/ 162178 h 1378514"/>
                <a:gd name="connsiteX80" fmla="*/ 2219542 w 4733925"/>
                <a:gd name="connsiteY80" fmla="*/ 1320416 h 1378514"/>
                <a:gd name="connsiteX81" fmla="*/ 1943031 w 4733925"/>
                <a:gd name="connsiteY81" fmla="*/ 1377893 h 1378514"/>
                <a:gd name="connsiteX82" fmla="*/ 1476070 w 4733925"/>
                <a:gd name="connsiteY82" fmla="*/ 899437 h 1378514"/>
                <a:gd name="connsiteX83" fmla="*/ 1938992 w 4733925"/>
                <a:gd name="connsiteY83" fmla="*/ 411970 h 1378514"/>
                <a:gd name="connsiteX84" fmla="*/ 2221406 w 4733925"/>
                <a:gd name="connsiteY84" fmla="*/ 470068 h 1378514"/>
                <a:gd name="connsiteX85" fmla="*/ 2141560 w 4733925"/>
                <a:gd name="connsiteY85" fmla="*/ 666422 h 1378514"/>
                <a:gd name="connsiteX86" fmla="*/ 1955769 w 4733925"/>
                <a:gd name="connsiteY86" fmla="*/ 618576 h 1378514"/>
                <a:gd name="connsiteX87" fmla="*/ 1707842 w 4733925"/>
                <a:gd name="connsiteY87" fmla="*/ 895087 h 1378514"/>
                <a:gd name="connsiteX88" fmla="*/ 1953905 w 4733925"/>
                <a:gd name="connsiteY88" fmla="*/ 1171598 h 1378514"/>
                <a:gd name="connsiteX89" fmla="*/ 2141560 w 4733925"/>
                <a:gd name="connsiteY89" fmla="*/ 1123752 h 1378514"/>
                <a:gd name="connsiteX90" fmla="*/ 2219542 w 4733925"/>
                <a:gd name="connsiteY90" fmla="*/ 1320727 h 1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733925" h="1378514">
                  <a:moveTo>
                    <a:pt x="228976" y="566692"/>
                  </a:moveTo>
                  <a:lnTo>
                    <a:pt x="228044" y="566692"/>
                  </a:lnTo>
                  <a:lnTo>
                    <a:pt x="228044" y="434340"/>
                  </a:lnTo>
                  <a:lnTo>
                    <a:pt x="0" y="434340"/>
                  </a:lnTo>
                  <a:lnTo>
                    <a:pt x="0" y="1355834"/>
                  </a:lnTo>
                  <a:lnTo>
                    <a:pt x="229597" y="1355834"/>
                  </a:lnTo>
                  <a:lnTo>
                    <a:pt x="229597" y="918078"/>
                  </a:lnTo>
                  <a:cubicBezTo>
                    <a:pt x="229597" y="790386"/>
                    <a:pt x="242646" y="745647"/>
                    <a:pt x="278996" y="701529"/>
                  </a:cubicBezTo>
                  <a:cubicBezTo>
                    <a:pt x="313172" y="659897"/>
                    <a:pt x="358532" y="641567"/>
                    <a:pt x="413523" y="641567"/>
                  </a:cubicBezTo>
                  <a:cubicBezTo>
                    <a:pt x="452980" y="641567"/>
                    <a:pt x="481564" y="648402"/>
                    <a:pt x="506418" y="660208"/>
                  </a:cubicBezTo>
                  <a:lnTo>
                    <a:pt x="618887" y="452670"/>
                  </a:lnTo>
                  <a:cubicBezTo>
                    <a:pt x="584090" y="430300"/>
                    <a:pt x="519778" y="412281"/>
                    <a:pt x="457019" y="412281"/>
                  </a:cubicBezTo>
                  <a:cubicBezTo>
                    <a:pt x="338959" y="412281"/>
                    <a:pt x="270297" y="473175"/>
                    <a:pt x="228976" y="567002"/>
                  </a:cubicBezTo>
                  <a:moveTo>
                    <a:pt x="996681" y="604285"/>
                  </a:moveTo>
                  <a:cubicBezTo>
                    <a:pt x="1112567" y="604285"/>
                    <a:pt x="1167869" y="704325"/>
                    <a:pt x="1167869" y="816794"/>
                  </a:cubicBezTo>
                  <a:lnTo>
                    <a:pt x="803434" y="816794"/>
                  </a:lnTo>
                  <a:cubicBezTo>
                    <a:pt x="823008" y="675432"/>
                    <a:pt x="895398" y="604285"/>
                    <a:pt x="996992" y="604285"/>
                  </a:cubicBezTo>
                  <a:moveTo>
                    <a:pt x="571041" y="899126"/>
                  </a:moveTo>
                  <a:cubicBezTo>
                    <a:pt x="571041" y="1204220"/>
                    <a:pt x="745957" y="1377583"/>
                    <a:pt x="1051362" y="1377583"/>
                  </a:cubicBezTo>
                  <a:cubicBezTo>
                    <a:pt x="1173462" y="1377583"/>
                    <a:pt x="1278784" y="1357077"/>
                    <a:pt x="1369505" y="1315134"/>
                  </a:cubicBezTo>
                  <a:lnTo>
                    <a:pt x="1290901" y="1121888"/>
                  </a:lnTo>
                  <a:cubicBezTo>
                    <a:pt x="1214162" y="1162277"/>
                    <a:pt x="1130587" y="1173151"/>
                    <a:pt x="1064411" y="1172219"/>
                  </a:cubicBezTo>
                  <a:cubicBezTo>
                    <a:pt x="913728" y="1170355"/>
                    <a:pt x="829843" y="1107596"/>
                    <a:pt x="805609" y="984875"/>
                  </a:cubicBezTo>
                  <a:lnTo>
                    <a:pt x="1387835" y="984875"/>
                  </a:lnTo>
                  <a:cubicBezTo>
                    <a:pt x="1391563" y="942622"/>
                    <a:pt x="1393117" y="902233"/>
                    <a:pt x="1393117" y="854076"/>
                  </a:cubicBezTo>
                  <a:cubicBezTo>
                    <a:pt x="1393117" y="621994"/>
                    <a:pt x="1297736" y="411349"/>
                    <a:pt x="1012215" y="411349"/>
                  </a:cubicBezTo>
                  <a:cubicBezTo>
                    <a:pt x="710539" y="411349"/>
                    <a:pt x="571041" y="650577"/>
                    <a:pt x="571041" y="898815"/>
                  </a:cubicBezTo>
                  <a:moveTo>
                    <a:pt x="4231545" y="267190"/>
                  </a:moveTo>
                  <a:lnTo>
                    <a:pt x="4231545" y="434340"/>
                  </a:lnTo>
                  <a:lnTo>
                    <a:pt x="3916510" y="434340"/>
                  </a:lnTo>
                  <a:lnTo>
                    <a:pt x="3916510" y="106876"/>
                  </a:lnTo>
                  <a:lnTo>
                    <a:pt x="3687224" y="267501"/>
                  </a:lnTo>
                  <a:lnTo>
                    <a:pt x="3687224" y="434650"/>
                  </a:lnTo>
                  <a:lnTo>
                    <a:pt x="3545551" y="434650"/>
                  </a:lnTo>
                  <a:lnTo>
                    <a:pt x="3545551" y="629139"/>
                  </a:lnTo>
                  <a:lnTo>
                    <a:pt x="3687224" y="629139"/>
                  </a:lnTo>
                  <a:lnTo>
                    <a:pt x="3687224" y="1080256"/>
                  </a:lnTo>
                  <a:cubicBezTo>
                    <a:pt x="3687224" y="1184646"/>
                    <a:pt x="3711457" y="1254240"/>
                    <a:pt x="3761788" y="1305814"/>
                  </a:cubicBezTo>
                  <a:cubicBezTo>
                    <a:pt x="3811809" y="1357388"/>
                    <a:pt x="3889170" y="1378515"/>
                    <a:pt x="3985482" y="1378515"/>
                  </a:cubicBezTo>
                  <a:cubicBezTo>
                    <a:pt x="4058804" y="1378515"/>
                    <a:pt x="4130572" y="1363291"/>
                    <a:pt x="4189914" y="1335329"/>
                  </a:cubicBezTo>
                  <a:lnTo>
                    <a:pt x="4112863" y="1140529"/>
                  </a:lnTo>
                  <a:cubicBezTo>
                    <a:pt x="4083659" y="1158238"/>
                    <a:pt x="4045445" y="1168180"/>
                    <a:pt x="4014065" y="1168180"/>
                  </a:cubicBezTo>
                  <a:cubicBezTo>
                    <a:pt x="3945714" y="1168180"/>
                    <a:pt x="3916199" y="1130898"/>
                    <a:pt x="3916199" y="1064721"/>
                  </a:cubicBezTo>
                  <a:lnTo>
                    <a:pt x="3916199" y="628829"/>
                  </a:lnTo>
                  <a:lnTo>
                    <a:pt x="4231235" y="628829"/>
                  </a:lnTo>
                  <a:lnTo>
                    <a:pt x="4231235" y="1079945"/>
                  </a:lnTo>
                  <a:cubicBezTo>
                    <a:pt x="4231235" y="1184336"/>
                    <a:pt x="4255468" y="1253929"/>
                    <a:pt x="4305799" y="1305503"/>
                  </a:cubicBezTo>
                  <a:cubicBezTo>
                    <a:pt x="4355820" y="1357077"/>
                    <a:pt x="4433181" y="1378204"/>
                    <a:pt x="4529494" y="1378204"/>
                  </a:cubicBezTo>
                  <a:cubicBezTo>
                    <a:pt x="4602816" y="1378204"/>
                    <a:pt x="4674584" y="1362980"/>
                    <a:pt x="4733925" y="1335018"/>
                  </a:cubicBezTo>
                  <a:lnTo>
                    <a:pt x="4656875" y="1140218"/>
                  </a:lnTo>
                  <a:cubicBezTo>
                    <a:pt x="4627670" y="1157927"/>
                    <a:pt x="4589456" y="1167869"/>
                    <a:pt x="4558077" y="1167869"/>
                  </a:cubicBezTo>
                  <a:cubicBezTo>
                    <a:pt x="4489726" y="1167869"/>
                    <a:pt x="4460211" y="1130587"/>
                    <a:pt x="4460211" y="1061925"/>
                  </a:cubicBezTo>
                  <a:lnTo>
                    <a:pt x="4460211" y="628518"/>
                  </a:lnTo>
                  <a:lnTo>
                    <a:pt x="4702546" y="628518"/>
                  </a:lnTo>
                  <a:lnTo>
                    <a:pt x="4702546" y="434029"/>
                  </a:lnTo>
                  <a:lnTo>
                    <a:pt x="4460211" y="434029"/>
                  </a:lnTo>
                  <a:lnTo>
                    <a:pt x="4460211" y="106566"/>
                  </a:lnTo>
                  <a:lnTo>
                    <a:pt x="4230924" y="267190"/>
                  </a:lnTo>
                  <a:close/>
                  <a:moveTo>
                    <a:pt x="3222748" y="1355524"/>
                  </a:moveTo>
                  <a:lnTo>
                    <a:pt x="3453277" y="1355524"/>
                  </a:lnTo>
                  <a:lnTo>
                    <a:pt x="3453277" y="434029"/>
                  </a:lnTo>
                  <a:lnTo>
                    <a:pt x="3222748" y="434029"/>
                  </a:lnTo>
                  <a:lnTo>
                    <a:pt x="3222748" y="1355524"/>
                  </a:lnTo>
                  <a:close/>
                  <a:moveTo>
                    <a:pt x="3194165" y="186723"/>
                  </a:moveTo>
                  <a:cubicBezTo>
                    <a:pt x="3194165" y="266258"/>
                    <a:pt x="3258787" y="330881"/>
                    <a:pt x="3338012" y="330881"/>
                  </a:cubicBezTo>
                  <a:cubicBezTo>
                    <a:pt x="3417237" y="330881"/>
                    <a:pt x="3482171" y="266258"/>
                    <a:pt x="3482171" y="186723"/>
                  </a:cubicBezTo>
                  <a:cubicBezTo>
                    <a:pt x="3482171" y="107187"/>
                    <a:pt x="3417548" y="42875"/>
                    <a:pt x="3338012" y="42875"/>
                  </a:cubicBezTo>
                  <a:cubicBezTo>
                    <a:pt x="3258477" y="42875"/>
                    <a:pt x="3194165" y="107187"/>
                    <a:pt x="3194165" y="186723"/>
                  </a:cubicBezTo>
                  <a:moveTo>
                    <a:pt x="2316787" y="162178"/>
                  </a:moveTo>
                  <a:lnTo>
                    <a:pt x="2316787" y="1355524"/>
                  </a:lnTo>
                  <a:lnTo>
                    <a:pt x="2548248" y="1355524"/>
                  </a:lnTo>
                  <a:lnTo>
                    <a:pt x="2548248" y="924913"/>
                  </a:lnTo>
                  <a:lnTo>
                    <a:pt x="2840604" y="1355524"/>
                  </a:lnTo>
                  <a:lnTo>
                    <a:pt x="3130785" y="1355524"/>
                  </a:lnTo>
                  <a:lnTo>
                    <a:pt x="2766660" y="841960"/>
                  </a:lnTo>
                  <a:lnTo>
                    <a:pt x="3135134" y="434029"/>
                  </a:lnTo>
                  <a:lnTo>
                    <a:pt x="2837807" y="434029"/>
                  </a:lnTo>
                  <a:lnTo>
                    <a:pt x="2547937" y="771434"/>
                  </a:lnTo>
                  <a:lnTo>
                    <a:pt x="2547937" y="0"/>
                  </a:lnTo>
                  <a:lnTo>
                    <a:pt x="2316476" y="162178"/>
                  </a:lnTo>
                  <a:close/>
                  <a:moveTo>
                    <a:pt x="2219542" y="1320416"/>
                  </a:moveTo>
                  <a:cubicBezTo>
                    <a:pt x="2132239" y="1360805"/>
                    <a:pt x="2048665" y="1377893"/>
                    <a:pt x="1943031" y="1377893"/>
                  </a:cubicBezTo>
                  <a:cubicBezTo>
                    <a:pt x="1662482" y="1377893"/>
                    <a:pt x="1476070" y="1203598"/>
                    <a:pt x="1476070" y="899437"/>
                  </a:cubicBezTo>
                  <a:cubicBezTo>
                    <a:pt x="1476070" y="595275"/>
                    <a:pt x="1653782" y="411970"/>
                    <a:pt x="1938992" y="411970"/>
                  </a:cubicBezTo>
                  <a:cubicBezTo>
                    <a:pt x="2047733" y="411970"/>
                    <a:pt x="2142802" y="431854"/>
                    <a:pt x="2221406" y="470068"/>
                  </a:cubicBezTo>
                  <a:lnTo>
                    <a:pt x="2141560" y="666422"/>
                  </a:lnTo>
                  <a:cubicBezTo>
                    <a:pt x="2091229" y="636596"/>
                    <a:pt x="2029402" y="618576"/>
                    <a:pt x="1955769" y="618576"/>
                  </a:cubicBezTo>
                  <a:cubicBezTo>
                    <a:pt x="1797630" y="618576"/>
                    <a:pt x="1707842" y="723277"/>
                    <a:pt x="1707842" y="895087"/>
                  </a:cubicBezTo>
                  <a:cubicBezTo>
                    <a:pt x="1707842" y="1081188"/>
                    <a:pt x="1808194" y="1170976"/>
                    <a:pt x="1953905" y="1171598"/>
                  </a:cubicBezTo>
                  <a:cubicBezTo>
                    <a:pt x="2030023" y="1171598"/>
                    <a:pt x="2080044" y="1156995"/>
                    <a:pt x="2141560" y="1123752"/>
                  </a:cubicBezTo>
                  <a:lnTo>
                    <a:pt x="2219542" y="1320727"/>
                  </a:ln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nvGrpSpPr>
            <p:cNvPr id="9" name="Group 8">
              <a:extLst>
                <a:ext uri="{FF2B5EF4-FFF2-40B4-BE49-F238E27FC236}">
                  <a16:creationId xmlns:a16="http://schemas.microsoft.com/office/drawing/2014/main" id="{C35ED9DC-B827-E5F8-EC67-AB4AC4BC5D44}"/>
                </a:ext>
              </a:extLst>
            </p:cNvPr>
            <p:cNvGrpSpPr/>
            <p:nvPr/>
          </p:nvGrpSpPr>
          <p:grpSpPr>
            <a:xfrm>
              <a:off x="8346562" y="2077142"/>
              <a:ext cx="7690877" cy="7690877"/>
              <a:chOff x="8346560" y="1720199"/>
              <a:chExt cx="7690878" cy="7690877"/>
            </a:xfrm>
          </p:grpSpPr>
          <p:sp>
            <p:nvSpPr>
              <p:cNvPr id="10" name="Oval 9">
                <a:extLst>
                  <a:ext uri="{FF2B5EF4-FFF2-40B4-BE49-F238E27FC236}">
                    <a16:creationId xmlns:a16="http://schemas.microsoft.com/office/drawing/2014/main" id="{D7EF86EC-F159-8D34-D46D-C74FAB48EB9F}"/>
                  </a:ext>
                </a:extLst>
              </p:cNvPr>
              <p:cNvSpPr>
                <a:spLocks noChangeAspect="1"/>
              </p:cNvSpPr>
              <p:nvPr/>
            </p:nvSpPr>
            <p:spPr>
              <a:xfrm>
                <a:off x="8346560" y="1720199"/>
                <a:ext cx="7690878" cy="7690877"/>
              </a:xfrm>
              <a:prstGeom prst="ellipse">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srgbClr val="FFFFFF"/>
                  </a:solidFill>
                  <a:effectLst/>
                  <a:uLnTx/>
                  <a:uFillTx/>
                  <a:latin typeface="Energy"/>
                  <a:ea typeface="+mn-ea"/>
                  <a:cs typeface="+mn-cs"/>
                </a:endParaRPr>
              </a:p>
            </p:txBody>
          </p:sp>
          <p:sp>
            <p:nvSpPr>
              <p:cNvPr id="11" name="Free-form: Shape 10">
                <a:extLst>
                  <a:ext uri="{FF2B5EF4-FFF2-40B4-BE49-F238E27FC236}">
                    <a16:creationId xmlns:a16="http://schemas.microsoft.com/office/drawing/2014/main" id="{A8CD9470-15E2-3AD3-48DE-A21330C15A86}"/>
                  </a:ext>
                </a:extLst>
              </p:cNvPr>
              <p:cNvSpPr/>
              <p:nvPr/>
            </p:nvSpPr>
            <p:spPr>
              <a:xfrm>
                <a:off x="9588801" y="3320553"/>
                <a:ext cx="5206395" cy="4490168"/>
              </a:xfrm>
              <a:custGeom>
                <a:avLst/>
                <a:gdLst>
                  <a:gd name="connsiteX0" fmla="*/ 2776602 w 5259916"/>
                  <a:gd name="connsiteY0" fmla="*/ 0 h 4536327"/>
                  <a:gd name="connsiteX1" fmla="*/ 0 w 5259916"/>
                  <a:gd name="connsiteY1" fmla="*/ 2869808 h 4536327"/>
                  <a:gd name="connsiteX2" fmla="*/ 347036 w 5259916"/>
                  <a:gd name="connsiteY2" fmla="*/ 4389684 h 4536327"/>
                  <a:gd name="connsiteX3" fmla="*/ 1044838 w 5259916"/>
                  <a:gd name="connsiteY3" fmla="*/ 3900975 h 4536327"/>
                  <a:gd name="connsiteX4" fmla="*/ 808095 w 5259916"/>
                  <a:gd name="connsiteY4" fmla="*/ 2794000 h 4536327"/>
                  <a:gd name="connsiteX5" fmla="*/ 2809535 w 5259916"/>
                  <a:gd name="connsiteY5" fmla="*/ 693762 h 4536327"/>
                  <a:gd name="connsiteX6" fmla="*/ 4582311 w 5259916"/>
                  <a:gd name="connsiteY6" fmla="*/ 2468401 h 4536327"/>
                  <a:gd name="connsiteX7" fmla="*/ 3214048 w 5259916"/>
                  <a:gd name="connsiteY7" fmla="*/ 3944160 h 4536327"/>
                  <a:gd name="connsiteX8" fmla="*/ 1952973 w 5259916"/>
                  <a:gd name="connsiteY8" fmla="*/ 2717882 h 4536327"/>
                  <a:gd name="connsiteX9" fmla="*/ 2838118 w 5259916"/>
                  <a:gd name="connsiteY9" fmla="*/ 1658442 h 4536327"/>
                  <a:gd name="connsiteX10" fmla="*/ 3400460 w 5259916"/>
                  <a:gd name="connsiteY10" fmla="*/ 2089053 h 4536327"/>
                  <a:gd name="connsiteX11" fmla="*/ 2777534 w 5259916"/>
                  <a:gd name="connsiteY11" fmla="*/ 2464362 h 4536327"/>
                  <a:gd name="connsiteX12" fmla="*/ 2442615 w 5259916"/>
                  <a:gd name="connsiteY12" fmla="*/ 2698930 h 4536327"/>
                  <a:gd name="connsiteX13" fmla="*/ 3400149 w 5259916"/>
                  <a:gd name="connsiteY13" fmla="*/ 3599920 h 4536327"/>
                  <a:gd name="connsiteX14" fmla="*/ 3752778 w 5259916"/>
                  <a:gd name="connsiteY14" fmla="*/ 3352924 h 4536327"/>
                  <a:gd name="connsiteX15" fmla="*/ 3183912 w 5259916"/>
                  <a:gd name="connsiteY15" fmla="*/ 2864526 h 4536327"/>
                  <a:gd name="connsiteX16" fmla="*/ 3887616 w 5259916"/>
                  <a:gd name="connsiteY16" fmla="*/ 2087189 h 4536327"/>
                  <a:gd name="connsiteX17" fmla="*/ 2843089 w 5259916"/>
                  <a:gd name="connsiteY17" fmla="*/ 1174704 h 4536327"/>
                  <a:gd name="connsiteX18" fmla="*/ 1392806 w 5259916"/>
                  <a:gd name="connsiteY18" fmla="*/ 2749261 h 4536327"/>
                  <a:gd name="connsiteX19" fmla="*/ 3223369 w 5259916"/>
                  <a:gd name="connsiteY19" fmla="*/ 4536328 h 4536327"/>
                  <a:gd name="connsiteX20" fmla="*/ 5259917 w 5259916"/>
                  <a:gd name="connsiteY20" fmla="*/ 2448207 h 4536327"/>
                  <a:gd name="connsiteX21" fmla="*/ 2776602 w 5259916"/>
                  <a:gd name="connsiteY21" fmla="*/ 0 h 453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59916" h="4536327">
                    <a:moveTo>
                      <a:pt x="2776602" y="0"/>
                    </a:moveTo>
                    <a:cubicBezTo>
                      <a:pt x="1247094" y="0"/>
                      <a:pt x="0" y="1192724"/>
                      <a:pt x="0" y="2869808"/>
                    </a:cubicBezTo>
                    <a:cubicBezTo>
                      <a:pt x="0" y="3426868"/>
                      <a:pt x="125828" y="3941053"/>
                      <a:pt x="347036" y="4389684"/>
                    </a:cubicBezTo>
                    <a:lnTo>
                      <a:pt x="1044838" y="3900975"/>
                    </a:lnTo>
                    <a:cubicBezTo>
                      <a:pt x="893533" y="3580036"/>
                      <a:pt x="808095" y="3208145"/>
                      <a:pt x="808095" y="2794000"/>
                    </a:cubicBezTo>
                    <a:cubicBezTo>
                      <a:pt x="808095" y="1599101"/>
                      <a:pt x="1685162" y="693762"/>
                      <a:pt x="2809535" y="693762"/>
                    </a:cubicBezTo>
                    <a:cubicBezTo>
                      <a:pt x="3933908" y="693762"/>
                      <a:pt x="4582311" y="1468303"/>
                      <a:pt x="4582311" y="2468401"/>
                    </a:cubicBezTo>
                    <a:cubicBezTo>
                      <a:pt x="4582311" y="3362866"/>
                      <a:pt x="3986725" y="3944160"/>
                      <a:pt x="3214048" y="3944160"/>
                    </a:cubicBezTo>
                    <a:cubicBezTo>
                      <a:pt x="2441372" y="3944160"/>
                      <a:pt x="1952973" y="3438053"/>
                      <a:pt x="1952973" y="2717882"/>
                    </a:cubicBezTo>
                    <a:cubicBezTo>
                      <a:pt x="1952973" y="2083150"/>
                      <a:pt x="2354380" y="1658442"/>
                      <a:pt x="2838118" y="1658442"/>
                    </a:cubicBezTo>
                    <a:cubicBezTo>
                      <a:pt x="3201310" y="1658442"/>
                      <a:pt x="3400460" y="1829630"/>
                      <a:pt x="3400460" y="2089053"/>
                    </a:cubicBezTo>
                    <a:cubicBezTo>
                      <a:pt x="3400460" y="2386691"/>
                      <a:pt x="3092881" y="2552597"/>
                      <a:pt x="2777534" y="2464362"/>
                    </a:cubicBezTo>
                    <a:lnTo>
                      <a:pt x="2442615" y="2698930"/>
                    </a:lnTo>
                    <a:cubicBezTo>
                      <a:pt x="2660095" y="3010238"/>
                      <a:pt x="3181426" y="3461354"/>
                      <a:pt x="3400149" y="3599920"/>
                    </a:cubicBezTo>
                    <a:cubicBezTo>
                      <a:pt x="3401392" y="3599299"/>
                      <a:pt x="3752778" y="3352924"/>
                      <a:pt x="3752778" y="3352924"/>
                    </a:cubicBezTo>
                    <a:cubicBezTo>
                      <a:pt x="3628193" y="3263758"/>
                      <a:pt x="3386790" y="3059947"/>
                      <a:pt x="3183912" y="2864526"/>
                    </a:cubicBezTo>
                    <a:cubicBezTo>
                      <a:pt x="3668582" y="2784369"/>
                      <a:pt x="3887616" y="2431740"/>
                      <a:pt x="3887616" y="2087189"/>
                    </a:cubicBezTo>
                    <a:cubicBezTo>
                      <a:pt x="3887616" y="1552499"/>
                      <a:pt x="3506715" y="1174704"/>
                      <a:pt x="2843089" y="1174704"/>
                    </a:cubicBezTo>
                    <a:cubicBezTo>
                      <a:pt x="2053635" y="1174704"/>
                      <a:pt x="1392806" y="1823727"/>
                      <a:pt x="1392806" y="2749261"/>
                    </a:cubicBezTo>
                    <a:cubicBezTo>
                      <a:pt x="1392806" y="3775768"/>
                      <a:pt x="2143424" y="4536328"/>
                      <a:pt x="3223369" y="4536328"/>
                    </a:cubicBezTo>
                    <a:cubicBezTo>
                      <a:pt x="4416093" y="4536328"/>
                      <a:pt x="5259917" y="3646212"/>
                      <a:pt x="5259917" y="2448207"/>
                    </a:cubicBezTo>
                    <a:cubicBezTo>
                      <a:pt x="5260227" y="1034585"/>
                      <a:pt x="4279392" y="0"/>
                      <a:pt x="2776602" y="0"/>
                    </a:cubicBez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grpSp>
    </p:spTree>
    <p:extLst>
      <p:ext uri="{BB962C8B-B14F-4D97-AF65-F5344CB8AC3E}">
        <p14:creationId xmlns:p14="http://schemas.microsoft.com/office/powerpoint/2010/main" val="19287953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7_Content - title only">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F59B7734-814A-4517-4B51-411F0D5402D8}"/>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972924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1579113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1"/>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40252110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1_Compass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B2DBC1-DD4C-4F5D-A0C9-7BE1D99C1C3D}"/>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14" name="Title 1">
            <a:extLst>
              <a:ext uri="{FF2B5EF4-FFF2-40B4-BE49-F238E27FC236}">
                <a16:creationId xmlns:a16="http://schemas.microsoft.com/office/drawing/2014/main" id="{69809270-D233-4B3C-A180-0EEB00223E8F}"/>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5393962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1_Compass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D33D97-EF79-40B3-BD0F-DD52C31E2A4F}"/>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pic>
        <p:nvPicPr>
          <p:cNvPr id="8" name="Graphic 7">
            <a:extLst>
              <a:ext uri="{FF2B5EF4-FFF2-40B4-BE49-F238E27FC236}">
                <a16:creationId xmlns:a16="http://schemas.microsoft.com/office/drawing/2014/main" id="{E8A3D930-A86F-4DBC-9BA8-3A1D23461C27}"/>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4779" t="30885" b="1"/>
          <a:stretch/>
        </p:blipFill>
        <p:spPr>
          <a:xfrm>
            <a:off x="6677723" y="2118170"/>
            <a:ext cx="5512690" cy="4739833"/>
          </a:xfrm>
          <a:prstGeom prst="rect">
            <a:avLst/>
          </a:prstGeom>
        </p:spPr>
      </p:pic>
      <p:sp>
        <p:nvSpPr>
          <p:cNvPr id="5" name="Title 1">
            <a:extLst>
              <a:ext uri="{FF2B5EF4-FFF2-40B4-BE49-F238E27FC236}">
                <a16:creationId xmlns:a16="http://schemas.microsoft.com/office/drawing/2014/main" id="{48DEEE97-6141-7E22-BA5D-C44AE489BFB1}"/>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15010972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6_Content - title onl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56F2E-5680-6C93-E7AC-7577C6E707C1}"/>
              </a:ext>
            </a:extLst>
          </p:cNvPr>
          <p:cNvPicPr>
            <a:picLocks noChangeAspect="1"/>
          </p:cNvPicPr>
          <p:nvPr userDrawn="1"/>
        </p:nvPicPr>
        <p:blipFill rotWithShape="1">
          <a:blip r:embed="rId2"/>
          <a:srcRect l="24603" r="24603"/>
          <a:stretch/>
        </p:blipFill>
        <p:spPr>
          <a:xfrm>
            <a:off x="-1280160" y="-720090"/>
            <a:ext cx="14752320" cy="8298180"/>
          </a:xfrm>
          <a:prstGeom prst="rect">
            <a:avLst/>
          </a:prstGeom>
        </p:spPr>
      </p:pic>
      <p:sp>
        <p:nvSpPr>
          <p:cNvPr id="7" name="Rectangle 6">
            <a:extLst>
              <a:ext uri="{FF2B5EF4-FFF2-40B4-BE49-F238E27FC236}">
                <a16:creationId xmlns:a16="http://schemas.microsoft.com/office/drawing/2014/main" id="{686643F6-A864-66FA-D268-DF42438E7A8B}"/>
              </a:ext>
            </a:extLst>
          </p:cNvPr>
          <p:cNvSpPr/>
          <p:nvPr userDrawn="1"/>
        </p:nvSpPr>
        <p:spPr>
          <a:xfrm>
            <a:off x="-1280160" y="-720090"/>
            <a:ext cx="14752320" cy="8298180"/>
          </a:xfrm>
          <a:prstGeom prst="rect">
            <a:avLst/>
          </a:prstGeom>
          <a:gradFill flip="none" rotWithShape="1">
            <a:gsLst>
              <a:gs pos="45000">
                <a:schemeClr val="tx1">
                  <a:lumMod val="95000"/>
                  <a:lumOff val="5000"/>
                  <a:alpha val="34000"/>
                </a:schemeClr>
              </a:gs>
              <a:gs pos="0">
                <a:schemeClr val="tx1">
                  <a:lumMod val="95000"/>
                  <a:lumOff val="5000"/>
                  <a:alpha val="63000"/>
                </a:schemeClr>
              </a:gs>
              <a:gs pos="100000">
                <a:schemeClr val="tx1">
                  <a:lumMod val="95000"/>
                  <a:lumOff val="5000"/>
                  <a:alpha val="1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480647" rtl="0" eaLnBrk="1" fontAlgn="auto" latinLnBrk="0" hangingPunct="1">
              <a:lnSpc>
                <a:spcPct val="100000"/>
              </a:lnSpc>
              <a:spcBef>
                <a:spcPts val="0"/>
              </a:spcBef>
              <a:spcAft>
                <a:spcPts val="0"/>
              </a:spcAft>
              <a:buClrTx/>
              <a:buSzTx/>
              <a:buFontTx/>
              <a:buNone/>
              <a:tabLst/>
              <a:defRPr/>
            </a:pPr>
            <a:endParaRPr kumimoji="0" lang="en-GB" sz="1481" b="0" i="0" u="none" strike="noStrike" kern="1200" cap="none" spc="0" normalizeH="0" baseline="0" noProof="0">
              <a:ln>
                <a:noFill/>
              </a:ln>
              <a:solidFill>
                <a:srgbClr val="FFFFFF"/>
              </a:solidFill>
              <a:effectLst/>
              <a:uLnTx/>
              <a:uFillTx/>
              <a:latin typeface="Energy"/>
              <a:ea typeface="+mn-ea"/>
              <a:cs typeface="+mn-cs"/>
            </a:endParaRPr>
          </a:p>
        </p:txBody>
      </p:sp>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2036032" y="2682719"/>
            <a:ext cx="8119937" cy="413062"/>
          </a:xfrm>
        </p:spPr>
        <p:txBody>
          <a:bodyPr wrap="square" anchor="ctr" anchorCtr="0">
            <a:spAutoFit/>
          </a:bodyPr>
          <a:lstStyle>
            <a:lvl1pPr algn="ctr">
              <a:lnSpc>
                <a:spcPct val="70000"/>
              </a:lnSpc>
              <a:defRPr sz="3835">
                <a:solidFill>
                  <a:schemeClr val="bg1"/>
                </a:solidFill>
              </a:defRPr>
            </a:lvl1pPr>
          </a:lstStyle>
          <a:p>
            <a:r>
              <a:rPr lang="en-US"/>
              <a:t>Click to edit Master title style</a:t>
            </a:r>
            <a:endParaRPr lang="en-GB"/>
          </a:p>
        </p:txBody>
      </p:sp>
      <p:sp>
        <p:nvSpPr>
          <p:cNvPr id="5" name="Subtitle 2">
            <a:extLst>
              <a:ext uri="{FF2B5EF4-FFF2-40B4-BE49-F238E27FC236}">
                <a16:creationId xmlns:a16="http://schemas.microsoft.com/office/drawing/2014/main" id="{3D2582B5-4492-CF31-5A12-6E6ED78FF2CB}"/>
              </a:ext>
            </a:extLst>
          </p:cNvPr>
          <p:cNvSpPr>
            <a:spLocks noGrp="1"/>
          </p:cNvSpPr>
          <p:nvPr>
            <p:ph type="subTitle" idx="1" hasCustomPrompt="1"/>
          </p:nvPr>
        </p:nvSpPr>
        <p:spPr>
          <a:xfrm>
            <a:off x="2316270" y="3952809"/>
            <a:ext cx="7561254" cy="168829"/>
          </a:xfrm>
        </p:spPr>
        <p:txBody>
          <a:bodyPr wrap="square">
            <a:spAutoFit/>
          </a:bodyPr>
          <a:lstStyle>
            <a:lvl1pPr marL="0" indent="0" algn="ctr">
              <a:lnSpc>
                <a:spcPct val="90000"/>
              </a:lnSpc>
              <a:buNone/>
              <a:defRPr sz="1219" b="1">
                <a:solidFill>
                  <a:schemeClr val="bg1"/>
                </a:solidFill>
              </a:defRPr>
            </a:lvl1pPr>
            <a:lvl2pPr marL="146171" indent="0" algn="ctr">
              <a:buNone/>
              <a:defRPr sz="640"/>
            </a:lvl2pPr>
            <a:lvl3pPr marL="292344" indent="0" algn="ctr">
              <a:buNone/>
              <a:defRPr sz="576"/>
            </a:lvl3pPr>
            <a:lvl4pPr marL="438515" indent="0" algn="ctr">
              <a:buNone/>
              <a:defRPr sz="512"/>
            </a:lvl4pPr>
            <a:lvl5pPr marL="584685" indent="0" algn="ctr">
              <a:buNone/>
              <a:defRPr sz="512"/>
            </a:lvl5pPr>
            <a:lvl6pPr marL="730857" indent="0" algn="ctr">
              <a:buNone/>
              <a:defRPr sz="512"/>
            </a:lvl6pPr>
            <a:lvl7pPr marL="877029" indent="0" algn="ctr">
              <a:buNone/>
              <a:defRPr sz="512"/>
            </a:lvl7pPr>
            <a:lvl8pPr marL="1023199" indent="0" algn="ctr">
              <a:buNone/>
              <a:defRPr sz="512"/>
            </a:lvl8pPr>
            <a:lvl9pPr marL="1169370" indent="0" algn="ctr">
              <a:buNone/>
              <a:defRPr sz="512"/>
            </a:lvl9pPr>
          </a:lstStyle>
          <a:p>
            <a:r>
              <a:rPr lang="en-US"/>
              <a:t>Presentation sub-title</a:t>
            </a:r>
          </a:p>
        </p:txBody>
      </p:sp>
    </p:spTree>
    <p:extLst>
      <p:ext uri="{BB962C8B-B14F-4D97-AF65-F5344CB8AC3E}">
        <p14:creationId xmlns:p14="http://schemas.microsoft.com/office/powerpoint/2010/main" val="10393603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 fill="hold" nodeType="withEffect">
                                  <p:stCondLst>
                                    <p:cond delay="0"/>
                                  </p:stCondLst>
                                  <p:childTnLst>
                                    <p:animScale>
                                      <p:cBhvr>
                                        <p:cTn id="6" dur="2000" fill="hold"/>
                                        <p:tgtEl>
                                          <p:spTgt spid="3"/>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A29732-CFD9-7360-34AF-E5C86407FE59}"/>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4" name="Group 3">
            <a:extLst>
              <a:ext uri="{FF2B5EF4-FFF2-40B4-BE49-F238E27FC236}">
                <a16:creationId xmlns:a16="http://schemas.microsoft.com/office/drawing/2014/main" id="{37B1855E-E721-D19E-709B-CD3FB0512CC6}"/>
              </a:ext>
            </a:extLst>
          </p:cNvPr>
          <p:cNvGrpSpPr/>
          <p:nvPr userDrawn="1"/>
        </p:nvGrpSpPr>
        <p:grpSpPr>
          <a:xfrm>
            <a:off x="-5334000" y="-8001000"/>
            <a:ext cx="22860000" cy="22860000"/>
            <a:chOff x="2253371" y="-3080629"/>
            <a:chExt cx="19877258" cy="19877258"/>
          </a:xfrm>
        </p:grpSpPr>
        <p:sp>
          <p:nvSpPr>
            <p:cNvPr id="5" name="Free-form: Shape 2">
              <a:extLst>
                <a:ext uri="{FF2B5EF4-FFF2-40B4-BE49-F238E27FC236}">
                  <a16:creationId xmlns:a16="http://schemas.microsoft.com/office/drawing/2014/main" id="{F6D247D0-25FC-4670-11E1-C410BFD8B83A}"/>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6" name="Free-form: Shape 3">
              <a:extLst>
                <a:ext uri="{FF2B5EF4-FFF2-40B4-BE49-F238E27FC236}">
                  <a16:creationId xmlns:a16="http://schemas.microsoft.com/office/drawing/2014/main" id="{E655B6F5-F4A8-B251-E772-44FFBA12731B}"/>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4">
              <a:extLst>
                <a:ext uri="{FF2B5EF4-FFF2-40B4-BE49-F238E27FC236}">
                  <a16:creationId xmlns:a16="http://schemas.microsoft.com/office/drawing/2014/main" id="{FC9339A0-C5C4-8BB4-C4B0-F77B25379A47}"/>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5">
              <a:extLst>
                <a:ext uri="{FF2B5EF4-FFF2-40B4-BE49-F238E27FC236}">
                  <a16:creationId xmlns:a16="http://schemas.microsoft.com/office/drawing/2014/main" id="{046D2D1A-75C4-FD4B-062D-637BB135DB1B}"/>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6">
              <a:extLst>
                <a:ext uri="{FF2B5EF4-FFF2-40B4-BE49-F238E27FC236}">
                  <a16:creationId xmlns:a16="http://schemas.microsoft.com/office/drawing/2014/main" id="{5ACEA9E7-5C31-F4D3-428D-F30C4DDC59C3}"/>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0" name="Title 1">
            <a:extLst>
              <a:ext uri="{FF2B5EF4-FFF2-40B4-BE49-F238E27FC236}">
                <a16:creationId xmlns:a16="http://schemas.microsoft.com/office/drawing/2014/main" id="{FCB1D4E0-D1C6-69C4-4D0D-467E2934C1C7}"/>
              </a:ext>
            </a:extLst>
          </p:cNvPr>
          <p:cNvSpPr>
            <a:spLocks noGrp="1"/>
          </p:cNvSpPr>
          <p:nvPr>
            <p:ph type="ctrTitle" hasCustomPrompt="1"/>
          </p:nvPr>
        </p:nvSpPr>
        <p:spPr>
          <a:xfrm>
            <a:off x="1066799" y="2351781"/>
            <a:ext cx="10058400" cy="2154436"/>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pPr marL="0" marR="0" lvl="0" indent="0" algn="ctr" defTabSz="292348" rtl="0" eaLnBrk="1" fontAlgn="auto" latinLnBrk="0" hangingPunct="1">
              <a:lnSpc>
                <a:spcPct val="70000"/>
              </a:lnSpc>
              <a:spcBef>
                <a:spcPct val="0"/>
              </a:spcBef>
              <a:spcAft>
                <a:spcPts val="0"/>
              </a:spcAft>
              <a:buClrTx/>
              <a:buSzTx/>
              <a:buFontTx/>
              <a:buNone/>
              <a:tabLst/>
              <a:defRPr/>
            </a:pPr>
            <a:r>
              <a:rPr lang="en-US"/>
              <a:t>Presentation title goes here</a:t>
            </a:r>
            <a:br>
              <a:rPr lang="en-US"/>
            </a:br>
            <a:r>
              <a:rPr lang="en-US">
                <a:solidFill>
                  <a:schemeClr val="accent1"/>
                </a:solidFill>
              </a:rPr>
              <a:t>Presentation title goes here</a:t>
            </a:r>
            <a:endParaRPr lang="en-US"/>
          </a:p>
        </p:txBody>
      </p:sp>
    </p:spTree>
    <p:extLst>
      <p:ext uri="{BB962C8B-B14F-4D97-AF65-F5344CB8AC3E}">
        <p14:creationId xmlns:p14="http://schemas.microsoft.com/office/powerpoint/2010/main" val="993551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accent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1" name="Text Placeholder 10">
            <a:extLst>
              <a:ext uri="{FF2B5EF4-FFF2-40B4-BE49-F238E27FC236}">
                <a16:creationId xmlns:a16="http://schemas.microsoft.com/office/drawing/2014/main" id="{FFEA5DE8-16B1-4FBD-9486-750F20920502}"/>
              </a:ext>
            </a:extLst>
          </p:cNvPr>
          <p:cNvSpPr>
            <a:spLocks noGrp="1"/>
          </p:cNvSpPr>
          <p:nvPr>
            <p:ph type="body" sz="quarter" idx="14"/>
          </p:nvPr>
        </p:nvSpPr>
        <p:spPr>
          <a:xfrm>
            <a:off x="5629617" y="11301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20" name="Text Placeholder 10">
            <a:extLst>
              <a:ext uri="{FF2B5EF4-FFF2-40B4-BE49-F238E27FC236}">
                <a16:creationId xmlns:a16="http://schemas.microsoft.com/office/drawing/2014/main" id="{1BD82010-81DD-4A67-9B02-404BA8E0BA1B}"/>
              </a:ext>
            </a:extLst>
          </p:cNvPr>
          <p:cNvSpPr>
            <a:spLocks noGrp="1"/>
          </p:cNvSpPr>
          <p:nvPr>
            <p:ph type="body" sz="quarter" idx="23"/>
          </p:nvPr>
        </p:nvSpPr>
        <p:spPr>
          <a:xfrm>
            <a:off x="5629617" y="205400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0">
            <a:extLst>
              <a:ext uri="{FF2B5EF4-FFF2-40B4-BE49-F238E27FC236}">
                <a16:creationId xmlns:a16="http://schemas.microsoft.com/office/drawing/2014/main" id="{1048CE71-F49C-44B2-8908-3B8505D50361}"/>
              </a:ext>
            </a:extLst>
          </p:cNvPr>
          <p:cNvSpPr>
            <a:spLocks noGrp="1"/>
          </p:cNvSpPr>
          <p:nvPr>
            <p:ph type="body" sz="quarter" idx="24"/>
          </p:nvPr>
        </p:nvSpPr>
        <p:spPr>
          <a:xfrm>
            <a:off x="5629617" y="297788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2" name="Text Placeholder 10">
            <a:extLst>
              <a:ext uri="{FF2B5EF4-FFF2-40B4-BE49-F238E27FC236}">
                <a16:creationId xmlns:a16="http://schemas.microsoft.com/office/drawing/2014/main" id="{F220C27B-7EB9-40DC-B0B7-CFB84C6A59BC}"/>
              </a:ext>
            </a:extLst>
          </p:cNvPr>
          <p:cNvSpPr>
            <a:spLocks noGrp="1"/>
          </p:cNvSpPr>
          <p:nvPr>
            <p:ph type="body" sz="quarter" idx="25"/>
          </p:nvPr>
        </p:nvSpPr>
        <p:spPr>
          <a:xfrm>
            <a:off x="5629617" y="390175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3" name="Text Placeholder 10">
            <a:extLst>
              <a:ext uri="{FF2B5EF4-FFF2-40B4-BE49-F238E27FC236}">
                <a16:creationId xmlns:a16="http://schemas.microsoft.com/office/drawing/2014/main" id="{752BC965-049B-4EC6-B536-61CC2C8B031E}"/>
              </a:ext>
            </a:extLst>
          </p:cNvPr>
          <p:cNvSpPr>
            <a:spLocks noGrp="1"/>
          </p:cNvSpPr>
          <p:nvPr>
            <p:ph type="body" sz="quarter" idx="26"/>
          </p:nvPr>
        </p:nvSpPr>
        <p:spPr>
          <a:xfrm>
            <a:off x="5629617" y="48256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4" name="Text Placeholder 10">
            <a:extLst>
              <a:ext uri="{FF2B5EF4-FFF2-40B4-BE49-F238E27FC236}">
                <a16:creationId xmlns:a16="http://schemas.microsoft.com/office/drawing/2014/main" id="{6368B62B-ADE6-4D79-86A8-CC300F602F12}"/>
              </a:ext>
            </a:extLst>
          </p:cNvPr>
          <p:cNvSpPr>
            <a:spLocks noGrp="1"/>
          </p:cNvSpPr>
          <p:nvPr>
            <p:ph type="body" sz="quarter" idx="27"/>
          </p:nvPr>
        </p:nvSpPr>
        <p:spPr>
          <a:xfrm>
            <a:off x="5629617" y="5749503"/>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4250580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3_Agenda - gradient">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415620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_Agenda -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4438"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3755207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1_Cover white 4">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3A622CA-3E01-530E-ACFA-C6B2B1A358EF}"/>
              </a:ext>
            </a:extLst>
          </p:cNvPr>
          <p:cNvSpPr>
            <a:spLocks noGrp="1"/>
          </p:cNvSpPr>
          <p:nvPr>
            <p:ph type="ctrTitle" hasCustomPrompt="1"/>
          </p:nvPr>
        </p:nvSpPr>
        <p:spPr>
          <a:xfrm>
            <a:off x="247650" y="2479259"/>
            <a:ext cx="11696700" cy="743281"/>
          </a:xfrm>
        </p:spPr>
        <p:txBody>
          <a:bodyPr wrap="square" tIns="0" anchor="ctr" anchorCtr="0">
            <a:spAutoFit/>
          </a:bodyPr>
          <a:lstStyle>
            <a:lvl1pPr algn="ctr">
              <a:lnSpc>
                <a:spcPct val="70000"/>
              </a:lnSpc>
              <a:defRPr sz="6900" b="0" cap="all" spc="-64"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4" name="Subtitle 2">
            <a:extLst>
              <a:ext uri="{FF2B5EF4-FFF2-40B4-BE49-F238E27FC236}">
                <a16:creationId xmlns:a16="http://schemas.microsoft.com/office/drawing/2014/main" id="{F192A197-6F58-846E-B8F1-B85BD14D1504}"/>
              </a:ext>
            </a:extLst>
          </p:cNvPr>
          <p:cNvSpPr>
            <a:spLocks noGrp="1"/>
          </p:cNvSpPr>
          <p:nvPr>
            <p:ph type="subTitle" idx="1" hasCustomPrompt="1"/>
          </p:nvPr>
        </p:nvSpPr>
        <p:spPr>
          <a:xfrm>
            <a:off x="247650" y="3287238"/>
            <a:ext cx="11696700" cy="249299"/>
          </a:xfrm>
        </p:spPr>
        <p:txBody>
          <a:bodyPr wrap="square">
            <a:spAutoFit/>
          </a:bodyPr>
          <a:lstStyle>
            <a:lvl1pPr marL="0" indent="0" algn="ctr">
              <a:lnSpc>
                <a:spcPct val="90000"/>
              </a:lnSpc>
              <a:buNone/>
              <a:defRPr sz="18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742142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1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89C9E5E-0E5A-1A43-AB0E-2C04D30EE136}"/>
              </a:ext>
            </a:extLst>
          </p:cNvPr>
          <p:cNvSpPr>
            <a:spLocks noGrp="1"/>
          </p:cNvSpPr>
          <p:nvPr>
            <p:ph type="ctrTitle" hasCustomPrompt="1"/>
          </p:nvPr>
        </p:nvSpPr>
        <p:spPr>
          <a:xfrm>
            <a:off x="180975" y="2479259"/>
            <a:ext cx="11830050" cy="743281"/>
          </a:xfrm>
        </p:spPr>
        <p:txBody>
          <a:bodyPr wrap="square" tIns="0" anchor="ctr" anchorCtr="0">
            <a:spAutoFit/>
          </a:bodyPr>
          <a:lstStyle>
            <a:lvl1pPr algn="ctr">
              <a:lnSpc>
                <a:spcPct val="70000"/>
              </a:lnSpc>
              <a:defRPr sz="6900" b="0" cap="all" spc="-64" baseline="0">
                <a:solidFill>
                  <a:schemeClr val="bg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8" name="Subtitle 2">
            <a:extLst>
              <a:ext uri="{FF2B5EF4-FFF2-40B4-BE49-F238E27FC236}">
                <a16:creationId xmlns:a16="http://schemas.microsoft.com/office/drawing/2014/main" id="{92CDE46E-73DD-438C-8152-50B9D54100B9}"/>
              </a:ext>
            </a:extLst>
          </p:cNvPr>
          <p:cNvSpPr>
            <a:spLocks noGrp="1"/>
          </p:cNvSpPr>
          <p:nvPr>
            <p:ph type="subTitle" idx="1" hasCustomPrompt="1"/>
          </p:nvPr>
        </p:nvSpPr>
        <p:spPr>
          <a:xfrm>
            <a:off x="180975" y="3287238"/>
            <a:ext cx="11830050" cy="249299"/>
          </a:xfrm>
        </p:spPr>
        <p:txBody>
          <a:bodyPr wrap="square">
            <a:spAutoFit/>
          </a:bodyPr>
          <a:lstStyle>
            <a:lvl1pPr marL="0" indent="0" algn="ctr">
              <a:lnSpc>
                <a:spcPct val="90000"/>
              </a:lnSpc>
              <a:buNone/>
              <a:defRPr sz="18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339064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2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0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vert="horz" wrap="square" lIns="0" tIns="0" rIns="0" bIns="0" rtlCol="0" anchor="t" anchorCtr="0">
            <a:noAutofit/>
          </a:bodyPr>
          <a:lstStyle>
            <a:lvl1pPr>
              <a:defRPr lang="en-GB" sz="3200" b="1" cap="none" dirty="0">
                <a:solidFill>
                  <a:schemeClr val="accent1"/>
                </a:solidFill>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4C0A4427-BE6D-9C16-CBCF-A95AF0318D0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118339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4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vert="horz" wrap="square" lIns="0" tIns="0" rIns="0" bIns="0" rtlCol="0" anchor="t" anchorCtr="0">
            <a:noAutofit/>
          </a:bodyPr>
          <a:lstStyle>
            <a:lvl1pPr>
              <a:defRPr lang="en-GB" sz="3200" b="1" cap="none">
                <a:solidFill>
                  <a:schemeClr val="tx2"/>
                </a:solidFill>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43575A82-A052-7BF2-6291-52C1EF882922}"/>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3902122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5_Content - title only">
    <p:bg>
      <p:bgRef idx="1001">
        <a:schemeClr val="bg1"/>
      </p:bgRef>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hasCustomPrompt="1"/>
          </p:nvPr>
        </p:nvSpPr>
        <p:spPr>
          <a:xfrm>
            <a:off x="441203" y="413524"/>
            <a:ext cx="11522198" cy="473976"/>
          </a:xfrm>
        </p:spPr>
        <p:txBody>
          <a:bodyPr wrap="square" anchor="t" anchorCtr="0">
            <a:noAutofit/>
          </a:bodyPr>
          <a:lstStyle>
            <a:lvl1pPr algn="l">
              <a:lnSpc>
                <a:spcPct val="70000"/>
              </a:lnSpc>
              <a:defRPr sz="3200" b="1" cap="none">
                <a:solidFill>
                  <a:schemeClr val="tx2"/>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9548E2F8-AAB8-C920-9AB2-7D8B8C4A7CBA}"/>
              </a:ext>
            </a:extLst>
          </p:cNvPr>
          <p:cNvSpPr>
            <a:spLocks noGrp="1"/>
          </p:cNvSpPr>
          <p:nvPr>
            <p:ph idx="1"/>
          </p:nvPr>
        </p:nvSpPr>
        <p:spPr>
          <a:xfrm>
            <a:off x="457200" y="914400"/>
            <a:ext cx="11522198" cy="204671"/>
          </a:xfrm>
          <a:prstGeom prst="rect">
            <a:avLst/>
          </a:prstGeom>
        </p:spPr>
        <p:txBody>
          <a:bodyPr vert="horz" wrap="square" lIns="0" tIns="0" rIns="0" bIns="0" rtlCol="0">
            <a:spAutoFit/>
          </a:bodyPr>
          <a:lstStyle>
            <a:lvl1pPr>
              <a:defRPr sz="1400" b="0"/>
            </a:lvl1pPr>
          </a:lstStyle>
          <a:p>
            <a:pPr lvl="0"/>
            <a:endParaRPr lang="en-US"/>
          </a:p>
        </p:txBody>
      </p:sp>
      <p:sp>
        <p:nvSpPr>
          <p:cNvPr id="3" name="TextBox 2">
            <a:extLst>
              <a:ext uri="{FF2B5EF4-FFF2-40B4-BE49-F238E27FC236}">
                <a16:creationId xmlns:a16="http://schemas.microsoft.com/office/drawing/2014/main" id="{901E0558-9FC4-8CE8-5EB6-8AF687B2B390}"/>
              </a:ext>
            </a:extLst>
          </p:cNvPr>
          <p:cNvSpPr txBox="1"/>
          <p:nvPr userDrawn="1"/>
        </p:nvSpPr>
        <p:spPr>
          <a:xfrm>
            <a:off x="11306711" y="367747"/>
            <a:ext cx="738985" cy="215444"/>
          </a:xfrm>
          <a:prstGeom prst="rect">
            <a:avLst/>
          </a:prstGeom>
          <a:noFill/>
        </p:spPr>
        <p:txBody>
          <a:bodyPr wrap="none" lIns="0" tIns="0" rIns="0" bIns="0" rtlCol="0">
            <a:spAutoFit/>
          </a:bodyPr>
          <a:lstStyle/>
          <a:p>
            <a:pPr algn="l">
              <a:spcAft>
                <a:spcPts val="200"/>
              </a:spcAft>
            </a:pPr>
            <a:r>
              <a:rPr lang="en-US" sz="1400" b="1">
                <a:solidFill>
                  <a:srgbClr val="C00000"/>
                </a:solidFill>
              </a:rPr>
              <a:t>[DRAFT]</a:t>
            </a:r>
          </a:p>
        </p:txBody>
      </p:sp>
    </p:spTree>
    <p:extLst>
      <p:ext uri="{BB962C8B-B14F-4D97-AF65-F5344CB8AC3E}">
        <p14:creationId xmlns:p14="http://schemas.microsoft.com/office/powerpoint/2010/main" val="8008658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Content - title only">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E911FC-1FDB-F4BA-3F7F-13E62CE5B37B}"/>
              </a:ext>
            </a:extLst>
          </p:cNvPr>
          <p:cNvSpPr>
            <a:spLocks noGrp="1"/>
          </p:cNvSpPr>
          <p:nvPr>
            <p:ph type="title"/>
          </p:nvPr>
        </p:nvSpPr>
        <p:spPr>
          <a:xfrm>
            <a:off x="434975" y="411480"/>
            <a:ext cx="9648826" cy="430887"/>
          </a:xfrm>
        </p:spPr>
        <p:txBody>
          <a:bodyPr wrap="square">
            <a:spAutoFit/>
          </a:bodyPr>
          <a:lstStyle>
            <a:lvl1pPr algn="l">
              <a:lnSpc>
                <a:spcPct val="70000"/>
              </a:lnSpc>
              <a:defRPr sz="40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E96013-1AE6-09D8-9322-38C3CFD4E493}"/>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428457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4_Content - title only">
    <p:bg>
      <p:bgPr>
        <a:solidFill>
          <a:schemeClr val="tx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7A36F75-EDB2-D367-900F-75052980FF9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2908511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5_Content - title only">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82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3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hasCustomPrompt="1"/>
          </p:nvPr>
        </p:nvSpPr>
        <p:spPr>
          <a:xfrm>
            <a:off x="441203" y="413524"/>
            <a:ext cx="11522198" cy="473976"/>
          </a:xfrm>
        </p:spPr>
        <p:txBody>
          <a:bodyPr vert="horz" wrap="square" lIns="0" tIns="0" rIns="0" bIns="0" rtlCol="0" anchor="t" anchorCtr="0">
            <a:noAutofit/>
          </a:bodyPr>
          <a:lstStyle>
            <a:lvl1pPr>
              <a:defRPr lang="en-GB"/>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0D4BE36-73EE-DB3E-DE82-CE3A651B1DA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86325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8_Content - title only">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64F65AE1-17FF-B9F2-5B09-02A7516F669A}"/>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829665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Generic case study - sta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DE84C-DB59-4666-998A-46BA0A90C15C}"/>
              </a:ext>
            </a:extLst>
          </p:cNvPr>
          <p:cNvSpPr/>
          <p:nvPr userDrawn="1"/>
        </p:nvSpPr>
        <p:spPr>
          <a:xfrm>
            <a:off x="6" y="0"/>
            <a:ext cx="464759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8EB74F84-72F9-4E3F-9920-AB38EA7D58B3}"/>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itle 1">
            <a:extLst>
              <a:ext uri="{FF2B5EF4-FFF2-40B4-BE49-F238E27FC236}">
                <a16:creationId xmlns:a16="http://schemas.microsoft.com/office/drawing/2014/main" id="{08E1C94D-6F48-4712-AEF0-812F58CB53F3}"/>
              </a:ext>
            </a:extLst>
          </p:cNvPr>
          <p:cNvSpPr>
            <a:spLocks noGrp="1"/>
          </p:cNvSpPr>
          <p:nvPr>
            <p:ph type="title" hasCustomPrompt="1"/>
          </p:nvPr>
        </p:nvSpPr>
        <p:spPr>
          <a:xfrm>
            <a:off x="374354" y="880851"/>
            <a:ext cx="3672203"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204184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Generic case study - stats &amp; imag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36D08B-2055-4FAB-BCAD-F6772FE15965}"/>
              </a:ext>
            </a:extLst>
          </p:cNvPr>
          <p:cNvSpPr/>
          <p:nvPr userDrawn="1"/>
        </p:nvSpPr>
        <p:spPr>
          <a:xfrm>
            <a:off x="6" y="0"/>
            <a:ext cx="46475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79884F6C-0F20-4DA1-9F53-648E6096A28C}"/>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26" name="Text Placeholder 10">
            <a:extLst>
              <a:ext uri="{FF2B5EF4-FFF2-40B4-BE49-F238E27FC236}">
                <a16:creationId xmlns:a16="http://schemas.microsoft.com/office/drawing/2014/main" id="{6A91C5E6-3D9B-4780-9E20-103094FE8699}"/>
              </a:ext>
            </a:extLst>
          </p:cNvPr>
          <p:cNvSpPr>
            <a:spLocks noGrp="1"/>
          </p:cNvSpPr>
          <p:nvPr>
            <p:ph type="body" sz="quarter" idx="30"/>
          </p:nvPr>
        </p:nvSpPr>
        <p:spPr>
          <a:xfrm>
            <a:off x="1536412" y="371462"/>
            <a:ext cx="0" cy="1728000"/>
          </a:xfrm>
          <a:ln w="6350">
            <a:solidFill>
              <a:schemeClr val="tx2"/>
            </a:solidFill>
          </a:ln>
        </p:spPr>
        <p:txBody>
          <a:bodyPr tIns="0" rIns="0" bIns="0">
            <a:noAutofit/>
          </a:bodyPr>
          <a:lstStyle>
            <a:lvl1pPr>
              <a:defRPr sz="133">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0" name="Title 1">
            <a:extLst>
              <a:ext uri="{FF2B5EF4-FFF2-40B4-BE49-F238E27FC236}">
                <a16:creationId xmlns:a16="http://schemas.microsoft.com/office/drawing/2014/main" id="{C5DBE463-34B0-4BFE-B99A-4040A21ACF2E}"/>
              </a:ext>
            </a:extLst>
          </p:cNvPr>
          <p:cNvSpPr>
            <a:spLocks noGrp="1"/>
          </p:cNvSpPr>
          <p:nvPr>
            <p:ph type="title" hasCustomPrompt="1"/>
          </p:nvPr>
        </p:nvSpPr>
        <p:spPr>
          <a:xfrm>
            <a:off x="374356" y="880851"/>
            <a:ext cx="3664639"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423807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7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D710C5-152A-95C7-5AF6-718DD5A6860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7" name="Group 6">
            <a:extLst>
              <a:ext uri="{FF2B5EF4-FFF2-40B4-BE49-F238E27FC236}">
                <a16:creationId xmlns:a16="http://schemas.microsoft.com/office/drawing/2014/main" id="{D569B639-9B44-E4E1-84CD-458CAF89734A}"/>
              </a:ext>
            </a:extLst>
          </p:cNvPr>
          <p:cNvGrpSpPr/>
          <p:nvPr userDrawn="1"/>
        </p:nvGrpSpPr>
        <p:grpSpPr>
          <a:xfrm>
            <a:off x="3444240" y="467453"/>
            <a:ext cx="5303520" cy="5303520"/>
            <a:chOff x="8346562" y="2077142"/>
            <a:chExt cx="7690877" cy="7900917"/>
          </a:xfrm>
        </p:grpSpPr>
        <p:sp>
          <p:nvSpPr>
            <p:cNvPr id="8" name="Free-form: Shape 7">
              <a:extLst>
                <a:ext uri="{FF2B5EF4-FFF2-40B4-BE49-F238E27FC236}">
                  <a16:creationId xmlns:a16="http://schemas.microsoft.com/office/drawing/2014/main" id="{C22DC961-A74A-5736-FC46-2D9642615A4A}"/>
                </a:ext>
              </a:extLst>
            </p:cNvPr>
            <p:cNvSpPr/>
            <p:nvPr/>
          </p:nvSpPr>
          <p:spPr>
            <a:xfrm>
              <a:off x="9849123" y="8613571"/>
              <a:ext cx="4685755" cy="1364488"/>
            </a:xfrm>
            <a:custGeom>
              <a:avLst/>
              <a:gdLst>
                <a:gd name="connsiteX0" fmla="*/ 228976 w 4733925"/>
                <a:gd name="connsiteY0" fmla="*/ 566692 h 1378514"/>
                <a:gd name="connsiteX1" fmla="*/ 228044 w 4733925"/>
                <a:gd name="connsiteY1" fmla="*/ 566692 h 1378514"/>
                <a:gd name="connsiteX2" fmla="*/ 228044 w 4733925"/>
                <a:gd name="connsiteY2" fmla="*/ 434340 h 1378514"/>
                <a:gd name="connsiteX3" fmla="*/ 0 w 4733925"/>
                <a:gd name="connsiteY3" fmla="*/ 434340 h 1378514"/>
                <a:gd name="connsiteX4" fmla="*/ 0 w 4733925"/>
                <a:gd name="connsiteY4" fmla="*/ 1355834 h 1378514"/>
                <a:gd name="connsiteX5" fmla="*/ 229597 w 4733925"/>
                <a:gd name="connsiteY5" fmla="*/ 1355834 h 1378514"/>
                <a:gd name="connsiteX6" fmla="*/ 229597 w 4733925"/>
                <a:gd name="connsiteY6" fmla="*/ 918078 h 1378514"/>
                <a:gd name="connsiteX7" fmla="*/ 278996 w 4733925"/>
                <a:gd name="connsiteY7" fmla="*/ 701529 h 1378514"/>
                <a:gd name="connsiteX8" fmla="*/ 413523 w 4733925"/>
                <a:gd name="connsiteY8" fmla="*/ 641567 h 1378514"/>
                <a:gd name="connsiteX9" fmla="*/ 506418 w 4733925"/>
                <a:gd name="connsiteY9" fmla="*/ 660208 h 1378514"/>
                <a:gd name="connsiteX10" fmla="*/ 618887 w 4733925"/>
                <a:gd name="connsiteY10" fmla="*/ 452670 h 1378514"/>
                <a:gd name="connsiteX11" fmla="*/ 457019 w 4733925"/>
                <a:gd name="connsiteY11" fmla="*/ 412281 h 1378514"/>
                <a:gd name="connsiteX12" fmla="*/ 228976 w 4733925"/>
                <a:gd name="connsiteY12" fmla="*/ 567002 h 1378514"/>
                <a:gd name="connsiteX13" fmla="*/ 996681 w 4733925"/>
                <a:gd name="connsiteY13" fmla="*/ 604285 h 1378514"/>
                <a:gd name="connsiteX14" fmla="*/ 1167869 w 4733925"/>
                <a:gd name="connsiteY14" fmla="*/ 816794 h 1378514"/>
                <a:gd name="connsiteX15" fmla="*/ 803434 w 4733925"/>
                <a:gd name="connsiteY15" fmla="*/ 816794 h 1378514"/>
                <a:gd name="connsiteX16" fmla="*/ 996992 w 4733925"/>
                <a:gd name="connsiteY16" fmla="*/ 604285 h 1378514"/>
                <a:gd name="connsiteX17" fmla="*/ 571041 w 4733925"/>
                <a:gd name="connsiteY17" fmla="*/ 899126 h 1378514"/>
                <a:gd name="connsiteX18" fmla="*/ 1051362 w 4733925"/>
                <a:gd name="connsiteY18" fmla="*/ 1377583 h 1378514"/>
                <a:gd name="connsiteX19" fmla="*/ 1369505 w 4733925"/>
                <a:gd name="connsiteY19" fmla="*/ 1315134 h 1378514"/>
                <a:gd name="connsiteX20" fmla="*/ 1290901 w 4733925"/>
                <a:gd name="connsiteY20" fmla="*/ 1121888 h 1378514"/>
                <a:gd name="connsiteX21" fmla="*/ 1064411 w 4733925"/>
                <a:gd name="connsiteY21" fmla="*/ 1172219 h 1378514"/>
                <a:gd name="connsiteX22" fmla="*/ 805609 w 4733925"/>
                <a:gd name="connsiteY22" fmla="*/ 984875 h 1378514"/>
                <a:gd name="connsiteX23" fmla="*/ 1387835 w 4733925"/>
                <a:gd name="connsiteY23" fmla="*/ 984875 h 1378514"/>
                <a:gd name="connsiteX24" fmla="*/ 1393117 w 4733925"/>
                <a:gd name="connsiteY24" fmla="*/ 854076 h 1378514"/>
                <a:gd name="connsiteX25" fmla="*/ 1012215 w 4733925"/>
                <a:gd name="connsiteY25" fmla="*/ 411349 h 1378514"/>
                <a:gd name="connsiteX26" fmla="*/ 571041 w 4733925"/>
                <a:gd name="connsiteY26" fmla="*/ 898815 h 1378514"/>
                <a:gd name="connsiteX27" fmla="*/ 4231545 w 4733925"/>
                <a:gd name="connsiteY27" fmla="*/ 267190 h 1378514"/>
                <a:gd name="connsiteX28" fmla="*/ 4231545 w 4733925"/>
                <a:gd name="connsiteY28" fmla="*/ 434340 h 1378514"/>
                <a:gd name="connsiteX29" fmla="*/ 3916510 w 4733925"/>
                <a:gd name="connsiteY29" fmla="*/ 434340 h 1378514"/>
                <a:gd name="connsiteX30" fmla="*/ 3916510 w 4733925"/>
                <a:gd name="connsiteY30" fmla="*/ 106876 h 1378514"/>
                <a:gd name="connsiteX31" fmla="*/ 3687224 w 4733925"/>
                <a:gd name="connsiteY31" fmla="*/ 267501 h 1378514"/>
                <a:gd name="connsiteX32" fmla="*/ 3687224 w 4733925"/>
                <a:gd name="connsiteY32" fmla="*/ 434650 h 1378514"/>
                <a:gd name="connsiteX33" fmla="*/ 3545551 w 4733925"/>
                <a:gd name="connsiteY33" fmla="*/ 434650 h 1378514"/>
                <a:gd name="connsiteX34" fmla="*/ 3545551 w 4733925"/>
                <a:gd name="connsiteY34" fmla="*/ 629139 h 1378514"/>
                <a:gd name="connsiteX35" fmla="*/ 3687224 w 4733925"/>
                <a:gd name="connsiteY35" fmla="*/ 629139 h 1378514"/>
                <a:gd name="connsiteX36" fmla="*/ 3687224 w 4733925"/>
                <a:gd name="connsiteY36" fmla="*/ 1080256 h 1378514"/>
                <a:gd name="connsiteX37" fmla="*/ 3761788 w 4733925"/>
                <a:gd name="connsiteY37" fmla="*/ 1305814 h 1378514"/>
                <a:gd name="connsiteX38" fmla="*/ 3985482 w 4733925"/>
                <a:gd name="connsiteY38" fmla="*/ 1378515 h 1378514"/>
                <a:gd name="connsiteX39" fmla="*/ 4189914 w 4733925"/>
                <a:gd name="connsiteY39" fmla="*/ 1335329 h 1378514"/>
                <a:gd name="connsiteX40" fmla="*/ 4112863 w 4733925"/>
                <a:gd name="connsiteY40" fmla="*/ 1140529 h 1378514"/>
                <a:gd name="connsiteX41" fmla="*/ 4014065 w 4733925"/>
                <a:gd name="connsiteY41" fmla="*/ 1168180 h 1378514"/>
                <a:gd name="connsiteX42" fmla="*/ 3916199 w 4733925"/>
                <a:gd name="connsiteY42" fmla="*/ 1064721 h 1378514"/>
                <a:gd name="connsiteX43" fmla="*/ 3916199 w 4733925"/>
                <a:gd name="connsiteY43" fmla="*/ 628829 h 1378514"/>
                <a:gd name="connsiteX44" fmla="*/ 4231235 w 4733925"/>
                <a:gd name="connsiteY44" fmla="*/ 628829 h 1378514"/>
                <a:gd name="connsiteX45" fmla="*/ 4231235 w 4733925"/>
                <a:gd name="connsiteY45" fmla="*/ 1079945 h 1378514"/>
                <a:gd name="connsiteX46" fmla="*/ 4305799 w 4733925"/>
                <a:gd name="connsiteY46" fmla="*/ 1305503 h 1378514"/>
                <a:gd name="connsiteX47" fmla="*/ 4529494 w 4733925"/>
                <a:gd name="connsiteY47" fmla="*/ 1378204 h 1378514"/>
                <a:gd name="connsiteX48" fmla="*/ 4733925 w 4733925"/>
                <a:gd name="connsiteY48" fmla="*/ 1335018 h 1378514"/>
                <a:gd name="connsiteX49" fmla="*/ 4656875 w 4733925"/>
                <a:gd name="connsiteY49" fmla="*/ 1140218 h 1378514"/>
                <a:gd name="connsiteX50" fmla="*/ 4558077 w 4733925"/>
                <a:gd name="connsiteY50" fmla="*/ 1167869 h 1378514"/>
                <a:gd name="connsiteX51" fmla="*/ 4460211 w 4733925"/>
                <a:gd name="connsiteY51" fmla="*/ 1061925 h 1378514"/>
                <a:gd name="connsiteX52" fmla="*/ 4460211 w 4733925"/>
                <a:gd name="connsiteY52" fmla="*/ 628518 h 1378514"/>
                <a:gd name="connsiteX53" fmla="*/ 4702546 w 4733925"/>
                <a:gd name="connsiteY53" fmla="*/ 628518 h 1378514"/>
                <a:gd name="connsiteX54" fmla="*/ 4702546 w 4733925"/>
                <a:gd name="connsiteY54" fmla="*/ 434029 h 1378514"/>
                <a:gd name="connsiteX55" fmla="*/ 4460211 w 4733925"/>
                <a:gd name="connsiteY55" fmla="*/ 434029 h 1378514"/>
                <a:gd name="connsiteX56" fmla="*/ 4460211 w 4733925"/>
                <a:gd name="connsiteY56" fmla="*/ 106566 h 1378514"/>
                <a:gd name="connsiteX57" fmla="*/ 4230924 w 4733925"/>
                <a:gd name="connsiteY57" fmla="*/ 267190 h 1378514"/>
                <a:gd name="connsiteX58" fmla="*/ 3222748 w 4733925"/>
                <a:gd name="connsiteY58" fmla="*/ 1355524 h 1378514"/>
                <a:gd name="connsiteX59" fmla="*/ 3453277 w 4733925"/>
                <a:gd name="connsiteY59" fmla="*/ 1355524 h 1378514"/>
                <a:gd name="connsiteX60" fmla="*/ 3453277 w 4733925"/>
                <a:gd name="connsiteY60" fmla="*/ 434029 h 1378514"/>
                <a:gd name="connsiteX61" fmla="*/ 3222748 w 4733925"/>
                <a:gd name="connsiteY61" fmla="*/ 434029 h 1378514"/>
                <a:gd name="connsiteX62" fmla="*/ 3222748 w 4733925"/>
                <a:gd name="connsiteY62" fmla="*/ 1355524 h 1378514"/>
                <a:gd name="connsiteX63" fmla="*/ 3194165 w 4733925"/>
                <a:gd name="connsiteY63" fmla="*/ 186723 h 1378514"/>
                <a:gd name="connsiteX64" fmla="*/ 3338012 w 4733925"/>
                <a:gd name="connsiteY64" fmla="*/ 330881 h 1378514"/>
                <a:gd name="connsiteX65" fmla="*/ 3482171 w 4733925"/>
                <a:gd name="connsiteY65" fmla="*/ 186723 h 1378514"/>
                <a:gd name="connsiteX66" fmla="*/ 3338012 w 4733925"/>
                <a:gd name="connsiteY66" fmla="*/ 42875 h 1378514"/>
                <a:gd name="connsiteX67" fmla="*/ 3194165 w 4733925"/>
                <a:gd name="connsiteY67" fmla="*/ 186723 h 1378514"/>
                <a:gd name="connsiteX68" fmla="*/ 2316787 w 4733925"/>
                <a:gd name="connsiteY68" fmla="*/ 162178 h 1378514"/>
                <a:gd name="connsiteX69" fmla="*/ 2316787 w 4733925"/>
                <a:gd name="connsiteY69" fmla="*/ 1355524 h 1378514"/>
                <a:gd name="connsiteX70" fmla="*/ 2548248 w 4733925"/>
                <a:gd name="connsiteY70" fmla="*/ 1355524 h 1378514"/>
                <a:gd name="connsiteX71" fmla="*/ 2548248 w 4733925"/>
                <a:gd name="connsiteY71" fmla="*/ 924913 h 1378514"/>
                <a:gd name="connsiteX72" fmla="*/ 2840604 w 4733925"/>
                <a:gd name="connsiteY72" fmla="*/ 1355524 h 1378514"/>
                <a:gd name="connsiteX73" fmla="*/ 3130785 w 4733925"/>
                <a:gd name="connsiteY73" fmla="*/ 1355524 h 1378514"/>
                <a:gd name="connsiteX74" fmla="*/ 2766660 w 4733925"/>
                <a:gd name="connsiteY74" fmla="*/ 841960 h 1378514"/>
                <a:gd name="connsiteX75" fmla="*/ 3135134 w 4733925"/>
                <a:gd name="connsiteY75" fmla="*/ 434029 h 1378514"/>
                <a:gd name="connsiteX76" fmla="*/ 2837807 w 4733925"/>
                <a:gd name="connsiteY76" fmla="*/ 434029 h 1378514"/>
                <a:gd name="connsiteX77" fmla="*/ 2547937 w 4733925"/>
                <a:gd name="connsiteY77" fmla="*/ 771434 h 1378514"/>
                <a:gd name="connsiteX78" fmla="*/ 2547937 w 4733925"/>
                <a:gd name="connsiteY78" fmla="*/ 0 h 1378514"/>
                <a:gd name="connsiteX79" fmla="*/ 2316476 w 4733925"/>
                <a:gd name="connsiteY79" fmla="*/ 162178 h 1378514"/>
                <a:gd name="connsiteX80" fmla="*/ 2219542 w 4733925"/>
                <a:gd name="connsiteY80" fmla="*/ 1320416 h 1378514"/>
                <a:gd name="connsiteX81" fmla="*/ 1943031 w 4733925"/>
                <a:gd name="connsiteY81" fmla="*/ 1377893 h 1378514"/>
                <a:gd name="connsiteX82" fmla="*/ 1476070 w 4733925"/>
                <a:gd name="connsiteY82" fmla="*/ 899437 h 1378514"/>
                <a:gd name="connsiteX83" fmla="*/ 1938992 w 4733925"/>
                <a:gd name="connsiteY83" fmla="*/ 411970 h 1378514"/>
                <a:gd name="connsiteX84" fmla="*/ 2221406 w 4733925"/>
                <a:gd name="connsiteY84" fmla="*/ 470068 h 1378514"/>
                <a:gd name="connsiteX85" fmla="*/ 2141560 w 4733925"/>
                <a:gd name="connsiteY85" fmla="*/ 666422 h 1378514"/>
                <a:gd name="connsiteX86" fmla="*/ 1955769 w 4733925"/>
                <a:gd name="connsiteY86" fmla="*/ 618576 h 1378514"/>
                <a:gd name="connsiteX87" fmla="*/ 1707842 w 4733925"/>
                <a:gd name="connsiteY87" fmla="*/ 895087 h 1378514"/>
                <a:gd name="connsiteX88" fmla="*/ 1953905 w 4733925"/>
                <a:gd name="connsiteY88" fmla="*/ 1171598 h 1378514"/>
                <a:gd name="connsiteX89" fmla="*/ 2141560 w 4733925"/>
                <a:gd name="connsiteY89" fmla="*/ 1123752 h 1378514"/>
                <a:gd name="connsiteX90" fmla="*/ 2219542 w 4733925"/>
                <a:gd name="connsiteY90" fmla="*/ 1320727 h 1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733925" h="1378514">
                  <a:moveTo>
                    <a:pt x="228976" y="566692"/>
                  </a:moveTo>
                  <a:lnTo>
                    <a:pt x="228044" y="566692"/>
                  </a:lnTo>
                  <a:lnTo>
                    <a:pt x="228044" y="434340"/>
                  </a:lnTo>
                  <a:lnTo>
                    <a:pt x="0" y="434340"/>
                  </a:lnTo>
                  <a:lnTo>
                    <a:pt x="0" y="1355834"/>
                  </a:lnTo>
                  <a:lnTo>
                    <a:pt x="229597" y="1355834"/>
                  </a:lnTo>
                  <a:lnTo>
                    <a:pt x="229597" y="918078"/>
                  </a:lnTo>
                  <a:cubicBezTo>
                    <a:pt x="229597" y="790386"/>
                    <a:pt x="242646" y="745647"/>
                    <a:pt x="278996" y="701529"/>
                  </a:cubicBezTo>
                  <a:cubicBezTo>
                    <a:pt x="313172" y="659897"/>
                    <a:pt x="358532" y="641567"/>
                    <a:pt x="413523" y="641567"/>
                  </a:cubicBezTo>
                  <a:cubicBezTo>
                    <a:pt x="452980" y="641567"/>
                    <a:pt x="481564" y="648402"/>
                    <a:pt x="506418" y="660208"/>
                  </a:cubicBezTo>
                  <a:lnTo>
                    <a:pt x="618887" y="452670"/>
                  </a:lnTo>
                  <a:cubicBezTo>
                    <a:pt x="584090" y="430300"/>
                    <a:pt x="519778" y="412281"/>
                    <a:pt x="457019" y="412281"/>
                  </a:cubicBezTo>
                  <a:cubicBezTo>
                    <a:pt x="338959" y="412281"/>
                    <a:pt x="270297" y="473175"/>
                    <a:pt x="228976" y="567002"/>
                  </a:cubicBezTo>
                  <a:moveTo>
                    <a:pt x="996681" y="604285"/>
                  </a:moveTo>
                  <a:cubicBezTo>
                    <a:pt x="1112567" y="604285"/>
                    <a:pt x="1167869" y="704325"/>
                    <a:pt x="1167869" y="816794"/>
                  </a:cubicBezTo>
                  <a:lnTo>
                    <a:pt x="803434" y="816794"/>
                  </a:lnTo>
                  <a:cubicBezTo>
                    <a:pt x="823008" y="675432"/>
                    <a:pt x="895398" y="604285"/>
                    <a:pt x="996992" y="604285"/>
                  </a:cubicBezTo>
                  <a:moveTo>
                    <a:pt x="571041" y="899126"/>
                  </a:moveTo>
                  <a:cubicBezTo>
                    <a:pt x="571041" y="1204220"/>
                    <a:pt x="745957" y="1377583"/>
                    <a:pt x="1051362" y="1377583"/>
                  </a:cubicBezTo>
                  <a:cubicBezTo>
                    <a:pt x="1173462" y="1377583"/>
                    <a:pt x="1278784" y="1357077"/>
                    <a:pt x="1369505" y="1315134"/>
                  </a:cubicBezTo>
                  <a:lnTo>
                    <a:pt x="1290901" y="1121888"/>
                  </a:lnTo>
                  <a:cubicBezTo>
                    <a:pt x="1214162" y="1162277"/>
                    <a:pt x="1130587" y="1173151"/>
                    <a:pt x="1064411" y="1172219"/>
                  </a:cubicBezTo>
                  <a:cubicBezTo>
                    <a:pt x="913728" y="1170355"/>
                    <a:pt x="829843" y="1107596"/>
                    <a:pt x="805609" y="984875"/>
                  </a:cubicBezTo>
                  <a:lnTo>
                    <a:pt x="1387835" y="984875"/>
                  </a:lnTo>
                  <a:cubicBezTo>
                    <a:pt x="1391563" y="942622"/>
                    <a:pt x="1393117" y="902233"/>
                    <a:pt x="1393117" y="854076"/>
                  </a:cubicBezTo>
                  <a:cubicBezTo>
                    <a:pt x="1393117" y="621994"/>
                    <a:pt x="1297736" y="411349"/>
                    <a:pt x="1012215" y="411349"/>
                  </a:cubicBezTo>
                  <a:cubicBezTo>
                    <a:pt x="710539" y="411349"/>
                    <a:pt x="571041" y="650577"/>
                    <a:pt x="571041" y="898815"/>
                  </a:cubicBezTo>
                  <a:moveTo>
                    <a:pt x="4231545" y="267190"/>
                  </a:moveTo>
                  <a:lnTo>
                    <a:pt x="4231545" y="434340"/>
                  </a:lnTo>
                  <a:lnTo>
                    <a:pt x="3916510" y="434340"/>
                  </a:lnTo>
                  <a:lnTo>
                    <a:pt x="3916510" y="106876"/>
                  </a:lnTo>
                  <a:lnTo>
                    <a:pt x="3687224" y="267501"/>
                  </a:lnTo>
                  <a:lnTo>
                    <a:pt x="3687224" y="434650"/>
                  </a:lnTo>
                  <a:lnTo>
                    <a:pt x="3545551" y="434650"/>
                  </a:lnTo>
                  <a:lnTo>
                    <a:pt x="3545551" y="629139"/>
                  </a:lnTo>
                  <a:lnTo>
                    <a:pt x="3687224" y="629139"/>
                  </a:lnTo>
                  <a:lnTo>
                    <a:pt x="3687224" y="1080256"/>
                  </a:lnTo>
                  <a:cubicBezTo>
                    <a:pt x="3687224" y="1184646"/>
                    <a:pt x="3711457" y="1254240"/>
                    <a:pt x="3761788" y="1305814"/>
                  </a:cubicBezTo>
                  <a:cubicBezTo>
                    <a:pt x="3811809" y="1357388"/>
                    <a:pt x="3889170" y="1378515"/>
                    <a:pt x="3985482" y="1378515"/>
                  </a:cubicBezTo>
                  <a:cubicBezTo>
                    <a:pt x="4058804" y="1378515"/>
                    <a:pt x="4130572" y="1363291"/>
                    <a:pt x="4189914" y="1335329"/>
                  </a:cubicBezTo>
                  <a:lnTo>
                    <a:pt x="4112863" y="1140529"/>
                  </a:lnTo>
                  <a:cubicBezTo>
                    <a:pt x="4083659" y="1158238"/>
                    <a:pt x="4045445" y="1168180"/>
                    <a:pt x="4014065" y="1168180"/>
                  </a:cubicBezTo>
                  <a:cubicBezTo>
                    <a:pt x="3945714" y="1168180"/>
                    <a:pt x="3916199" y="1130898"/>
                    <a:pt x="3916199" y="1064721"/>
                  </a:cubicBezTo>
                  <a:lnTo>
                    <a:pt x="3916199" y="628829"/>
                  </a:lnTo>
                  <a:lnTo>
                    <a:pt x="4231235" y="628829"/>
                  </a:lnTo>
                  <a:lnTo>
                    <a:pt x="4231235" y="1079945"/>
                  </a:lnTo>
                  <a:cubicBezTo>
                    <a:pt x="4231235" y="1184336"/>
                    <a:pt x="4255468" y="1253929"/>
                    <a:pt x="4305799" y="1305503"/>
                  </a:cubicBezTo>
                  <a:cubicBezTo>
                    <a:pt x="4355820" y="1357077"/>
                    <a:pt x="4433181" y="1378204"/>
                    <a:pt x="4529494" y="1378204"/>
                  </a:cubicBezTo>
                  <a:cubicBezTo>
                    <a:pt x="4602816" y="1378204"/>
                    <a:pt x="4674584" y="1362980"/>
                    <a:pt x="4733925" y="1335018"/>
                  </a:cubicBezTo>
                  <a:lnTo>
                    <a:pt x="4656875" y="1140218"/>
                  </a:lnTo>
                  <a:cubicBezTo>
                    <a:pt x="4627670" y="1157927"/>
                    <a:pt x="4589456" y="1167869"/>
                    <a:pt x="4558077" y="1167869"/>
                  </a:cubicBezTo>
                  <a:cubicBezTo>
                    <a:pt x="4489726" y="1167869"/>
                    <a:pt x="4460211" y="1130587"/>
                    <a:pt x="4460211" y="1061925"/>
                  </a:cubicBezTo>
                  <a:lnTo>
                    <a:pt x="4460211" y="628518"/>
                  </a:lnTo>
                  <a:lnTo>
                    <a:pt x="4702546" y="628518"/>
                  </a:lnTo>
                  <a:lnTo>
                    <a:pt x="4702546" y="434029"/>
                  </a:lnTo>
                  <a:lnTo>
                    <a:pt x="4460211" y="434029"/>
                  </a:lnTo>
                  <a:lnTo>
                    <a:pt x="4460211" y="106566"/>
                  </a:lnTo>
                  <a:lnTo>
                    <a:pt x="4230924" y="267190"/>
                  </a:lnTo>
                  <a:close/>
                  <a:moveTo>
                    <a:pt x="3222748" y="1355524"/>
                  </a:moveTo>
                  <a:lnTo>
                    <a:pt x="3453277" y="1355524"/>
                  </a:lnTo>
                  <a:lnTo>
                    <a:pt x="3453277" y="434029"/>
                  </a:lnTo>
                  <a:lnTo>
                    <a:pt x="3222748" y="434029"/>
                  </a:lnTo>
                  <a:lnTo>
                    <a:pt x="3222748" y="1355524"/>
                  </a:lnTo>
                  <a:close/>
                  <a:moveTo>
                    <a:pt x="3194165" y="186723"/>
                  </a:moveTo>
                  <a:cubicBezTo>
                    <a:pt x="3194165" y="266258"/>
                    <a:pt x="3258787" y="330881"/>
                    <a:pt x="3338012" y="330881"/>
                  </a:cubicBezTo>
                  <a:cubicBezTo>
                    <a:pt x="3417237" y="330881"/>
                    <a:pt x="3482171" y="266258"/>
                    <a:pt x="3482171" y="186723"/>
                  </a:cubicBezTo>
                  <a:cubicBezTo>
                    <a:pt x="3482171" y="107187"/>
                    <a:pt x="3417548" y="42875"/>
                    <a:pt x="3338012" y="42875"/>
                  </a:cubicBezTo>
                  <a:cubicBezTo>
                    <a:pt x="3258477" y="42875"/>
                    <a:pt x="3194165" y="107187"/>
                    <a:pt x="3194165" y="186723"/>
                  </a:cubicBezTo>
                  <a:moveTo>
                    <a:pt x="2316787" y="162178"/>
                  </a:moveTo>
                  <a:lnTo>
                    <a:pt x="2316787" y="1355524"/>
                  </a:lnTo>
                  <a:lnTo>
                    <a:pt x="2548248" y="1355524"/>
                  </a:lnTo>
                  <a:lnTo>
                    <a:pt x="2548248" y="924913"/>
                  </a:lnTo>
                  <a:lnTo>
                    <a:pt x="2840604" y="1355524"/>
                  </a:lnTo>
                  <a:lnTo>
                    <a:pt x="3130785" y="1355524"/>
                  </a:lnTo>
                  <a:lnTo>
                    <a:pt x="2766660" y="841960"/>
                  </a:lnTo>
                  <a:lnTo>
                    <a:pt x="3135134" y="434029"/>
                  </a:lnTo>
                  <a:lnTo>
                    <a:pt x="2837807" y="434029"/>
                  </a:lnTo>
                  <a:lnTo>
                    <a:pt x="2547937" y="771434"/>
                  </a:lnTo>
                  <a:lnTo>
                    <a:pt x="2547937" y="0"/>
                  </a:lnTo>
                  <a:lnTo>
                    <a:pt x="2316476" y="162178"/>
                  </a:lnTo>
                  <a:close/>
                  <a:moveTo>
                    <a:pt x="2219542" y="1320416"/>
                  </a:moveTo>
                  <a:cubicBezTo>
                    <a:pt x="2132239" y="1360805"/>
                    <a:pt x="2048665" y="1377893"/>
                    <a:pt x="1943031" y="1377893"/>
                  </a:cubicBezTo>
                  <a:cubicBezTo>
                    <a:pt x="1662482" y="1377893"/>
                    <a:pt x="1476070" y="1203598"/>
                    <a:pt x="1476070" y="899437"/>
                  </a:cubicBezTo>
                  <a:cubicBezTo>
                    <a:pt x="1476070" y="595275"/>
                    <a:pt x="1653782" y="411970"/>
                    <a:pt x="1938992" y="411970"/>
                  </a:cubicBezTo>
                  <a:cubicBezTo>
                    <a:pt x="2047733" y="411970"/>
                    <a:pt x="2142802" y="431854"/>
                    <a:pt x="2221406" y="470068"/>
                  </a:cubicBezTo>
                  <a:lnTo>
                    <a:pt x="2141560" y="666422"/>
                  </a:lnTo>
                  <a:cubicBezTo>
                    <a:pt x="2091229" y="636596"/>
                    <a:pt x="2029402" y="618576"/>
                    <a:pt x="1955769" y="618576"/>
                  </a:cubicBezTo>
                  <a:cubicBezTo>
                    <a:pt x="1797630" y="618576"/>
                    <a:pt x="1707842" y="723277"/>
                    <a:pt x="1707842" y="895087"/>
                  </a:cubicBezTo>
                  <a:cubicBezTo>
                    <a:pt x="1707842" y="1081188"/>
                    <a:pt x="1808194" y="1170976"/>
                    <a:pt x="1953905" y="1171598"/>
                  </a:cubicBezTo>
                  <a:cubicBezTo>
                    <a:pt x="2030023" y="1171598"/>
                    <a:pt x="2080044" y="1156995"/>
                    <a:pt x="2141560" y="1123752"/>
                  </a:cubicBezTo>
                  <a:lnTo>
                    <a:pt x="2219542" y="1320727"/>
                  </a:ln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nvGrpSpPr>
            <p:cNvPr id="9" name="Group 8">
              <a:extLst>
                <a:ext uri="{FF2B5EF4-FFF2-40B4-BE49-F238E27FC236}">
                  <a16:creationId xmlns:a16="http://schemas.microsoft.com/office/drawing/2014/main" id="{C35ED9DC-B827-E5F8-EC67-AB4AC4BC5D44}"/>
                </a:ext>
              </a:extLst>
            </p:cNvPr>
            <p:cNvGrpSpPr/>
            <p:nvPr/>
          </p:nvGrpSpPr>
          <p:grpSpPr>
            <a:xfrm>
              <a:off x="8346562" y="2077142"/>
              <a:ext cx="7690877" cy="7690877"/>
              <a:chOff x="8346560" y="1720199"/>
              <a:chExt cx="7690878" cy="7690877"/>
            </a:xfrm>
          </p:grpSpPr>
          <p:sp>
            <p:nvSpPr>
              <p:cNvPr id="10" name="Oval 9">
                <a:extLst>
                  <a:ext uri="{FF2B5EF4-FFF2-40B4-BE49-F238E27FC236}">
                    <a16:creationId xmlns:a16="http://schemas.microsoft.com/office/drawing/2014/main" id="{D7EF86EC-F159-8D34-D46D-C74FAB48EB9F}"/>
                  </a:ext>
                </a:extLst>
              </p:cNvPr>
              <p:cNvSpPr>
                <a:spLocks noChangeAspect="1"/>
              </p:cNvSpPr>
              <p:nvPr/>
            </p:nvSpPr>
            <p:spPr>
              <a:xfrm>
                <a:off x="8346560" y="1720199"/>
                <a:ext cx="7690878" cy="7690877"/>
              </a:xfrm>
              <a:prstGeom prst="ellipse">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srgbClr val="FFFFFF"/>
                  </a:solidFill>
                  <a:effectLst/>
                  <a:uLnTx/>
                  <a:uFillTx/>
                  <a:latin typeface="Energy"/>
                  <a:ea typeface="+mn-ea"/>
                  <a:cs typeface="+mn-cs"/>
                </a:endParaRPr>
              </a:p>
            </p:txBody>
          </p:sp>
          <p:sp>
            <p:nvSpPr>
              <p:cNvPr id="11" name="Free-form: Shape 10">
                <a:extLst>
                  <a:ext uri="{FF2B5EF4-FFF2-40B4-BE49-F238E27FC236}">
                    <a16:creationId xmlns:a16="http://schemas.microsoft.com/office/drawing/2014/main" id="{A8CD9470-15E2-3AD3-48DE-A21330C15A86}"/>
                  </a:ext>
                </a:extLst>
              </p:cNvPr>
              <p:cNvSpPr/>
              <p:nvPr/>
            </p:nvSpPr>
            <p:spPr>
              <a:xfrm>
                <a:off x="9588801" y="3320553"/>
                <a:ext cx="5206395" cy="4490168"/>
              </a:xfrm>
              <a:custGeom>
                <a:avLst/>
                <a:gdLst>
                  <a:gd name="connsiteX0" fmla="*/ 2776602 w 5259916"/>
                  <a:gd name="connsiteY0" fmla="*/ 0 h 4536327"/>
                  <a:gd name="connsiteX1" fmla="*/ 0 w 5259916"/>
                  <a:gd name="connsiteY1" fmla="*/ 2869808 h 4536327"/>
                  <a:gd name="connsiteX2" fmla="*/ 347036 w 5259916"/>
                  <a:gd name="connsiteY2" fmla="*/ 4389684 h 4536327"/>
                  <a:gd name="connsiteX3" fmla="*/ 1044838 w 5259916"/>
                  <a:gd name="connsiteY3" fmla="*/ 3900975 h 4536327"/>
                  <a:gd name="connsiteX4" fmla="*/ 808095 w 5259916"/>
                  <a:gd name="connsiteY4" fmla="*/ 2794000 h 4536327"/>
                  <a:gd name="connsiteX5" fmla="*/ 2809535 w 5259916"/>
                  <a:gd name="connsiteY5" fmla="*/ 693762 h 4536327"/>
                  <a:gd name="connsiteX6" fmla="*/ 4582311 w 5259916"/>
                  <a:gd name="connsiteY6" fmla="*/ 2468401 h 4536327"/>
                  <a:gd name="connsiteX7" fmla="*/ 3214048 w 5259916"/>
                  <a:gd name="connsiteY7" fmla="*/ 3944160 h 4536327"/>
                  <a:gd name="connsiteX8" fmla="*/ 1952973 w 5259916"/>
                  <a:gd name="connsiteY8" fmla="*/ 2717882 h 4536327"/>
                  <a:gd name="connsiteX9" fmla="*/ 2838118 w 5259916"/>
                  <a:gd name="connsiteY9" fmla="*/ 1658442 h 4536327"/>
                  <a:gd name="connsiteX10" fmla="*/ 3400460 w 5259916"/>
                  <a:gd name="connsiteY10" fmla="*/ 2089053 h 4536327"/>
                  <a:gd name="connsiteX11" fmla="*/ 2777534 w 5259916"/>
                  <a:gd name="connsiteY11" fmla="*/ 2464362 h 4536327"/>
                  <a:gd name="connsiteX12" fmla="*/ 2442615 w 5259916"/>
                  <a:gd name="connsiteY12" fmla="*/ 2698930 h 4536327"/>
                  <a:gd name="connsiteX13" fmla="*/ 3400149 w 5259916"/>
                  <a:gd name="connsiteY13" fmla="*/ 3599920 h 4536327"/>
                  <a:gd name="connsiteX14" fmla="*/ 3752778 w 5259916"/>
                  <a:gd name="connsiteY14" fmla="*/ 3352924 h 4536327"/>
                  <a:gd name="connsiteX15" fmla="*/ 3183912 w 5259916"/>
                  <a:gd name="connsiteY15" fmla="*/ 2864526 h 4536327"/>
                  <a:gd name="connsiteX16" fmla="*/ 3887616 w 5259916"/>
                  <a:gd name="connsiteY16" fmla="*/ 2087189 h 4536327"/>
                  <a:gd name="connsiteX17" fmla="*/ 2843089 w 5259916"/>
                  <a:gd name="connsiteY17" fmla="*/ 1174704 h 4536327"/>
                  <a:gd name="connsiteX18" fmla="*/ 1392806 w 5259916"/>
                  <a:gd name="connsiteY18" fmla="*/ 2749261 h 4536327"/>
                  <a:gd name="connsiteX19" fmla="*/ 3223369 w 5259916"/>
                  <a:gd name="connsiteY19" fmla="*/ 4536328 h 4536327"/>
                  <a:gd name="connsiteX20" fmla="*/ 5259917 w 5259916"/>
                  <a:gd name="connsiteY20" fmla="*/ 2448207 h 4536327"/>
                  <a:gd name="connsiteX21" fmla="*/ 2776602 w 5259916"/>
                  <a:gd name="connsiteY21" fmla="*/ 0 h 453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59916" h="4536327">
                    <a:moveTo>
                      <a:pt x="2776602" y="0"/>
                    </a:moveTo>
                    <a:cubicBezTo>
                      <a:pt x="1247094" y="0"/>
                      <a:pt x="0" y="1192724"/>
                      <a:pt x="0" y="2869808"/>
                    </a:cubicBezTo>
                    <a:cubicBezTo>
                      <a:pt x="0" y="3426868"/>
                      <a:pt x="125828" y="3941053"/>
                      <a:pt x="347036" y="4389684"/>
                    </a:cubicBezTo>
                    <a:lnTo>
                      <a:pt x="1044838" y="3900975"/>
                    </a:lnTo>
                    <a:cubicBezTo>
                      <a:pt x="893533" y="3580036"/>
                      <a:pt x="808095" y="3208145"/>
                      <a:pt x="808095" y="2794000"/>
                    </a:cubicBezTo>
                    <a:cubicBezTo>
                      <a:pt x="808095" y="1599101"/>
                      <a:pt x="1685162" y="693762"/>
                      <a:pt x="2809535" y="693762"/>
                    </a:cubicBezTo>
                    <a:cubicBezTo>
                      <a:pt x="3933908" y="693762"/>
                      <a:pt x="4582311" y="1468303"/>
                      <a:pt x="4582311" y="2468401"/>
                    </a:cubicBezTo>
                    <a:cubicBezTo>
                      <a:pt x="4582311" y="3362866"/>
                      <a:pt x="3986725" y="3944160"/>
                      <a:pt x="3214048" y="3944160"/>
                    </a:cubicBezTo>
                    <a:cubicBezTo>
                      <a:pt x="2441372" y="3944160"/>
                      <a:pt x="1952973" y="3438053"/>
                      <a:pt x="1952973" y="2717882"/>
                    </a:cubicBezTo>
                    <a:cubicBezTo>
                      <a:pt x="1952973" y="2083150"/>
                      <a:pt x="2354380" y="1658442"/>
                      <a:pt x="2838118" y="1658442"/>
                    </a:cubicBezTo>
                    <a:cubicBezTo>
                      <a:pt x="3201310" y="1658442"/>
                      <a:pt x="3400460" y="1829630"/>
                      <a:pt x="3400460" y="2089053"/>
                    </a:cubicBezTo>
                    <a:cubicBezTo>
                      <a:pt x="3400460" y="2386691"/>
                      <a:pt x="3092881" y="2552597"/>
                      <a:pt x="2777534" y="2464362"/>
                    </a:cubicBezTo>
                    <a:lnTo>
                      <a:pt x="2442615" y="2698930"/>
                    </a:lnTo>
                    <a:cubicBezTo>
                      <a:pt x="2660095" y="3010238"/>
                      <a:pt x="3181426" y="3461354"/>
                      <a:pt x="3400149" y="3599920"/>
                    </a:cubicBezTo>
                    <a:cubicBezTo>
                      <a:pt x="3401392" y="3599299"/>
                      <a:pt x="3752778" y="3352924"/>
                      <a:pt x="3752778" y="3352924"/>
                    </a:cubicBezTo>
                    <a:cubicBezTo>
                      <a:pt x="3628193" y="3263758"/>
                      <a:pt x="3386790" y="3059947"/>
                      <a:pt x="3183912" y="2864526"/>
                    </a:cubicBezTo>
                    <a:cubicBezTo>
                      <a:pt x="3668582" y="2784369"/>
                      <a:pt x="3887616" y="2431740"/>
                      <a:pt x="3887616" y="2087189"/>
                    </a:cubicBezTo>
                    <a:cubicBezTo>
                      <a:pt x="3887616" y="1552499"/>
                      <a:pt x="3506715" y="1174704"/>
                      <a:pt x="2843089" y="1174704"/>
                    </a:cubicBezTo>
                    <a:cubicBezTo>
                      <a:pt x="2053635" y="1174704"/>
                      <a:pt x="1392806" y="1823727"/>
                      <a:pt x="1392806" y="2749261"/>
                    </a:cubicBezTo>
                    <a:cubicBezTo>
                      <a:pt x="1392806" y="3775768"/>
                      <a:pt x="2143424" y="4536328"/>
                      <a:pt x="3223369" y="4536328"/>
                    </a:cubicBezTo>
                    <a:cubicBezTo>
                      <a:pt x="4416093" y="4536328"/>
                      <a:pt x="5259917" y="3646212"/>
                      <a:pt x="5259917" y="2448207"/>
                    </a:cubicBezTo>
                    <a:cubicBezTo>
                      <a:pt x="5260227" y="1034585"/>
                      <a:pt x="4279392" y="0"/>
                      <a:pt x="2776602" y="0"/>
                    </a:cubicBezTo>
                    <a:close/>
                  </a:path>
                </a:pathLst>
              </a:custGeom>
              <a:solidFill>
                <a:schemeClr val="accent1"/>
              </a:solidFill>
              <a:ln w="0" cap="flat">
                <a:noFill/>
                <a:prstDash val="solid"/>
                <a:miter/>
              </a:ln>
            </p:spPr>
            <p:txBody>
              <a:bodyPr rtlCol="0" anchor="ctr"/>
              <a:lstStyle/>
              <a:p>
                <a:pPr marL="0" marR="0" lvl="0" indent="0" algn="l" defTabSz="2961294" rtl="0" eaLnBrk="1" fontAlgn="auto" latinLnBrk="0" hangingPunct="1">
                  <a:lnSpc>
                    <a:spcPct val="100000"/>
                  </a:lnSpc>
                  <a:spcBef>
                    <a:spcPts val="0"/>
                  </a:spcBef>
                  <a:spcAft>
                    <a:spcPts val="0"/>
                  </a:spcAft>
                  <a:buClrTx/>
                  <a:buSzTx/>
                  <a:buFontTx/>
                  <a:buNone/>
                  <a:tabLst/>
                  <a:defRPr/>
                </a:pPr>
                <a:endParaRPr kumimoji="0" lang="en-GB" sz="2963" b="0" i="0" u="none" strike="noStrike" kern="1200" cap="none" spc="0" normalizeH="0" baseline="0" noProof="0">
                  <a:ln>
                    <a:noFill/>
                  </a:ln>
                  <a:solidFill>
                    <a:prstClr val="black"/>
                  </a:solidFill>
                  <a:effectLst/>
                  <a:uLnTx/>
                  <a:uFillTx/>
                  <a:latin typeface="Energy"/>
                  <a:ea typeface="+mn-ea"/>
                  <a:cs typeface="+mn-cs"/>
                </a:endParaRPr>
              </a:p>
            </p:txBody>
          </p:sp>
        </p:grpSp>
      </p:grpSp>
    </p:spTree>
    <p:extLst>
      <p:ext uri="{BB962C8B-B14F-4D97-AF65-F5344CB8AC3E}">
        <p14:creationId xmlns:p14="http://schemas.microsoft.com/office/powerpoint/2010/main" val="10284694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21_Content - title only">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F59B7734-814A-4517-4B51-411F0D5402D8}"/>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957025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6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1374334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5_Custom Layout">
    <p:bg>
      <p:bgRef idx="1001">
        <a:schemeClr val="bg2"/>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C2D2E3-7EE8-AAF3-4649-98143ADA043C}"/>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12" name="Group 11">
            <a:extLst>
              <a:ext uri="{FF2B5EF4-FFF2-40B4-BE49-F238E27FC236}">
                <a16:creationId xmlns:a16="http://schemas.microsoft.com/office/drawing/2014/main" id="{EA1165C1-5DFE-2B5B-067E-412B98325105}"/>
              </a:ext>
            </a:extLst>
          </p:cNvPr>
          <p:cNvGrpSpPr/>
          <p:nvPr userDrawn="1"/>
        </p:nvGrpSpPr>
        <p:grpSpPr>
          <a:xfrm>
            <a:off x="1066800" y="-1600200"/>
            <a:ext cx="10058400" cy="10058400"/>
            <a:chOff x="2253371" y="-3080629"/>
            <a:chExt cx="19877258" cy="19877258"/>
          </a:xfrm>
        </p:grpSpPr>
        <p:sp>
          <p:nvSpPr>
            <p:cNvPr id="6" name="Free-form: Shape 2">
              <a:extLst>
                <a:ext uri="{FF2B5EF4-FFF2-40B4-BE49-F238E27FC236}">
                  <a16:creationId xmlns:a16="http://schemas.microsoft.com/office/drawing/2014/main" id="{487A480A-17D8-C1F3-785A-C5015F9ED971}"/>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3">
              <a:extLst>
                <a:ext uri="{FF2B5EF4-FFF2-40B4-BE49-F238E27FC236}">
                  <a16:creationId xmlns:a16="http://schemas.microsoft.com/office/drawing/2014/main" id="{769B5F0F-4D9E-0BFD-E35D-DF2011A41FB3}"/>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4">
              <a:extLst>
                <a:ext uri="{FF2B5EF4-FFF2-40B4-BE49-F238E27FC236}">
                  <a16:creationId xmlns:a16="http://schemas.microsoft.com/office/drawing/2014/main" id="{D3CF1294-FFE8-E905-D100-4A90F756FA9E}"/>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5">
              <a:extLst>
                <a:ext uri="{FF2B5EF4-FFF2-40B4-BE49-F238E27FC236}">
                  <a16:creationId xmlns:a16="http://schemas.microsoft.com/office/drawing/2014/main" id="{285B0946-2039-6C0C-2CF6-41647411BE17}"/>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10" name="Free-form: Shape 6">
              <a:extLst>
                <a:ext uri="{FF2B5EF4-FFF2-40B4-BE49-F238E27FC236}">
                  <a16:creationId xmlns:a16="http://schemas.microsoft.com/office/drawing/2014/main" id="{CF2B4417-0EA2-EA8C-7A43-9B2BC29504D7}"/>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3" name="Title 1">
            <a:extLst>
              <a:ext uri="{FF2B5EF4-FFF2-40B4-BE49-F238E27FC236}">
                <a16:creationId xmlns:a16="http://schemas.microsoft.com/office/drawing/2014/main" id="{48602144-3F43-6DF4-B196-C862DB37014E}"/>
              </a:ext>
            </a:extLst>
          </p:cNvPr>
          <p:cNvSpPr>
            <a:spLocks noGrp="1"/>
          </p:cNvSpPr>
          <p:nvPr>
            <p:ph type="ctrTitle" hasCustomPrompt="1"/>
          </p:nvPr>
        </p:nvSpPr>
        <p:spPr>
          <a:xfrm>
            <a:off x="1066800" y="2890390"/>
            <a:ext cx="10058400" cy="1077218"/>
          </a:xfrm>
        </p:spPr>
        <p:txBody>
          <a:bodyPr wrap="square" tIns="0" anchor="ctr" anchorCtr="0">
            <a:spAutoFit/>
          </a:bodyPr>
          <a:lstStyle>
            <a:lvl1pPr algn="ctr">
              <a:lnSpc>
                <a:spcPct val="70000"/>
              </a:lnSpc>
              <a:defRPr sz="10000" b="0" cap="all" spc="-64" baseline="0">
                <a:solidFill>
                  <a:schemeClr val="tx1"/>
                </a:solidFill>
                <a:latin typeface="Energy Display" panose="020B0508050000020004" pitchFamily="34" charset="0"/>
                <a:cs typeface="Energy Display" panose="020B0508050000020004" pitchFamily="34" charset="0"/>
              </a:defRPr>
            </a:lvl1pPr>
          </a:lstStyle>
          <a:p>
            <a:r>
              <a:rPr lang="en-US"/>
              <a:t>Presentation title goes here</a:t>
            </a:r>
          </a:p>
        </p:txBody>
      </p:sp>
    </p:spTree>
    <p:extLst>
      <p:ext uri="{BB962C8B-B14F-4D97-AF65-F5344CB8AC3E}">
        <p14:creationId xmlns:p14="http://schemas.microsoft.com/office/powerpoint/2010/main" val="4057245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2_Compass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B2DBC1-DD4C-4F5D-A0C9-7BE1D99C1C3D}"/>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14" name="Title 1">
            <a:extLst>
              <a:ext uri="{FF2B5EF4-FFF2-40B4-BE49-F238E27FC236}">
                <a16:creationId xmlns:a16="http://schemas.microsoft.com/office/drawing/2014/main" id="{69809270-D233-4B3C-A180-0EEB00223E8F}"/>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2002878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2_Compass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D33D97-EF79-40B3-BD0F-DD52C31E2A4F}"/>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pic>
        <p:nvPicPr>
          <p:cNvPr id="8" name="Graphic 7">
            <a:extLst>
              <a:ext uri="{FF2B5EF4-FFF2-40B4-BE49-F238E27FC236}">
                <a16:creationId xmlns:a16="http://schemas.microsoft.com/office/drawing/2014/main" id="{E8A3D930-A86F-4DBC-9BA8-3A1D23461C27}"/>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4779" t="30885" b="1"/>
          <a:stretch/>
        </p:blipFill>
        <p:spPr>
          <a:xfrm>
            <a:off x="6677723" y="2118170"/>
            <a:ext cx="5512690" cy="4739833"/>
          </a:xfrm>
          <a:prstGeom prst="rect">
            <a:avLst/>
          </a:prstGeom>
        </p:spPr>
      </p:pic>
      <p:sp>
        <p:nvSpPr>
          <p:cNvPr id="5" name="Title 1">
            <a:extLst>
              <a:ext uri="{FF2B5EF4-FFF2-40B4-BE49-F238E27FC236}">
                <a16:creationId xmlns:a16="http://schemas.microsoft.com/office/drawing/2014/main" id="{48DEEE97-6141-7E22-BA5D-C44AE489BFB1}"/>
              </a:ext>
            </a:extLst>
          </p:cNvPr>
          <p:cNvSpPr>
            <a:spLocks noGrp="1"/>
          </p:cNvSpPr>
          <p:nvPr>
            <p:ph type="title" hasCustomPrompt="1"/>
          </p:nvPr>
        </p:nvSpPr>
        <p:spPr>
          <a:xfrm>
            <a:off x="374352" y="2019040"/>
            <a:ext cx="4636802" cy="1292662"/>
          </a:xfrm>
        </p:spPr>
        <p:txBody>
          <a:bodyPr/>
          <a:lstStyle>
            <a:lvl1pPr>
              <a:defRPr sz="6000">
                <a:solidFill>
                  <a:schemeClr val="bg1"/>
                </a:solidFill>
              </a:defRPr>
            </a:lvl1pPr>
          </a:lstStyle>
          <a:p>
            <a:r>
              <a:rPr lang="en-US"/>
              <a:t>Click to edit slide title</a:t>
            </a:r>
          </a:p>
        </p:txBody>
      </p:sp>
    </p:spTree>
    <p:extLst>
      <p:ext uri="{BB962C8B-B14F-4D97-AF65-F5344CB8AC3E}">
        <p14:creationId xmlns:p14="http://schemas.microsoft.com/office/powerpoint/2010/main" val="31598111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20_Content - title onl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56F2E-5680-6C93-E7AC-7577C6E707C1}"/>
              </a:ext>
            </a:extLst>
          </p:cNvPr>
          <p:cNvPicPr>
            <a:picLocks noChangeAspect="1"/>
          </p:cNvPicPr>
          <p:nvPr userDrawn="1"/>
        </p:nvPicPr>
        <p:blipFill rotWithShape="1">
          <a:blip r:embed="rId2"/>
          <a:srcRect l="24603" r="24603"/>
          <a:stretch/>
        </p:blipFill>
        <p:spPr>
          <a:xfrm>
            <a:off x="-1280160" y="-720090"/>
            <a:ext cx="14752320" cy="8298180"/>
          </a:xfrm>
          <a:prstGeom prst="rect">
            <a:avLst/>
          </a:prstGeom>
        </p:spPr>
      </p:pic>
      <p:sp>
        <p:nvSpPr>
          <p:cNvPr id="7" name="Rectangle 6">
            <a:extLst>
              <a:ext uri="{FF2B5EF4-FFF2-40B4-BE49-F238E27FC236}">
                <a16:creationId xmlns:a16="http://schemas.microsoft.com/office/drawing/2014/main" id="{686643F6-A864-66FA-D268-DF42438E7A8B}"/>
              </a:ext>
            </a:extLst>
          </p:cNvPr>
          <p:cNvSpPr/>
          <p:nvPr userDrawn="1"/>
        </p:nvSpPr>
        <p:spPr>
          <a:xfrm>
            <a:off x="-1280160" y="-720090"/>
            <a:ext cx="14752320" cy="8298180"/>
          </a:xfrm>
          <a:prstGeom prst="rect">
            <a:avLst/>
          </a:prstGeom>
          <a:gradFill flip="none" rotWithShape="1">
            <a:gsLst>
              <a:gs pos="45000">
                <a:schemeClr val="tx1">
                  <a:lumMod val="95000"/>
                  <a:lumOff val="5000"/>
                  <a:alpha val="34000"/>
                </a:schemeClr>
              </a:gs>
              <a:gs pos="0">
                <a:schemeClr val="tx1">
                  <a:lumMod val="95000"/>
                  <a:lumOff val="5000"/>
                  <a:alpha val="63000"/>
                </a:schemeClr>
              </a:gs>
              <a:gs pos="100000">
                <a:schemeClr val="tx1">
                  <a:lumMod val="95000"/>
                  <a:lumOff val="5000"/>
                  <a:alpha val="1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480647" rtl="0" eaLnBrk="1" fontAlgn="auto" latinLnBrk="0" hangingPunct="1">
              <a:lnSpc>
                <a:spcPct val="100000"/>
              </a:lnSpc>
              <a:spcBef>
                <a:spcPts val="0"/>
              </a:spcBef>
              <a:spcAft>
                <a:spcPts val="0"/>
              </a:spcAft>
              <a:buClrTx/>
              <a:buSzTx/>
              <a:buFontTx/>
              <a:buNone/>
              <a:tabLst/>
              <a:defRPr/>
            </a:pPr>
            <a:endParaRPr kumimoji="0" lang="en-GB" sz="1481" b="0" i="0" u="none" strike="noStrike" kern="1200" cap="none" spc="0" normalizeH="0" baseline="0" noProof="0">
              <a:ln>
                <a:noFill/>
              </a:ln>
              <a:solidFill>
                <a:srgbClr val="FFFFFF"/>
              </a:solidFill>
              <a:effectLst/>
              <a:uLnTx/>
              <a:uFillTx/>
              <a:latin typeface="Energy"/>
              <a:ea typeface="+mn-ea"/>
              <a:cs typeface="+mn-cs"/>
            </a:endParaRPr>
          </a:p>
        </p:txBody>
      </p:sp>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2036032" y="2682719"/>
            <a:ext cx="8119937" cy="413062"/>
          </a:xfrm>
        </p:spPr>
        <p:txBody>
          <a:bodyPr wrap="square" anchor="ctr" anchorCtr="0">
            <a:spAutoFit/>
          </a:bodyPr>
          <a:lstStyle>
            <a:lvl1pPr algn="ctr">
              <a:lnSpc>
                <a:spcPct val="70000"/>
              </a:lnSpc>
              <a:defRPr sz="3835">
                <a:solidFill>
                  <a:schemeClr val="bg1"/>
                </a:solidFill>
              </a:defRPr>
            </a:lvl1pPr>
          </a:lstStyle>
          <a:p>
            <a:r>
              <a:rPr lang="en-US"/>
              <a:t>Click to edit Master title style</a:t>
            </a:r>
            <a:endParaRPr lang="en-GB"/>
          </a:p>
        </p:txBody>
      </p:sp>
      <p:sp>
        <p:nvSpPr>
          <p:cNvPr id="5" name="Subtitle 2">
            <a:extLst>
              <a:ext uri="{FF2B5EF4-FFF2-40B4-BE49-F238E27FC236}">
                <a16:creationId xmlns:a16="http://schemas.microsoft.com/office/drawing/2014/main" id="{3D2582B5-4492-CF31-5A12-6E6ED78FF2CB}"/>
              </a:ext>
            </a:extLst>
          </p:cNvPr>
          <p:cNvSpPr>
            <a:spLocks noGrp="1"/>
          </p:cNvSpPr>
          <p:nvPr>
            <p:ph type="subTitle" idx="1" hasCustomPrompt="1"/>
          </p:nvPr>
        </p:nvSpPr>
        <p:spPr>
          <a:xfrm>
            <a:off x="2316270" y="3952809"/>
            <a:ext cx="7561254" cy="168829"/>
          </a:xfrm>
        </p:spPr>
        <p:txBody>
          <a:bodyPr wrap="square">
            <a:spAutoFit/>
          </a:bodyPr>
          <a:lstStyle>
            <a:lvl1pPr marL="0" indent="0" algn="ctr">
              <a:lnSpc>
                <a:spcPct val="90000"/>
              </a:lnSpc>
              <a:buNone/>
              <a:defRPr sz="1219" b="1">
                <a:solidFill>
                  <a:schemeClr val="bg1"/>
                </a:solidFill>
              </a:defRPr>
            </a:lvl1pPr>
            <a:lvl2pPr marL="146171" indent="0" algn="ctr">
              <a:buNone/>
              <a:defRPr sz="640"/>
            </a:lvl2pPr>
            <a:lvl3pPr marL="292344" indent="0" algn="ctr">
              <a:buNone/>
              <a:defRPr sz="576"/>
            </a:lvl3pPr>
            <a:lvl4pPr marL="438515" indent="0" algn="ctr">
              <a:buNone/>
              <a:defRPr sz="512"/>
            </a:lvl4pPr>
            <a:lvl5pPr marL="584685" indent="0" algn="ctr">
              <a:buNone/>
              <a:defRPr sz="512"/>
            </a:lvl5pPr>
            <a:lvl6pPr marL="730857" indent="0" algn="ctr">
              <a:buNone/>
              <a:defRPr sz="512"/>
            </a:lvl6pPr>
            <a:lvl7pPr marL="877029" indent="0" algn="ctr">
              <a:buNone/>
              <a:defRPr sz="512"/>
            </a:lvl7pPr>
            <a:lvl8pPr marL="1023199" indent="0" algn="ctr">
              <a:buNone/>
              <a:defRPr sz="512"/>
            </a:lvl8pPr>
            <a:lvl9pPr marL="1169370" indent="0" algn="ctr">
              <a:buNone/>
              <a:defRPr sz="512"/>
            </a:lvl9pPr>
          </a:lstStyle>
          <a:p>
            <a:r>
              <a:rPr lang="en-US"/>
              <a:t>Presentation sub-title</a:t>
            </a:r>
          </a:p>
        </p:txBody>
      </p:sp>
    </p:spTree>
    <p:extLst>
      <p:ext uri="{BB962C8B-B14F-4D97-AF65-F5344CB8AC3E}">
        <p14:creationId xmlns:p14="http://schemas.microsoft.com/office/powerpoint/2010/main" val="11084779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 fill="hold" nodeType="withEffect">
                                  <p:stCondLst>
                                    <p:cond delay="0"/>
                                  </p:stCondLst>
                                  <p:childTnLst>
                                    <p:animScale>
                                      <p:cBhvr>
                                        <p:cTn id="6" dur="2000" fill="hold"/>
                                        <p:tgtEl>
                                          <p:spTgt spid="3"/>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A29732-CFD9-7360-34AF-E5C86407FE59}"/>
              </a:ext>
            </a:extLst>
          </p:cNvPr>
          <p:cNvSpPr>
            <a:spLocks noGrp="1"/>
          </p:cNvSpPr>
          <p:nvPr>
            <p:ph type="sldNum" sz="quarter" idx="10"/>
          </p:nvPr>
        </p:nvSpPr>
        <p:spPr/>
        <p:txBody>
          <a:bodyPr/>
          <a:lstStyle/>
          <a:p>
            <a:fld id="{2AD60A62-D79C-4E7D-8F8E-8A07D848AD24}" type="slidenum">
              <a:rPr lang="en-US" smtClean="0"/>
              <a:pPr/>
              <a:t>‹#›</a:t>
            </a:fld>
            <a:endParaRPr lang="en-US"/>
          </a:p>
        </p:txBody>
      </p:sp>
      <p:grpSp>
        <p:nvGrpSpPr>
          <p:cNvPr id="4" name="Group 3">
            <a:extLst>
              <a:ext uri="{FF2B5EF4-FFF2-40B4-BE49-F238E27FC236}">
                <a16:creationId xmlns:a16="http://schemas.microsoft.com/office/drawing/2014/main" id="{37B1855E-E721-D19E-709B-CD3FB0512CC6}"/>
              </a:ext>
            </a:extLst>
          </p:cNvPr>
          <p:cNvGrpSpPr/>
          <p:nvPr userDrawn="1"/>
        </p:nvGrpSpPr>
        <p:grpSpPr>
          <a:xfrm>
            <a:off x="-5334000" y="-8001000"/>
            <a:ext cx="22860000" cy="22860000"/>
            <a:chOff x="2253371" y="-3080629"/>
            <a:chExt cx="19877258" cy="19877258"/>
          </a:xfrm>
        </p:grpSpPr>
        <p:sp>
          <p:nvSpPr>
            <p:cNvPr id="5" name="Free-form: Shape 2">
              <a:extLst>
                <a:ext uri="{FF2B5EF4-FFF2-40B4-BE49-F238E27FC236}">
                  <a16:creationId xmlns:a16="http://schemas.microsoft.com/office/drawing/2014/main" id="{F6D247D0-25FC-4670-11E1-C410BFD8B83A}"/>
                </a:ext>
              </a:extLst>
            </p:cNvPr>
            <p:cNvSpPr/>
            <p:nvPr userDrawn="1"/>
          </p:nvSpPr>
          <p:spPr>
            <a:xfrm>
              <a:off x="7446138" y="2112132"/>
              <a:ext cx="9491724" cy="9491736"/>
            </a:xfrm>
            <a:custGeom>
              <a:avLst/>
              <a:gdLst>
                <a:gd name="connsiteX0" fmla="*/ 8494014 w 16988028"/>
                <a:gd name="connsiteY0" fmla="*/ 16988050 h 16988050"/>
                <a:gd name="connsiteX1" fmla="*/ 6782225 w 16988028"/>
                <a:gd name="connsiteY1" fmla="*/ 16815478 h 16988050"/>
                <a:gd name="connsiteX2" fmla="*/ 5187744 w 16988028"/>
                <a:gd name="connsiteY2" fmla="*/ 16320528 h 16988050"/>
                <a:gd name="connsiteX3" fmla="*/ 3744906 w 16988028"/>
                <a:gd name="connsiteY3" fmla="*/ 15537378 h 16988050"/>
                <a:gd name="connsiteX4" fmla="*/ 2487845 w 16988028"/>
                <a:gd name="connsiteY4" fmla="*/ 14500206 h 16988050"/>
                <a:gd name="connsiteX5" fmla="*/ 1450672 w 16988028"/>
                <a:gd name="connsiteY5" fmla="*/ 13243145 h 16988050"/>
                <a:gd name="connsiteX6" fmla="*/ 667521 w 16988028"/>
                <a:gd name="connsiteY6" fmla="*/ 11800285 h 16988050"/>
                <a:gd name="connsiteX7" fmla="*/ 172571 w 16988028"/>
                <a:gd name="connsiteY7" fmla="*/ 10205803 h 16988050"/>
                <a:gd name="connsiteX8" fmla="*/ 0 w 16988028"/>
                <a:gd name="connsiteY8" fmla="*/ 8494014 h 16988050"/>
                <a:gd name="connsiteX9" fmla="*/ 172571 w 16988028"/>
                <a:gd name="connsiteY9" fmla="*/ 6782225 h 16988050"/>
                <a:gd name="connsiteX10" fmla="*/ 667521 w 16988028"/>
                <a:gd name="connsiteY10" fmla="*/ 5187744 h 16988050"/>
                <a:gd name="connsiteX11" fmla="*/ 1450672 w 16988028"/>
                <a:gd name="connsiteY11" fmla="*/ 3744906 h 16988050"/>
                <a:gd name="connsiteX12" fmla="*/ 2487845 w 16988028"/>
                <a:gd name="connsiteY12" fmla="*/ 2487845 h 16988050"/>
                <a:gd name="connsiteX13" fmla="*/ 3744906 w 16988028"/>
                <a:gd name="connsiteY13" fmla="*/ 1450672 h 16988050"/>
                <a:gd name="connsiteX14" fmla="*/ 5187744 w 16988028"/>
                <a:gd name="connsiteY14" fmla="*/ 667522 h 16988050"/>
                <a:gd name="connsiteX15" fmla="*/ 6782225 w 16988028"/>
                <a:gd name="connsiteY15" fmla="*/ 172571 h 16988050"/>
                <a:gd name="connsiteX16" fmla="*/ 8494014 w 16988028"/>
                <a:gd name="connsiteY16" fmla="*/ 0 h 16988050"/>
                <a:gd name="connsiteX17" fmla="*/ 10205803 w 16988028"/>
                <a:gd name="connsiteY17" fmla="*/ 172571 h 16988050"/>
                <a:gd name="connsiteX18" fmla="*/ 11800284 w 16988028"/>
                <a:gd name="connsiteY18" fmla="*/ 667522 h 16988050"/>
                <a:gd name="connsiteX19" fmla="*/ 13243122 w 16988028"/>
                <a:gd name="connsiteY19" fmla="*/ 1450672 h 16988050"/>
                <a:gd name="connsiteX20" fmla="*/ 14500184 w 16988028"/>
                <a:gd name="connsiteY20" fmla="*/ 2487845 h 16988050"/>
                <a:gd name="connsiteX21" fmla="*/ 15537356 w 16988028"/>
                <a:gd name="connsiteY21" fmla="*/ 3744906 h 16988050"/>
                <a:gd name="connsiteX22" fmla="*/ 16320506 w 16988028"/>
                <a:gd name="connsiteY22" fmla="*/ 5187744 h 16988050"/>
                <a:gd name="connsiteX23" fmla="*/ 16815456 w 16988028"/>
                <a:gd name="connsiteY23" fmla="*/ 6782225 h 16988050"/>
                <a:gd name="connsiteX24" fmla="*/ 16988028 w 16988028"/>
                <a:gd name="connsiteY24" fmla="*/ 8494014 h 16988050"/>
                <a:gd name="connsiteX25" fmla="*/ 16815456 w 16988028"/>
                <a:gd name="connsiteY25" fmla="*/ 10205803 h 16988050"/>
                <a:gd name="connsiteX26" fmla="*/ 16320506 w 16988028"/>
                <a:gd name="connsiteY26" fmla="*/ 11800285 h 16988050"/>
                <a:gd name="connsiteX27" fmla="*/ 15537356 w 16988028"/>
                <a:gd name="connsiteY27" fmla="*/ 13243145 h 16988050"/>
                <a:gd name="connsiteX28" fmla="*/ 14500184 w 16988028"/>
                <a:gd name="connsiteY28" fmla="*/ 14500206 h 16988050"/>
                <a:gd name="connsiteX29" fmla="*/ 13243122 w 16988028"/>
                <a:gd name="connsiteY29" fmla="*/ 15537378 h 16988050"/>
                <a:gd name="connsiteX30" fmla="*/ 11800284 w 16988028"/>
                <a:gd name="connsiteY30" fmla="*/ 16320528 h 16988050"/>
                <a:gd name="connsiteX31" fmla="*/ 10205803 w 16988028"/>
                <a:gd name="connsiteY31" fmla="*/ 16815478 h 16988050"/>
                <a:gd name="connsiteX32" fmla="*/ 8494014 w 16988028"/>
                <a:gd name="connsiteY32" fmla="*/ 16988050 h 16988050"/>
                <a:gd name="connsiteX33" fmla="*/ 8494014 w 16988028"/>
                <a:gd name="connsiteY33" fmla="*/ 106900 h 16988050"/>
                <a:gd name="connsiteX34" fmla="*/ 106878 w 16988028"/>
                <a:gd name="connsiteY34" fmla="*/ 8494036 h 16988050"/>
                <a:gd name="connsiteX35" fmla="*/ 8494014 w 16988028"/>
                <a:gd name="connsiteY35" fmla="*/ 16881172 h 16988050"/>
                <a:gd name="connsiteX36" fmla="*/ 16881150 w 16988028"/>
                <a:gd name="connsiteY36" fmla="*/ 8494036 h 16988050"/>
                <a:gd name="connsiteX37" fmla="*/ 8494014 w 16988028"/>
                <a:gd name="connsiteY37" fmla="*/ 106900 h 1698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988028" h="16988050">
                  <a:moveTo>
                    <a:pt x="8494014" y="16988050"/>
                  </a:moveTo>
                  <a:cubicBezTo>
                    <a:pt x="7917748" y="16988050"/>
                    <a:pt x="7341816" y="16929988"/>
                    <a:pt x="6782225" y="16815478"/>
                  </a:cubicBezTo>
                  <a:cubicBezTo>
                    <a:pt x="6236847" y="16703879"/>
                    <a:pt x="5700376" y="16537350"/>
                    <a:pt x="5187744" y="16320528"/>
                  </a:cubicBezTo>
                  <a:cubicBezTo>
                    <a:pt x="4684422" y="16107647"/>
                    <a:pt x="4198985" y="15844156"/>
                    <a:pt x="3744906" y="15537378"/>
                  </a:cubicBezTo>
                  <a:cubicBezTo>
                    <a:pt x="3295146" y="15233532"/>
                    <a:pt x="2872202" y="14884562"/>
                    <a:pt x="2487845" y="14500206"/>
                  </a:cubicBezTo>
                  <a:cubicBezTo>
                    <a:pt x="2103488" y="14115849"/>
                    <a:pt x="1754540" y="13692904"/>
                    <a:pt x="1450672" y="13243145"/>
                  </a:cubicBezTo>
                  <a:cubicBezTo>
                    <a:pt x="1143894" y="12789043"/>
                    <a:pt x="880404" y="12303606"/>
                    <a:pt x="667521" y="11800285"/>
                  </a:cubicBezTo>
                  <a:cubicBezTo>
                    <a:pt x="450699" y="11287652"/>
                    <a:pt x="284172" y="10751182"/>
                    <a:pt x="172571" y="10205803"/>
                  </a:cubicBezTo>
                  <a:cubicBezTo>
                    <a:pt x="58061" y="9646212"/>
                    <a:pt x="0" y="9070303"/>
                    <a:pt x="0" y="8494014"/>
                  </a:cubicBezTo>
                  <a:cubicBezTo>
                    <a:pt x="0" y="7917725"/>
                    <a:pt x="58061" y="7341817"/>
                    <a:pt x="172571" y="6782225"/>
                  </a:cubicBezTo>
                  <a:cubicBezTo>
                    <a:pt x="284172" y="6236846"/>
                    <a:pt x="450699" y="5700377"/>
                    <a:pt x="667521" y="5187744"/>
                  </a:cubicBezTo>
                  <a:cubicBezTo>
                    <a:pt x="880404" y="4684422"/>
                    <a:pt x="1143894" y="4198985"/>
                    <a:pt x="1450672" y="3744906"/>
                  </a:cubicBezTo>
                  <a:cubicBezTo>
                    <a:pt x="1754518" y="3295146"/>
                    <a:pt x="2103488" y="2872202"/>
                    <a:pt x="2487845" y="2487845"/>
                  </a:cubicBezTo>
                  <a:cubicBezTo>
                    <a:pt x="2872202" y="2103488"/>
                    <a:pt x="3295146" y="1754540"/>
                    <a:pt x="3744906" y="1450672"/>
                  </a:cubicBezTo>
                  <a:cubicBezTo>
                    <a:pt x="4199008" y="1143894"/>
                    <a:pt x="4684445" y="880404"/>
                    <a:pt x="5187744" y="667522"/>
                  </a:cubicBezTo>
                  <a:cubicBezTo>
                    <a:pt x="5700376" y="450699"/>
                    <a:pt x="6236847" y="284172"/>
                    <a:pt x="6782225" y="172571"/>
                  </a:cubicBezTo>
                  <a:cubicBezTo>
                    <a:pt x="7341816" y="58061"/>
                    <a:pt x="7917725" y="0"/>
                    <a:pt x="8494014" y="0"/>
                  </a:cubicBezTo>
                  <a:cubicBezTo>
                    <a:pt x="9070304" y="0"/>
                    <a:pt x="9646212" y="58061"/>
                    <a:pt x="10205803" y="172571"/>
                  </a:cubicBezTo>
                  <a:cubicBezTo>
                    <a:pt x="10751182" y="284172"/>
                    <a:pt x="11287652" y="450699"/>
                    <a:pt x="11800284" y="667522"/>
                  </a:cubicBezTo>
                  <a:cubicBezTo>
                    <a:pt x="12303606" y="880404"/>
                    <a:pt x="12789043" y="1143894"/>
                    <a:pt x="13243122" y="1450672"/>
                  </a:cubicBezTo>
                  <a:cubicBezTo>
                    <a:pt x="13692882" y="1754518"/>
                    <a:pt x="14115826" y="2103488"/>
                    <a:pt x="14500184" y="2487845"/>
                  </a:cubicBezTo>
                  <a:cubicBezTo>
                    <a:pt x="14884540" y="2872202"/>
                    <a:pt x="15233488" y="3295124"/>
                    <a:pt x="15537356" y="3744906"/>
                  </a:cubicBezTo>
                  <a:cubicBezTo>
                    <a:pt x="15844133" y="4198985"/>
                    <a:pt x="16107625" y="4684445"/>
                    <a:pt x="16320506" y="5187744"/>
                  </a:cubicBezTo>
                  <a:cubicBezTo>
                    <a:pt x="16537328" y="5700377"/>
                    <a:pt x="16703857" y="6236846"/>
                    <a:pt x="16815456" y="6782225"/>
                  </a:cubicBezTo>
                  <a:cubicBezTo>
                    <a:pt x="16929966" y="7341817"/>
                    <a:pt x="16988028" y="7917725"/>
                    <a:pt x="16988028" y="8494014"/>
                  </a:cubicBezTo>
                  <a:cubicBezTo>
                    <a:pt x="16988028" y="9070303"/>
                    <a:pt x="16929966" y="9646212"/>
                    <a:pt x="16815456" y="10205803"/>
                  </a:cubicBezTo>
                  <a:cubicBezTo>
                    <a:pt x="16703857" y="10751182"/>
                    <a:pt x="16537328" y="11287652"/>
                    <a:pt x="16320506" y="11800285"/>
                  </a:cubicBezTo>
                  <a:cubicBezTo>
                    <a:pt x="16107625" y="12303606"/>
                    <a:pt x="15844133" y="12789043"/>
                    <a:pt x="15537356" y="13243145"/>
                  </a:cubicBezTo>
                  <a:cubicBezTo>
                    <a:pt x="15233510" y="13692904"/>
                    <a:pt x="14884540" y="14115849"/>
                    <a:pt x="14500184" y="14500206"/>
                  </a:cubicBezTo>
                  <a:cubicBezTo>
                    <a:pt x="14115826" y="14884562"/>
                    <a:pt x="13692882" y="15233510"/>
                    <a:pt x="13243122" y="15537378"/>
                  </a:cubicBezTo>
                  <a:cubicBezTo>
                    <a:pt x="12789021" y="15844156"/>
                    <a:pt x="12303584" y="16107647"/>
                    <a:pt x="11800284" y="16320528"/>
                  </a:cubicBezTo>
                  <a:cubicBezTo>
                    <a:pt x="11287652" y="16537350"/>
                    <a:pt x="10751182" y="16703879"/>
                    <a:pt x="10205803" y="16815478"/>
                  </a:cubicBezTo>
                  <a:cubicBezTo>
                    <a:pt x="9646212" y="16929988"/>
                    <a:pt x="9070304" y="16988050"/>
                    <a:pt x="8494014" y="16988050"/>
                  </a:cubicBezTo>
                  <a:close/>
                  <a:moveTo>
                    <a:pt x="8494014" y="106900"/>
                  </a:moveTo>
                  <a:cubicBezTo>
                    <a:pt x="3869332" y="106900"/>
                    <a:pt x="106878" y="3869354"/>
                    <a:pt x="106878" y="8494036"/>
                  </a:cubicBezTo>
                  <a:cubicBezTo>
                    <a:pt x="106878" y="13118719"/>
                    <a:pt x="3869332" y="16881172"/>
                    <a:pt x="8494014" y="16881172"/>
                  </a:cubicBezTo>
                  <a:cubicBezTo>
                    <a:pt x="13118697" y="16881172"/>
                    <a:pt x="16881150" y="13118719"/>
                    <a:pt x="16881150" y="8494036"/>
                  </a:cubicBezTo>
                  <a:cubicBezTo>
                    <a:pt x="16881150" y="3869354"/>
                    <a:pt x="13118697" y="106900"/>
                    <a:pt x="8494014" y="10690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6" name="Free-form: Shape 3">
              <a:extLst>
                <a:ext uri="{FF2B5EF4-FFF2-40B4-BE49-F238E27FC236}">
                  <a16:creationId xmlns:a16="http://schemas.microsoft.com/office/drawing/2014/main" id="{E655B6F5-F4A8-B251-E772-44FFBA12731B}"/>
                </a:ext>
              </a:extLst>
            </p:cNvPr>
            <p:cNvSpPr/>
            <p:nvPr userDrawn="1"/>
          </p:nvSpPr>
          <p:spPr>
            <a:xfrm>
              <a:off x="6208588" y="874595"/>
              <a:ext cx="11966824" cy="11966811"/>
            </a:xfrm>
            <a:custGeom>
              <a:avLst/>
              <a:gdLst>
                <a:gd name="connsiteX0" fmla="*/ 9735407 w 19470814"/>
                <a:gd name="connsiteY0" fmla="*/ 19470792 h 19470792"/>
                <a:gd name="connsiteX1" fmla="*/ 7773513 w 19470814"/>
                <a:gd name="connsiteY1" fmla="*/ 19273018 h 19470792"/>
                <a:gd name="connsiteX2" fmla="*/ 5945893 w 19470814"/>
                <a:gd name="connsiteY2" fmla="*/ 18705704 h 19470792"/>
                <a:gd name="connsiteX3" fmla="*/ 4292142 w 19470814"/>
                <a:gd name="connsiteY3" fmla="*/ 17808086 h 19470792"/>
                <a:gd name="connsiteX4" fmla="*/ 2851430 w 19470814"/>
                <a:gd name="connsiteY4" fmla="*/ 16619383 h 19470792"/>
                <a:gd name="connsiteX5" fmla="*/ 1662726 w 19470814"/>
                <a:gd name="connsiteY5" fmla="*/ 15178649 h 19470792"/>
                <a:gd name="connsiteX6" fmla="*/ 765110 w 19470814"/>
                <a:gd name="connsiteY6" fmla="*/ 13524899 h 19470792"/>
                <a:gd name="connsiteX7" fmla="*/ 197797 w 19470814"/>
                <a:gd name="connsiteY7" fmla="*/ 11697301 h 19470792"/>
                <a:gd name="connsiteX8" fmla="*/ 0 w 19470814"/>
                <a:gd name="connsiteY8" fmla="*/ 9735408 h 19470792"/>
                <a:gd name="connsiteX9" fmla="*/ 197797 w 19470814"/>
                <a:gd name="connsiteY9" fmla="*/ 7773513 h 19470792"/>
                <a:gd name="connsiteX10" fmla="*/ 765110 w 19470814"/>
                <a:gd name="connsiteY10" fmla="*/ 5945915 h 19470792"/>
                <a:gd name="connsiteX11" fmla="*/ 1662726 w 19470814"/>
                <a:gd name="connsiteY11" fmla="*/ 4292165 h 19470792"/>
                <a:gd name="connsiteX12" fmla="*/ 2851430 w 19470814"/>
                <a:gd name="connsiteY12" fmla="*/ 2851430 h 19470792"/>
                <a:gd name="connsiteX13" fmla="*/ 4292142 w 19470814"/>
                <a:gd name="connsiteY13" fmla="*/ 1662726 h 19470792"/>
                <a:gd name="connsiteX14" fmla="*/ 5945893 w 19470814"/>
                <a:gd name="connsiteY14" fmla="*/ 765110 h 19470792"/>
                <a:gd name="connsiteX15" fmla="*/ 7773513 w 19470814"/>
                <a:gd name="connsiteY15" fmla="*/ 197797 h 19470792"/>
                <a:gd name="connsiteX16" fmla="*/ 9735407 w 19470814"/>
                <a:gd name="connsiteY16" fmla="*/ 0 h 19470792"/>
                <a:gd name="connsiteX17" fmla="*/ 11697301 w 19470814"/>
                <a:gd name="connsiteY17" fmla="*/ 197797 h 19470792"/>
                <a:gd name="connsiteX18" fmla="*/ 13524921 w 19470814"/>
                <a:gd name="connsiteY18" fmla="*/ 765110 h 19470792"/>
                <a:gd name="connsiteX19" fmla="*/ 15178672 w 19470814"/>
                <a:gd name="connsiteY19" fmla="*/ 1662726 h 19470792"/>
                <a:gd name="connsiteX20" fmla="*/ 16619383 w 19470814"/>
                <a:gd name="connsiteY20" fmla="*/ 2851430 h 19470792"/>
                <a:gd name="connsiteX21" fmla="*/ 17808088 w 19470814"/>
                <a:gd name="connsiteY21" fmla="*/ 4292165 h 19470792"/>
                <a:gd name="connsiteX22" fmla="*/ 18705704 w 19470814"/>
                <a:gd name="connsiteY22" fmla="*/ 5945915 h 19470792"/>
                <a:gd name="connsiteX23" fmla="*/ 19273018 w 19470814"/>
                <a:gd name="connsiteY23" fmla="*/ 7773513 h 19470792"/>
                <a:gd name="connsiteX24" fmla="*/ 19470814 w 19470814"/>
                <a:gd name="connsiteY24" fmla="*/ 9735408 h 19470792"/>
                <a:gd name="connsiteX25" fmla="*/ 19273018 w 19470814"/>
                <a:gd name="connsiteY25" fmla="*/ 11697301 h 19470792"/>
                <a:gd name="connsiteX26" fmla="*/ 18705704 w 19470814"/>
                <a:gd name="connsiteY26" fmla="*/ 13524899 h 19470792"/>
                <a:gd name="connsiteX27" fmla="*/ 17808088 w 19470814"/>
                <a:gd name="connsiteY27" fmla="*/ 15178649 h 19470792"/>
                <a:gd name="connsiteX28" fmla="*/ 16619383 w 19470814"/>
                <a:gd name="connsiteY28" fmla="*/ 16619383 h 19470792"/>
                <a:gd name="connsiteX29" fmla="*/ 15178672 w 19470814"/>
                <a:gd name="connsiteY29" fmla="*/ 17808086 h 19470792"/>
                <a:gd name="connsiteX30" fmla="*/ 13524921 w 19470814"/>
                <a:gd name="connsiteY30" fmla="*/ 18705704 h 19470792"/>
                <a:gd name="connsiteX31" fmla="*/ 11697301 w 19470814"/>
                <a:gd name="connsiteY31" fmla="*/ 19273018 h 19470792"/>
                <a:gd name="connsiteX32" fmla="*/ 9735407 w 19470814"/>
                <a:gd name="connsiteY32" fmla="*/ 19470792 h 19470792"/>
                <a:gd name="connsiteX33" fmla="*/ 9735407 w 19470814"/>
                <a:gd name="connsiteY33" fmla="*/ 253955 h 19470792"/>
                <a:gd name="connsiteX34" fmla="*/ 253977 w 19470814"/>
                <a:gd name="connsiteY34" fmla="*/ 9735408 h 19470792"/>
                <a:gd name="connsiteX35" fmla="*/ 9735407 w 19470814"/>
                <a:gd name="connsiteY35" fmla="*/ 19216860 h 19470792"/>
                <a:gd name="connsiteX36" fmla="*/ 19216836 w 19470814"/>
                <a:gd name="connsiteY36" fmla="*/ 9735408 h 19470792"/>
                <a:gd name="connsiteX37" fmla="*/ 9735407 w 19470814"/>
                <a:gd name="connsiteY37" fmla="*/ 253955 h 19470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470814" h="19470792">
                  <a:moveTo>
                    <a:pt x="9735407" y="19470792"/>
                  </a:moveTo>
                  <a:cubicBezTo>
                    <a:pt x="9074959" y="19470792"/>
                    <a:pt x="8414890" y="19404248"/>
                    <a:pt x="7773513" y="19273018"/>
                  </a:cubicBezTo>
                  <a:cubicBezTo>
                    <a:pt x="7148384" y="19145100"/>
                    <a:pt x="6533485" y="18954220"/>
                    <a:pt x="5945893" y="18705704"/>
                  </a:cubicBezTo>
                  <a:cubicBezTo>
                    <a:pt x="5368999" y="18461710"/>
                    <a:pt x="4812609" y="18159700"/>
                    <a:pt x="4292142" y="17808086"/>
                  </a:cubicBezTo>
                  <a:cubicBezTo>
                    <a:pt x="3776667" y="17459834"/>
                    <a:pt x="3291923" y="17059900"/>
                    <a:pt x="2851430" y="16619383"/>
                  </a:cubicBezTo>
                  <a:cubicBezTo>
                    <a:pt x="2410915" y="16178868"/>
                    <a:pt x="2010980" y="15694147"/>
                    <a:pt x="1662726" y="15178649"/>
                  </a:cubicBezTo>
                  <a:cubicBezTo>
                    <a:pt x="1311115" y="14658183"/>
                    <a:pt x="1009105" y="14101792"/>
                    <a:pt x="765110" y="13524899"/>
                  </a:cubicBezTo>
                  <a:cubicBezTo>
                    <a:pt x="516572" y="12937306"/>
                    <a:pt x="325714" y="12322407"/>
                    <a:pt x="197797" y="11697301"/>
                  </a:cubicBezTo>
                  <a:cubicBezTo>
                    <a:pt x="66566" y="11055946"/>
                    <a:pt x="0" y="10395855"/>
                    <a:pt x="0" y="9735408"/>
                  </a:cubicBezTo>
                  <a:cubicBezTo>
                    <a:pt x="0" y="9074959"/>
                    <a:pt x="66544" y="8414891"/>
                    <a:pt x="197797" y="7773513"/>
                  </a:cubicBezTo>
                  <a:cubicBezTo>
                    <a:pt x="325714" y="7148385"/>
                    <a:pt x="516594" y="6533485"/>
                    <a:pt x="765110" y="5945915"/>
                  </a:cubicBezTo>
                  <a:cubicBezTo>
                    <a:pt x="1009105" y="5369022"/>
                    <a:pt x="1311115" y="4812631"/>
                    <a:pt x="1662726" y="4292165"/>
                  </a:cubicBezTo>
                  <a:cubicBezTo>
                    <a:pt x="2010980" y="3776689"/>
                    <a:pt x="2410915" y="3291946"/>
                    <a:pt x="2851430" y="2851430"/>
                  </a:cubicBezTo>
                  <a:cubicBezTo>
                    <a:pt x="3291946" y="2410915"/>
                    <a:pt x="3776667" y="2010980"/>
                    <a:pt x="4292142" y="1662726"/>
                  </a:cubicBezTo>
                  <a:cubicBezTo>
                    <a:pt x="4812609" y="1311115"/>
                    <a:pt x="5368999" y="1009105"/>
                    <a:pt x="5945893" y="765110"/>
                  </a:cubicBezTo>
                  <a:cubicBezTo>
                    <a:pt x="6533485" y="516572"/>
                    <a:pt x="7148384" y="325714"/>
                    <a:pt x="7773513" y="197797"/>
                  </a:cubicBezTo>
                  <a:cubicBezTo>
                    <a:pt x="8414869" y="66544"/>
                    <a:pt x="9074959" y="0"/>
                    <a:pt x="9735407" y="0"/>
                  </a:cubicBezTo>
                  <a:cubicBezTo>
                    <a:pt x="10395855" y="0"/>
                    <a:pt x="11055924" y="66544"/>
                    <a:pt x="11697301" y="197797"/>
                  </a:cubicBezTo>
                  <a:cubicBezTo>
                    <a:pt x="12322430" y="325714"/>
                    <a:pt x="12937328" y="516594"/>
                    <a:pt x="13524921" y="765110"/>
                  </a:cubicBezTo>
                  <a:cubicBezTo>
                    <a:pt x="14101815" y="1009105"/>
                    <a:pt x="14658206" y="1311115"/>
                    <a:pt x="15178672" y="1662726"/>
                  </a:cubicBezTo>
                  <a:cubicBezTo>
                    <a:pt x="15694148" y="2010980"/>
                    <a:pt x="16178891" y="2410915"/>
                    <a:pt x="16619383" y="2851430"/>
                  </a:cubicBezTo>
                  <a:cubicBezTo>
                    <a:pt x="17059900" y="3291946"/>
                    <a:pt x="17459834" y="3776667"/>
                    <a:pt x="17808088" y="4292165"/>
                  </a:cubicBezTo>
                  <a:cubicBezTo>
                    <a:pt x="18159698" y="4812631"/>
                    <a:pt x="18461710" y="5369022"/>
                    <a:pt x="18705704" y="5945915"/>
                  </a:cubicBezTo>
                  <a:cubicBezTo>
                    <a:pt x="18954242" y="6533508"/>
                    <a:pt x="19145100" y="7148407"/>
                    <a:pt x="19273018" y="7773513"/>
                  </a:cubicBezTo>
                  <a:cubicBezTo>
                    <a:pt x="19404248" y="8414868"/>
                    <a:pt x="19470814" y="9074959"/>
                    <a:pt x="19470814" y="9735408"/>
                  </a:cubicBezTo>
                  <a:cubicBezTo>
                    <a:pt x="19470814" y="10395855"/>
                    <a:pt x="19404270" y="11055946"/>
                    <a:pt x="19273018" y="11697301"/>
                  </a:cubicBezTo>
                  <a:cubicBezTo>
                    <a:pt x="19145100" y="12322429"/>
                    <a:pt x="18954220" y="12937329"/>
                    <a:pt x="18705704" y="13524899"/>
                  </a:cubicBezTo>
                  <a:cubicBezTo>
                    <a:pt x="18461710" y="14101792"/>
                    <a:pt x="18159698" y="14658183"/>
                    <a:pt x="17808088" y="15178649"/>
                  </a:cubicBezTo>
                  <a:cubicBezTo>
                    <a:pt x="17459834" y="15694125"/>
                    <a:pt x="17059900" y="16178868"/>
                    <a:pt x="16619383" y="16619383"/>
                  </a:cubicBezTo>
                  <a:cubicBezTo>
                    <a:pt x="16178869" y="17059900"/>
                    <a:pt x="15694148" y="17459834"/>
                    <a:pt x="15178672" y="17808086"/>
                  </a:cubicBezTo>
                  <a:cubicBezTo>
                    <a:pt x="14658206" y="18159700"/>
                    <a:pt x="14101815" y="18461710"/>
                    <a:pt x="13524921" y="18705704"/>
                  </a:cubicBezTo>
                  <a:cubicBezTo>
                    <a:pt x="12937328" y="18954220"/>
                    <a:pt x="12322430" y="19145100"/>
                    <a:pt x="11697301" y="19273018"/>
                  </a:cubicBezTo>
                  <a:cubicBezTo>
                    <a:pt x="11055945" y="19404248"/>
                    <a:pt x="10395855" y="19470792"/>
                    <a:pt x="9735407" y="19470792"/>
                  </a:cubicBezTo>
                  <a:close/>
                  <a:moveTo>
                    <a:pt x="9735407" y="253955"/>
                  </a:moveTo>
                  <a:cubicBezTo>
                    <a:pt x="4507330" y="253955"/>
                    <a:pt x="253977" y="4507308"/>
                    <a:pt x="253977" y="9735408"/>
                  </a:cubicBezTo>
                  <a:cubicBezTo>
                    <a:pt x="253977" y="14963506"/>
                    <a:pt x="4507330" y="19216860"/>
                    <a:pt x="9735407" y="19216860"/>
                  </a:cubicBezTo>
                  <a:cubicBezTo>
                    <a:pt x="14963485" y="19216860"/>
                    <a:pt x="19216836" y="14963506"/>
                    <a:pt x="19216836" y="9735408"/>
                  </a:cubicBezTo>
                  <a:cubicBezTo>
                    <a:pt x="19216836" y="4507308"/>
                    <a:pt x="14963507" y="253955"/>
                    <a:pt x="9735407" y="253955"/>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7" name="Free-form: Shape 4">
              <a:extLst>
                <a:ext uri="{FF2B5EF4-FFF2-40B4-BE49-F238E27FC236}">
                  <a16:creationId xmlns:a16="http://schemas.microsoft.com/office/drawing/2014/main" id="{FC9339A0-C5C4-8BB4-C4B0-F77B25379A47}"/>
                </a:ext>
              </a:extLst>
            </p:cNvPr>
            <p:cNvSpPr/>
            <p:nvPr userDrawn="1"/>
          </p:nvSpPr>
          <p:spPr>
            <a:xfrm>
              <a:off x="4826242" y="-507758"/>
              <a:ext cx="14731516" cy="14731516"/>
            </a:xfrm>
            <a:custGeom>
              <a:avLst/>
              <a:gdLst>
                <a:gd name="connsiteX0" fmla="*/ 10895058 w 21790137"/>
                <a:gd name="connsiteY0" fmla="*/ 21790138 h 21790137"/>
                <a:gd name="connsiteX1" fmla="*/ 8699488 w 21790137"/>
                <a:gd name="connsiteY1" fmla="*/ 21568774 h 21790137"/>
                <a:gd name="connsiteX2" fmla="*/ 6654173 w 21790137"/>
                <a:gd name="connsiteY2" fmla="*/ 20933864 h 21790137"/>
                <a:gd name="connsiteX3" fmla="*/ 4803431 w 21790137"/>
                <a:gd name="connsiteY3" fmla="*/ 19929326 h 21790137"/>
                <a:gd name="connsiteX4" fmla="*/ 3191089 w 21790137"/>
                <a:gd name="connsiteY4" fmla="*/ 18599028 h 21790137"/>
                <a:gd name="connsiteX5" fmla="*/ 1860791 w 21790137"/>
                <a:gd name="connsiteY5" fmla="*/ 16986684 h 21790137"/>
                <a:gd name="connsiteX6" fmla="*/ 856253 w 21790137"/>
                <a:gd name="connsiteY6" fmla="*/ 15135943 h 21790137"/>
                <a:gd name="connsiteX7" fmla="*/ 221343 w 21790137"/>
                <a:gd name="connsiteY7" fmla="*/ 13090628 h 21790137"/>
                <a:gd name="connsiteX8" fmla="*/ 0 w 21790137"/>
                <a:gd name="connsiteY8" fmla="*/ 10895058 h 21790137"/>
                <a:gd name="connsiteX9" fmla="*/ 221343 w 21790137"/>
                <a:gd name="connsiteY9" fmla="*/ 8699488 h 21790137"/>
                <a:gd name="connsiteX10" fmla="*/ 856253 w 21790137"/>
                <a:gd name="connsiteY10" fmla="*/ 6654173 h 21790137"/>
                <a:gd name="connsiteX11" fmla="*/ 1860791 w 21790137"/>
                <a:gd name="connsiteY11" fmla="*/ 4803431 h 21790137"/>
                <a:gd name="connsiteX12" fmla="*/ 3191089 w 21790137"/>
                <a:gd name="connsiteY12" fmla="*/ 3191089 h 21790137"/>
                <a:gd name="connsiteX13" fmla="*/ 4803431 w 21790137"/>
                <a:gd name="connsiteY13" fmla="*/ 1860791 h 21790137"/>
                <a:gd name="connsiteX14" fmla="*/ 6654173 w 21790137"/>
                <a:gd name="connsiteY14" fmla="*/ 856253 h 21790137"/>
                <a:gd name="connsiteX15" fmla="*/ 8699488 w 21790137"/>
                <a:gd name="connsiteY15" fmla="*/ 221343 h 21790137"/>
                <a:gd name="connsiteX16" fmla="*/ 10895058 w 21790137"/>
                <a:gd name="connsiteY16" fmla="*/ 0 h 21790137"/>
                <a:gd name="connsiteX17" fmla="*/ 13090628 w 21790137"/>
                <a:gd name="connsiteY17" fmla="*/ 221343 h 21790137"/>
                <a:gd name="connsiteX18" fmla="*/ 15135943 w 21790137"/>
                <a:gd name="connsiteY18" fmla="*/ 856253 h 21790137"/>
                <a:gd name="connsiteX19" fmla="*/ 16986684 w 21790137"/>
                <a:gd name="connsiteY19" fmla="*/ 1860791 h 21790137"/>
                <a:gd name="connsiteX20" fmla="*/ 18599028 w 21790137"/>
                <a:gd name="connsiteY20" fmla="*/ 3191089 h 21790137"/>
                <a:gd name="connsiteX21" fmla="*/ 19929326 w 21790137"/>
                <a:gd name="connsiteY21" fmla="*/ 4803431 h 21790137"/>
                <a:gd name="connsiteX22" fmla="*/ 20933864 w 21790137"/>
                <a:gd name="connsiteY22" fmla="*/ 6654173 h 21790137"/>
                <a:gd name="connsiteX23" fmla="*/ 21568774 w 21790137"/>
                <a:gd name="connsiteY23" fmla="*/ 8699488 h 21790137"/>
                <a:gd name="connsiteX24" fmla="*/ 21790138 w 21790137"/>
                <a:gd name="connsiteY24" fmla="*/ 10895058 h 21790137"/>
                <a:gd name="connsiteX25" fmla="*/ 21568774 w 21790137"/>
                <a:gd name="connsiteY25" fmla="*/ 13090628 h 21790137"/>
                <a:gd name="connsiteX26" fmla="*/ 20933864 w 21790137"/>
                <a:gd name="connsiteY26" fmla="*/ 15135943 h 21790137"/>
                <a:gd name="connsiteX27" fmla="*/ 19929326 w 21790137"/>
                <a:gd name="connsiteY27" fmla="*/ 16986684 h 21790137"/>
                <a:gd name="connsiteX28" fmla="*/ 18599028 w 21790137"/>
                <a:gd name="connsiteY28" fmla="*/ 18599028 h 21790137"/>
                <a:gd name="connsiteX29" fmla="*/ 16986684 w 21790137"/>
                <a:gd name="connsiteY29" fmla="*/ 19929326 h 21790137"/>
                <a:gd name="connsiteX30" fmla="*/ 15135943 w 21790137"/>
                <a:gd name="connsiteY30" fmla="*/ 20933864 h 21790137"/>
                <a:gd name="connsiteX31" fmla="*/ 13090628 w 21790137"/>
                <a:gd name="connsiteY31" fmla="*/ 21568774 h 21790137"/>
                <a:gd name="connsiteX32" fmla="*/ 10895058 w 21790137"/>
                <a:gd name="connsiteY32" fmla="*/ 21790138 h 21790137"/>
                <a:gd name="connsiteX33" fmla="*/ 10895058 w 21790137"/>
                <a:gd name="connsiteY33" fmla="*/ 300041 h 21790137"/>
                <a:gd name="connsiteX34" fmla="*/ 300041 w 21790137"/>
                <a:gd name="connsiteY34" fmla="*/ 10895058 h 21790137"/>
                <a:gd name="connsiteX35" fmla="*/ 10895058 w 21790137"/>
                <a:gd name="connsiteY35" fmla="*/ 21489986 h 21790137"/>
                <a:gd name="connsiteX36" fmla="*/ 21489986 w 21790137"/>
                <a:gd name="connsiteY36" fmla="*/ 10895058 h 21790137"/>
                <a:gd name="connsiteX37" fmla="*/ 10895058 w 21790137"/>
                <a:gd name="connsiteY37" fmla="*/ 300041 h 2179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90137" h="21790137">
                  <a:moveTo>
                    <a:pt x="10895058" y="21790138"/>
                  </a:moveTo>
                  <a:cubicBezTo>
                    <a:pt x="10155934" y="21790138"/>
                    <a:pt x="9417236" y="21715604"/>
                    <a:pt x="8699488" y="21568774"/>
                  </a:cubicBezTo>
                  <a:cubicBezTo>
                    <a:pt x="7999892" y="21425524"/>
                    <a:pt x="7311757" y="21211992"/>
                    <a:pt x="6654173" y="20933864"/>
                  </a:cubicBezTo>
                  <a:cubicBezTo>
                    <a:pt x="6008565" y="20660794"/>
                    <a:pt x="5385876" y="20322814"/>
                    <a:pt x="4803431" y="19929326"/>
                  </a:cubicBezTo>
                  <a:cubicBezTo>
                    <a:pt x="4226560" y="19539596"/>
                    <a:pt x="3684092" y="19092008"/>
                    <a:pt x="3191089" y="18599028"/>
                  </a:cubicBezTo>
                  <a:cubicBezTo>
                    <a:pt x="2698109" y="18106048"/>
                    <a:pt x="2250520" y="17563578"/>
                    <a:pt x="1860791" y="16986684"/>
                  </a:cubicBezTo>
                  <a:cubicBezTo>
                    <a:pt x="1467302" y="16404241"/>
                    <a:pt x="1129323" y="15781552"/>
                    <a:pt x="856253" y="15135943"/>
                  </a:cubicBezTo>
                  <a:cubicBezTo>
                    <a:pt x="578124" y="14478360"/>
                    <a:pt x="364503" y="13790224"/>
                    <a:pt x="221343" y="13090628"/>
                  </a:cubicBezTo>
                  <a:cubicBezTo>
                    <a:pt x="74468" y="12372880"/>
                    <a:pt x="0" y="11634159"/>
                    <a:pt x="0" y="10895058"/>
                  </a:cubicBezTo>
                  <a:cubicBezTo>
                    <a:pt x="0" y="10155957"/>
                    <a:pt x="74468" y="9417236"/>
                    <a:pt x="221343" y="8699488"/>
                  </a:cubicBezTo>
                  <a:cubicBezTo>
                    <a:pt x="364503" y="7999892"/>
                    <a:pt x="578124" y="7311757"/>
                    <a:pt x="856253" y="6654173"/>
                  </a:cubicBezTo>
                  <a:cubicBezTo>
                    <a:pt x="1129323" y="6008565"/>
                    <a:pt x="1467302" y="5385876"/>
                    <a:pt x="1860791" y="4803431"/>
                  </a:cubicBezTo>
                  <a:cubicBezTo>
                    <a:pt x="2250520" y="4226560"/>
                    <a:pt x="2698109" y="3684092"/>
                    <a:pt x="3191089" y="3191089"/>
                  </a:cubicBezTo>
                  <a:cubicBezTo>
                    <a:pt x="3684069" y="2698109"/>
                    <a:pt x="4226538" y="2250520"/>
                    <a:pt x="4803431" y="1860791"/>
                  </a:cubicBezTo>
                  <a:cubicBezTo>
                    <a:pt x="5385876" y="1467302"/>
                    <a:pt x="6008565" y="1129323"/>
                    <a:pt x="6654173" y="856253"/>
                  </a:cubicBezTo>
                  <a:cubicBezTo>
                    <a:pt x="7311757" y="578124"/>
                    <a:pt x="7999892" y="364503"/>
                    <a:pt x="8699488" y="221343"/>
                  </a:cubicBezTo>
                  <a:cubicBezTo>
                    <a:pt x="9417236" y="74468"/>
                    <a:pt x="10155957" y="0"/>
                    <a:pt x="10895058" y="0"/>
                  </a:cubicBezTo>
                  <a:cubicBezTo>
                    <a:pt x="11634159" y="0"/>
                    <a:pt x="12372880" y="74468"/>
                    <a:pt x="13090628" y="221343"/>
                  </a:cubicBezTo>
                  <a:cubicBezTo>
                    <a:pt x="13790224" y="364503"/>
                    <a:pt x="14478360" y="578102"/>
                    <a:pt x="15135943" y="856253"/>
                  </a:cubicBezTo>
                  <a:cubicBezTo>
                    <a:pt x="15781552" y="1129323"/>
                    <a:pt x="16404241" y="1467302"/>
                    <a:pt x="16986684" y="1860791"/>
                  </a:cubicBezTo>
                  <a:cubicBezTo>
                    <a:pt x="17563556" y="2250520"/>
                    <a:pt x="18106024" y="2698109"/>
                    <a:pt x="18599028" y="3191089"/>
                  </a:cubicBezTo>
                  <a:cubicBezTo>
                    <a:pt x="19092008" y="3684069"/>
                    <a:pt x="19539596" y="4226538"/>
                    <a:pt x="19929326" y="4803431"/>
                  </a:cubicBezTo>
                  <a:cubicBezTo>
                    <a:pt x="20322814" y="5385876"/>
                    <a:pt x="20660794" y="6008565"/>
                    <a:pt x="20933864" y="6654173"/>
                  </a:cubicBezTo>
                  <a:cubicBezTo>
                    <a:pt x="21211992" y="7311757"/>
                    <a:pt x="21425524" y="7999892"/>
                    <a:pt x="21568774" y="8699488"/>
                  </a:cubicBezTo>
                  <a:cubicBezTo>
                    <a:pt x="21715604" y="9417236"/>
                    <a:pt x="21790138" y="10155957"/>
                    <a:pt x="21790138" y="10895058"/>
                  </a:cubicBezTo>
                  <a:cubicBezTo>
                    <a:pt x="21790138" y="11634159"/>
                    <a:pt x="21715604" y="12372880"/>
                    <a:pt x="21568774" y="13090628"/>
                  </a:cubicBezTo>
                  <a:cubicBezTo>
                    <a:pt x="21425524" y="13790224"/>
                    <a:pt x="21211992" y="14478360"/>
                    <a:pt x="20933864" y="15135943"/>
                  </a:cubicBezTo>
                  <a:cubicBezTo>
                    <a:pt x="20660794" y="15781552"/>
                    <a:pt x="20322814" y="16404241"/>
                    <a:pt x="19929326" y="16986684"/>
                  </a:cubicBezTo>
                  <a:cubicBezTo>
                    <a:pt x="19539596" y="17563556"/>
                    <a:pt x="19092008" y="18106024"/>
                    <a:pt x="18599028" y="18599028"/>
                  </a:cubicBezTo>
                  <a:cubicBezTo>
                    <a:pt x="18106048" y="19092008"/>
                    <a:pt x="17563578" y="19539596"/>
                    <a:pt x="16986684" y="19929326"/>
                  </a:cubicBezTo>
                  <a:cubicBezTo>
                    <a:pt x="16404241" y="20322814"/>
                    <a:pt x="15781552" y="20660794"/>
                    <a:pt x="15135943" y="20933864"/>
                  </a:cubicBezTo>
                  <a:cubicBezTo>
                    <a:pt x="14478360" y="21211992"/>
                    <a:pt x="13790224" y="21425524"/>
                    <a:pt x="13090628" y="21568774"/>
                  </a:cubicBezTo>
                  <a:cubicBezTo>
                    <a:pt x="12372880" y="21715604"/>
                    <a:pt x="11634159" y="21790138"/>
                    <a:pt x="10895058" y="21790138"/>
                  </a:cubicBezTo>
                  <a:close/>
                  <a:moveTo>
                    <a:pt x="10895058" y="300041"/>
                  </a:moveTo>
                  <a:cubicBezTo>
                    <a:pt x="5052954" y="300041"/>
                    <a:pt x="300041" y="5052954"/>
                    <a:pt x="300041" y="10895058"/>
                  </a:cubicBezTo>
                  <a:cubicBezTo>
                    <a:pt x="300041" y="16737161"/>
                    <a:pt x="5052954" y="21489986"/>
                    <a:pt x="10895058" y="21489986"/>
                  </a:cubicBezTo>
                  <a:cubicBezTo>
                    <a:pt x="16737161" y="21489986"/>
                    <a:pt x="21489986" y="16737161"/>
                    <a:pt x="21489986" y="10895058"/>
                  </a:cubicBezTo>
                  <a:cubicBezTo>
                    <a:pt x="21489986" y="5052954"/>
                    <a:pt x="16737184" y="300041"/>
                    <a:pt x="10895058" y="300041"/>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8" name="Free-form: Shape 5">
              <a:extLst>
                <a:ext uri="{FF2B5EF4-FFF2-40B4-BE49-F238E27FC236}">
                  <a16:creationId xmlns:a16="http://schemas.microsoft.com/office/drawing/2014/main" id="{046D2D1A-75C4-FD4B-062D-637BB135DB1B}"/>
                </a:ext>
              </a:extLst>
            </p:cNvPr>
            <p:cNvSpPr/>
            <p:nvPr userDrawn="1"/>
          </p:nvSpPr>
          <p:spPr>
            <a:xfrm>
              <a:off x="2253371" y="-3080629"/>
              <a:ext cx="19877258" cy="19877258"/>
            </a:xfrm>
            <a:custGeom>
              <a:avLst/>
              <a:gdLst>
                <a:gd name="connsiteX0" fmla="*/ 12149321 w 24298732"/>
                <a:gd name="connsiteY0" fmla="*/ 24298732 h 24298732"/>
                <a:gd name="connsiteX1" fmla="*/ 9700982 w 24298732"/>
                <a:gd name="connsiteY1" fmla="*/ 24051850 h 24298732"/>
                <a:gd name="connsiteX2" fmla="*/ 7420201 w 24298732"/>
                <a:gd name="connsiteY2" fmla="*/ 23343884 h 24298732"/>
                <a:gd name="connsiteX3" fmla="*/ 5356398 w 24298732"/>
                <a:gd name="connsiteY3" fmla="*/ 22223626 h 24298732"/>
                <a:gd name="connsiteX4" fmla="*/ 3558435 w 24298732"/>
                <a:gd name="connsiteY4" fmla="*/ 20740184 h 24298732"/>
                <a:gd name="connsiteX5" fmla="*/ 2074994 w 24298732"/>
                <a:gd name="connsiteY5" fmla="*/ 18942246 h 24298732"/>
                <a:gd name="connsiteX6" fmla="*/ 954804 w 24298732"/>
                <a:gd name="connsiteY6" fmla="*/ 16878442 h 24298732"/>
                <a:gd name="connsiteX7" fmla="*/ 246815 w 24298732"/>
                <a:gd name="connsiteY7" fmla="*/ 14597660 h 24298732"/>
                <a:gd name="connsiteX8" fmla="*/ 0 w 24298732"/>
                <a:gd name="connsiteY8" fmla="*/ 12149321 h 24298732"/>
                <a:gd name="connsiteX9" fmla="*/ 246837 w 24298732"/>
                <a:gd name="connsiteY9" fmla="*/ 9700982 h 24298732"/>
                <a:gd name="connsiteX10" fmla="*/ 954826 w 24298732"/>
                <a:gd name="connsiteY10" fmla="*/ 7420201 h 24298732"/>
                <a:gd name="connsiteX11" fmla="*/ 2075017 w 24298732"/>
                <a:gd name="connsiteY11" fmla="*/ 5356398 h 24298732"/>
                <a:gd name="connsiteX12" fmla="*/ 3558457 w 24298732"/>
                <a:gd name="connsiteY12" fmla="*/ 3558435 h 24298732"/>
                <a:gd name="connsiteX13" fmla="*/ 5356420 w 24298732"/>
                <a:gd name="connsiteY13" fmla="*/ 2074994 h 24298732"/>
                <a:gd name="connsiteX14" fmla="*/ 7420223 w 24298732"/>
                <a:gd name="connsiteY14" fmla="*/ 954804 h 24298732"/>
                <a:gd name="connsiteX15" fmla="*/ 9701005 w 24298732"/>
                <a:gd name="connsiteY15" fmla="*/ 246815 h 24298732"/>
                <a:gd name="connsiteX16" fmla="*/ 12149321 w 24298732"/>
                <a:gd name="connsiteY16" fmla="*/ 0 h 24298732"/>
                <a:gd name="connsiteX17" fmla="*/ 14597660 w 24298732"/>
                <a:gd name="connsiteY17" fmla="*/ 246837 h 24298732"/>
                <a:gd name="connsiteX18" fmla="*/ 16878442 w 24298732"/>
                <a:gd name="connsiteY18" fmla="*/ 954826 h 24298732"/>
                <a:gd name="connsiteX19" fmla="*/ 18942246 w 24298732"/>
                <a:gd name="connsiteY19" fmla="*/ 2075017 h 24298732"/>
                <a:gd name="connsiteX20" fmla="*/ 20740208 w 24298732"/>
                <a:gd name="connsiteY20" fmla="*/ 3558457 h 24298732"/>
                <a:gd name="connsiteX21" fmla="*/ 22223648 w 24298732"/>
                <a:gd name="connsiteY21" fmla="*/ 5356420 h 24298732"/>
                <a:gd name="connsiteX22" fmla="*/ 23343884 w 24298732"/>
                <a:gd name="connsiteY22" fmla="*/ 7420223 h 24298732"/>
                <a:gd name="connsiteX23" fmla="*/ 24051850 w 24298732"/>
                <a:gd name="connsiteY23" fmla="*/ 9701005 h 24298732"/>
                <a:gd name="connsiteX24" fmla="*/ 24298732 w 24298732"/>
                <a:gd name="connsiteY24" fmla="*/ 12149344 h 24298732"/>
                <a:gd name="connsiteX25" fmla="*/ 24051850 w 24298732"/>
                <a:gd name="connsiteY25" fmla="*/ 14597682 h 24298732"/>
                <a:gd name="connsiteX26" fmla="*/ 23343884 w 24298732"/>
                <a:gd name="connsiteY26" fmla="*/ 16878464 h 24298732"/>
                <a:gd name="connsiteX27" fmla="*/ 22223648 w 24298732"/>
                <a:gd name="connsiteY27" fmla="*/ 18942266 h 24298732"/>
                <a:gd name="connsiteX28" fmla="*/ 20740208 w 24298732"/>
                <a:gd name="connsiteY28" fmla="*/ 20740208 h 24298732"/>
                <a:gd name="connsiteX29" fmla="*/ 18942246 w 24298732"/>
                <a:gd name="connsiteY29" fmla="*/ 22223648 h 24298732"/>
                <a:gd name="connsiteX30" fmla="*/ 16878442 w 24298732"/>
                <a:gd name="connsiteY30" fmla="*/ 23343884 h 24298732"/>
                <a:gd name="connsiteX31" fmla="*/ 14597660 w 24298732"/>
                <a:gd name="connsiteY31" fmla="*/ 24051850 h 24298732"/>
                <a:gd name="connsiteX32" fmla="*/ 12149321 w 24298732"/>
                <a:gd name="connsiteY32" fmla="*/ 24298732 h 24298732"/>
                <a:gd name="connsiteX33" fmla="*/ 12149321 w 24298732"/>
                <a:gd name="connsiteY33" fmla="*/ 333190 h 24298732"/>
                <a:gd name="connsiteX34" fmla="*/ 333190 w 24298732"/>
                <a:gd name="connsiteY34" fmla="*/ 12149321 h 24298732"/>
                <a:gd name="connsiteX35" fmla="*/ 12149321 w 24298732"/>
                <a:gd name="connsiteY35" fmla="*/ 23965452 h 24298732"/>
                <a:gd name="connsiteX36" fmla="*/ 23965452 w 24298732"/>
                <a:gd name="connsiteY36" fmla="*/ 12149321 h 24298732"/>
                <a:gd name="connsiteX37" fmla="*/ 12149321 w 24298732"/>
                <a:gd name="connsiteY37" fmla="*/ 333190 h 242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298732" h="24298732">
                  <a:moveTo>
                    <a:pt x="12149321" y="24298732"/>
                  </a:moveTo>
                  <a:cubicBezTo>
                    <a:pt x="11325121" y="24298732"/>
                    <a:pt x="10501368" y="24215692"/>
                    <a:pt x="9700982" y="24051850"/>
                  </a:cubicBezTo>
                  <a:cubicBezTo>
                    <a:pt x="8920853" y="23892262"/>
                    <a:pt x="8153483" y="23653886"/>
                    <a:pt x="7420201" y="23343884"/>
                  </a:cubicBezTo>
                  <a:cubicBezTo>
                    <a:pt x="6700259" y="23039254"/>
                    <a:pt x="6005901" y="22662328"/>
                    <a:pt x="5356398" y="22223626"/>
                  </a:cubicBezTo>
                  <a:cubicBezTo>
                    <a:pt x="4713095" y="21789020"/>
                    <a:pt x="4108178" y="21289928"/>
                    <a:pt x="3558435" y="20740184"/>
                  </a:cubicBezTo>
                  <a:cubicBezTo>
                    <a:pt x="3008692" y="20190442"/>
                    <a:pt x="2509578" y="19585524"/>
                    <a:pt x="2074994" y="18942246"/>
                  </a:cubicBezTo>
                  <a:cubicBezTo>
                    <a:pt x="1636203" y="18292742"/>
                    <a:pt x="1259299" y="17598362"/>
                    <a:pt x="954804" y="16878442"/>
                  </a:cubicBezTo>
                  <a:cubicBezTo>
                    <a:pt x="644646" y="16145160"/>
                    <a:pt x="406449" y="15377789"/>
                    <a:pt x="246815" y="14597660"/>
                  </a:cubicBezTo>
                  <a:cubicBezTo>
                    <a:pt x="83040" y="13797275"/>
                    <a:pt x="0" y="12973545"/>
                    <a:pt x="0" y="12149321"/>
                  </a:cubicBezTo>
                  <a:cubicBezTo>
                    <a:pt x="0" y="11325099"/>
                    <a:pt x="83040" y="10501368"/>
                    <a:pt x="246837" y="9700982"/>
                  </a:cubicBezTo>
                  <a:cubicBezTo>
                    <a:pt x="406471" y="8920853"/>
                    <a:pt x="644668" y="8153483"/>
                    <a:pt x="954826" y="7420201"/>
                  </a:cubicBezTo>
                  <a:cubicBezTo>
                    <a:pt x="1259322" y="6700259"/>
                    <a:pt x="1636225" y="6005901"/>
                    <a:pt x="2075017" y="5356398"/>
                  </a:cubicBezTo>
                  <a:cubicBezTo>
                    <a:pt x="2509623" y="4713095"/>
                    <a:pt x="3008714" y="4108178"/>
                    <a:pt x="3558457" y="3558435"/>
                  </a:cubicBezTo>
                  <a:cubicBezTo>
                    <a:pt x="4108200" y="3008692"/>
                    <a:pt x="4713117" y="2509601"/>
                    <a:pt x="5356420" y="2074994"/>
                  </a:cubicBezTo>
                  <a:cubicBezTo>
                    <a:pt x="6005923" y="1636203"/>
                    <a:pt x="6700282" y="1259299"/>
                    <a:pt x="7420223" y="954804"/>
                  </a:cubicBezTo>
                  <a:cubicBezTo>
                    <a:pt x="8153505" y="644646"/>
                    <a:pt x="8920876" y="406449"/>
                    <a:pt x="9701005" y="246815"/>
                  </a:cubicBezTo>
                  <a:cubicBezTo>
                    <a:pt x="10501368" y="83040"/>
                    <a:pt x="11325121" y="0"/>
                    <a:pt x="12149321" y="0"/>
                  </a:cubicBezTo>
                  <a:cubicBezTo>
                    <a:pt x="12973522" y="0"/>
                    <a:pt x="13797275" y="83040"/>
                    <a:pt x="14597660" y="246837"/>
                  </a:cubicBezTo>
                  <a:cubicBezTo>
                    <a:pt x="15377789" y="406471"/>
                    <a:pt x="16145160" y="644668"/>
                    <a:pt x="16878442" y="954826"/>
                  </a:cubicBezTo>
                  <a:cubicBezTo>
                    <a:pt x="17598384" y="1259322"/>
                    <a:pt x="18292742" y="1636225"/>
                    <a:pt x="18942246" y="2075017"/>
                  </a:cubicBezTo>
                  <a:cubicBezTo>
                    <a:pt x="19585548" y="2509623"/>
                    <a:pt x="20190464" y="3008714"/>
                    <a:pt x="20740208" y="3558457"/>
                  </a:cubicBezTo>
                  <a:cubicBezTo>
                    <a:pt x="21289950" y="4108200"/>
                    <a:pt x="21789064" y="4713117"/>
                    <a:pt x="22223648" y="5356420"/>
                  </a:cubicBezTo>
                  <a:cubicBezTo>
                    <a:pt x="22662552" y="6005923"/>
                    <a:pt x="23039254" y="6700282"/>
                    <a:pt x="23343884" y="7420223"/>
                  </a:cubicBezTo>
                  <a:cubicBezTo>
                    <a:pt x="23654108" y="8153505"/>
                    <a:pt x="23892262" y="8920876"/>
                    <a:pt x="24051850" y="9701005"/>
                  </a:cubicBezTo>
                  <a:cubicBezTo>
                    <a:pt x="24215692" y="10501390"/>
                    <a:pt x="24298732" y="11325142"/>
                    <a:pt x="24298732" y="12149344"/>
                  </a:cubicBezTo>
                  <a:cubicBezTo>
                    <a:pt x="24298732" y="12973545"/>
                    <a:pt x="24215692" y="13797297"/>
                    <a:pt x="24051850" y="14597682"/>
                  </a:cubicBezTo>
                  <a:cubicBezTo>
                    <a:pt x="23892262" y="15377811"/>
                    <a:pt x="23654108" y="16145183"/>
                    <a:pt x="23343884" y="16878464"/>
                  </a:cubicBezTo>
                  <a:cubicBezTo>
                    <a:pt x="23039254" y="17598406"/>
                    <a:pt x="22662552" y="18292764"/>
                    <a:pt x="22223648" y="18942266"/>
                  </a:cubicBezTo>
                  <a:cubicBezTo>
                    <a:pt x="21789042" y="19585548"/>
                    <a:pt x="21289950" y="20190464"/>
                    <a:pt x="20740208" y="20740208"/>
                  </a:cubicBezTo>
                  <a:cubicBezTo>
                    <a:pt x="20190464" y="21289950"/>
                    <a:pt x="19585548" y="21789042"/>
                    <a:pt x="18942246" y="22223648"/>
                  </a:cubicBezTo>
                  <a:cubicBezTo>
                    <a:pt x="18292742" y="22662552"/>
                    <a:pt x="17598384" y="23039254"/>
                    <a:pt x="16878442" y="23343884"/>
                  </a:cubicBezTo>
                  <a:cubicBezTo>
                    <a:pt x="16145160" y="23654108"/>
                    <a:pt x="15377789" y="23892262"/>
                    <a:pt x="14597660" y="24051850"/>
                  </a:cubicBezTo>
                  <a:cubicBezTo>
                    <a:pt x="13797275" y="24215692"/>
                    <a:pt x="12973522" y="24298732"/>
                    <a:pt x="12149321" y="24298732"/>
                  </a:cubicBezTo>
                  <a:close/>
                  <a:moveTo>
                    <a:pt x="12149321" y="333190"/>
                  </a:moveTo>
                  <a:cubicBezTo>
                    <a:pt x="5633900" y="333190"/>
                    <a:pt x="333190" y="5633900"/>
                    <a:pt x="333190" y="12149321"/>
                  </a:cubicBezTo>
                  <a:cubicBezTo>
                    <a:pt x="333190" y="18664742"/>
                    <a:pt x="5633877" y="23965452"/>
                    <a:pt x="12149321" y="23965452"/>
                  </a:cubicBezTo>
                  <a:cubicBezTo>
                    <a:pt x="18664766" y="23965452"/>
                    <a:pt x="23965452" y="18664766"/>
                    <a:pt x="23965452" y="12149321"/>
                  </a:cubicBezTo>
                  <a:cubicBezTo>
                    <a:pt x="23965452" y="5633877"/>
                    <a:pt x="18664766" y="333190"/>
                    <a:pt x="12149321" y="333190"/>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sp>
          <p:nvSpPr>
            <p:cNvPr id="9" name="Free-form: Shape 6">
              <a:extLst>
                <a:ext uri="{FF2B5EF4-FFF2-40B4-BE49-F238E27FC236}">
                  <a16:creationId xmlns:a16="http://schemas.microsoft.com/office/drawing/2014/main" id="{5ACEA9E7-5C31-F4D3-428D-F30C4DDC59C3}"/>
                </a:ext>
              </a:extLst>
            </p:cNvPr>
            <p:cNvSpPr/>
            <p:nvPr userDrawn="1"/>
          </p:nvSpPr>
          <p:spPr>
            <a:xfrm>
              <a:off x="8475136" y="3141136"/>
              <a:ext cx="7433728" cy="7433728"/>
            </a:xfrm>
            <a:custGeom>
              <a:avLst/>
              <a:gdLst>
                <a:gd name="connsiteX0" fmla="*/ 7317576 w 14635150"/>
                <a:gd name="connsiteY0" fmla="*/ 14635150 h 14635150"/>
                <a:gd name="connsiteX1" fmla="*/ 5842865 w 14635150"/>
                <a:gd name="connsiteY1" fmla="*/ 14486484 h 14635150"/>
                <a:gd name="connsiteX2" fmla="*/ 4469234 w 14635150"/>
                <a:gd name="connsiteY2" fmla="*/ 14060093 h 14635150"/>
                <a:gd name="connsiteX3" fmla="*/ 3226230 w 14635150"/>
                <a:gd name="connsiteY3" fmla="*/ 13385410 h 14635150"/>
                <a:gd name="connsiteX4" fmla="*/ 2143262 w 14635150"/>
                <a:gd name="connsiteY4" fmla="*/ 12491890 h 14635150"/>
                <a:gd name="connsiteX5" fmla="*/ 1249742 w 14635150"/>
                <a:gd name="connsiteY5" fmla="*/ 11408922 h 14635150"/>
                <a:gd name="connsiteX6" fmla="*/ 575058 w 14635150"/>
                <a:gd name="connsiteY6" fmla="*/ 10165917 h 14635150"/>
                <a:gd name="connsiteX7" fmla="*/ 148667 w 14635150"/>
                <a:gd name="connsiteY7" fmla="*/ 8792286 h 14635150"/>
                <a:gd name="connsiteX8" fmla="*/ 0 w 14635150"/>
                <a:gd name="connsiteY8" fmla="*/ 7317576 h 14635150"/>
                <a:gd name="connsiteX9" fmla="*/ 148667 w 14635150"/>
                <a:gd name="connsiteY9" fmla="*/ 5842865 h 14635150"/>
                <a:gd name="connsiteX10" fmla="*/ 575058 w 14635150"/>
                <a:gd name="connsiteY10" fmla="*/ 4469234 h 14635150"/>
                <a:gd name="connsiteX11" fmla="*/ 1249742 w 14635150"/>
                <a:gd name="connsiteY11" fmla="*/ 3226230 h 14635150"/>
                <a:gd name="connsiteX12" fmla="*/ 2143262 w 14635150"/>
                <a:gd name="connsiteY12" fmla="*/ 2143262 h 14635150"/>
                <a:gd name="connsiteX13" fmla="*/ 3226230 w 14635150"/>
                <a:gd name="connsiteY13" fmla="*/ 1249742 h 14635150"/>
                <a:gd name="connsiteX14" fmla="*/ 4469234 w 14635150"/>
                <a:gd name="connsiteY14" fmla="*/ 575058 h 14635150"/>
                <a:gd name="connsiteX15" fmla="*/ 5842865 w 14635150"/>
                <a:gd name="connsiteY15" fmla="*/ 148667 h 14635150"/>
                <a:gd name="connsiteX16" fmla="*/ 7317576 w 14635150"/>
                <a:gd name="connsiteY16" fmla="*/ 0 h 14635150"/>
                <a:gd name="connsiteX17" fmla="*/ 8792286 w 14635150"/>
                <a:gd name="connsiteY17" fmla="*/ 148667 h 14635150"/>
                <a:gd name="connsiteX18" fmla="*/ 10165917 w 14635150"/>
                <a:gd name="connsiteY18" fmla="*/ 575058 h 14635150"/>
                <a:gd name="connsiteX19" fmla="*/ 11408922 w 14635150"/>
                <a:gd name="connsiteY19" fmla="*/ 1249742 h 14635150"/>
                <a:gd name="connsiteX20" fmla="*/ 12491890 w 14635150"/>
                <a:gd name="connsiteY20" fmla="*/ 2143262 h 14635150"/>
                <a:gd name="connsiteX21" fmla="*/ 13385410 w 14635150"/>
                <a:gd name="connsiteY21" fmla="*/ 3226230 h 14635150"/>
                <a:gd name="connsiteX22" fmla="*/ 14060093 w 14635150"/>
                <a:gd name="connsiteY22" fmla="*/ 4469234 h 14635150"/>
                <a:gd name="connsiteX23" fmla="*/ 14486484 w 14635150"/>
                <a:gd name="connsiteY23" fmla="*/ 5842865 h 14635150"/>
                <a:gd name="connsiteX24" fmla="*/ 14635150 w 14635150"/>
                <a:gd name="connsiteY24" fmla="*/ 7317576 h 14635150"/>
                <a:gd name="connsiteX25" fmla="*/ 14486484 w 14635150"/>
                <a:gd name="connsiteY25" fmla="*/ 8792286 h 14635150"/>
                <a:gd name="connsiteX26" fmla="*/ 14060093 w 14635150"/>
                <a:gd name="connsiteY26" fmla="*/ 10165917 h 14635150"/>
                <a:gd name="connsiteX27" fmla="*/ 13385410 w 14635150"/>
                <a:gd name="connsiteY27" fmla="*/ 11408922 h 14635150"/>
                <a:gd name="connsiteX28" fmla="*/ 12491890 w 14635150"/>
                <a:gd name="connsiteY28" fmla="*/ 12491890 h 14635150"/>
                <a:gd name="connsiteX29" fmla="*/ 11408922 w 14635150"/>
                <a:gd name="connsiteY29" fmla="*/ 13385410 h 14635150"/>
                <a:gd name="connsiteX30" fmla="*/ 10165917 w 14635150"/>
                <a:gd name="connsiteY30" fmla="*/ 14060093 h 14635150"/>
                <a:gd name="connsiteX31" fmla="*/ 8792286 w 14635150"/>
                <a:gd name="connsiteY31" fmla="*/ 14486484 h 14635150"/>
                <a:gd name="connsiteX32" fmla="*/ 7317576 w 14635150"/>
                <a:gd name="connsiteY32" fmla="*/ 14635150 h 14635150"/>
                <a:gd name="connsiteX33" fmla="*/ 7317576 w 14635150"/>
                <a:gd name="connsiteY33" fmla="*/ 59718 h 14635150"/>
                <a:gd name="connsiteX34" fmla="*/ 59718 w 14635150"/>
                <a:gd name="connsiteY34" fmla="*/ 7317576 h 14635150"/>
                <a:gd name="connsiteX35" fmla="*/ 7317576 w 14635150"/>
                <a:gd name="connsiteY35" fmla="*/ 14575434 h 14635150"/>
                <a:gd name="connsiteX36" fmla="*/ 14575434 w 14635150"/>
                <a:gd name="connsiteY36" fmla="*/ 7317576 h 14635150"/>
                <a:gd name="connsiteX37" fmla="*/ 7317576 w 14635150"/>
                <a:gd name="connsiteY37" fmla="*/ 59718 h 1463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635150" h="14635150">
                  <a:moveTo>
                    <a:pt x="7317576" y="14635150"/>
                  </a:moveTo>
                  <a:cubicBezTo>
                    <a:pt x="6821104" y="14635150"/>
                    <a:pt x="6324945" y="14585126"/>
                    <a:pt x="5842865" y="14486484"/>
                  </a:cubicBezTo>
                  <a:cubicBezTo>
                    <a:pt x="5373028" y="14390352"/>
                    <a:pt x="4910869" y="14246877"/>
                    <a:pt x="4469234" y="14060093"/>
                  </a:cubicBezTo>
                  <a:cubicBezTo>
                    <a:pt x="4035635" y="13876689"/>
                    <a:pt x="3617414" y="13649705"/>
                    <a:pt x="3226230" y="13385410"/>
                  </a:cubicBezTo>
                  <a:cubicBezTo>
                    <a:pt x="2838762" y="13123644"/>
                    <a:pt x="2474393" y="12823021"/>
                    <a:pt x="2143262" y="12491890"/>
                  </a:cubicBezTo>
                  <a:cubicBezTo>
                    <a:pt x="1812132" y="12160758"/>
                    <a:pt x="1511508" y="11796390"/>
                    <a:pt x="1249742" y="11408922"/>
                  </a:cubicBezTo>
                  <a:cubicBezTo>
                    <a:pt x="985446" y="11017738"/>
                    <a:pt x="758463" y="10599516"/>
                    <a:pt x="575058" y="10165917"/>
                  </a:cubicBezTo>
                  <a:cubicBezTo>
                    <a:pt x="388274" y="9724283"/>
                    <a:pt x="244801" y="9262145"/>
                    <a:pt x="148667" y="8792286"/>
                  </a:cubicBezTo>
                  <a:cubicBezTo>
                    <a:pt x="50026" y="8310207"/>
                    <a:pt x="0" y="7814048"/>
                    <a:pt x="0" y="7317576"/>
                  </a:cubicBezTo>
                  <a:cubicBezTo>
                    <a:pt x="0" y="6821104"/>
                    <a:pt x="50026" y="6324945"/>
                    <a:pt x="148667" y="5842865"/>
                  </a:cubicBezTo>
                  <a:cubicBezTo>
                    <a:pt x="244823" y="5373028"/>
                    <a:pt x="388274" y="4910869"/>
                    <a:pt x="575058" y="4469234"/>
                  </a:cubicBezTo>
                  <a:cubicBezTo>
                    <a:pt x="758463" y="4035635"/>
                    <a:pt x="985446" y="3617414"/>
                    <a:pt x="1249742" y="3226230"/>
                  </a:cubicBezTo>
                  <a:cubicBezTo>
                    <a:pt x="1511508" y="2838762"/>
                    <a:pt x="1812132" y="2474393"/>
                    <a:pt x="2143262" y="2143262"/>
                  </a:cubicBezTo>
                  <a:cubicBezTo>
                    <a:pt x="2474393" y="1812132"/>
                    <a:pt x="2838762" y="1511508"/>
                    <a:pt x="3226230" y="1249742"/>
                  </a:cubicBezTo>
                  <a:cubicBezTo>
                    <a:pt x="3617436" y="985446"/>
                    <a:pt x="4035635" y="758463"/>
                    <a:pt x="4469234" y="575058"/>
                  </a:cubicBezTo>
                  <a:cubicBezTo>
                    <a:pt x="4910847" y="388274"/>
                    <a:pt x="5373006" y="244801"/>
                    <a:pt x="5842865" y="148667"/>
                  </a:cubicBezTo>
                  <a:cubicBezTo>
                    <a:pt x="6324945" y="50026"/>
                    <a:pt x="6821104" y="0"/>
                    <a:pt x="7317576" y="0"/>
                  </a:cubicBezTo>
                  <a:cubicBezTo>
                    <a:pt x="7814048" y="0"/>
                    <a:pt x="8310207" y="50026"/>
                    <a:pt x="8792286" y="148667"/>
                  </a:cubicBezTo>
                  <a:cubicBezTo>
                    <a:pt x="9262123" y="244823"/>
                    <a:pt x="9724283" y="388274"/>
                    <a:pt x="10165917" y="575058"/>
                  </a:cubicBezTo>
                  <a:cubicBezTo>
                    <a:pt x="10599516" y="758463"/>
                    <a:pt x="11017738" y="985446"/>
                    <a:pt x="11408922" y="1249742"/>
                  </a:cubicBezTo>
                  <a:cubicBezTo>
                    <a:pt x="11796390" y="1511508"/>
                    <a:pt x="12160758" y="1812132"/>
                    <a:pt x="12491890" y="2143262"/>
                  </a:cubicBezTo>
                  <a:cubicBezTo>
                    <a:pt x="12823021" y="2474393"/>
                    <a:pt x="13123644" y="2838762"/>
                    <a:pt x="13385410" y="3226230"/>
                  </a:cubicBezTo>
                  <a:cubicBezTo>
                    <a:pt x="13649705" y="3617436"/>
                    <a:pt x="13876689" y="4035635"/>
                    <a:pt x="14060093" y="4469234"/>
                  </a:cubicBezTo>
                  <a:cubicBezTo>
                    <a:pt x="14246877" y="4910869"/>
                    <a:pt x="14390352" y="5373006"/>
                    <a:pt x="14486484" y="5842865"/>
                  </a:cubicBezTo>
                  <a:cubicBezTo>
                    <a:pt x="14585126" y="6324945"/>
                    <a:pt x="14635150" y="6821104"/>
                    <a:pt x="14635150" y="7317576"/>
                  </a:cubicBezTo>
                  <a:cubicBezTo>
                    <a:pt x="14635150" y="7814048"/>
                    <a:pt x="14585126" y="8310207"/>
                    <a:pt x="14486484" y="8792286"/>
                  </a:cubicBezTo>
                  <a:cubicBezTo>
                    <a:pt x="14390328" y="9262123"/>
                    <a:pt x="14246877" y="9724283"/>
                    <a:pt x="14060093" y="10165917"/>
                  </a:cubicBezTo>
                  <a:cubicBezTo>
                    <a:pt x="13876689" y="10599516"/>
                    <a:pt x="13649705" y="11017738"/>
                    <a:pt x="13385410" y="11408922"/>
                  </a:cubicBezTo>
                  <a:cubicBezTo>
                    <a:pt x="13123644" y="11796390"/>
                    <a:pt x="12823021" y="12160758"/>
                    <a:pt x="12491890" y="12491890"/>
                  </a:cubicBezTo>
                  <a:cubicBezTo>
                    <a:pt x="12160758" y="12823021"/>
                    <a:pt x="11796390" y="13123644"/>
                    <a:pt x="11408922" y="13385410"/>
                  </a:cubicBezTo>
                  <a:cubicBezTo>
                    <a:pt x="11017716" y="13649705"/>
                    <a:pt x="10599516" y="13876689"/>
                    <a:pt x="10165917" y="14060093"/>
                  </a:cubicBezTo>
                  <a:cubicBezTo>
                    <a:pt x="9724306" y="14246877"/>
                    <a:pt x="9262145" y="14390352"/>
                    <a:pt x="8792286" y="14486484"/>
                  </a:cubicBezTo>
                  <a:cubicBezTo>
                    <a:pt x="8310207" y="14585126"/>
                    <a:pt x="7814048" y="14635150"/>
                    <a:pt x="7317576" y="14635150"/>
                  </a:cubicBezTo>
                  <a:close/>
                  <a:moveTo>
                    <a:pt x="7317576" y="59718"/>
                  </a:moveTo>
                  <a:cubicBezTo>
                    <a:pt x="3315582" y="59718"/>
                    <a:pt x="59718" y="3315582"/>
                    <a:pt x="59718" y="7317576"/>
                  </a:cubicBezTo>
                  <a:cubicBezTo>
                    <a:pt x="59718" y="11319570"/>
                    <a:pt x="3315582" y="14575434"/>
                    <a:pt x="7317576" y="14575434"/>
                  </a:cubicBezTo>
                  <a:cubicBezTo>
                    <a:pt x="11319570" y="14575434"/>
                    <a:pt x="14575434" y="11319570"/>
                    <a:pt x="14575434" y="7317576"/>
                  </a:cubicBezTo>
                  <a:cubicBezTo>
                    <a:pt x="14575434" y="3315582"/>
                    <a:pt x="11319570" y="59718"/>
                    <a:pt x="7317576" y="59718"/>
                  </a:cubicBezTo>
                  <a:close/>
                </a:path>
              </a:pathLst>
            </a:custGeom>
            <a:solidFill>
              <a:schemeClr val="accent1"/>
            </a:solidFill>
            <a:ln w="2238" cap="flat">
              <a:noFill/>
              <a:prstDash val="solid"/>
              <a:miter/>
            </a:ln>
          </p:spPr>
          <p:txBody>
            <a:bodyPr rtlCol="0" anchor="ctr"/>
            <a:lstStyle/>
            <a:p>
              <a:pPr marL="0" marR="0" lvl="0" indent="0" algn="l" defTabSz="1504078" rtl="0" eaLnBrk="1" fontAlgn="auto" latinLnBrk="0" hangingPunct="1">
                <a:lnSpc>
                  <a:spcPct val="100000"/>
                </a:lnSpc>
                <a:spcBef>
                  <a:spcPts val="0"/>
                </a:spcBef>
                <a:spcAft>
                  <a:spcPts val="0"/>
                </a:spcAft>
                <a:buClrTx/>
                <a:buSzTx/>
                <a:buFontTx/>
                <a:buNone/>
                <a:tabLst/>
                <a:defRPr/>
              </a:pPr>
              <a:endParaRPr kumimoji="0" lang="en-GB" sz="2962" b="0" i="0" u="none" strike="noStrike" kern="1200" cap="none" spc="0" normalizeH="0" baseline="0" noProof="0">
                <a:ln>
                  <a:noFill/>
                </a:ln>
                <a:solidFill>
                  <a:prstClr val="black"/>
                </a:solidFill>
                <a:effectLst/>
                <a:uLnTx/>
                <a:uFillTx/>
                <a:latin typeface="Energy"/>
                <a:ea typeface="+mn-ea"/>
                <a:cs typeface="+mn-cs"/>
              </a:endParaRPr>
            </a:p>
          </p:txBody>
        </p:sp>
      </p:grpSp>
      <p:sp>
        <p:nvSpPr>
          <p:cNvPr id="10" name="Title 1">
            <a:extLst>
              <a:ext uri="{FF2B5EF4-FFF2-40B4-BE49-F238E27FC236}">
                <a16:creationId xmlns:a16="http://schemas.microsoft.com/office/drawing/2014/main" id="{FCB1D4E0-D1C6-69C4-4D0D-467E2934C1C7}"/>
              </a:ext>
            </a:extLst>
          </p:cNvPr>
          <p:cNvSpPr>
            <a:spLocks noGrp="1"/>
          </p:cNvSpPr>
          <p:nvPr>
            <p:ph type="ctrTitle" hasCustomPrompt="1"/>
          </p:nvPr>
        </p:nvSpPr>
        <p:spPr>
          <a:xfrm>
            <a:off x="1066799" y="2351781"/>
            <a:ext cx="10058400" cy="2154436"/>
          </a:xfrm>
        </p:spPr>
        <p:txBody>
          <a:bodyPr wrap="square" tIns="0" anchor="ctr" anchorCtr="0">
            <a:spAutoFit/>
          </a:bodyPr>
          <a:lstStyle>
            <a:lvl1pPr algn="ctr">
              <a:lnSpc>
                <a:spcPct val="70000"/>
              </a:lnSpc>
              <a:defRPr sz="10000" b="0" cap="all" spc="-64" baseline="0">
                <a:solidFill>
                  <a:schemeClr val="tx2"/>
                </a:solidFill>
                <a:latin typeface="Energy Display" panose="020B0508050000020004" pitchFamily="34" charset="0"/>
                <a:cs typeface="Energy Display" panose="020B0508050000020004" pitchFamily="34" charset="0"/>
              </a:defRPr>
            </a:lvl1pPr>
          </a:lstStyle>
          <a:p>
            <a:pPr marL="0" marR="0" lvl="0" indent="0" algn="ctr" defTabSz="292348" rtl="0" eaLnBrk="1" fontAlgn="auto" latinLnBrk="0" hangingPunct="1">
              <a:lnSpc>
                <a:spcPct val="70000"/>
              </a:lnSpc>
              <a:spcBef>
                <a:spcPct val="0"/>
              </a:spcBef>
              <a:spcAft>
                <a:spcPts val="0"/>
              </a:spcAft>
              <a:buClrTx/>
              <a:buSzTx/>
              <a:buFontTx/>
              <a:buNone/>
              <a:tabLst/>
              <a:defRPr/>
            </a:pPr>
            <a:r>
              <a:rPr lang="en-US"/>
              <a:t>Presentation title goes here</a:t>
            </a:r>
            <a:br>
              <a:rPr lang="en-US"/>
            </a:br>
            <a:r>
              <a:rPr lang="en-US">
                <a:solidFill>
                  <a:schemeClr val="accent1"/>
                </a:solidFill>
              </a:rPr>
              <a:t>Presentation title goes here</a:t>
            </a:r>
            <a:endParaRPr lang="en-US"/>
          </a:p>
        </p:txBody>
      </p:sp>
    </p:spTree>
    <p:extLst>
      <p:ext uri="{BB962C8B-B14F-4D97-AF65-F5344CB8AC3E}">
        <p14:creationId xmlns:p14="http://schemas.microsoft.com/office/powerpoint/2010/main" val="234147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4_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accent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1" name="Text Placeholder 10">
            <a:extLst>
              <a:ext uri="{FF2B5EF4-FFF2-40B4-BE49-F238E27FC236}">
                <a16:creationId xmlns:a16="http://schemas.microsoft.com/office/drawing/2014/main" id="{FFEA5DE8-16B1-4FBD-9486-750F20920502}"/>
              </a:ext>
            </a:extLst>
          </p:cNvPr>
          <p:cNvSpPr>
            <a:spLocks noGrp="1"/>
          </p:cNvSpPr>
          <p:nvPr>
            <p:ph type="body" sz="quarter" idx="14"/>
          </p:nvPr>
        </p:nvSpPr>
        <p:spPr>
          <a:xfrm>
            <a:off x="5629617" y="11301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accent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tx2"/>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20" name="Text Placeholder 10">
            <a:extLst>
              <a:ext uri="{FF2B5EF4-FFF2-40B4-BE49-F238E27FC236}">
                <a16:creationId xmlns:a16="http://schemas.microsoft.com/office/drawing/2014/main" id="{1BD82010-81DD-4A67-9B02-404BA8E0BA1B}"/>
              </a:ext>
            </a:extLst>
          </p:cNvPr>
          <p:cNvSpPr>
            <a:spLocks noGrp="1"/>
          </p:cNvSpPr>
          <p:nvPr>
            <p:ph type="body" sz="quarter" idx="23"/>
          </p:nvPr>
        </p:nvSpPr>
        <p:spPr>
          <a:xfrm>
            <a:off x="5629617" y="205400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Text Placeholder 10">
            <a:extLst>
              <a:ext uri="{FF2B5EF4-FFF2-40B4-BE49-F238E27FC236}">
                <a16:creationId xmlns:a16="http://schemas.microsoft.com/office/drawing/2014/main" id="{1048CE71-F49C-44B2-8908-3B8505D50361}"/>
              </a:ext>
            </a:extLst>
          </p:cNvPr>
          <p:cNvSpPr>
            <a:spLocks noGrp="1"/>
          </p:cNvSpPr>
          <p:nvPr>
            <p:ph type="body" sz="quarter" idx="24"/>
          </p:nvPr>
        </p:nvSpPr>
        <p:spPr>
          <a:xfrm>
            <a:off x="5629617" y="297788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2" name="Text Placeholder 10">
            <a:extLst>
              <a:ext uri="{FF2B5EF4-FFF2-40B4-BE49-F238E27FC236}">
                <a16:creationId xmlns:a16="http://schemas.microsoft.com/office/drawing/2014/main" id="{F220C27B-7EB9-40DC-B0B7-CFB84C6A59BC}"/>
              </a:ext>
            </a:extLst>
          </p:cNvPr>
          <p:cNvSpPr>
            <a:spLocks noGrp="1"/>
          </p:cNvSpPr>
          <p:nvPr>
            <p:ph type="body" sz="quarter" idx="25"/>
          </p:nvPr>
        </p:nvSpPr>
        <p:spPr>
          <a:xfrm>
            <a:off x="5629617" y="3901755"/>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3" name="Text Placeholder 10">
            <a:extLst>
              <a:ext uri="{FF2B5EF4-FFF2-40B4-BE49-F238E27FC236}">
                <a16:creationId xmlns:a16="http://schemas.microsoft.com/office/drawing/2014/main" id="{752BC965-049B-4EC6-B536-61CC2C8B031E}"/>
              </a:ext>
            </a:extLst>
          </p:cNvPr>
          <p:cNvSpPr>
            <a:spLocks noGrp="1"/>
          </p:cNvSpPr>
          <p:nvPr>
            <p:ph type="body" sz="quarter" idx="26"/>
          </p:nvPr>
        </p:nvSpPr>
        <p:spPr>
          <a:xfrm>
            <a:off x="5629617" y="4825630"/>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4" name="Text Placeholder 10">
            <a:extLst>
              <a:ext uri="{FF2B5EF4-FFF2-40B4-BE49-F238E27FC236}">
                <a16:creationId xmlns:a16="http://schemas.microsoft.com/office/drawing/2014/main" id="{6368B62B-ADE6-4D79-86A8-CC300F602F12}"/>
              </a:ext>
            </a:extLst>
          </p:cNvPr>
          <p:cNvSpPr>
            <a:spLocks noGrp="1"/>
          </p:cNvSpPr>
          <p:nvPr>
            <p:ph type="body" sz="quarter" idx="27"/>
          </p:nvPr>
        </p:nvSpPr>
        <p:spPr>
          <a:xfrm>
            <a:off x="5629617" y="5749503"/>
            <a:ext cx="5615270" cy="0"/>
          </a:xfrm>
          <a:ln w="6350">
            <a:solidFill>
              <a:schemeClr val="bg2">
                <a:lumMod val="90000"/>
              </a:schemeClr>
            </a:solidFill>
          </a:ln>
        </p:spPr>
        <p:txBody>
          <a:bodyPr tIns="0" rIns="0" bIns="0">
            <a:noAutofit/>
          </a:bodyPr>
          <a:lstStyle>
            <a:lvl1pPr>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385359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Agenda - gradient">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6226"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3750714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_Agenda -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A361-2E02-4CCF-BB75-B82698688262}"/>
              </a:ext>
            </a:extLst>
          </p:cNvPr>
          <p:cNvSpPr>
            <a:spLocks noGrp="1"/>
          </p:cNvSpPr>
          <p:nvPr>
            <p:ph type="title" hasCustomPrompt="1"/>
          </p:nvPr>
        </p:nvSpPr>
        <p:spPr>
          <a:xfrm>
            <a:off x="1344438" y="1286796"/>
            <a:ext cx="3193000" cy="1937743"/>
          </a:xfrm>
        </p:spPr>
        <p:txBody>
          <a:bodyPr wrap="square">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Title of document</a:t>
            </a:r>
          </a:p>
        </p:txBody>
      </p:sp>
      <p:sp>
        <p:nvSpPr>
          <p:cNvPr id="4" name="Slide Number Placeholder 3">
            <a:extLst>
              <a:ext uri="{FF2B5EF4-FFF2-40B4-BE49-F238E27FC236}">
                <a16:creationId xmlns:a16="http://schemas.microsoft.com/office/drawing/2014/main" id="{6F85534C-074E-4D06-BEE7-71D79B210062}"/>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ext Placeholder 7">
            <a:extLst>
              <a:ext uri="{FF2B5EF4-FFF2-40B4-BE49-F238E27FC236}">
                <a16:creationId xmlns:a16="http://schemas.microsoft.com/office/drawing/2014/main" id="{5816D859-82F5-4611-8CF7-DB8560E9416C}"/>
              </a:ext>
            </a:extLst>
          </p:cNvPr>
          <p:cNvSpPr>
            <a:spLocks noGrp="1"/>
          </p:cNvSpPr>
          <p:nvPr>
            <p:ph type="body" sz="quarter" idx="12" hasCustomPrompt="1"/>
          </p:nvPr>
        </p:nvSpPr>
        <p:spPr>
          <a:xfrm>
            <a:off x="5695173" y="1063977"/>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1</a:t>
            </a:r>
          </a:p>
        </p:txBody>
      </p:sp>
      <p:sp>
        <p:nvSpPr>
          <p:cNvPr id="9" name="Text Placeholder 7">
            <a:extLst>
              <a:ext uri="{FF2B5EF4-FFF2-40B4-BE49-F238E27FC236}">
                <a16:creationId xmlns:a16="http://schemas.microsoft.com/office/drawing/2014/main" id="{0AC18FF1-ACE4-4540-9830-54EF5DDEA850}"/>
              </a:ext>
            </a:extLst>
          </p:cNvPr>
          <p:cNvSpPr>
            <a:spLocks noGrp="1"/>
          </p:cNvSpPr>
          <p:nvPr>
            <p:ph type="body" sz="quarter" idx="13" hasCustomPrompt="1"/>
          </p:nvPr>
        </p:nvSpPr>
        <p:spPr>
          <a:xfrm>
            <a:off x="6205594" y="1286799"/>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2" name="Text Placeholder 7">
            <a:extLst>
              <a:ext uri="{FF2B5EF4-FFF2-40B4-BE49-F238E27FC236}">
                <a16:creationId xmlns:a16="http://schemas.microsoft.com/office/drawing/2014/main" id="{199C40FE-35A0-485F-9BEB-46222A7170F8}"/>
              </a:ext>
            </a:extLst>
          </p:cNvPr>
          <p:cNvSpPr>
            <a:spLocks noGrp="1"/>
          </p:cNvSpPr>
          <p:nvPr>
            <p:ph type="body" sz="quarter" idx="15" hasCustomPrompt="1"/>
          </p:nvPr>
        </p:nvSpPr>
        <p:spPr>
          <a:xfrm>
            <a:off x="5695173" y="198838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2</a:t>
            </a:r>
          </a:p>
        </p:txBody>
      </p:sp>
      <p:sp>
        <p:nvSpPr>
          <p:cNvPr id="13" name="Text Placeholder 7">
            <a:extLst>
              <a:ext uri="{FF2B5EF4-FFF2-40B4-BE49-F238E27FC236}">
                <a16:creationId xmlns:a16="http://schemas.microsoft.com/office/drawing/2014/main" id="{F57C90AE-B9C8-4031-9B94-28A241F7ED0F}"/>
              </a:ext>
            </a:extLst>
          </p:cNvPr>
          <p:cNvSpPr>
            <a:spLocks noGrp="1"/>
          </p:cNvSpPr>
          <p:nvPr>
            <p:ph type="body" sz="quarter" idx="16" hasCustomPrompt="1"/>
          </p:nvPr>
        </p:nvSpPr>
        <p:spPr>
          <a:xfrm>
            <a:off x="6205594" y="221120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4" name="Text Placeholder 7">
            <a:extLst>
              <a:ext uri="{FF2B5EF4-FFF2-40B4-BE49-F238E27FC236}">
                <a16:creationId xmlns:a16="http://schemas.microsoft.com/office/drawing/2014/main" id="{923EAA34-5349-4D24-9FAA-ACE84C39B773}"/>
              </a:ext>
            </a:extLst>
          </p:cNvPr>
          <p:cNvSpPr>
            <a:spLocks noGrp="1"/>
          </p:cNvSpPr>
          <p:nvPr>
            <p:ph type="body" sz="quarter" idx="17" hasCustomPrompt="1"/>
          </p:nvPr>
        </p:nvSpPr>
        <p:spPr>
          <a:xfrm>
            <a:off x="5695173" y="2912783"/>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3</a:t>
            </a:r>
          </a:p>
        </p:txBody>
      </p:sp>
      <p:sp>
        <p:nvSpPr>
          <p:cNvPr id="15" name="Text Placeholder 7">
            <a:extLst>
              <a:ext uri="{FF2B5EF4-FFF2-40B4-BE49-F238E27FC236}">
                <a16:creationId xmlns:a16="http://schemas.microsoft.com/office/drawing/2014/main" id="{9F5365C9-6709-4C99-A70B-000A701968E0}"/>
              </a:ext>
            </a:extLst>
          </p:cNvPr>
          <p:cNvSpPr>
            <a:spLocks noGrp="1"/>
          </p:cNvSpPr>
          <p:nvPr>
            <p:ph type="body" sz="quarter" idx="18" hasCustomPrompt="1"/>
          </p:nvPr>
        </p:nvSpPr>
        <p:spPr>
          <a:xfrm>
            <a:off x="6205594" y="3135605"/>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6" name="Text Placeholder 7">
            <a:extLst>
              <a:ext uri="{FF2B5EF4-FFF2-40B4-BE49-F238E27FC236}">
                <a16:creationId xmlns:a16="http://schemas.microsoft.com/office/drawing/2014/main" id="{3968A8DC-32D0-4286-8A33-4D835A2559C9}"/>
              </a:ext>
            </a:extLst>
          </p:cNvPr>
          <p:cNvSpPr>
            <a:spLocks noGrp="1"/>
          </p:cNvSpPr>
          <p:nvPr>
            <p:ph type="body" sz="quarter" idx="19" hasCustomPrompt="1"/>
          </p:nvPr>
        </p:nvSpPr>
        <p:spPr>
          <a:xfrm>
            <a:off x="5695173" y="3837186"/>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4</a:t>
            </a:r>
          </a:p>
        </p:txBody>
      </p:sp>
      <p:sp>
        <p:nvSpPr>
          <p:cNvPr id="17" name="Text Placeholder 7">
            <a:extLst>
              <a:ext uri="{FF2B5EF4-FFF2-40B4-BE49-F238E27FC236}">
                <a16:creationId xmlns:a16="http://schemas.microsoft.com/office/drawing/2014/main" id="{8D2B09C9-A0C9-4D32-A332-3FD2584D4A40}"/>
              </a:ext>
            </a:extLst>
          </p:cNvPr>
          <p:cNvSpPr>
            <a:spLocks noGrp="1"/>
          </p:cNvSpPr>
          <p:nvPr>
            <p:ph type="body" sz="quarter" idx="20" hasCustomPrompt="1"/>
          </p:nvPr>
        </p:nvSpPr>
        <p:spPr>
          <a:xfrm>
            <a:off x="6205594" y="4060008"/>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
        <p:nvSpPr>
          <p:cNvPr id="18" name="Text Placeholder 7">
            <a:extLst>
              <a:ext uri="{FF2B5EF4-FFF2-40B4-BE49-F238E27FC236}">
                <a16:creationId xmlns:a16="http://schemas.microsoft.com/office/drawing/2014/main" id="{EE10A987-3BB6-4D3C-8626-DD4E22C6803A}"/>
              </a:ext>
            </a:extLst>
          </p:cNvPr>
          <p:cNvSpPr>
            <a:spLocks noGrp="1"/>
          </p:cNvSpPr>
          <p:nvPr>
            <p:ph type="body" sz="quarter" idx="21" hasCustomPrompt="1"/>
          </p:nvPr>
        </p:nvSpPr>
        <p:spPr>
          <a:xfrm>
            <a:off x="5695173" y="4761590"/>
            <a:ext cx="463014" cy="792396"/>
          </a:xfrm>
        </p:spPr>
        <p:txBody>
          <a:bodyPr/>
          <a:lstStyle>
            <a:lvl1pPr>
              <a:lnSpc>
                <a:spcPct val="100000"/>
              </a:lnSpc>
              <a:spcAft>
                <a:spcPts val="999"/>
              </a:spcAft>
              <a:defRPr sz="5146">
                <a:solidFill>
                  <a:schemeClr val="bg1"/>
                </a:solidFill>
                <a:latin typeface="Energy Display" panose="020B0508050000020004" pitchFamily="34" charset="0"/>
                <a:cs typeface="Energy Display" panose="020B0508050000020004" pitchFamily="34" charset="0"/>
              </a:defRPr>
            </a:lvl1pPr>
            <a:lvl2pPr>
              <a:defRPr sz="5146"/>
            </a:lvl2pPr>
            <a:lvl3pPr>
              <a:defRPr sz="5146"/>
            </a:lvl3pPr>
            <a:lvl4pPr>
              <a:defRPr sz="5146"/>
            </a:lvl4pPr>
            <a:lvl5pPr>
              <a:defRPr sz="5146"/>
            </a:lvl5pPr>
          </a:lstStyle>
          <a:p>
            <a:pPr lvl="0"/>
            <a:r>
              <a:rPr lang="en-US"/>
              <a:t>5</a:t>
            </a:r>
          </a:p>
        </p:txBody>
      </p:sp>
      <p:sp>
        <p:nvSpPr>
          <p:cNvPr id="19" name="Text Placeholder 7">
            <a:extLst>
              <a:ext uri="{FF2B5EF4-FFF2-40B4-BE49-F238E27FC236}">
                <a16:creationId xmlns:a16="http://schemas.microsoft.com/office/drawing/2014/main" id="{5DF9E60C-254A-48D9-94F1-9712F94B2769}"/>
              </a:ext>
            </a:extLst>
          </p:cNvPr>
          <p:cNvSpPr>
            <a:spLocks noGrp="1"/>
          </p:cNvSpPr>
          <p:nvPr>
            <p:ph type="body" sz="quarter" idx="22" hasCustomPrompt="1"/>
          </p:nvPr>
        </p:nvSpPr>
        <p:spPr>
          <a:xfrm>
            <a:off x="6205594" y="4984412"/>
            <a:ext cx="5227591" cy="507831"/>
          </a:xfrm>
        </p:spPr>
        <p:txBody>
          <a:bodyPr/>
          <a:lstStyle>
            <a:lvl1pPr>
              <a:lnSpc>
                <a:spcPct val="100000"/>
              </a:lnSpc>
              <a:spcAft>
                <a:spcPts val="0"/>
              </a:spcAft>
              <a:defRPr sz="1649" b="1">
                <a:solidFill>
                  <a:schemeClr val="bg1"/>
                </a:solidFill>
                <a:latin typeface="+mj-lt"/>
                <a:cs typeface="Energy Display" panose="020B0508050000020004" pitchFamily="34" charset="0"/>
              </a:defRPr>
            </a:lvl1pPr>
            <a:lvl2pPr>
              <a:defRPr sz="5146"/>
            </a:lvl2pPr>
            <a:lvl3pPr>
              <a:defRPr sz="5146"/>
            </a:lvl3pPr>
            <a:lvl4pPr>
              <a:defRPr sz="5146"/>
            </a:lvl4pPr>
            <a:lvl5pPr>
              <a:defRPr sz="5146"/>
            </a:lvl5pPr>
          </a:lstStyle>
          <a:p>
            <a:pPr lvl="0"/>
            <a:r>
              <a:rPr lang="en-US" err="1"/>
              <a:t>Namus</a:t>
            </a:r>
            <a:r>
              <a:rPr lang="en-US"/>
              <a:t> et, </a:t>
            </a:r>
            <a:r>
              <a:rPr lang="en-US" err="1"/>
              <a:t>est</a:t>
            </a:r>
            <a:r>
              <a:rPr lang="en-US"/>
              <a:t> </a:t>
            </a:r>
            <a:r>
              <a:rPr lang="en-US" err="1"/>
              <a:t>venihil</a:t>
            </a:r>
            <a:r>
              <a:rPr lang="en-US"/>
              <a:t> </a:t>
            </a:r>
            <a:r>
              <a:rPr lang="en-US" err="1"/>
              <a:t>lisqui</a:t>
            </a:r>
            <a:r>
              <a:rPr lang="en-US"/>
              <a:t> </a:t>
            </a:r>
            <a:r>
              <a:rPr lang="en-US" err="1"/>
              <a:t>blant</a:t>
            </a:r>
            <a:r>
              <a:rPr lang="en-US"/>
              <a:t>, sima </a:t>
            </a:r>
            <a:r>
              <a:rPr lang="en-US" err="1"/>
              <a:t>niet</a:t>
            </a:r>
            <a:r>
              <a:rPr lang="en-US"/>
              <a:t> </a:t>
            </a:r>
            <a:r>
              <a:rPr lang="en-US" err="1"/>
              <a:t>reste</a:t>
            </a:r>
            <a:r>
              <a:rPr lang="en-US"/>
              <a:t> </a:t>
            </a:r>
            <a:r>
              <a:rPr lang="en-US" err="1"/>
              <a:t>velluptatur</a:t>
            </a:r>
            <a:r>
              <a:rPr lang="en-US"/>
              <a:t> </a:t>
            </a:r>
            <a:r>
              <a:rPr lang="en-US" err="1"/>
              <a:t>facitiur</a:t>
            </a:r>
            <a:r>
              <a:rPr lang="en-US"/>
              <a:t> </a:t>
            </a:r>
            <a:r>
              <a:rPr lang="en-US" err="1"/>
              <a:t>minctio</a:t>
            </a:r>
            <a:r>
              <a:rPr lang="en-US"/>
              <a:t>.</a:t>
            </a:r>
          </a:p>
        </p:txBody>
      </p:sp>
    </p:spTree>
    <p:extLst>
      <p:ext uri="{BB962C8B-B14F-4D97-AF65-F5344CB8AC3E}">
        <p14:creationId xmlns:p14="http://schemas.microsoft.com/office/powerpoint/2010/main" val="30901606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Cover white 4">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3A622CA-3E01-530E-ACFA-C6B2B1A358EF}"/>
              </a:ext>
            </a:extLst>
          </p:cNvPr>
          <p:cNvSpPr>
            <a:spLocks noGrp="1"/>
          </p:cNvSpPr>
          <p:nvPr>
            <p:ph type="ctrTitle" hasCustomPrompt="1"/>
          </p:nvPr>
        </p:nvSpPr>
        <p:spPr>
          <a:xfrm>
            <a:off x="247650" y="2479259"/>
            <a:ext cx="11696700" cy="743281"/>
          </a:xfrm>
        </p:spPr>
        <p:txBody>
          <a:bodyPr wrap="square" tIns="0" anchor="ctr" anchorCtr="0">
            <a:spAutoFit/>
          </a:bodyPr>
          <a:lstStyle>
            <a:lvl1pPr algn="ctr">
              <a:lnSpc>
                <a:spcPct val="70000"/>
              </a:lnSpc>
              <a:defRPr sz="6900" b="0" cap="all" spc="-64" baseline="0">
                <a:solidFill>
                  <a:schemeClr val="accent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4" name="Subtitle 2">
            <a:extLst>
              <a:ext uri="{FF2B5EF4-FFF2-40B4-BE49-F238E27FC236}">
                <a16:creationId xmlns:a16="http://schemas.microsoft.com/office/drawing/2014/main" id="{F192A197-6F58-846E-B8F1-B85BD14D1504}"/>
              </a:ext>
            </a:extLst>
          </p:cNvPr>
          <p:cNvSpPr>
            <a:spLocks noGrp="1"/>
          </p:cNvSpPr>
          <p:nvPr>
            <p:ph type="subTitle" idx="1" hasCustomPrompt="1"/>
          </p:nvPr>
        </p:nvSpPr>
        <p:spPr>
          <a:xfrm>
            <a:off x="247650" y="3287238"/>
            <a:ext cx="11696700" cy="249299"/>
          </a:xfrm>
        </p:spPr>
        <p:txBody>
          <a:bodyPr wrap="square">
            <a:spAutoFit/>
          </a:bodyPr>
          <a:lstStyle>
            <a:lvl1pPr marL="0" indent="0" algn="ctr">
              <a:lnSpc>
                <a:spcPct val="90000"/>
              </a:lnSpc>
              <a:buNone/>
              <a:defRPr sz="1800" b="1">
                <a:solidFill>
                  <a:schemeClr val="tx2"/>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220954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4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89C9E5E-0E5A-1A43-AB0E-2C04D30EE136}"/>
              </a:ext>
            </a:extLst>
          </p:cNvPr>
          <p:cNvSpPr>
            <a:spLocks noGrp="1"/>
          </p:cNvSpPr>
          <p:nvPr>
            <p:ph type="ctrTitle" hasCustomPrompt="1"/>
          </p:nvPr>
        </p:nvSpPr>
        <p:spPr>
          <a:xfrm>
            <a:off x="180975" y="2479259"/>
            <a:ext cx="11830050" cy="743281"/>
          </a:xfrm>
        </p:spPr>
        <p:txBody>
          <a:bodyPr wrap="square" tIns="0" anchor="ctr" anchorCtr="0">
            <a:spAutoFit/>
          </a:bodyPr>
          <a:lstStyle>
            <a:lvl1pPr algn="ctr">
              <a:lnSpc>
                <a:spcPct val="70000"/>
              </a:lnSpc>
              <a:defRPr sz="6900" b="0" cap="all" spc="-64" baseline="0">
                <a:solidFill>
                  <a:schemeClr val="bg1"/>
                </a:solidFill>
                <a:latin typeface="Energy Display" panose="020B0508050000020004" pitchFamily="34" charset="0"/>
                <a:cs typeface="Energy Display" panose="020B0508050000020004" pitchFamily="34" charset="0"/>
              </a:defRPr>
            </a:lvl1pPr>
          </a:lstStyle>
          <a:p>
            <a:r>
              <a:rPr lang="en-US"/>
              <a:t>Presentation title goes here</a:t>
            </a:r>
          </a:p>
        </p:txBody>
      </p:sp>
      <p:sp>
        <p:nvSpPr>
          <p:cNvPr id="8" name="Subtitle 2">
            <a:extLst>
              <a:ext uri="{FF2B5EF4-FFF2-40B4-BE49-F238E27FC236}">
                <a16:creationId xmlns:a16="http://schemas.microsoft.com/office/drawing/2014/main" id="{92CDE46E-73DD-438C-8152-50B9D54100B9}"/>
              </a:ext>
            </a:extLst>
          </p:cNvPr>
          <p:cNvSpPr>
            <a:spLocks noGrp="1"/>
          </p:cNvSpPr>
          <p:nvPr>
            <p:ph type="subTitle" idx="1" hasCustomPrompt="1"/>
          </p:nvPr>
        </p:nvSpPr>
        <p:spPr>
          <a:xfrm>
            <a:off x="180975" y="3287238"/>
            <a:ext cx="11830050" cy="249299"/>
          </a:xfrm>
        </p:spPr>
        <p:txBody>
          <a:bodyPr wrap="square">
            <a:spAutoFit/>
          </a:bodyPr>
          <a:lstStyle>
            <a:lvl1pPr marL="0" indent="0" algn="ctr">
              <a:lnSpc>
                <a:spcPct val="90000"/>
              </a:lnSpc>
              <a:buNone/>
              <a:defRPr sz="18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Tree>
    <p:extLst>
      <p:ext uri="{BB962C8B-B14F-4D97-AF65-F5344CB8AC3E}">
        <p14:creationId xmlns:p14="http://schemas.microsoft.com/office/powerpoint/2010/main" val="16493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3_Cover gradient 1">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52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vert="horz" wrap="square" lIns="0" tIns="0" rIns="0" bIns="0" rtlCol="0" anchor="t" anchorCtr="0">
            <a:noAutofit/>
          </a:bodyPr>
          <a:lstStyle>
            <a:lvl1pPr>
              <a:defRPr lang="en-GB" sz="3200" b="1" cap="none" dirty="0">
                <a:solidFill>
                  <a:schemeClr val="accent1"/>
                </a:solidFill>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4C0A4427-BE6D-9C16-CBCF-A95AF0318D0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3178059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19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vert="horz" wrap="square" lIns="0" tIns="0" rIns="0" bIns="0" rtlCol="0" anchor="t" anchorCtr="0">
            <a:noAutofit/>
          </a:bodyPr>
          <a:lstStyle>
            <a:lvl1pPr>
              <a:defRPr lang="en-GB" sz="3200" b="1" cap="none">
                <a:solidFill>
                  <a:schemeClr val="tx2"/>
                </a:solidFill>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43575A82-A052-7BF2-6291-52C1EF882922}"/>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7979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2_Content - title only">
    <p:bg>
      <p:bgRef idx="1001">
        <a:schemeClr val="bg1"/>
      </p:bgRef>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hasCustomPrompt="1"/>
          </p:nvPr>
        </p:nvSpPr>
        <p:spPr>
          <a:xfrm>
            <a:off x="441203" y="413524"/>
            <a:ext cx="11522198" cy="473976"/>
          </a:xfrm>
        </p:spPr>
        <p:txBody>
          <a:bodyPr wrap="square" anchor="t" anchorCtr="0">
            <a:noAutofit/>
          </a:bodyPr>
          <a:lstStyle>
            <a:lvl1pPr algn="l">
              <a:lnSpc>
                <a:spcPct val="70000"/>
              </a:lnSpc>
              <a:defRPr sz="3200" b="1" cap="none">
                <a:solidFill>
                  <a:schemeClr val="tx2"/>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9548E2F8-AAB8-C920-9AB2-7D8B8C4A7CBA}"/>
              </a:ext>
            </a:extLst>
          </p:cNvPr>
          <p:cNvSpPr>
            <a:spLocks noGrp="1"/>
          </p:cNvSpPr>
          <p:nvPr>
            <p:ph idx="1"/>
          </p:nvPr>
        </p:nvSpPr>
        <p:spPr>
          <a:xfrm>
            <a:off x="457200" y="914400"/>
            <a:ext cx="11522198" cy="204671"/>
          </a:xfrm>
          <a:prstGeom prst="rect">
            <a:avLst/>
          </a:prstGeom>
        </p:spPr>
        <p:txBody>
          <a:bodyPr vert="horz" wrap="square" lIns="0" tIns="0" rIns="0" bIns="0" rtlCol="0">
            <a:spAutoFit/>
          </a:bodyPr>
          <a:lstStyle>
            <a:lvl1pPr>
              <a:defRPr sz="1400" b="0"/>
            </a:lvl1pPr>
          </a:lstStyle>
          <a:p>
            <a:pPr lvl="0"/>
            <a:endParaRPr lang="en-US"/>
          </a:p>
        </p:txBody>
      </p:sp>
      <p:sp>
        <p:nvSpPr>
          <p:cNvPr id="3" name="TextBox 2">
            <a:extLst>
              <a:ext uri="{FF2B5EF4-FFF2-40B4-BE49-F238E27FC236}">
                <a16:creationId xmlns:a16="http://schemas.microsoft.com/office/drawing/2014/main" id="{901E0558-9FC4-8CE8-5EB6-8AF687B2B390}"/>
              </a:ext>
            </a:extLst>
          </p:cNvPr>
          <p:cNvSpPr txBox="1"/>
          <p:nvPr userDrawn="1"/>
        </p:nvSpPr>
        <p:spPr>
          <a:xfrm>
            <a:off x="11306711" y="367747"/>
            <a:ext cx="738985" cy="215444"/>
          </a:xfrm>
          <a:prstGeom prst="rect">
            <a:avLst/>
          </a:prstGeom>
          <a:noFill/>
        </p:spPr>
        <p:txBody>
          <a:bodyPr wrap="none" lIns="0" tIns="0" rIns="0" bIns="0" rtlCol="0">
            <a:spAutoFit/>
          </a:bodyPr>
          <a:lstStyle/>
          <a:p>
            <a:pPr algn="l">
              <a:spcAft>
                <a:spcPts val="200"/>
              </a:spcAft>
            </a:pPr>
            <a:r>
              <a:rPr lang="en-US" sz="1400" b="1">
                <a:solidFill>
                  <a:srgbClr val="C00000"/>
                </a:solidFill>
              </a:rPr>
              <a:t>[DRAFT]</a:t>
            </a:r>
          </a:p>
        </p:txBody>
      </p:sp>
    </p:spTree>
    <p:extLst>
      <p:ext uri="{BB962C8B-B14F-4D97-AF65-F5344CB8AC3E}">
        <p14:creationId xmlns:p14="http://schemas.microsoft.com/office/powerpoint/2010/main" val="39745936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1_Content - title only">
    <p:bg>
      <p:bgPr>
        <a:gradFill>
          <a:gsLst>
            <a:gs pos="50000">
              <a:schemeClr val="accent1"/>
            </a:gs>
            <a:gs pos="0">
              <a:srgbClr val="C41974"/>
            </a:gs>
            <a:gs pos="100000">
              <a:srgbClr val="FF593D"/>
            </a:gs>
          </a:gsLst>
          <a:lin ang="19500000" scaled="0"/>
        </a:gra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E911FC-1FDB-F4BA-3F7F-13E62CE5B37B}"/>
              </a:ext>
            </a:extLst>
          </p:cNvPr>
          <p:cNvSpPr>
            <a:spLocks noGrp="1"/>
          </p:cNvSpPr>
          <p:nvPr>
            <p:ph type="title"/>
          </p:nvPr>
        </p:nvSpPr>
        <p:spPr>
          <a:xfrm>
            <a:off x="434975" y="411480"/>
            <a:ext cx="9648826" cy="430887"/>
          </a:xfrm>
        </p:spPr>
        <p:txBody>
          <a:bodyPr wrap="square">
            <a:spAutoFit/>
          </a:bodyPr>
          <a:lstStyle>
            <a:lvl1pPr algn="l">
              <a:lnSpc>
                <a:spcPct val="70000"/>
              </a:lnSpc>
              <a:defRPr sz="40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6E96013-1AE6-09D8-9322-38C3CFD4E493}"/>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4950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8_Content - title only">
    <p:bg>
      <p:bgPr>
        <a:solidFill>
          <a:schemeClr val="tx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p:nvPr>
        </p:nvSpPr>
        <p:spPr>
          <a:xfrm>
            <a:off x="441203" y="413524"/>
            <a:ext cx="11522198" cy="473976"/>
          </a:xfrm>
        </p:spPr>
        <p:txBody>
          <a:bodyPr wrap="square">
            <a:normAutofit/>
          </a:bodyPr>
          <a:lstStyle>
            <a:lvl1pPr>
              <a:lnSpc>
                <a:spcPct val="70000"/>
              </a:lnSpc>
              <a:defRPr sz="4000">
                <a:solidFill>
                  <a:schemeClr val="accent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7A36F75-EDB2-D367-900F-75052980FF99}"/>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lvl1pPr>
              <a:defRPr>
                <a:solidFill>
                  <a:schemeClr val="bg1"/>
                </a:solidFill>
              </a:defRPr>
            </a:lvl1pPr>
          </a:lstStyle>
          <a:p>
            <a:pPr lvl="0"/>
            <a:endParaRPr lang="en-US"/>
          </a:p>
        </p:txBody>
      </p:sp>
    </p:spTree>
    <p:extLst>
      <p:ext uri="{BB962C8B-B14F-4D97-AF65-F5344CB8AC3E}">
        <p14:creationId xmlns:p14="http://schemas.microsoft.com/office/powerpoint/2010/main" val="411194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7_Content - title only">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41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6_Content - title only">
    <p:bg>
      <p:bgPr>
        <a:solidFill>
          <a:schemeClr val="bg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87D55AFD-0D6B-93F5-D3D6-122C29166295}"/>
              </a:ext>
            </a:extLst>
          </p:cNvPr>
          <p:cNvSpPr>
            <a:spLocks noGrp="1"/>
          </p:cNvSpPr>
          <p:nvPr>
            <p:ph type="title" hasCustomPrompt="1"/>
          </p:nvPr>
        </p:nvSpPr>
        <p:spPr>
          <a:xfrm>
            <a:off x="441203" y="413524"/>
            <a:ext cx="11522198" cy="473976"/>
          </a:xfrm>
        </p:spPr>
        <p:txBody>
          <a:bodyPr vert="horz" wrap="square" lIns="0" tIns="0" rIns="0" bIns="0" rtlCol="0" anchor="t" anchorCtr="0">
            <a:noAutofit/>
          </a:bodyPr>
          <a:lstStyle>
            <a:lvl1pPr>
              <a:defRPr lang="en-GB"/>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0D4BE36-73EE-DB3E-DE82-CE3A651B1DA0}"/>
              </a:ext>
            </a:extLst>
          </p:cNvPr>
          <p:cNvSpPr>
            <a:spLocks noGrp="1"/>
          </p:cNvSpPr>
          <p:nvPr>
            <p:ph idx="1"/>
          </p:nvPr>
        </p:nvSpPr>
        <p:spPr>
          <a:xfrm>
            <a:off x="457200" y="914400"/>
            <a:ext cx="11522198" cy="233910"/>
          </a:xfrm>
          <a:prstGeom prst="rect">
            <a:avLst/>
          </a:prstGeom>
        </p:spPr>
        <p:txBody>
          <a:bodyPr vert="horz" wrap="square" lIns="0" tIns="0" rIns="0" bIns="0" rtlCol="0">
            <a:spAutoFit/>
          </a:bodyPr>
          <a:lstStyle/>
          <a:p>
            <a:pPr lvl="0"/>
            <a:endParaRPr lang="en-US"/>
          </a:p>
        </p:txBody>
      </p:sp>
    </p:spTree>
    <p:extLst>
      <p:ext uri="{BB962C8B-B14F-4D97-AF65-F5344CB8AC3E}">
        <p14:creationId xmlns:p14="http://schemas.microsoft.com/office/powerpoint/2010/main" val="980390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0_Content - title only">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2C3FE89-C4EF-D29B-4A7F-2EEAB3E3D06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4392" b="30633"/>
          <a:stretch/>
        </p:blipFill>
        <p:spPr>
          <a:xfrm>
            <a:off x="9405451" y="0"/>
            <a:ext cx="2786549" cy="2383972"/>
          </a:xfrm>
          <a:prstGeom prst="rect">
            <a:avLst/>
          </a:prstGeom>
        </p:spPr>
      </p:pic>
      <p:sp>
        <p:nvSpPr>
          <p:cNvPr id="5" name="Subtitle 2">
            <a:extLst>
              <a:ext uri="{FF2B5EF4-FFF2-40B4-BE49-F238E27FC236}">
                <a16:creationId xmlns:a16="http://schemas.microsoft.com/office/drawing/2014/main" id="{466F55A5-B9F7-F083-E9B1-93EE3A401281}"/>
              </a:ext>
            </a:extLst>
          </p:cNvPr>
          <p:cNvSpPr>
            <a:spLocks noGrp="1"/>
          </p:cNvSpPr>
          <p:nvPr>
            <p:ph type="subTitle" idx="1" hasCustomPrompt="1"/>
          </p:nvPr>
        </p:nvSpPr>
        <p:spPr>
          <a:xfrm>
            <a:off x="2036032" y="3802551"/>
            <a:ext cx="8119936" cy="304699"/>
          </a:xfrm>
        </p:spPr>
        <p:txBody>
          <a:bodyPr wrap="square" anchor="ctr" anchorCtr="0">
            <a:spAutoFit/>
          </a:bodyPr>
          <a:lstStyle>
            <a:lvl1pPr marL="0" indent="0" algn="ctr">
              <a:lnSpc>
                <a:spcPct val="90000"/>
              </a:lnSpc>
              <a:buNone/>
              <a:defRPr sz="2200" b="1">
                <a:solidFill>
                  <a:schemeClr val="bg1"/>
                </a:solidFill>
              </a:defRPr>
            </a:lvl1pPr>
            <a:lvl2pPr marL="146173" indent="0" algn="ctr">
              <a:buNone/>
              <a:defRPr sz="640"/>
            </a:lvl2pPr>
            <a:lvl3pPr marL="292348" indent="0" algn="ctr">
              <a:buNone/>
              <a:defRPr sz="576"/>
            </a:lvl3pPr>
            <a:lvl4pPr marL="438520" indent="0" algn="ctr">
              <a:buNone/>
              <a:defRPr sz="512"/>
            </a:lvl4pPr>
            <a:lvl5pPr marL="584693" indent="0" algn="ctr">
              <a:buNone/>
              <a:defRPr sz="512"/>
            </a:lvl5pPr>
            <a:lvl6pPr marL="730865" indent="0" algn="ctr">
              <a:buNone/>
              <a:defRPr sz="512"/>
            </a:lvl6pPr>
            <a:lvl7pPr marL="877041" indent="0" algn="ctr">
              <a:buNone/>
              <a:defRPr sz="512"/>
            </a:lvl7pPr>
            <a:lvl8pPr marL="1023212" indent="0" algn="ctr">
              <a:buNone/>
              <a:defRPr sz="512"/>
            </a:lvl8pPr>
            <a:lvl9pPr marL="1169386" indent="0" algn="ctr">
              <a:buNone/>
              <a:defRPr sz="512"/>
            </a:lvl9pPr>
          </a:lstStyle>
          <a:p>
            <a:r>
              <a:rPr lang="en-US"/>
              <a:t>Presentation sub-title</a:t>
            </a:r>
          </a:p>
        </p:txBody>
      </p:sp>
      <p:sp>
        <p:nvSpPr>
          <p:cNvPr id="6" name="Title 4">
            <a:extLst>
              <a:ext uri="{FF2B5EF4-FFF2-40B4-BE49-F238E27FC236}">
                <a16:creationId xmlns:a16="http://schemas.microsoft.com/office/drawing/2014/main" id="{64F65AE1-17FF-B9F2-5B09-02A7516F669A}"/>
              </a:ext>
            </a:extLst>
          </p:cNvPr>
          <p:cNvSpPr>
            <a:spLocks noGrp="1"/>
          </p:cNvSpPr>
          <p:nvPr>
            <p:ph type="title"/>
          </p:nvPr>
        </p:nvSpPr>
        <p:spPr>
          <a:xfrm>
            <a:off x="1271589" y="2583650"/>
            <a:ext cx="9648826" cy="743281"/>
          </a:xfrm>
        </p:spPr>
        <p:txBody>
          <a:bodyPr wrap="square" anchor="ctr" anchorCtr="0">
            <a:spAutoFit/>
          </a:bodyPr>
          <a:lstStyle>
            <a:lvl1pPr algn="ctr">
              <a:lnSpc>
                <a:spcPct val="70000"/>
              </a:lnSpc>
              <a:defRPr sz="69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3341941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5000">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1_Generic case study - sta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6DE84C-DB59-4666-998A-46BA0A90C15C}"/>
              </a:ext>
            </a:extLst>
          </p:cNvPr>
          <p:cNvSpPr/>
          <p:nvPr userDrawn="1"/>
        </p:nvSpPr>
        <p:spPr>
          <a:xfrm>
            <a:off x="6" y="0"/>
            <a:ext cx="464759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8EB74F84-72F9-4E3F-9920-AB38EA7D58B3}"/>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8" name="Title 1">
            <a:extLst>
              <a:ext uri="{FF2B5EF4-FFF2-40B4-BE49-F238E27FC236}">
                <a16:creationId xmlns:a16="http://schemas.microsoft.com/office/drawing/2014/main" id="{08E1C94D-6F48-4712-AEF0-812F58CB53F3}"/>
              </a:ext>
            </a:extLst>
          </p:cNvPr>
          <p:cNvSpPr>
            <a:spLocks noGrp="1"/>
          </p:cNvSpPr>
          <p:nvPr>
            <p:ph type="title" hasCustomPrompt="1"/>
          </p:nvPr>
        </p:nvSpPr>
        <p:spPr>
          <a:xfrm>
            <a:off x="374354" y="880851"/>
            <a:ext cx="3672203"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310088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1_Generic case study - stats &amp; imag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36D08B-2055-4FAB-BCAD-F6772FE15965}"/>
              </a:ext>
            </a:extLst>
          </p:cNvPr>
          <p:cNvSpPr/>
          <p:nvPr userDrawn="1"/>
        </p:nvSpPr>
        <p:spPr>
          <a:xfrm>
            <a:off x="6" y="0"/>
            <a:ext cx="46475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799"/>
          </a:p>
        </p:txBody>
      </p:sp>
      <p:sp>
        <p:nvSpPr>
          <p:cNvPr id="4" name="Slide Number Placeholder 3">
            <a:extLst>
              <a:ext uri="{FF2B5EF4-FFF2-40B4-BE49-F238E27FC236}">
                <a16:creationId xmlns:a16="http://schemas.microsoft.com/office/drawing/2014/main" id="{79884F6C-0F20-4DA1-9F53-648E6096A28C}"/>
              </a:ext>
            </a:extLst>
          </p:cNvPr>
          <p:cNvSpPr>
            <a:spLocks noGrp="1"/>
          </p:cNvSpPr>
          <p:nvPr>
            <p:ph type="sldNum" sz="quarter" idx="11"/>
          </p:nvPr>
        </p:nvSpPr>
        <p:spPr>
          <a:xfrm>
            <a:off x="22997976" y="13010915"/>
            <a:ext cx="646980" cy="246222"/>
          </a:xfrm>
          <a:prstGeom prst="rect">
            <a:avLst/>
          </a:prstGeom>
        </p:spPr>
        <p:txBody>
          <a:bodyPr vert="horz" wrap="square" lIns="0" tIns="0" rIns="0" bIns="0" rtlCol="0" anchor="ctr">
            <a:spAutoFit/>
          </a:bodyPr>
          <a:lstStyle>
            <a:defPPr>
              <a:defRPr lang="en-US"/>
            </a:defPPr>
            <a:lvl1pPr marL="0" algn="r" defTabSz="2961294" rtl="0" eaLnBrk="1" latinLnBrk="0" hangingPunct="1">
              <a:defRPr sz="1600" b="1" kern="1200">
                <a:solidFill>
                  <a:schemeClr val="tx1"/>
                </a:solidFill>
                <a:latin typeface="+mn-lt"/>
                <a:ea typeface="+mn-ea"/>
                <a:cs typeface="+mn-cs"/>
              </a:defRPr>
            </a:lvl1pPr>
            <a:lvl2pPr marL="1480646" algn="l" defTabSz="2961294" rtl="0" eaLnBrk="1" latinLnBrk="0" hangingPunct="1">
              <a:defRPr sz="5832" kern="1200">
                <a:solidFill>
                  <a:schemeClr val="tx1"/>
                </a:solidFill>
                <a:latin typeface="+mn-lt"/>
                <a:ea typeface="+mn-ea"/>
                <a:cs typeface="+mn-cs"/>
              </a:defRPr>
            </a:lvl2pPr>
            <a:lvl3pPr marL="2961294" algn="l" defTabSz="2961294" rtl="0" eaLnBrk="1" latinLnBrk="0" hangingPunct="1">
              <a:defRPr sz="5832" kern="1200">
                <a:solidFill>
                  <a:schemeClr val="tx1"/>
                </a:solidFill>
                <a:latin typeface="+mn-lt"/>
                <a:ea typeface="+mn-ea"/>
                <a:cs typeface="+mn-cs"/>
              </a:defRPr>
            </a:lvl3pPr>
            <a:lvl4pPr marL="4441942" algn="l" defTabSz="2961294" rtl="0" eaLnBrk="1" latinLnBrk="0" hangingPunct="1">
              <a:defRPr sz="5832" kern="1200">
                <a:solidFill>
                  <a:schemeClr val="tx1"/>
                </a:solidFill>
                <a:latin typeface="+mn-lt"/>
                <a:ea typeface="+mn-ea"/>
                <a:cs typeface="+mn-cs"/>
              </a:defRPr>
            </a:lvl4pPr>
            <a:lvl5pPr marL="5922588" algn="l" defTabSz="2961294" rtl="0" eaLnBrk="1" latinLnBrk="0" hangingPunct="1">
              <a:defRPr sz="5832" kern="1200">
                <a:solidFill>
                  <a:schemeClr val="tx1"/>
                </a:solidFill>
                <a:latin typeface="+mn-lt"/>
                <a:ea typeface="+mn-ea"/>
                <a:cs typeface="+mn-cs"/>
              </a:defRPr>
            </a:lvl5pPr>
            <a:lvl6pPr marL="7403236" algn="l" defTabSz="2961294" rtl="0" eaLnBrk="1" latinLnBrk="0" hangingPunct="1">
              <a:defRPr sz="5832" kern="1200">
                <a:solidFill>
                  <a:schemeClr val="tx1"/>
                </a:solidFill>
                <a:latin typeface="+mn-lt"/>
                <a:ea typeface="+mn-ea"/>
                <a:cs typeface="+mn-cs"/>
              </a:defRPr>
            </a:lvl6pPr>
            <a:lvl7pPr marL="8883885" algn="l" defTabSz="2961294" rtl="0" eaLnBrk="1" latinLnBrk="0" hangingPunct="1">
              <a:defRPr sz="5832" kern="1200">
                <a:solidFill>
                  <a:schemeClr val="tx1"/>
                </a:solidFill>
                <a:latin typeface="+mn-lt"/>
                <a:ea typeface="+mn-ea"/>
                <a:cs typeface="+mn-cs"/>
              </a:defRPr>
            </a:lvl7pPr>
            <a:lvl8pPr marL="10364533" algn="l" defTabSz="2961294" rtl="0" eaLnBrk="1" latinLnBrk="0" hangingPunct="1">
              <a:defRPr sz="5832" kern="1200">
                <a:solidFill>
                  <a:schemeClr val="tx1"/>
                </a:solidFill>
                <a:latin typeface="+mn-lt"/>
                <a:ea typeface="+mn-ea"/>
                <a:cs typeface="+mn-cs"/>
              </a:defRPr>
            </a:lvl8pPr>
            <a:lvl9pPr marL="11845181" algn="l" defTabSz="2961294" rtl="0" eaLnBrk="1" latinLnBrk="0" hangingPunct="1">
              <a:defRPr sz="5832" kern="1200">
                <a:solidFill>
                  <a:schemeClr val="tx1"/>
                </a:solidFill>
                <a:latin typeface="+mn-lt"/>
                <a:ea typeface="+mn-ea"/>
                <a:cs typeface="+mn-cs"/>
              </a:defRPr>
            </a:lvl9pPr>
          </a:lstStyle>
          <a:p>
            <a:fld id="{2AD60A62-D79C-4E7D-8F8E-8A07D848AD24}" type="slidenum">
              <a:rPr lang="en-US" smtClean="0"/>
              <a:pPr/>
              <a:t>‹#›</a:t>
            </a:fld>
            <a:endParaRPr lang="en-US"/>
          </a:p>
        </p:txBody>
      </p:sp>
      <p:sp>
        <p:nvSpPr>
          <p:cNvPr id="26" name="Text Placeholder 10">
            <a:extLst>
              <a:ext uri="{FF2B5EF4-FFF2-40B4-BE49-F238E27FC236}">
                <a16:creationId xmlns:a16="http://schemas.microsoft.com/office/drawing/2014/main" id="{6A91C5E6-3D9B-4780-9E20-103094FE8699}"/>
              </a:ext>
            </a:extLst>
          </p:cNvPr>
          <p:cNvSpPr>
            <a:spLocks noGrp="1"/>
          </p:cNvSpPr>
          <p:nvPr>
            <p:ph type="body" sz="quarter" idx="30"/>
          </p:nvPr>
        </p:nvSpPr>
        <p:spPr>
          <a:xfrm>
            <a:off x="1536412" y="371462"/>
            <a:ext cx="0" cy="1728000"/>
          </a:xfrm>
          <a:ln w="6350">
            <a:solidFill>
              <a:schemeClr val="tx2"/>
            </a:solidFill>
          </a:ln>
        </p:spPr>
        <p:txBody>
          <a:bodyPr tIns="0" rIns="0" bIns="0">
            <a:noAutofit/>
          </a:bodyPr>
          <a:lstStyle>
            <a:lvl1pPr>
              <a:defRPr sz="133">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0" name="Title 1">
            <a:extLst>
              <a:ext uri="{FF2B5EF4-FFF2-40B4-BE49-F238E27FC236}">
                <a16:creationId xmlns:a16="http://schemas.microsoft.com/office/drawing/2014/main" id="{C5DBE463-34B0-4BFE-B99A-4040A21ACF2E}"/>
              </a:ext>
            </a:extLst>
          </p:cNvPr>
          <p:cNvSpPr>
            <a:spLocks noGrp="1"/>
          </p:cNvSpPr>
          <p:nvPr>
            <p:ph type="title" hasCustomPrompt="1"/>
          </p:nvPr>
        </p:nvSpPr>
        <p:spPr>
          <a:xfrm>
            <a:off x="374356" y="880851"/>
            <a:ext cx="3664639" cy="1291828"/>
          </a:xfrm>
        </p:spPr>
        <p:txBody>
          <a:bodyPr wrap="square" anchor="t" anchorCtr="0">
            <a:spAutoFit/>
          </a:bodyPr>
          <a:lstStyle>
            <a:lvl1pPr>
              <a:lnSpc>
                <a:spcPct val="70000"/>
              </a:lnSpc>
              <a:defRPr sz="5996" b="0" cap="all" baseline="0">
                <a:solidFill>
                  <a:schemeClr val="bg1"/>
                </a:solidFill>
                <a:latin typeface="Energy Display" panose="020B0508050000020004" pitchFamily="34" charset="0"/>
                <a:cs typeface="Energy Display" panose="020B0508050000020004" pitchFamily="34" charset="0"/>
              </a:defRPr>
            </a:lvl1pPr>
          </a:lstStyle>
          <a:p>
            <a:r>
              <a:rPr lang="en-US"/>
              <a:t>Click to edit slide title</a:t>
            </a:r>
          </a:p>
        </p:txBody>
      </p:sp>
    </p:spTree>
    <p:extLst>
      <p:ext uri="{BB962C8B-B14F-4D97-AF65-F5344CB8AC3E}">
        <p14:creationId xmlns:p14="http://schemas.microsoft.com/office/powerpoint/2010/main" val="4008271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userDrawn="1">
  <p:cSld name="000005">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255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323756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mn-lt"/>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atin typeface="+mn-lt"/>
                <a:ea typeface="+mn-ea"/>
                <a:cs typeface="+mn-cs"/>
              </a:defRPr>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mn-cs"/>
              </a:rPr>
              <a:pPr algn="r" defTabSz="610744" rtl="0" fontAlgn="auto">
                <a:spcBef>
                  <a:spcPts val="0"/>
                </a:spcBef>
                <a:spcAft>
                  <a:spcPts val="0"/>
                </a:spcAft>
                <a:defRPr/>
              </a:pPr>
              <a:t>‹#›</a:t>
            </a:fld>
            <a:endParaRPr lang="en-US" sz="900" b="0">
              <a:solidFill>
                <a:schemeClr val="tx1"/>
              </a:solidFill>
              <a:latin typeface="+mn-lt"/>
              <a:ea typeface="+mn-ea"/>
              <a:cs typeface="+mn-cs"/>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latin typeface="+mn-lt"/>
                <a:ea typeface="+mn-ea"/>
                <a:cs typeface="+mn-cs"/>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latin typeface="+mn-lt"/>
                <a:ea typeface="+mn-ea"/>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5190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dirty="0">
                <a:latin typeface="+mj-lt"/>
                <a:ea typeface="+mj-ea"/>
                <a:cs typeface="+mj-cs"/>
              </a:defRPr>
            </a:lvl1pPr>
          </a:lstStyle>
          <a:p>
            <a:pPr lvl="0"/>
            <a:r>
              <a:rPr lang="en-US"/>
              <a:t>Click to edit Master title style</a:t>
            </a:r>
          </a:p>
        </p:txBody>
      </p:sp>
    </p:spTree>
    <p:extLst>
      <p:ext uri="{BB962C8B-B14F-4D97-AF65-F5344CB8AC3E}">
        <p14:creationId xmlns:p14="http://schemas.microsoft.com/office/powerpoint/2010/main" val="1778570504"/>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FBF6D-7276-8D60-B9D3-B5DDF778A426}"/>
              </a:ext>
            </a:extLst>
          </p:cNvPr>
          <p:cNvSpPr>
            <a:spLocks noGrp="1"/>
          </p:cNvSpPr>
          <p:nvPr>
            <p:ph type="title"/>
          </p:nvPr>
        </p:nvSpPr>
        <p:spPr>
          <a:xfrm>
            <a:off x="342900" y="340013"/>
            <a:ext cx="11506200" cy="387798"/>
          </a:xfrm>
        </p:spPr>
        <p:txBody>
          <a:bodyPr vert="horz" wrap="square" lIns="0" tIns="0" rIns="0" bIns="0" rtlCol="0" anchor="ctr">
            <a:spAutoFit/>
          </a:bodyPr>
          <a:lstStyle>
            <a:lvl1pPr>
              <a:defRPr lang="en-GB" sz="2800" b="1">
                <a:latin typeface="Arial" panose="020B0604020202020204" pitchFamily="34" charset="0"/>
                <a:cs typeface="Arial" panose="020B0604020202020204" pitchFamily="34" charset="0"/>
              </a:defRPr>
            </a:lvl1pPr>
          </a:lstStyle>
          <a:p>
            <a:pPr lvl="0"/>
            <a:r>
              <a:rPr lang="en-US"/>
              <a:t>Click to edit Master title style</a:t>
            </a:r>
            <a:endParaRPr lang="en-GB"/>
          </a:p>
        </p:txBody>
      </p:sp>
      <p:sp>
        <p:nvSpPr>
          <p:cNvPr id="8" name="Footer Placeholder 4">
            <a:extLst>
              <a:ext uri="{FF2B5EF4-FFF2-40B4-BE49-F238E27FC236}">
                <a16:creationId xmlns:a16="http://schemas.microsoft.com/office/drawing/2014/main" id="{F85B6EB8-15CF-FB7B-6CE4-12F258E908CC}"/>
              </a:ext>
            </a:extLst>
          </p:cNvPr>
          <p:cNvSpPr>
            <a:spLocks noGrp="1"/>
          </p:cNvSpPr>
          <p:nvPr>
            <p:ph type="ftr" sz="quarter" idx="3"/>
          </p:nvPr>
        </p:nvSpPr>
        <p:spPr>
          <a:xfrm>
            <a:off x="6052292" y="6427935"/>
            <a:ext cx="5521583" cy="123111"/>
          </a:xfrm>
          <a:prstGeom prst="rect">
            <a:avLst/>
          </a:prstGeom>
        </p:spPr>
        <p:txBody>
          <a:bodyPr vert="horz" wrap="square" lIns="0" tIns="0" rIns="0" bIns="0" rtlCol="0" anchor="b">
            <a:spAutoFit/>
          </a:bodyPr>
          <a:lstStyle>
            <a:lvl1pPr algn="r">
              <a:defRPr sz="800" spc="-40" baseline="0">
                <a:solidFill>
                  <a:schemeClr val="tx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4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Strictly Confidential – Do Not Distribute</a:t>
            </a:r>
          </a:p>
        </p:txBody>
      </p:sp>
      <p:sp>
        <p:nvSpPr>
          <p:cNvPr id="9" name="Slide Number Placeholder 5">
            <a:extLst>
              <a:ext uri="{FF2B5EF4-FFF2-40B4-BE49-F238E27FC236}">
                <a16:creationId xmlns:a16="http://schemas.microsoft.com/office/drawing/2014/main" id="{91F6861E-416E-4EB4-F2BE-00E2A8FB5D7F}"/>
              </a:ext>
            </a:extLst>
          </p:cNvPr>
          <p:cNvSpPr>
            <a:spLocks noGrp="1"/>
          </p:cNvSpPr>
          <p:nvPr>
            <p:ph type="sldNum" sz="quarter" idx="4"/>
          </p:nvPr>
        </p:nvSpPr>
        <p:spPr>
          <a:xfrm>
            <a:off x="11602058" y="6427934"/>
            <a:ext cx="247042" cy="123111"/>
          </a:xfrm>
          <a:prstGeom prst="rect">
            <a:avLst/>
          </a:prstGeom>
        </p:spPr>
        <p:txBody>
          <a:bodyPr vert="horz" wrap="square" lIns="0" tIns="0" rIns="0" bIns="0" rtlCol="0" anchor="b">
            <a:spAutoFit/>
          </a:bodyPr>
          <a:lstStyle>
            <a:lvl1pPr algn="r">
              <a:defRPr sz="800" spc="-40" baseline="0">
                <a:solidFill>
                  <a:schemeClr val="tx1"/>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AE1FFAB-E171-455B-9038-C4EED3267AD2}" type="slidenum">
              <a:rPr kumimoji="0" lang="en-GB" sz="800" b="0" i="0" u="none" strike="noStrike" kern="1200" cap="none" spc="-40" normalizeH="0" baseline="0" noProof="0" smtClean="0">
                <a:ln>
                  <a:noFill/>
                </a:ln>
                <a:solidFill>
                  <a:prstClr val="black"/>
                </a:solidFill>
                <a:effectLst/>
                <a:uLnTx/>
                <a:uFillTx/>
                <a:latin typeface="Energ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40" normalizeH="0" baseline="0" noProof="0">
              <a:ln>
                <a:noFill/>
              </a:ln>
              <a:solidFill>
                <a:prstClr val="black"/>
              </a:solidFill>
              <a:effectLst/>
              <a:uLnTx/>
              <a:uFillTx/>
              <a:latin typeface="Energy"/>
              <a:ea typeface="+mn-ea"/>
              <a:cs typeface="+mn-cs"/>
            </a:endParaRPr>
          </a:p>
        </p:txBody>
      </p:sp>
    </p:spTree>
    <p:extLst>
      <p:ext uri="{BB962C8B-B14F-4D97-AF65-F5344CB8AC3E}">
        <p14:creationId xmlns:p14="http://schemas.microsoft.com/office/powerpoint/2010/main" val="1130796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slideLayout" Target="../slideLayouts/slideLayout53.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50" Type="http://schemas.openxmlformats.org/officeDocument/2006/relationships/theme" Target="../theme/theme2.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image" Target="../media/image1.emf"/><Relationship Id="rId5" Type="http://schemas.openxmlformats.org/officeDocument/2006/relationships/slideLayout" Target="../slideLayouts/slideLayout1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oleObject" Target="../embeddings/oleObject1.bin"/><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8" Type="http://schemas.openxmlformats.org/officeDocument/2006/relationships/slideLayout" Target="../slideLayouts/slideLayout22.xml"/><Relationship Id="rId51" Type="http://schemas.openxmlformats.org/officeDocument/2006/relationships/tags" Target="../tags/tag1.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image" Target="../media/image9.emf"/><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oleObject" Target="../embeddings/oleObject51.bin"/><Relationship Id="rId2" Type="http://schemas.openxmlformats.org/officeDocument/2006/relationships/slideLayout" Target="../slideLayouts/slideLayout65.xml"/><Relationship Id="rId16" Type="http://schemas.openxmlformats.org/officeDocument/2006/relationships/tags" Target="../tags/tag51.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theme" Target="../theme/theme3.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9" Type="http://schemas.openxmlformats.org/officeDocument/2006/relationships/image" Target="../media/image9.emf"/><Relationship Id="rId21" Type="http://schemas.openxmlformats.org/officeDocument/2006/relationships/slideLayout" Target="../slideLayouts/slideLayout98.xml"/><Relationship Id="rId34" Type="http://schemas.openxmlformats.org/officeDocument/2006/relationships/slideLayout" Target="../slideLayouts/slideLayout111.xml"/><Relationship Id="rId7" Type="http://schemas.openxmlformats.org/officeDocument/2006/relationships/slideLayout" Target="../slideLayouts/slideLayout8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29" Type="http://schemas.openxmlformats.org/officeDocument/2006/relationships/slideLayout" Target="../slideLayouts/slideLayout106.xml"/><Relationship Id="rId41" Type="http://schemas.openxmlformats.org/officeDocument/2006/relationships/slide" Target="../slides/slide80.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32" Type="http://schemas.openxmlformats.org/officeDocument/2006/relationships/slideLayout" Target="../slideLayouts/slideLayout109.xml"/><Relationship Id="rId37" Type="http://schemas.openxmlformats.org/officeDocument/2006/relationships/tags" Target="../tags/tag52.xml"/><Relationship Id="rId40" Type="http://schemas.openxmlformats.org/officeDocument/2006/relationships/image" Target="../media/image24.jpeg"/><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36" Type="http://schemas.openxmlformats.org/officeDocument/2006/relationships/theme" Target="../theme/theme4.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31" Type="http://schemas.openxmlformats.org/officeDocument/2006/relationships/slideLayout" Target="../slideLayouts/slideLayout108.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slideLayout" Target="../slideLayouts/slideLayout107.xml"/><Relationship Id="rId35" Type="http://schemas.openxmlformats.org/officeDocument/2006/relationships/slideLayout" Target="../slideLayouts/slideLayout112.xml"/><Relationship Id="rId8" Type="http://schemas.openxmlformats.org/officeDocument/2006/relationships/slideLayout" Target="../slideLayouts/slideLayout85.xml"/><Relationship Id="rId3" Type="http://schemas.openxmlformats.org/officeDocument/2006/relationships/slideLayout" Target="../slideLayouts/slideLayout80.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33" Type="http://schemas.openxmlformats.org/officeDocument/2006/relationships/slideLayout" Target="../slideLayouts/slideLayout110.xml"/><Relationship Id="rId38" Type="http://schemas.openxmlformats.org/officeDocument/2006/relationships/oleObject" Target="../embeddings/oleObject52.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image" Target="../media/image25.emf"/><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oleObject" Target="../embeddings/oleObject53.bin"/><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tags" Target="../tags/tag53.xml"/><Relationship Id="rId5" Type="http://schemas.openxmlformats.org/officeDocument/2006/relationships/slideLayout" Target="../slideLayouts/slideLayout117.xml"/><Relationship Id="rId10" Type="http://schemas.openxmlformats.org/officeDocument/2006/relationships/theme" Target="../theme/theme5.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image" Target="../media/image2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18" Type="http://schemas.openxmlformats.org/officeDocument/2006/relationships/slideLayout" Target="../slideLayouts/slideLayout139.xml"/><Relationship Id="rId26" Type="http://schemas.openxmlformats.org/officeDocument/2006/relationships/theme" Target="../theme/theme6.xml"/><Relationship Id="rId3" Type="http://schemas.openxmlformats.org/officeDocument/2006/relationships/slideLayout" Target="../slideLayouts/slideLayout124.xml"/><Relationship Id="rId21" Type="http://schemas.openxmlformats.org/officeDocument/2006/relationships/slideLayout" Target="../slideLayouts/slideLayout142.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5" Type="http://schemas.openxmlformats.org/officeDocument/2006/relationships/slideLayout" Target="../slideLayouts/slideLayout146.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20" Type="http://schemas.openxmlformats.org/officeDocument/2006/relationships/slideLayout" Target="../slideLayouts/slideLayout141.xml"/><Relationship Id="rId29" Type="http://schemas.openxmlformats.org/officeDocument/2006/relationships/image" Target="../media/image27.emf"/><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24" Type="http://schemas.openxmlformats.org/officeDocument/2006/relationships/slideLayout" Target="../slideLayouts/slideLayout145.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23" Type="http://schemas.openxmlformats.org/officeDocument/2006/relationships/slideLayout" Target="../slideLayouts/slideLayout144.xml"/><Relationship Id="rId28" Type="http://schemas.openxmlformats.org/officeDocument/2006/relationships/oleObject" Target="../embeddings/oleObject54.bin"/><Relationship Id="rId10" Type="http://schemas.openxmlformats.org/officeDocument/2006/relationships/slideLayout" Target="../slideLayouts/slideLayout131.xml"/><Relationship Id="rId19" Type="http://schemas.openxmlformats.org/officeDocument/2006/relationships/slideLayout" Target="../slideLayouts/slideLayout140.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 Id="rId22" Type="http://schemas.openxmlformats.org/officeDocument/2006/relationships/slideLayout" Target="../slideLayouts/slideLayout143.xml"/><Relationship Id="rId27" Type="http://schemas.openxmlformats.org/officeDocument/2006/relationships/tags" Target="../tags/tag54.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26" Type="http://schemas.openxmlformats.org/officeDocument/2006/relationships/slideLayout" Target="../slideLayouts/slideLayout172.xml"/><Relationship Id="rId39" Type="http://schemas.openxmlformats.org/officeDocument/2006/relationships/slideLayout" Target="../slideLayouts/slideLayout185.xml"/><Relationship Id="rId21" Type="http://schemas.openxmlformats.org/officeDocument/2006/relationships/slideLayout" Target="../slideLayouts/slideLayout167.xml"/><Relationship Id="rId34" Type="http://schemas.openxmlformats.org/officeDocument/2006/relationships/slideLayout" Target="../slideLayouts/slideLayout180.xml"/><Relationship Id="rId42" Type="http://schemas.openxmlformats.org/officeDocument/2006/relationships/slideLayout" Target="../slideLayouts/slideLayout188.xml"/><Relationship Id="rId47" Type="http://schemas.openxmlformats.org/officeDocument/2006/relationships/slideLayout" Target="../slideLayouts/slideLayout193.xml"/><Relationship Id="rId50" Type="http://schemas.openxmlformats.org/officeDocument/2006/relationships/slideLayout" Target="../slideLayouts/slideLayout196.xml"/><Relationship Id="rId55" Type="http://schemas.openxmlformats.org/officeDocument/2006/relationships/slideLayout" Target="../slideLayouts/slideLayout201.xml"/><Relationship Id="rId7" Type="http://schemas.openxmlformats.org/officeDocument/2006/relationships/slideLayout" Target="../slideLayouts/slideLayout153.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9" Type="http://schemas.openxmlformats.org/officeDocument/2006/relationships/slideLayout" Target="../slideLayouts/slideLayout175.xml"/><Relationship Id="rId11" Type="http://schemas.openxmlformats.org/officeDocument/2006/relationships/slideLayout" Target="../slideLayouts/slideLayout157.xml"/><Relationship Id="rId24" Type="http://schemas.openxmlformats.org/officeDocument/2006/relationships/slideLayout" Target="../slideLayouts/slideLayout170.xml"/><Relationship Id="rId32" Type="http://schemas.openxmlformats.org/officeDocument/2006/relationships/slideLayout" Target="../slideLayouts/slideLayout178.xml"/><Relationship Id="rId37" Type="http://schemas.openxmlformats.org/officeDocument/2006/relationships/slideLayout" Target="../slideLayouts/slideLayout183.xml"/><Relationship Id="rId40" Type="http://schemas.openxmlformats.org/officeDocument/2006/relationships/slideLayout" Target="../slideLayouts/slideLayout186.xml"/><Relationship Id="rId45" Type="http://schemas.openxmlformats.org/officeDocument/2006/relationships/slideLayout" Target="../slideLayouts/slideLayout191.xml"/><Relationship Id="rId53" Type="http://schemas.openxmlformats.org/officeDocument/2006/relationships/slideLayout" Target="../slideLayouts/slideLayout199.xml"/><Relationship Id="rId58" Type="http://schemas.openxmlformats.org/officeDocument/2006/relationships/slideLayout" Target="../slideLayouts/slideLayout204.xml"/><Relationship Id="rId5" Type="http://schemas.openxmlformats.org/officeDocument/2006/relationships/slideLayout" Target="../slideLayouts/slideLayout151.xml"/><Relationship Id="rId61" Type="http://schemas.openxmlformats.org/officeDocument/2006/relationships/oleObject" Target="../embeddings/oleObject55.bin"/><Relationship Id="rId19" Type="http://schemas.openxmlformats.org/officeDocument/2006/relationships/slideLayout" Target="../slideLayouts/slideLayout165.xml"/><Relationship Id="rId14" Type="http://schemas.openxmlformats.org/officeDocument/2006/relationships/slideLayout" Target="../slideLayouts/slideLayout160.xml"/><Relationship Id="rId22" Type="http://schemas.openxmlformats.org/officeDocument/2006/relationships/slideLayout" Target="../slideLayouts/slideLayout168.xml"/><Relationship Id="rId27" Type="http://schemas.openxmlformats.org/officeDocument/2006/relationships/slideLayout" Target="../slideLayouts/slideLayout173.xml"/><Relationship Id="rId30" Type="http://schemas.openxmlformats.org/officeDocument/2006/relationships/slideLayout" Target="../slideLayouts/slideLayout176.xml"/><Relationship Id="rId35" Type="http://schemas.openxmlformats.org/officeDocument/2006/relationships/slideLayout" Target="../slideLayouts/slideLayout181.xml"/><Relationship Id="rId43" Type="http://schemas.openxmlformats.org/officeDocument/2006/relationships/slideLayout" Target="../slideLayouts/slideLayout189.xml"/><Relationship Id="rId48" Type="http://schemas.openxmlformats.org/officeDocument/2006/relationships/slideLayout" Target="../slideLayouts/slideLayout194.xml"/><Relationship Id="rId56" Type="http://schemas.openxmlformats.org/officeDocument/2006/relationships/slideLayout" Target="../slideLayouts/slideLayout202.xml"/><Relationship Id="rId8" Type="http://schemas.openxmlformats.org/officeDocument/2006/relationships/slideLayout" Target="../slideLayouts/slideLayout154.xml"/><Relationship Id="rId51" Type="http://schemas.openxmlformats.org/officeDocument/2006/relationships/slideLayout" Target="../slideLayouts/slideLayout197.xml"/><Relationship Id="rId3" Type="http://schemas.openxmlformats.org/officeDocument/2006/relationships/slideLayout" Target="../slideLayouts/slideLayout149.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slideLayout" Target="../slideLayouts/slideLayout171.xml"/><Relationship Id="rId33" Type="http://schemas.openxmlformats.org/officeDocument/2006/relationships/slideLayout" Target="../slideLayouts/slideLayout179.xml"/><Relationship Id="rId38" Type="http://schemas.openxmlformats.org/officeDocument/2006/relationships/slideLayout" Target="../slideLayouts/slideLayout184.xml"/><Relationship Id="rId46" Type="http://schemas.openxmlformats.org/officeDocument/2006/relationships/slideLayout" Target="../slideLayouts/slideLayout192.xml"/><Relationship Id="rId59" Type="http://schemas.openxmlformats.org/officeDocument/2006/relationships/theme" Target="../theme/theme7.xml"/><Relationship Id="rId20" Type="http://schemas.openxmlformats.org/officeDocument/2006/relationships/slideLayout" Target="../slideLayouts/slideLayout166.xml"/><Relationship Id="rId41" Type="http://schemas.openxmlformats.org/officeDocument/2006/relationships/slideLayout" Target="../slideLayouts/slideLayout187.xml"/><Relationship Id="rId54" Type="http://schemas.openxmlformats.org/officeDocument/2006/relationships/slideLayout" Target="../slideLayouts/slideLayout200.xml"/><Relationship Id="rId62" Type="http://schemas.openxmlformats.org/officeDocument/2006/relationships/image" Target="../media/image27.emf"/><Relationship Id="rId1" Type="http://schemas.openxmlformats.org/officeDocument/2006/relationships/slideLayout" Target="../slideLayouts/slideLayout147.xml"/><Relationship Id="rId6" Type="http://schemas.openxmlformats.org/officeDocument/2006/relationships/slideLayout" Target="../slideLayouts/slideLayout152.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28" Type="http://schemas.openxmlformats.org/officeDocument/2006/relationships/slideLayout" Target="../slideLayouts/slideLayout174.xml"/><Relationship Id="rId36" Type="http://schemas.openxmlformats.org/officeDocument/2006/relationships/slideLayout" Target="../slideLayouts/slideLayout182.xml"/><Relationship Id="rId49" Type="http://schemas.openxmlformats.org/officeDocument/2006/relationships/slideLayout" Target="../slideLayouts/slideLayout195.xml"/><Relationship Id="rId57" Type="http://schemas.openxmlformats.org/officeDocument/2006/relationships/slideLayout" Target="../slideLayouts/slideLayout203.xml"/><Relationship Id="rId10" Type="http://schemas.openxmlformats.org/officeDocument/2006/relationships/slideLayout" Target="../slideLayouts/slideLayout156.xml"/><Relationship Id="rId31" Type="http://schemas.openxmlformats.org/officeDocument/2006/relationships/slideLayout" Target="../slideLayouts/slideLayout177.xml"/><Relationship Id="rId44" Type="http://schemas.openxmlformats.org/officeDocument/2006/relationships/slideLayout" Target="../slideLayouts/slideLayout190.xml"/><Relationship Id="rId52" Type="http://schemas.openxmlformats.org/officeDocument/2006/relationships/slideLayout" Target="../slideLayouts/slideLayout198.xml"/><Relationship Id="rId60" Type="http://schemas.openxmlformats.org/officeDocument/2006/relationships/tags" Target="../tags/tag55.xml"/><Relationship Id="rId4" Type="http://schemas.openxmlformats.org/officeDocument/2006/relationships/slideLayout" Target="../slideLayouts/slideLayout150.xml"/><Relationship Id="rId9" Type="http://schemas.openxmlformats.org/officeDocument/2006/relationships/slideLayout" Target="../slideLayouts/slideLayout155.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slideLayout" Target="../slideLayouts/slideLayout230.xml"/><Relationship Id="rId39" Type="http://schemas.openxmlformats.org/officeDocument/2006/relationships/slideLayout" Target="../slideLayouts/slideLayout243.xml"/><Relationship Id="rId21" Type="http://schemas.openxmlformats.org/officeDocument/2006/relationships/slideLayout" Target="../slideLayouts/slideLayout225.xml"/><Relationship Id="rId34" Type="http://schemas.openxmlformats.org/officeDocument/2006/relationships/slideLayout" Target="../slideLayouts/slideLayout238.xml"/><Relationship Id="rId42" Type="http://schemas.openxmlformats.org/officeDocument/2006/relationships/slideLayout" Target="../slideLayouts/slideLayout246.xml"/><Relationship Id="rId47" Type="http://schemas.openxmlformats.org/officeDocument/2006/relationships/slideLayout" Target="../slideLayouts/slideLayout251.xml"/><Relationship Id="rId50" Type="http://schemas.openxmlformats.org/officeDocument/2006/relationships/slideLayout" Target="../slideLayouts/slideLayout254.xml"/><Relationship Id="rId55" Type="http://schemas.openxmlformats.org/officeDocument/2006/relationships/image" Target="../media/image27.emf"/><Relationship Id="rId7" Type="http://schemas.openxmlformats.org/officeDocument/2006/relationships/slideLayout" Target="../slideLayouts/slideLayout211.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9" Type="http://schemas.openxmlformats.org/officeDocument/2006/relationships/slideLayout" Target="../slideLayouts/slideLayout233.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32" Type="http://schemas.openxmlformats.org/officeDocument/2006/relationships/slideLayout" Target="../slideLayouts/slideLayout236.xml"/><Relationship Id="rId37" Type="http://schemas.openxmlformats.org/officeDocument/2006/relationships/slideLayout" Target="../slideLayouts/slideLayout241.xml"/><Relationship Id="rId40" Type="http://schemas.openxmlformats.org/officeDocument/2006/relationships/slideLayout" Target="../slideLayouts/slideLayout244.xml"/><Relationship Id="rId45" Type="http://schemas.openxmlformats.org/officeDocument/2006/relationships/slideLayout" Target="../slideLayouts/slideLayout249.xml"/><Relationship Id="rId53" Type="http://schemas.openxmlformats.org/officeDocument/2006/relationships/tags" Target="../tags/tag64.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31" Type="http://schemas.openxmlformats.org/officeDocument/2006/relationships/slideLayout" Target="../slideLayouts/slideLayout235.xml"/><Relationship Id="rId44" Type="http://schemas.openxmlformats.org/officeDocument/2006/relationships/slideLayout" Target="../slideLayouts/slideLayout248.xml"/><Relationship Id="rId52" Type="http://schemas.openxmlformats.org/officeDocument/2006/relationships/theme" Target="../theme/theme8.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slideLayout" Target="../slideLayouts/slideLayout231.xml"/><Relationship Id="rId30" Type="http://schemas.openxmlformats.org/officeDocument/2006/relationships/slideLayout" Target="../slideLayouts/slideLayout234.xml"/><Relationship Id="rId35" Type="http://schemas.openxmlformats.org/officeDocument/2006/relationships/slideLayout" Target="../slideLayouts/slideLayout239.xml"/><Relationship Id="rId43" Type="http://schemas.openxmlformats.org/officeDocument/2006/relationships/slideLayout" Target="../slideLayouts/slideLayout247.xml"/><Relationship Id="rId48" Type="http://schemas.openxmlformats.org/officeDocument/2006/relationships/slideLayout" Target="../slideLayouts/slideLayout252.xml"/><Relationship Id="rId8" Type="http://schemas.openxmlformats.org/officeDocument/2006/relationships/slideLayout" Target="../slideLayouts/slideLayout212.xml"/><Relationship Id="rId51" Type="http://schemas.openxmlformats.org/officeDocument/2006/relationships/slideLayout" Target="../slideLayouts/slideLayout255.xml"/><Relationship Id="rId3" Type="http://schemas.openxmlformats.org/officeDocument/2006/relationships/slideLayout" Target="../slideLayouts/slideLayout207.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33" Type="http://schemas.openxmlformats.org/officeDocument/2006/relationships/slideLayout" Target="../slideLayouts/slideLayout237.xml"/><Relationship Id="rId38" Type="http://schemas.openxmlformats.org/officeDocument/2006/relationships/slideLayout" Target="../slideLayouts/slideLayout242.xml"/><Relationship Id="rId46" Type="http://schemas.openxmlformats.org/officeDocument/2006/relationships/slideLayout" Target="../slideLayouts/slideLayout250.xml"/><Relationship Id="rId20" Type="http://schemas.openxmlformats.org/officeDocument/2006/relationships/slideLayout" Target="../slideLayouts/slideLayout224.xml"/><Relationship Id="rId41" Type="http://schemas.openxmlformats.org/officeDocument/2006/relationships/slideLayout" Target="../slideLayouts/slideLayout245.xml"/><Relationship Id="rId54" Type="http://schemas.openxmlformats.org/officeDocument/2006/relationships/oleObject" Target="../embeddings/oleObject54.bin"/><Relationship Id="rId1" Type="http://schemas.openxmlformats.org/officeDocument/2006/relationships/slideLayout" Target="../slideLayouts/slideLayout205.xml"/><Relationship Id="rId6" Type="http://schemas.openxmlformats.org/officeDocument/2006/relationships/slideLayout" Target="../slideLayouts/slideLayout210.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slideLayout" Target="../slideLayouts/slideLayout232.xml"/><Relationship Id="rId36" Type="http://schemas.openxmlformats.org/officeDocument/2006/relationships/slideLayout" Target="../slideLayouts/slideLayout240.xml"/><Relationship Id="rId49" Type="http://schemas.openxmlformats.org/officeDocument/2006/relationships/slideLayout" Target="../slideLayouts/slideLayout2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5523" y="382588"/>
            <a:ext cx="11224347" cy="638175"/>
          </a:xfrm>
          <a:prstGeom prst="rect">
            <a:avLst/>
          </a:prstGeom>
        </p:spPr>
        <p:txBody>
          <a:bodyPr vert="horz" lIns="0" tIns="0" rIns="0" bIns="0" rtlCol="0" anchor="t" anchorCtr="0">
            <a:noAutofit/>
          </a:bodyPr>
          <a:lstStyle/>
          <a:p>
            <a:r>
              <a:rPr lang="en-GB"/>
              <a:t>Click to edit Master title style</a:t>
            </a:r>
          </a:p>
        </p:txBody>
      </p:sp>
      <p:sp>
        <p:nvSpPr>
          <p:cNvPr id="3" name="Text Placeholder"/>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16pt</a:t>
            </a:r>
          </a:p>
          <a:p>
            <a:pPr lvl="1"/>
            <a:r>
              <a:rPr lang="en-US"/>
              <a:t>Second level text style </a:t>
            </a:r>
            <a:r>
              <a:rPr lang="en-US" err="1"/>
              <a:t>EYInterstate</a:t>
            </a:r>
            <a:r>
              <a:rPr lang="en-US"/>
              <a:t> Light 16pt</a:t>
            </a:r>
          </a:p>
          <a:p>
            <a:pPr lvl="2"/>
            <a:r>
              <a:rPr lang="en-US"/>
              <a:t>Third level text style </a:t>
            </a:r>
            <a:r>
              <a:rPr lang="en-US" err="1"/>
              <a:t>EYInterstate</a:t>
            </a:r>
            <a:r>
              <a:rPr lang="en-US"/>
              <a:t> Light 14pt</a:t>
            </a:r>
          </a:p>
          <a:p>
            <a:pPr lvl="3"/>
            <a:r>
              <a:rPr lang="en-US"/>
              <a:t>Fourth level text style </a:t>
            </a:r>
            <a:r>
              <a:rPr lang="en-US" err="1"/>
              <a:t>EYInterstate</a:t>
            </a:r>
            <a:r>
              <a:rPr lang="en-US"/>
              <a:t> Light 14pt</a:t>
            </a:r>
          </a:p>
          <a:p>
            <a:pPr lvl="4"/>
            <a:r>
              <a:rPr lang="en-US"/>
              <a:t>Fifth level text style </a:t>
            </a:r>
            <a:r>
              <a:rPr lang="en-US" err="1"/>
              <a:t>EYInterstate</a:t>
            </a:r>
            <a:r>
              <a:rPr lang="en-US"/>
              <a:t> Light 12pt</a:t>
            </a:r>
          </a:p>
          <a:p>
            <a:pPr lvl="5"/>
            <a:r>
              <a:rPr lang="en-US"/>
              <a:t>Sixth level text style </a:t>
            </a:r>
            <a:r>
              <a:rPr lang="en-US" err="1"/>
              <a:t>EYInterstate</a:t>
            </a:r>
            <a:r>
              <a:rPr lang="en-US"/>
              <a:t> Light 12pt</a:t>
            </a:r>
          </a:p>
          <a:p>
            <a:pPr lvl="6"/>
            <a:r>
              <a:rPr lang="en-US"/>
              <a:t>Seventh level text style </a:t>
            </a:r>
            <a:r>
              <a:rPr lang="en-US" err="1"/>
              <a:t>EYInterstate</a:t>
            </a:r>
            <a:r>
              <a:rPr lang="en-US"/>
              <a:t> Light 11pt</a:t>
            </a:r>
          </a:p>
          <a:p>
            <a:pPr lvl="7"/>
            <a:r>
              <a:rPr lang="en-US"/>
              <a:t>Eighth level text style </a:t>
            </a:r>
            <a:r>
              <a:rPr lang="en-US" err="1"/>
              <a:t>EYInterstate</a:t>
            </a:r>
            <a:r>
              <a:rPr lang="en-US"/>
              <a:t> Light 10pt</a:t>
            </a:r>
          </a:p>
          <a:p>
            <a:pPr lvl="8"/>
            <a:r>
              <a:rPr lang="en-US"/>
              <a:t>Nineth level text style </a:t>
            </a:r>
            <a:r>
              <a:rPr lang="en-US" err="1"/>
              <a:t>EYInterstate</a:t>
            </a:r>
            <a:r>
              <a:rPr lang="en-US"/>
              <a:t> Light 20pt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73C7F043-AE6C-4EFE-8AA5-CFD58B1A0D2D}" type="datetime1">
              <a:rPr lang="en-US" smtClean="0"/>
              <a:t>11/28/2025</a:t>
            </a:fld>
            <a:endParaRPr lang="en-US"/>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grpSp>
        <p:nvGrpSpPr>
          <p:cNvPr id="6" name="Logo">
            <a:extLst>
              <a:ext uri="{FF2B5EF4-FFF2-40B4-BE49-F238E27FC236}">
                <a16:creationId xmlns:a16="http://schemas.microsoft.com/office/drawing/2014/main" id="{84D8E7BF-2CB9-F661-3559-99D90AE0A4E5}"/>
              </a:ext>
            </a:extLst>
          </p:cNvPr>
          <p:cNvGrpSpPr>
            <a:grpSpLocks noGrp="1" noUngrp="1" noRot="1" noChangeAspect="1" noMove="1" noResize="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noGrp="1" noRot="1" noMove="1" noResize="1" noEditPoints="1" noAdjustHandles="1" noChangeArrowheads="1" noChangeShapeType="1"/>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noGrp="1" noRot="1" noMove="1" noResize="1" noEditPoints="1" noAdjustHandles="1" noChangeArrowheads="1" noChangeShapeType="1"/>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noGrp="1" noRot="1" noMove="1" noResize="1" noEditPoints="1" noAdjustHandles="1" noChangeArrowheads="1" noChangeShapeType="1"/>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grpSp>
    </p:spTree>
    <p:extLst>
      <p:ext uri="{BB962C8B-B14F-4D97-AF65-F5344CB8AC3E}">
        <p14:creationId xmlns:p14="http://schemas.microsoft.com/office/powerpoint/2010/main" val="354710282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hf hdr="0" ftr="0"/>
  <p:txStyles>
    <p:titleStyle>
      <a:lvl1pPr algn="l" defTabSz="914400" rtl="0" eaLnBrk="1" latinLnBrk="0" hangingPunct="1">
        <a:lnSpc>
          <a:spcPct val="85000"/>
        </a:lnSpc>
        <a:spcBef>
          <a:spcPct val="0"/>
        </a:spcBef>
        <a:buNone/>
        <a:defRPr sz="24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p15:clr>
            <a:srgbClr val="F26B43"/>
          </p15:clr>
        </p15:guide>
        <p15:guide id="4" pos="302">
          <p15:clr>
            <a:srgbClr val="F26B43"/>
          </p15:clr>
        </p15:guide>
        <p15:guide id="50" orient="horz" pos="232">
          <p15:clr>
            <a:srgbClr val="F26B43"/>
          </p15:clr>
        </p15:guide>
        <p15:guide id="51" orient="horz" pos="640">
          <p15:clr>
            <a:srgbClr val="F26B43"/>
          </p15:clr>
        </p15:guide>
        <p15:guide id="80" orient="horz" pos="3816">
          <p15:clr>
            <a:srgbClr val="F26B43"/>
          </p15:clr>
        </p15:guide>
        <p15:guide id="81" orient="horz" pos="8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E3B42AB-F5D9-43CF-8222-310363A21EEF}"/>
              </a:ext>
            </a:extLst>
          </p:cNvPr>
          <p:cNvGraphicFramePr>
            <a:graphicFrameLocks noChangeAspect="1"/>
          </p:cNvGraphicFramePr>
          <p:nvPr userDrawn="1">
            <p:custDataLst>
              <p:tags r:id="rId51"/>
            </p:custDataLst>
            <p:extLst>
              <p:ext uri="{D42A27DB-BD31-4B8C-83A1-F6EECF244321}">
                <p14:modId xmlns:p14="http://schemas.microsoft.com/office/powerpoint/2010/main" val="2860572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592" imgH="591" progId="TCLayout.ActiveDocument.1">
                  <p:embed/>
                </p:oleObj>
              </mc:Choice>
              <mc:Fallback>
                <p:oleObj name="think-cell Slide" r:id="rId52" imgW="592" imgH="591" progId="TCLayout.ActiveDocument.1">
                  <p:embed/>
                  <p:pic>
                    <p:nvPicPr>
                      <p:cNvPr id="5" name="Object 4" hidden="1">
                        <a:extLst>
                          <a:ext uri="{FF2B5EF4-FFF2-40B4-BE49-F238E27FC236}">
                            <a16:creationId xmlns:a16="http://schemas.microsoft.com/office/drawing/2014/main" id="{8E3B42AB-F5D9-43CF-8222-310363A21EEF}"/>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9" name="Group 4">
            <a:extLst>
              <a:ext uri="{FF2B5EF4-FFF2-40B4-BE49-F238E27FC236}">
                <a16:creationId xmlns:a16="http://schemas.microsoft.com/office/drawing/2014/main" id="{ABA621AC-91DA-4716-A450-56540FA39C36}"/>
              </a:ext>
            </a:extLst>
          </p:cNvPr>
          <p:cNvGrpSpPr>
            <a:grpSpLocks noChangeAspect="1"/>
          </p:cNvGrpSpPr>
          <p:nvPr userDrawn="1"/>
        </p:nvGrpSpPr>
        <p:grpSpPr bwMode="auto">
          <a:xfrm>
            <a:off x="11281250" y="6356350"/>
            <a:ext cx="303055" cy="311150"/>
            <a:chOff x="7110" y="4004"/>
            <a:chExt cx="191" cy="196"/>
          </a:xfrm>
        </p:grpSpPr>
        <p:sp>
          <p:nvSpPr>
            <p:cNvPr id="11" name="Freeform 5">
              <a:extLst>
                <a:ext uri="{FF2B5EF4-FFF2-40B4-BE49-F238E27FC236}">
                  <a16:creationId xmlns:a16="http://schemas.microsoft.com/office/drawing/2014/main" id="{76E3EDA9-8EAC-419E-8C11-4E1E158AF762}"/>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 name="Freeform 6">
              <a:extLst>
                <a:ext uri="{FF2B5EF4-FFF2-40B4-BE49-F238E27FC236}">
                  <a16:creationId xmlns:a16="http://schemas.microsoft.com/office/drawing/2014/main" id="{ABC9458B-8C2C-486A-8ADE-F22CCDC7E2F8}"/>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7">
              <a:extLst>
                <a:ext uri="{FF2B5EF4-FFF2-40B4-BE49-F238E27FC236}">
                  <a16:creationId xmlns:a16="http://schemas.microsoft.com/office/drawing/2014/main" id="{0A4C4046-69B4-41DA-AA2E-E892AEC9AA90}"/>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15" name="Slide Number Placeholder 5">
            <a:extLst>
              <a:ext uri="{FF2B5EF4-FFF2-40B4-BE49-F238E27FC236}">
                <a16:creationId xmlns:a16="http://schemas.microsoft.com/office/drawing/2014/main" id="{5D83075E-08C9-4F19-A050-259B1A7843D1}"/>
              </a:ext>
            </a:extLst>
          </p:cNvPr>
          <p:cNvSpPr txBox="1">
            <a:spLocks/>
          </p:cNvSpPr>
          <p:nvPr userDrawn="1"/>
        </p:nvSpPr>
        <p:spPr>
          <a:xfrm>
            <a:off x="609601" y="6471244"/>
            <a:ext cx="662721" cy="180000"/>
          </a:xfrm>
          <a:prstGeom prst="rect">
            <a:avLst/>
          </a:prstGeom>
        </p:spPr>
        <p:txBody>
          <a:bodyPr vert="horz" lIns="0" tIns="0" rIns="0" bIns="0" rtlCol="0" anchor="ctr"/>
          <a:lstStyle>
            <a:defPPr>
              <a:defRPr lang="en-US"/>
            </a:defPPr>
            <a:lvl1pPr marL="0" algn="l" defTabSz="913943" rtl="0" eaLnBrk="1" latinLnBrk="0" hangingPunct="1">
              <a:defRPr lang="en-IN"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13191966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 id="2147483723" r:id="rId41"/>
    <p:sldLayoutId id="2147483724" r:id="rId42"/>
    <p:sldLayoutId id="2147483725" r:id="rId43"/>
    <p:sldLayoutId id="2147483726" r:id="rId44"/>
    <p:sldLayoutId id="2147483727" r:id="rId45"/>
    <p:sldLayoutId id="2147483728" r:id="rId46"/>
    <p:sldLayoutId id="2147483729" r:id="rId47"/>
    <p:sldLayoutId id="2147483730" r:id="rId48"/>
    <p:sldLayoutId id="2147483731" r:id="rId49"/>
  </p:sldLayoutIdLst>
  <p:hf hdr="0" ftr="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3943" rtl="0" eaLnBrk="1" latinLnBrk="0" hangingPunct="1">
        <a:spcBef>
          <a:spcPts val="300"/>
        </a:spcBef>
        <a:spcAft>
          <a:spcPts val="300"/>
        </a:spcAft>
        <a:buClr>
          <a:schemeClr val="tx2"/>
        </a:buClr>
        <a:buSzPct val="100000"/>
        <a:buFont typeface="EYInterstate" panose="02000503020000020004" pitchFamily="2" charset="0"/>
        <a:buChar char="•"/>
        <a:defRPr sz="1999" kern="1200">
          <a:solidFill>
            <a:schemeClr val="bg1"/>
          </a:solidFill>
          <a:latin typeface="EYInterstate Light" panose="02000506000000020004" pitchFamily="2" charset="0"/>
          <a:ea typeface="+mn-ea"/>
          <a:cs typeface="+mn-cs"/>
        </a:defRPr>
      </a:lvl1pPr>
      <a:lvl2pPr marL="713232" indent="-356616" algn="l" defTabSz="913943" rtl="0" eaLnBrk="1" latinLnBrk="0" hangingPunct="1">
        <a:spcBef>
          <a:spcPts val="300"/>
        </a:spcBef>
        <a:spcAft>
          <a:spcPts val="300"/>
        </a:spcAft>
        <a:buClr>
          <a:schemeClr val="tx2"/>
        </a:buClr>
        <a:buSzPct val="100000"/>
        <a:buFont typeface="EYInterstate" panose="02000503020000020004" pitchFamily="2" charset="0"/>
        <a:buChar char="•"/>
        <a:defRPr sz="1799" kern="1200">
          <a:solidFill>
            <a:schemeClr val="bg1"/>
          </a:solidFill>
          <a:latin typeface="EYInterstate Light" panose="02000506000000020004" pitchFamily="2" charset="0"/>
          <a:ea typeface="+mn-ea"/>
          <a:cs typeface="+mn-cs"/>
        </a:defRPr>
      </a:lvl2pPr>
      <a:lvl3pPr marL="1069848" indent="-356616" algn="l" defTabSz="913943" rtl="0" eaLnBrk="1" latinLnBrk="0" hangingPunct="1">
        <a:spcBef>
          <a:spcPts val="300"/>
        </a:spcBef>
        <a:spcAft>
          <a:spcPts val="300"/>
        </a:spcAft>
        <a:buClr>
          <a:schemeClr val="tx2"/>
        </a:buClr>
        <a:buSzPct val="100000"/>
        <a:buFont typeface="EYInterstate" panose="02000503020000020004" pitchFamily="2" charset="0"/>
        <a:buChar char="•"/>
        <a:defRPr sz="1599" kern="1200">
          <a:solidFill>
            <a:schemeClr val="bg1"/>
          </a:solidFill>
          <a:latin typeface="EYInterstate Light" panose="02000506000000020004" pitchFamily="2" charset="0"/>
          <a:ea typeface="+mn-ea"/>
          <a:cs typeface="+mn-cs"/>
        </a:defRPr>
      </a:lvl3pPr>
      <a:lvl4pPr marL="1426464" indent="-356616" algn="l" defTabSz="913943" rtl="0" eaLnBrk="1" latinLnBrk="0" hangingPunct="1">
        <a:spcBef>
          <a:spcPts val="300"/>
        </a:spcBef>
        <a:spcAft>
          <a:spcPts val="300"/>
        </a:spcAft>
        <a:buClr>
          <a:schemeClr val="tx2"/>
        </a:buClr>
        <a:buSzPct val="100000"/>
        <a:buFont typeface="EYInterstate" panose="02000503020000020004" pitchFamily="2" charset="0"/>
        <a:buChar char="•"/>
        <a:defRPr sz="1399" kern="1200">
          <a:solidFill>
            <a:schemeClr val="bg1"/>
          </a:solidFill>
          <a:latin typeface="EYInterstate Light" panose="02000506000000020004" pitchFamily="2" charset="0"/>
          <a:ea typeface="+mn-ea"/>
          <a:cs typeface="+mn-cs"/>
        </a:defRPr>
      </a:lvl4pPr>
      <a:lvl5pPr marL="1426464" indent="-356616" algn="l" defTabSz="913943" rtl="0" eaLnBrk="1" latinLnBrk="0" hangingPunct="1">
        <a:spcBef>
          <a:spcPts val="300"/>
        </a:spcBef>
        <a:spcAft>
          <a:spcPts val="300"/>
        </a:spcAft>
        <a:buClr>
          <a:schemeClr val="tx2"/>
        </a:buClr>
        <a:buSzPct val="100000"/>
        <a:buFont typeface="EYInterstate" panose="02000503020000020004" pitchFamily="2"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BEBC10A-A058-4C80-84F3-041AF95F9936}"/>
              </a:ext>
            </a:extLst>
          </p:cNvPr>
          <p:cNvGraphicFramePr>
            <a:graphicFrameLocks noChangeAspect="1"/>
          </p:cNvGraphicFramePr>
          <p:nvPr userDrawn="1">
            <p:custDataLst>
              <p:tags r:id="rId16"/>
            </p:custDataLst>
            <p:extLst>
              <p:ext uri="{D42A27DB-BD31-4B8C-83A1-F6EECF244321}">
                <p14:modId xmlns:p14="http://schemas.microsoft.com/office/powerpoint/2010/main" val="1464416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592" imgH="595" progId="TCLayout.ActiveDocument.1">
                  <p:embed/>
                </p:oleObj>
              </mc:Choice>
              <mc:Fallback>
                <p:oleObj name="think-cell Slide" r:id="rId17" imgW="592" imgH="595" progId="TCLayout.ActiveDocument.1">
                  <p:embed/>
                  <p:pic>
                    <p:nvPicPr>
                      <p:cNvPr id="5" name="Object 4" hidden="1">
                        <a:extLst>
                          <a:ext uri="{FF2B5EF4-FFF2-40B4-BE49-F238E27FC236}">
                            <a16:creationId xmlns:a16="http://schemas.microsoft.com/office/drawing/2014/main" id="{CBEBC10A-A058-4C80-84F3-041AF95F993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9" name="Group 4">
            <a:extLst>
              <a:ext uri="{FF2B5EF4-FFF2-40B4-BE49-F238E27FC236}">
                <a16:creationId xmlns:a16="http://schemas.microsoft.com/office/drawing/2014/main" id="{ABA621AC-91DA-4716-A450-56540FA39C36}"/>
              </a:ext>
            </a:extLst>
          </p:cNvPr>
          <p:cNvGrpSpPr>
            <a:grpSpLocks noChangeAspect="1"/>
          </p:cNvGrpSpPr>
          <p:nvPr userDrawn="1"/>
        </p:nvGrpSpPr>
        <p:grpSpPr bwMode="auto">
          <a:xfrm>
            <a:off x="11281250" y="6356350"/>
            <a:ext cx="303055" cy="311150"/>
            <a:chOff x="7110" y="4004"/>
            <a:chExt cx="191" cy="196"/>
          </a:xfrm>
        </p:grpSpPr>
        <p:sp>
          <p:nvSpPr>
            <p:cNvPr id="11" name="Freeform 5">
              <a:extLst>
                <a:ext uri="{FF2B5EF4-FFF2-40B4-BE49-F238E27FC236}">
                  <a16:creationId xmlns:a16="http://schemas.microsoft.com/office/drawing/2014/main" id="{76E3EDA9-8EAC-419E-8C11-4E1E158AF762}"/>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latin typeface="Arial" panose="020B0604020202020204" pitchFamily="34" charset="0"/>
              </a:endParaRPr>
            </a:p>
          </p:txBody>
        </p:sp>
        <p:sp>
          <p:nvSpPr>
            <p:cNvPr id="12" name="Freeform 6">
              <a:extLst>
                <a:ext uri="{FF2B5EF4-FFF2-40B4-BE49-F238E27FC236}">
                  <a16:creationId xmlns:a16="http://schemas.microsoft.com/office/drawing/2014/main" id="{ABC9458B-8C2C-486A-8ADE-F22CCDC7E2F8}"/>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latin typeface="Arial" panose="020B0604020202020204" pitchFamily="34" charset="0"/>
              </a:endParaRPr>
            </a:p>
          </p:txBody>
        </p:sp>
        <p:sp>
          <p:nvSpPr>
            <p:cNvPr id="14" name="Freeform 7">
              <a:extLst>
                <a:ext uri="{FF2B5EF4-FFF2-40B4-BE49-F238E27FC236}">
                  <a16:creationId xmlns:a16="http://schemas.microsoft.com/office/drawing/2014/main" id="{0A4C4046-69B4-41DA-AA2E-E892AEC9AA90}"/>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latin typeface="Arial" panose="020B0604020202020204" pitchFamily="34" charset="0"/>
              </a:endParaRPr>
            </a:p>
          </p:txBody>
        </p:sp>
      </p:grpSp>
      <p:sp>
        <p:nvSpPr>
          <p:cNvPr id="19" name="Date Placeholder 3">
            <a:extLst>
              <a:ext uri="{FF2B5EF4-FFF2-40B4-BE49-F238E27FC236}">
                <a16:creationId xmlns:a16="http://schemas.microsoft.com/office/drawing/2014/main" id="{600772EA-C6B0-4F5D-AA59-01C0858EFADB}"/>
              </a:ext>
            </a:extLst>
          </p:cNvPr>
          <p:cNvSpPr>
            <a:spLocks noGrp="1"/>
          </p:cNvSpPr>
          <p:nvPr>
            <p:ph type="dt" sz="half" idx="2"/>
          </p:nvPr>
        </p:nvSpPr>
        <p:spPr>
          <a:xfrm>
            <a:off x="1428184" y="6471244"/>
            <a:ext cx="1190638" cy="180000"/>
          </a:xfrm>
          <a:prstGeom prst="rect">
            <a:avLst/>
          </a:prstGeom>
        </p:spPr>
        <p:txBody>
          <a:bodyPr vert="horz" lIns="0" tIns="0" rIns="0" bIns="0" rtlCol="0" anchor="ctr"/>
          <a:lstStyle>
            <a:lvl1pPr marL="0" algn="l" defTabSz="913943" rtl="0" eaLnBrk="1" latinLnBrk="0" hangingPunct="1">
              <a:defRPr lang="en-IN" sz="800" kern="1200" smtClean="0">
                <a:solidFill>
                  <a:schemeClr val="bg1"/>
                </a:solidFill>
                <a:latin typeface="Arial" panose="020B0604020202020204" pitchFamily="34" charset="0"/>
                <a:ea typeface="+mn-ea"/>
                <a:cs typeface="+mn-cs"/>
              </a:defRPr>
            </a:lvl1pPr>
          </a:lstStyle>
          <a:p>
            <a:fld id="{3A9B106E-BAA1-4CB1-AE2A-5F53C77F9963}" type="datetime1">
              <a:rPr lang="en-US" smtClean="0"/>
              <a:t>11/28/2025</a:t>
            </a:fld>
            <a:endParaRPr lang="en-US"/>
          </a:p>
        </p:txBody>
      </p:sp>
      <p:sp>
        <p:nvSpPr>
          <p:cNvPr id="20" name="Footer Placeholder 4">
            <a:extLst>
              <a:ext uri="{FF2B5EF4-FFF2-40B4-BE49-F238E27FC236}">
                <a16:creationId xmlns:a16="http://schemas.microsoft.com/office/drawing/2014/main" id="{AC28FA70-87E4-49F4-AFDE-345AA28E0BE7}"/>
              </a:ext>
            </a:extLst>
          </p:cNvPr>
          <p:cNvSpPr>
            <a:spLocks noGrp="1"/>
          </p:cNvSpPr>
          <p:nvPr>
            <p:ph type="ftr" sz="quarter" idx="3"/>
          </p:nvPr>
        </p:nvSpPr>
        <p:spPr>
          <a:xfrm>
            <a:off x="3237502" y="6471244"/>
            <a:ext cx="3084493" cy="180000"/>
          </a:xfrm>
          <a:prstGeom prst="rect">
            <a:avLst/>
          </a:prstGeom>
        </p:spPr>
        <p:txBody>
          <a:bodyPr vert="horz" lIns="0" tIns="0" rIns="0" bIns="0" rtlCol="0" anchor="ctr"/>
          <a:lstStyle>
            <a:lvl1pPr marL="0" algn="l" defTabSz="913943" rtl="0" eaLnBrk="1" latinLnBrk="0" hangingPunct="1">
              <a:defRPr lang="en-IN" sz="800" kern="1200" dirty="0">
                <a:solidFill>
                  <a:schemeClr val="bg1"/>
                </a:solidFill>
                <a:latin typeface="Arial" panose="020B0604020202020204" pitchFamily="34" charset="0"/>
                <a:ea typeface="+mn-ea"/>
                <a:cs typeface="+mn-cs"/>
              </a:defRPr>
            </a:lvl1pPr>
          </a:lstStyle>
          <a:p>
            <a:r>
              <a:rPr lang="en-US"/>
              <a:t>Insert footer text here</a:t>
            </a:r>
          </a:p>
        </p:txBody>
      </p:sp>
      <p:sp>
        <p:nvSpPr>
          <p:cNvPr id="21" name="Slide Number Placeholder 5">
            <a:extLst>
              <a:ext uri="{FF2B5EF4-FFF2-40B4-BE49-F238E27FC236}">
                <a16:creationId xmlns:a16="http://schemas.microsoft.com/office/drawing/2014/main" id="{3B540F9A-D485-4BD0-B905-41F8A52593F8}"/>
              </a:ext>
            </a:extLst>
          </p:cNvPr>
          <p:cNvSpPr>
            <a:spLocks noGrp="1"/>
          </p:cNvSpPr>
          <p:nvPr>
            <p:ph type="sldNum" sz="quarter" idx="4"/>
          </p:nvPr>
        </p:nvSpPr>
        <p:spPr>
          <a:xfrm>
            <a:off x="616900" y="6471244"/>
            <a:ext cx="662721" cy="180000"/>
          </a:xfrm>
          <a:prstGeom prst="rect">
            <a:avLst/>
          </a:prstGeom>
        </p:spPr>
        <p:txBody>
          <a:bodyPr vert="horz" lIns="0" tIns="0" rIns="0" bIns="0" rtlCol="0" anchor="ctr"/>
          <a:lstStyle>
            <a:lvl1pPr marL="0" algn="l" defTabSz="913943" rtl="0" eaLnBrk="1" latinLnBrk="0" hangingPunct="1">
              <a:defRPr lang="en-IN" sz="800" kern="1200" smtClean="0">
                <a:solidFill>
                  <a:schemeClr val="bg1"/>
                </a:solidFill>
                <a:latin typeface="EYInterstate" panose="02000503020000020004" pitchFamily="2" charset="0"/>
                <a:ea typeface="+mn-ea"/>
                <a:cs typeface="+mn-cs"/>
              </a:defRPr>
            </a:lvl1pPr>
          </a:lstStyle>
          <a:p>
            <a:r>
              <a:rPr lang="en-GB">
                <a:latin typeface="Arial" panose="020B0604020202020204" pitchFamily="34" charset="0"/>
              </a:rPr>
              <a:t>Page </a:t>
            </a:r>
            <a:fld id="{F1BC30E3-FFE5-4B91-AA19-87A149EBB9EE}" type="slidenum">
              <a:rPr smtClean="0">
                <a:latin typeface="Arial" panose="020B0604020202020204" pitchFamily="34" charset="0"/>
              </a:rPr>
              <a:pPr/>
              <a:t>‹#›</a:t>
            </a:fld>
            <a:endParaRPr>
              <a:latin typeface="Arial" panose="020B0604020202020204" pitchFamily="34" charset="0"/>
            </a:endParaRPr>
          </a:p>
        </p:txBody>
      </p:sp>
    </p:spTree>
    <p:extLst>
      <p:ext uri="{BB962C8B-B14F-4D97-AF65-F5344CB8AC3E}">
        <p14:creationId xmlns:p14="http://schemas.microsoft.com/office/powerpoint/2010/main" val="241819994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Lst>
  <p:hf hdr="0" ftr="0"/>
  <p:txStyles>
    <p:titleStyle>
      <a:lvl1pPr algn="l" defTabSz="913943" rtl="0" eaLnBrk="1" latinLnBrk="0" hangingPunct="1">
        <a:lnSpc>
          <a:spcPct val="85000"/>
        </a:lnSpc>
        <a:spcBef>
          <a:spcPct val="0"/>
        </a:spcBef>
        <a:buNone/>
        <a:defRPr sz="2399" b="0" kern="1200">
          <a:solidFill>
            <a:schemeClr val="bg1"/>
          </a:solidFill>
          <a:latin typeface="Arial" panose="020B0604020202020204" pitchFamily="34" charset="0"/>
          <a:ea typeface="+mj-ea"/>
          <a:cs typeface="Arial" pitchFamily="34" charset="0"/>
        </a:defRPr>
      </a:lvl1pPr>
    </p:titleStyle>
    <p:bodyStyle>
      <a:lvl1pPr marL="356438" indent="-356438" algn="l" defTabSz="913943" rtl="0" eaLnBrk="1" latinLnBrk="0" hangingPunct="1">
        <a:spcBef>
          <a:spcPct val="20000"/>
        </a:spcBef>
        <a:buClr>
          <a:schemeClr val="tx2"/>
        </a:buClr>
        <a:buSzPct val="110000"/>
        <a:buFont typeface="EYInterstate Light" panose="02000506000000020004" pitchFamily="2" charset="0"/>
        <a:buChar char="•"/>
        <a:defRPr sz="1999" kern="1200">
          <a:solidFill>
            <a:schemeClr val="bg1"/>
          </a:solidFill>
          <a:latin typeface="Arial" panose="020B0604020202020204" pitchFamily="34" charset="0"/>
          <a:ea typeface="+mn-ea"/>
          <a:cs typeface="+mn-cs"/>
        </a:defRPr>
      </a:lvl1pPr>
      <a:lvl2pPr marL="712875" indent="-356438" algn="l" defTabSz="913943" rtl="0" eaLnBrk="1" latinLnBrk="0" hangingPunct="1">
        <a:spcBef>
          <a:spcPct val="20000"/>
        </a:spcBef>
        <a:buClr>
          <a:schemeClr val="tx2"/>
        </a:buClr>
        <a:buSzPct val="110000"/>
        <a:buFont typeface="EYInterstate Light" panose="02000506000000020004" pitchFamily="2" charset="0"/>
        <a:buChar char="•"/>
        <a:defRPr sz="1799" kern="1200">
          <a:solidFill>
            <a:schemeClr val="bg1"/>
          </a:solidFill>
          <a:latin typeface="Arial" panose="020B0604020202020204" pitchFamily="34" charset="0"/>
          <a:ea typeface="+mn-ea"/>
          <a:cs typeface="+mn-cs"/>
        </a:defRPr>
      </a:lvl2pPr>
      <a:lvl3pPr marL="1069313" indent="-356438" algn="l" defTabSz="913943" rtl="0" eaLnBrk="1" latinLnBrk="0" hangingPunct="1">
        <a:spcBef>
          <a:spcPct val="20000"/>
        </a:spcBef>
        <a:buClr>
          <a:schemeClr val="tx2"/>
        </a:buClr>
        <a:buSzPct val="110000"/>
        <a:buFont typeface="EYInterstate Light" panose="02000506000000020004" pitchFamily="2" charset="0"/>
        <a:buChar char="•"/>
        <a:defRPr sz="1599" kern="1200">
          <a:solidFill>
            <a:schemeClr val="bg1"/>
          </a:solidFill>
          <a:latin typeface="Arial" panose="020B0604020202020204" pitchFamily="34" charset="0"/>
          <a:ea typeface="+mn-ea"/>
          <a:cs typeface="+mn-cs"/>
        </a:defRPr>
      </a:lvl3pPr>
      <a:lvl4pPr marL="1425751" indent="-356438" algn="l" defTabSz="913943" rtl="0" eaLnBrk="1" latinLnBrk="0" hangingPunct="1">
        <a:spcBef>
          <a:spcPct val="20000"/>
        </a:spcBef>
        <a:buClr>
          <a:schemeClr val="tx2"/>
        </a:buClr>
        <a:buSzPct val="110000"/>
        <a:buFont typeface="EYInterstate Light" panose="02000506000000020004" pitchFamily="2" charset="0"/>
        <a:buChar char="•"/>
        <a:defRPr sz="1399" kern="1200">
          <a:solidFill>
            <a:schemeClr val="bg1"/>
          </a:solidFill>
          <a:latin typeface="Arial" panose="020B0604020202020204" pitchFamily="34" charset="0"/>
          <a:ea typeface="+mn-ea"/>
          <a:cs typeface="+mn-cs"/>
        </a:defRPr>
      </a:lvl4pPr>
      <a:lvl5pPr marL="1782188" indent="-356438" algn="l" defTabSz="913943" rtl="0" eaLnBrk="1" latinLnBrk="0" hangingPunct="1">
        <a:spcBef>
          <a:spcPct val="20000"/>
        </a:spcBef>
        <a:buClr>
          <a:schemeClr val="tx2"/>
        </a:buClr>
        <a:buSzPct val="110000"/>
        <a:buFont typeface="EYInterstate Light" panose="02000506000000020004" pitchFamily="2" charset="0"/>
        <a:buChar char="•"/>
        <a:defRPr sz="1199" kern="1200">
          <a:solidFill>
            <a:schemeClr val="bg1"/>
          </a:solidFill>
          <a:latin typeface="Arial" panose="020B0604020202020204" pitchFamily="34"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9059853-674A-4BA0-B8D5-A6CEE249B6CF}"/>
              </a:ext>
            </a:extLst>
          </p:cNvPr>
          <p:cNvGraphicFramePr>
            <a:graphicFrameLocks noChangeAspect="1"/>
          </p:cNvGraphicFramePr>
          <p:nvPr userDrawn="1">
            <p:custDataLst>
              <p:tags r:id="rId37"/>
            </p:custDataLst>
            <p:extLst>
              <p:ext uri="{D42A27DB-BD31-4B8C-83A1-F6EECF244321}">
                <p14:modId xmlns:p14="http://schemas.microsoft.com/office/powerpoint/2010/main" val="3630263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592" imgH="595" progId="TCLayout.ActiveDocument.1">
                  <p:embed/>
                </p:oleObj>
              </mc:Choice>
              <mc:Fallback>
                <p:oleObj name="think-cell Slide" r:id="rId38" imgW="592" imgH="595" progId="TCLayout.ActiveDocument.1">
                  <p:embed/>
                  <p:pic>
                    <p:nvPicPr>
                      <p:cNvPr id="3" name="Object 2" hidden="1">
                        <a:extLst>
                          <a:ext uri="{FF2B5EF4-FFF2-40B4-BE49-F238E27FC236}">
                            <a16:creationId xmlns:a16="http://schemas.microsoft.com/office/drawing/2014/main" id="{09059853-674A-4BA0-B8D5-A6CEE249B6CF}"/>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C153783A-76CA-48F6-9C3D-6A3DC7F2A75C}"/>
              </a:ext>
            </a:extLst>
          </p:cNvPr>
          <p:cNvPicPr>
            <a:picLocks noChangeAspect="1"/>
          </p:cNvPicPr>
          <p:nvPr userDrawn="1"/>
        </p:nvPicPr>
        <p:blipFill rotWithShape="1">
          <a:blip r:embed="rId40" cstate="email">
            <a:extLst>
              <a:ext uri="{28A0092B-C50C-407E-A947-70E740481C1C}">
                <a14:useLocalDpi xmlns:a14="http://schemas.microsoft.com/office/drawing/2010/main"/>
              </a:ext>
            </a:extLst>
          </a:blip>
          <a:srcRect/>
          <a:stretch/>
        </p:blipFill>
        <p:spPr>
          <a:xfrm>
            <a:off x="-6" y="1"/>
            <a:ext cx="12191995" cy="6857997"/>
          </a:xfrm>
          <a:prstGeom prst="rect">
            <a:avLst/>
          </a:prstGeom>
        </p:spPr>
      </p:pic>
      <p:sp>
        <p:nvSpPr>
          <p:cNvPr id="24" name="Rectangle 23">
            <a:extLst>
              <a:ext uri="{FF2B5EF4-FFF2-40B4-BE49-F238E27FC236}">
                <a16:creationId xmlns:a16="http://schemas.microsoft.com/office/drawing/2014/main" id="{4CFC69DD-9D5D-419C-AE17-52DD35B5B0B8}"/>
              </a:ext>
            </a:extLst>
          </p:cNvPr>
          <p:cNvSpPr/>
          <p:nvPr userDrawn="1"/>
        </p:nvSpPr>
        <p:spPr>
          <a:xfrm>
            <a:off x="0" y="0"/>
            <a:ext cx="12192000" cy="6858000"/>
          </a:xfrm>
          <a:prstGeom prst="rect">
            <a:avLst/>
          </a:prstGeom>
          <a:gradFill>
            <a:gsLst>
              <a:gs pos="16000">
                <a:srgbClr val="2E2E38">
                  <a:alpha val="30000"/>
                </a:srgbClr>
              </a:gs>
              <a:gs pos="48000">
                <a:srgbClr val="2E2E38">
                  <a:alpha val="33000"/>
                </a:srgbClr>
              </a:gs>
              <a:gs pos="86000">
                <a:srgbClr val="2E2E38">
                  <a:alpha val="5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latin typeface="Arial" panose="020B0604020202020204" pitchFamily="34" charset="0"/>
            </a:endParaRPr>
          </a:p>
        </p:txBody>
      </p:sp>
      <p:sp>
        <p:nvSpPr>
          <p:cNvPr id="16" name="Slide Number Placeholder 5">
            <a:extLst>
              <a:ext uri="{FF2B5EF4-FFF2-40B4-BE49-F238E27FC236}">
                <a16:creationId xmlns:a16="http://schemas.microsoft.com/office/drawing/2014/main" id="{403D091C-5798-4B78-87E7-3569A5076FDD}"/>
              </a:ext>
            </a:extLst>
          </p:cNvPr>
          <p:cNvSpPr txBox="1">
            <a:spLocks/>
          </p:cNvSpPr>
          <p:nvPr userDrawn="1"/>
        </p:nvSpPr>
        <p:spPr>
          <a:xfrm>
            <a:off x="11267660" y="6596504"/>
            <a:ext cx="864096" cy="188640"/>
          </a:xfrm>
          <a:prstGeom prst="rect">
            <a:avLst/>
          </a:prstGeom>
        </p:spPr>
        <p:txBody>
          <a:bodyPr vert="horz" lIns="91392" tIns="45696" rIns="91392" bIns="45696" rtlCol="0" anchor="ctr"/>
          <a:lstStyle>
            <a:defPPr>
              <a:defRPr lang="en-US"/>
            </a:defPPr>
            <a:lvl1pPr marL="0" algn="l" defTabSz="914400" rtl="0" eaLnBrk="1" latinLnBrk="0" hangingPunct="1">
              <a:defRPr kumimoji="0" lang="en-IN" sz="800" b="0" i="0" u="none" strike="noStrike" kern="0" cap="none" spc="0" normalizeH="0" baseline="0" smtClean="0">
                <a:ln>
                  <a:noFill/>
                </a:ln>
                <a:solidFill>
                  <a:schemeClr val="bg1"/>
                </a:solidFill>
                <a:effectLst/>
                <a:uLnTx/>
                <a:uFillTx/>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a:latin typeface="Arial" panose="020B0604020202020204" pitchFamily="34" charset="0"/>
              </a:rPr>
              <a:t>Page </a:t>
            </a:r>
            <a:fld id="{334DB258-D233-4E99-A08F-E58C4294999C}" type="slidenum">
              <a:rPr sz="800" smtClean="0">
                <a:latin typeface="Arial" panose="020B0604020202020204" pitchFamily="34" charset="0"/>
              </a:rPr>
              <a:pPr/>
              <a:t>‹#›</a:t>
            </a:fld>
            <a:endParaRPr sz="800">
              <a:latin typeface="Arial" panose="020B0604020202020204" pitchFamily="34" charset="0"/>
            </a:endParaRPr>
          </a:p>
        </p:txBody>
      </p:sp>
      <p:grpSp>
        <p:nvGrpSpPr>
          <p:cNvPr id="17" name="Group 16">
            <a:extLst>
              <a:ext uri="{FF2B5EF4-FFF2-40B4-BE49-F238E27FC236}">
                <a16:creationId xmlns:a16="http://schemas.microsoft.com/office/drawing/2014/main" id="{AC8016CE-587F-4CB4-9A2A-A53C8A4821CE}"/>
              </a:ext>
            </a:extLst>
          </p:cNvPr>
          <p:cNvGrpSpPr/>
          <p:nvPr userDrawn="1"/>
        </p:nvGrpSpPr>
        <p:grpSpPr>
          <a:xfrm>
            <a:off x="476351" y="5922234"/>
            <a:ext cx="583898" cy="599182"/>
            <a:chOff x="476599" y="5931962"/>
            <a:chExt cx="584202" cy="599182"/>
          </a:xfrm>
        </p:grpSpPr>
        <p:sp>
          <p:nvSpPr>
            <p:cNvPr id="18" name="Freeform 5">
              <a:extLst>
                <a:ext uri="{FF2B5EF4-FFF2-40B4-BE49-F238E27FC236}">
                  <a16:creationId xmlns:a16="http://schemas.microsoft.com/office/drawing/2014/main" id="{E7283CC0-E5D7-4B76-8064-C33C58A80C5A}"/>
                </a:ext>
              </a:extLst>
            </p:cNvPr>
            <p:cNvSpPr>
              <a:spLocks/>
            </p:cNvSpPr>
            <p:nvPr userDrawn="1"/>
          </p:nvSpPr>
          <p:spPr bwMode="auto">
            <a:xfrm>
              <a:off x="476599" y="5931962"/>
              <a:ext cx="584202" cy="213994"/>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IN" sz="1799" b="0" i="0" u="none" strike="noStrike" kern="0" cap="none" spc="0" normalizeH="0" baseline="0" noProof="0">
                <a:ln>
                  <a:noFill/>
                </a:ln>
                <a:solidFill>
                  <a:srgbClr val="2E2E38"/>
                </a:solidFill>
                <a:effectLst/>
                <a:uLnTx/>
                <a:uFillTx/>
                <a:latin typeface="Arial" panose="020B0604020202020204" pitchFamily="34" charset="0"/>
              </a:endParaRPr>
            </a:p>
          </p:txBody>
        </p:sp>
        <p:sp>
          <p:nvSpPr>
            <p:cNvPr id="22" name="Freeform 6">
              <a:extLst>
                <a:ext uri="{FF2B5EF4-FFF2-40B4-BE49-F238E27FC236}">
                  <a16:creationId xmlns:a16="http://schemas.microsoft.com/office/drawing/2014/main" id="{3990C9D1-FF5D-41CB-9AE5-EC471FB34E9A}"/>
                </a:ext>
              </a:extLst>
            </p:cNvPr>
            <p:cNvSpPr>
              <a:spLocks/>
            </p:cNvSpPr>
            <p:nvPr userDrawn="1"/>
          </p:nvSpPr>
          <p:spPr bwMode="auto">
            <a:xfrm>
              <a:off x="479658" y="6234610"/>
              <a:ext cx="238575" cy="296534"/>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IN" sz="1799" b="0" i="0" u="none" strike="noStrike" kern="0" cap="none" spc="0" normalizeH="0" baseline="0" noProof="0">
                <a:ln>
                  <a:noFill/>
                </a:ln>
                <a:solidFill>
                  <a:srgbClr val="2E2E38"/>
                </a:solidFill>
                <a:effectLst/>
                <a:uLnTx/>
                <a:uFillTx/>
                <a:latin typeface="Arial" panose="020B0604020202020204" pitchFamily="34" charset="0"/>
              </a:endParaRPr>
            </a:p>
          </p:txBody>
        </p:sp>
        <p:sp>
          <p:nvSpPr>
            <p:cNvPr id="23" name="Freeform 7">
              <a:extLst>
                <a:ext uri="{FF2B5EF4-FFF2-40B4-BE49-F238E27FC236}">
                  <a16:creationId xmlns:a16="http://schemas.microsoft.com/office/drawing/2014/main" id="{6B255FE7-E1A9-4A67-8A65-4EF341F915BA}"/>
                </a:ext>
              </a:extLst>
            </p:cNvPr>
            <p:cNvSpPr>
              <a:spLocks/>
            </p:cNvSpPr>
            <p:nvPr userDrawn="1"/>
          </p:nvSpPr>
          <p:spPr bwMode="auto">
            <a:xfrm>
              <a:off x="678470" y="6234610"/>
              <a:ext cx="293630" cy="296534"/>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IN" sz="1799" b="0" i="0" u="none" strike="noStrike" kern="0" cap="none" spc="0" normalizeH="0" baseline="0" noProof="0">
                <a:ln>
                  <a:noFill/>
                </a:ln>
                <a:solidFill>
                  <a:srgbClr val="2E2E38"/>
                </a:solidFill>
                <a:effectLst/>
                <a:uLnTx/>
                <a:uFillTx/>
                <a:latin typeface="Arial" panose="020B0604020202020204" pitchFamily="34" charset="0"/>
              </a:endParaRPr>
            </a:p>
          </p:txBody>
        </p:sp>
      </p:grpSp>
      <p:sp>
        <p:nvSpPr>
          <p:cNvPr id="35" name="Rectangle 34">
            <a:extLst>
              <a:ext uri="{FF2B5EF4-FFF2-40B4-BE49-F238E27FC236}">
                <a16:creationId xmlns:a16="http://schemas.microsoft.com/office/drawing/2014/main" id="{A1B42AFB-6419-4ABF-A7BA-E59EA5D64EAE}"/>
              </a:ext>
            </a:extLst>
          </p:cNvPr>
          <p:cNvSpPr/>
          <p:nvPr userDrawn="1"/>
        </p:nvSpPr>
        <p:spPr>
          <a:xfrm>
            <a:off x="1343472" y="404664"/>
            <a:ext cx="10418734" cy="6126480"/>
          </a:xfrm>
          <a:prstGeom prst="rect">
            <a:avLst/>
          </a:prstGeom>
          <a:solidFill>
            <a:schemeClr val="bg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77789" rtl="0" eaLnBrk="1" fontAlgn="auto" latinLnBrk="0" hangingPunct="1">
              <a:lnSpc>
                <a:spcPct val="100000"/>
              </a:lnSpc>
              <a:spcBef>
                <a:spcPts val="0"/>
              </a:spcBef>
              <a:spcAft>
                <a:spcPts val="0"/>
              </a:spcAft>
              <a:buClrTx/>
              <a:buSzTx/>
              <a:buFontTx/>
              <a:buNone/>
              <a:tabLst/>
              <a:defRPr/>
            </a:pPr>
            <a:r>
              <a:rPr kumimoji="0" lang="en-IN" sz="1728" b="0" i="0" u="none" strike="noStrike" kern="1200" cap="none" spc="0" normalizeH="0" baseline="0" noProof="0">
                <a:ln>
                  <a:noFill/>
                </a:ln>
                <a:solidFill>
                  <a:prstClr val="white"/>
                </a:solidFill>
                <a:effectLst/>
                <a:uLnTx/>
                <a:uFillTx/>
                <a:latin typeface="Arial" panose="020B0604020202020204" pitchFamily="34" charset="0"/>
                <a:ea typeface="+mn-ea"/>
                <a:cs typeface="+mn-cs"/>
              </a:rPr>
              <a:t> </a:t>
            </a:r>
          </a:p>
        </p:txBody>
      </p:sp>
      <p:sp>
        <p:nvSpPr>
          <p:cNvPr id="42" name="Text Placeholder 2">
            <a:extLst>
              <a:ext uri="{FF2B5EF4-FFF2-40B4-BE49-F238E27FC236}">
                <a16:creationId xmlns:a16="http://schemas.microsoft.com/office/drawing/2014/main" id="{887E27C1-FE9B-4680-9E7A-5C95D6B74961}"/>
              </a:ext>
            </a:extLst>
          </p:cNvPr>
          <p:cNvSpPr>
            <a:spLocks noGrp="1"/>
          </p:cNvSpPr>
          <p:nvPr>
            <p:ph type="body" idx="1"/>
          </p:nvPr>
        </p:nvSpPr>
        <p:spPr>
          <a:xfrm>
            <a:off x="1643809" y="989852"/>
            <a:ext cx="9835793" cy="522137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3" name="Title Placeholder 1">
            <a:extLst>
              <a:ext uri="{FF2B5EF4-FFF2-40B4-BE49-F238E27FC236}">
                <a16:creationId xmlns:a16="http://schemas.microsoft.com/office/drawing/2014/main" id="{4DA8A4F4-1F93-4901-AEF0-AFA90D7BB42C}"/>
              </a:ext>
            </a:extLst>
          </p:cNvPr>
          <p:cNvSpPr>
            <a:spLocks noGrp="1"/>
          </p:cNvSpPr>
          <p:nvPr>
            <p:ph type="title"/>
          </p:nvPr>
        </p:nvSpPr>
        <p:spPr>
          <a:xfrm>
            <a:off x="1654071" y="603705"/>
            <a:ext cx="8244486" cy="330724"/>
          </a:xfrm>
          <a:prstGeom prst="rect">
            <a:avLst/>
          </a:prstGeom>
        </p:spPr>
        <p:txBody>
          <a:bodyPr vert="horz" lIns="0" tIns="0" rIns="0" bIns="0" rtlCol="0" anchor="t" anchorCtr="0">
            <a:noAutofit/>
          </a:bodyPr>
          <a:lstStyle/>
          <a:p>
            <a:r>
              <a:rPr lang="en-US"/>
              <a:t>Click to edit Master title style</a:t>
            </a:r>
            <a:endParaRPr lang="en-GB"/>
          </a:p>
        </p:txBody>
      </p:sp>
      <p:sp>
        <p:nvSpPr>
          <p:cNvPr id="29" name="Trapezoid 28">
            <a:hlinkClick r:id="" action="ppaction://noaction"/>
            <a:extLst>
              <a:ext uri="{FF2B5EF4-FFF2-40B4-BE49-F238E27FC236}">
                <a16:creationId xmlns:a16="http://schemas.microsoft.com/office/drawing/2014/main" id="{14D1F971-2147-4FC6-AD0F-1DB4F308329A}"/>
              </a:ext>
            </a:extLst>
          </p:cNvPr>
          <p:cNvSpPr>
            <a:spLocks/>
          </p:cNvSpPr>
          <p:nvPr userDrawn="1"/>
        </p:nvSpPr>
        <p:spPr>
          <a:xfrm>
            <a:off x="4990933" y="133641"/>
            <a:ext cx="1188101" cy="274320"/>
          </a:xfrm>
          <a:prstGeom prst="trapezoid">
            <a:avLst>
              <a:gd name="adj" fmla="val 39820"/>
            </a:avLst>
          </a:prstGeom>
          <a:solidFill>
            <a:schemeClr val="tx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rmAutofit/>
          </a:bodyPr>
          <a:lstStyle/>
          <a:p>
            <a:pPr algn="ctr"/>
            <a:r>
              <a:rPr lang="en-US" sz="800" b="1">
                <a:solidFill>
                  <a:schemeClr val="bg1"/>
                </a:solidFill>
                <a:latin typeface="Arial" panose="020B0604020202020204" pitchFamily="34" charset="0"/>
                <a:cs typeface="Arial" panose="020B0604020202020204" pitchFamily="34" charset="0"/>
              </a:rPr>
              <a:t>Delivery Approach</a:t>
            </a:r>
          </a:p>
        </p:txBody>
      </p:sp>
      <p:sp>
        <p:nvSpPr>
          <p:cNvPr id="30" name="Trapezoid 29">
            <a:hlinkClick r:id="" action="ppaction://noaction"/>
            <a:extLst>
              <a:ext uri="{FF2B5EF4-FFF2-40B4-BE49-F238E27FC236}">
                <a16:creationId xmlns:a16="http://schemas.microsoft.com/office/drawing/2014/main" id="{8197191E-7A2A-4E3F-AD6E-67CA353BBD2E}"/>
              </a:ext>
            </a:extLst>
          </p:cNvPr>
          <p:cNvSpPr>
            <a:spLocks/>
          </p:cNvSpPr>
          <p:nvPr userDrawn="1"/>
        </p:nvSpPr>
        <p:spPr>
          <a:xfrm>
            <a:off x="2653501" y="133641"/>
            <a:ext cx="1188101" cy="274320"/>
          </a:xfrm>
          <a:prstGeom prst="trapezoid">
            <a:avLst>
              <a:gd name="adj" fmla="val 39820"/>
            </a:avLst>
          </a:prstGeom>
          <a:solidFill>
            <a:srgbClr val="79799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Autofit/>
          </a:bodyPr>
          <a:lstStyle/>
          <a:p>
            <a:pPr algn="ctr"/>
            <a:r>
              <a:rPr lang="en-US" sz="800" b="1">
                <a:solidFill>
                  <a:schemeClr val="bg1"/>
                </a:solidFill>
                <a:latin typeface="Arial" panose="020B0604020202020204" pitchFamily="34" charset="0"/>
                <a:cs typeface="Arial" panose="020B0604020202020204" pitchFamily="34" charset="0"/>
              </a:rPr>
              <a:t>Why EY</a:t>
            </a:r>
          </a:p>
        </p:txBody>
      </p:sp>
      <p:sp>
        <p:nvSpPr>
          <p:cNvPr id="31" name="Trapezoid 30">
            <a:hlinkClick r:id="" action="ppaction://noaction"/>
            <a:extLst>
              <a:ext uri="{FF2B5EF4-FFF2-40B4-BE49-F238E27FC236}">
                <a16:creationId xmlns:a16="http://schemas.microsoft.com/office/drawing/2014/main" id="{DE6EDFED-7B04-4AFB-B357-71CFF7ABA341}"/>
              </a:ext>
            </a:extLst>
          </p:cNvPr>
          <p:cNvSpPr>
            <a:spLocks/>
          </p:cNvSpPr>
          <p:nvPr userDrawn="1"/>
        </p:nvSpPr>
        <p:spPr>
          <a:xfrm>
            <a:off x="6159649" y="133641"/>
            <a:ext cx="1188101" cy="274320"/>
          </a:xfrm>
          <a:prstGeom prst="trapezoid">
            <a:avLst>
              <a:gd name="adj" fmla="val 39820"/>
            </a:avLst>
          </a:prstGeom>
          <a:solidFill>
            <a:schemeClr val="tx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rmAutofit/>
          </a:bodyPr>
          <a:lstStyle/>
          <a:p>
            <a:pPr algn="ctr"/>
            <a:r>
              <a:rPr lang="en-US" sz="800" b="1">
                <a:solidFill>
                  <a:schemeClr val="bg1"/>
                </a:solidFill>
                <a:latin typeface="Arial" panose="020B0604020202020204" pitchFamily="34" charset="0"/>
                <a:cs typeface="Arial" panose="020B0604020202020204" pitchFamily="34" charset="0"/>
              </a:rPr>
              <a:t>Tools &amp; Enablers</a:t>
            </a:r>
          </a:p>
        </p:txBody>
      </p:sp>
      <p:sp>
        <p:nvSpPr>
          <p:cNvPr id="32" name="Trapezoid 31">
            <a:hlinkClick r:id="" action="ppaction://noaction"/>
            <a:extLst>
              <a:ext uri="{FF2B5EF4-FFF2-40B4-BE49-F238E27FC236}">
                <a16:creationId xmlns:a16="http://schemas.microsoft.com/office/drawing/2014/main" id="{7F65A0E0-481F-4322-B026-A04105815BFD}"/>
              </a:ext>
            </a:extLst>
          </p:cNvPr>
          <p:cNvSpPr>
            <a:spLocks/>
          </p:cNvSpPr>
          <p:nvPr userDrawn="1"/>
        </p:nvSpPr>
        <p:spPr>
          <a:xfrm>
            <a:off x="8497081" y="133641"/>
            <a:ext cx="1188101" cy="274320"/>
          </a:xfrm>
          <a:prstGeom prst="trapezoid">
            <a:avLst>
              <a:gd name="adj" fmla="val 39820"/>
            </a:avLst>
          </a:prstGeom>
          <a:solidFill>
            <a:schemeClr val="tx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rmAutofit/>
          </a:bodyPr>
          <a:lstStyle/>
          <a:p>
            <a:pPr algn="ctr"/>
            <a:r>
              <a:rPr lang="en-US" sz="800" b="1">
                <a:solidFill>
                  <a:schemeClr val="bg1"/>
                </a:solidFill>
                <a:latin typeface="Arial" panose="020B0604020202020204" pitchFamily="34" charset="0"/>
                <a:cs typeface="Arial" panose="020B0604020202020204" pitchFamily="34" charset="0"/>
              </a:rPr>
              <a:t>Key Contacts</a:t>
            </a:r>
          </a:p>
        </p:txBody>
      </p:sp>
      <p:sp>
        <p:nvSpPr>
          <p:cNvPr id="33" name="Trapezoid 32">
            <a:hlinkClick r:id="" action="ppaction://noaction"/>
            <a:extLst>
              <a:ext uri="{FF2B5EF4-FFF2-40B4-BE49-F238E27FC236}">
                <a16:creationId xmlns:a16="http://schemas.microsoft.com/office/drawing/2014/main" id="{13D734F0-85A3-4D9E-9304-A392E86154DE}"/>
              </a:ext>
            </a:extLst>
          </p:cNvPr>
          <p:cNvSpPr>
            <a:spLocks/>
          </p:cNvSpPr>
          <p:nvPr userDrawn="1"/>
        </p:nvSpPr>
        <p:spPr>
          <a:xfrm>
            <a:off x="7328365" y="133641"/>
            <a:ext cx="1188101" cy="274320"/>
          </a:xfrm>
          <a:prstGeom prst="trapezoid">
            <a:avLst>
              <a:gd name="adj" fmla="val 39820"/>
            </a:avLst>
          </a:prstGeom>
          <a:solidFill>
            <a:schemeClr val="tx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Autofit/>
          </a:bodyPr>
          <a:lstStyle/>
          <a:p>
            <a:pPr algn="ctr"/>
            <a:r>
              <a:rPr lang="en-US" sz="800" b="1">
                <a:solidFill>
                  <a:schemeClr val="bg1"/>
                </a:solidFill>
                <a:latin typeface="Arial" panose="020B0604020202020204" pitchFamily="34" charset="0"/>
                <a:cs typeface="Arial" panose="020B0604020202020204" pitchFamily="34" charset="0"/>
              </a:rPr>
              <a:t>Resource Model</a:t>
            </a:r>
          </a:p>
        </p:txBody>
      </p:sp>
      <p:sp>
        <p:nvSpPr>
          <p:cNvPr id="34" name="Trapezoid 33">
            <a:hlinkClick r:id="rId41" action="ppaction://hlinksldjump"/>
            <a:extLst>
              <a:ext uri="{FF2B5EF4-FFF2-40B4-BE49-F238E27FC236}">
                <a16:creationId xmlns:a16="http://schemas.microsoft.com/office/drawing/2014/main" id="{1401BFC4-83D2-43AC-AB6C-EE3BBB1ACF40}"/>
              </a:ext>
            </a:extLst>
          </p:cNvPr>
          <p:cNvSpPr>
            <a:spLocks/>
          </p:cNvSpPr>
          <p:nvPr userDrawn="1"/>
        </p:nvSpPr>
        <p:spPr>
          <a:xfrm>
            <a:off x="1484785" y="133641"/>
            <a:ext cx="1188101" cy="274320"/>
          </a:xfrm>
          <a:prstGeom prst="trapezoid">
            <a:avLst>
              <a:gd name="adj" fmla="val 39820"/>
            </a:avLst>
          </a:prstGeom>
          <a:solidFill>
            <a:schemeClr val="tx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Autofit/>
          </a:bodyPr>
          <a:lstStyle/>
          <a:p>
            <a:pPr algn="ctr"/>
            <a:r>
              <a:rPr lang="en-US" sz="800" b="1">
                <a:solidFill>
                  <a:schemeClr val="bg1"/>
                </a:solidFill>
                <a:latin typeface="Arial" panose="020B0604020202020204" pitchFamily="34" charset="0"/>
                <a:cs typeface="Arial" panose="020B0604020202020204" pitchFamily="34" charset="0"/>
              </a:rPr>
              <a:t>Executive Summary</a:t>
            </a:r>
          </a:p>
        </p:txBody>
      </p:sp>
      <p:sp>
        <p:nvSpPr>
          <p:cNvPr id="36" name="Trapezoid 35">
            <a:hlinkClick r:id="" action="ppaction://noaction"/>
            <a:extLst>
              <a:ext uri="{FF2B5EF4-FFF2-40B4-BE49-F238E27FC236}">
                <a16:creationId xmlns:a16="http://schemas.microsoft.com/office/drawing/2014/main" id="{6441CA00-E642-4097-BFC2-D53667E525BF}"/>
              </a:ext>
            </a:extLst>
          </p:cNvPr>
          <p:cNvSpPr>
            <a:spLocks/>
          </p:cNvSpPr>
          <p:nvPr userDrawn="1"/>
        </p:nvSpPr>
        <p:spPr>
          <a:xfrm>
            <a:off x="3822217" y="133641"/>
            <a:ext cx="1188101" cy="274320"/>
          </a:xfrm>
          <a:prstGeom prst="trapezoid">
            <a:avLst>
              <a:gd name="adj" fmla="val 3982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nchorCtr="0">
            <a:noAutofit/>
          </a:bodyPr>
          <a:lstStyle/>
          <a:p>
            <a:pPr algn="ctr"/>
            <a:r>
              <a:rPr lang="en-US" sz="800" b="1">
                <a:solidFill>
                  <a:sysClr val="windowText" lastClr="000000"/>
                </a:solidFill>
                <a:latin typeface="Arial" panose="020B0604020202020204" pitchFamily="34" charset="0"/>
                <a:cs typeface="Arial" panose="020B0604020202020204" pitchFamily="34" charset="0"/>
              </a:rPr>
              <a:t>Global Solution Summary</a:t>
            </a:r>
          </a:p>
        </p:txBody>
      </p:sp>
    </p:spTree>
    <p:extLst>
      <p:ext uri="{BB962C8B-B14F-4D97-AF65-F5344CB8AC3E}">
        <p14:creationId xmlns:p14="http://schemas.microsoft.com/office/powerpoint/2010/main" val="3958347478"/>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7" r:id="rId20"/>
    <p:sldLayoutId id="2147483768" r:id="rId21"/>
    <p:sldLayoutId id="2147483769" r:id="rId22"/>
    <p:sldLayoutId id="2147483770" r:id="rId23"/>
    <p:sldLayoutId id="2147483771" r:id="rId24"/>
    <p:sldLayoutId id="2147483772" r:id="rId25"/>
    <p:sldLayoutId id="2147483773" r:id="rId26"/>
    <p:sldLayoutId id="2147483774" r:id="rId27"/>
    <p:sldLayoutId id="2147483775" r:id="rId28"/>
    <p:sldLayoutId id="2147483776" r:id="rId29"/>
    <p:sldLayoutId id="2147483777" r:id="rId30"/>
    <p:sldLayoutId id="2147483778" r:id="rId31"/>
    <p:sldLayoutId id="2147483780" r:id="rId32"/>
    <p:sldLayoutId id="2147483781" r:id="rId33"/>
    <p:sldLayoutId id="2147483782" r:id="rId34"/>
    <p:sldLayoutId id="2147483785" r:id="rId35"/>
  </p:sldLayoutIdLst>
  <p:hf hdr="0" ftr="0"/>
  <p:txStyles>
    <p:titleStyle>
      <a:lvl1pPr algn="l" defTabSz="913943" rtl="0" eaLnBrk="1" latinLnBrk="0" hangingPunct="1">
        <a:lnSpc>
          <a:spcPct val="85000"/>
        </a:lnSpc>
        <a:spcBef>
          <a:spcPct val="0"/>
        </a:spcBef>
        <a:buNone/>
        <a:defRPr sz="2399" b="0" kern="1200">
          <a:solidFill>
            <a:schemeClr val="tx1"/>
          </a:solidFill>
          <a:latin typeface="Arial" panose="020B0604020202020204" pitchFamily="34" charset="0"/>
          <a:ea typeface="+mj-ea"/>
          <a:cs typeface="Arial" pitchFamily="34" charset="0"/>
        </a:defRPr>
      </a:lvl1pPr>
    </p:titleStyle>
    <p:bodyStyle>
      <a:lvl1pPr marL="356438" indent="-356438" algn="l" defTabSz="913943" rtl="0" eaLnBrk="1" latinLnBrk="0" hangingPunct="1">
        <a:spcBef>
          <a:spcPct val="20000"/>
        </a:spcBef>
        <a:buClr>
          <a:schemeClr val="tx2"/>
        </a:buClr>
        <a:buSzPct val="110000"/>
        <a:buFont typeface="EYInterstate Light" panose="02000506000000020004" pitchFamily="2" charset="0"/>
        <a:buChar char="•"/>
        <a:defRPr sz="1999" kern="1200">
          <a:solidFill>
            <a:schemeClr val="tx1"/>
          </a:solidFill>
          <a:latin typeface="Arial" panose="020B0604020202020204" pitchFamily="34" charset="0"/>
          <a:ea typeface="+mn-ea"/>
          <a:cs typeface="+mn-cs"/>
        </a:defRPr>
      </a:lvl1pPr>
      <a:lvl2pPr marL="712875" indent="-356438" algn="l" defTabSz="913943" rtl="0" eaLnBrk="1" latinLnBrk="0" hangingPunct="1">
        <a:spcBef>
          <a:spcPct val="20000"/>
        </a:spcBef>
        <a:buClr>
          <a:schemeClr val="tx2"/>
        </a:buClr>
        <a:buSzPct val="110000"/>
        <a:buFont typeface="EYInterstate Light" panose="02000506000000020004" pitchFamily="2" charset="0"/>
        <a:buChar char="•"/>
        <a:defRPr sz="1799" kern="1200">
          <a:solidFill>
            <a:schemeClr val="tx1"/>
          </a:solidFill>
          <a:latin typeface="Arial" panose="020B0604020202020204" pitchFamily="34" charset="0"/>
          <a:ea typeface="+mn-ea"/>
          <a:cs typeface="+mn-cs"/>
        </a:defRPr>
      </a:lvl2pPr>
      <a:lvl3pPr marL="1069313" indent="-356438" algn="l" defTabSz="913943" rtl="0" eaLnBrk="1" latinLnBrk="0" hangingPunct="1">
        <a:spcBef>
          <a:spcPct val="20000"/>
        </a:spcBef>
        <a:buClr>
          <a:schemeClr val="tx2"/>
        </a:buClr>
        <a:buSzPct val="110000"/>
        <a:buFont typeface="EYInterstate Light" panose="02000506000000020004" pitchFamily="2" charset="0"/>
        <a:buChar char="•"/>
        <a:defRPr sz="1599" kern="1200">
          <a:solidFill>
            <a:schemeClr val="tx1"/>
          </a:solidFill>
          <a:latin typeface="Arial" panose="020B0604020202020204" pitchFamily="34" charset="0"/>
          <a:ea typeface="+mn-ea"/>
          <a:cs typeface="+mn-cs"/>
        </a:defRPr>
      </a:lvl3pPr>
      <a:lvl4pPr marL="1425751" indent="-356438" algn="l" defTabSz="913943" rtl="0" eaLnBrk="1" latinLnBrk="0" hangingPunct="1">
        <a:spcBef>
          <a:spcPct val="20000"/>
        </a:spcBef>
        <a:buClr>
          <a:schemeClr val="tx2"/>
        </a:buClr>
        <a:buSzPct val="110000"/>
        <a:buFont typeface="EYInterstate Light" panose="02000506000000020004" pitchFamily="2" charset="0"/>
        <a:buChar char="•"/>
        <a:defRPr sz="1399" kern="1200">
          <a:solidFill>
            <a:schemeClr val="tx1"/>
          </a:solidFill>
          <a:latin typeface="Arial" panose="020B0604020202020204" pitchFamily="34" charset="0"/>
          <a:ea typeface="+mn-ea"/>
          <a:cs typeface="+mn-cs"/>
        </a:defRPr>
      </a:lvl4pPr>
      <a:lvl5pPr marL="1782188" indent="-356438" algn="l" defTabSz="913943" rtl="0" eaLnBrk="1" latinLnBrk="0" hangingPunct="1">
        <a:spcBef>
          <a:spcPct val="20000"/>
        </a:spcBef>
        <a:buClr>
          <a:schemeClr val="tx2"/>
        </a:buClr>
        <a:buSzPct val="110000"/>
        <a:buFont typeface="EYInterstate Light" panose="02000506000000020004" pitchFamily="2" charset="0"/>
        <a:buChar char="•"/>
        <a:defRPr sz="1199" kern="1200">
          <a:solidFill>
            <a:schemeClr val="tx1"/>
          </a:solidFill>
          <a:latin typeface="Arial" panose="020B0604020202020204" pitchFamily="34"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918D27D-E8E0-4F2F-AEDD-7BCBF85521B1}"/>
              </a:ext>
            </a:extLst>
          </p:cNvPr>
          <p:cNvGraphicFramePr>
            <a:graphicFrameLocks noChangeAspect="1"/>
          </p:cNvGraphicFramePr>
          <p:nvPr userDrawn="1">
            <p:custDataLst>
              <p:tags r:id="rId11"/>
            </p:custDataLst>
            <p:extLst>
              <p:ext uri="{D42A27DB-BD31-4B8C-83A1-F6EECF244321}">
                <p14:modId xmlns:p14="http://schemas.microsoft.com/office/powerpoint/2010/main" val="1960903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15" imgH="416" progId="TCLayout.ActiveDocument.1">
                  <p:embed/>
                </p:oleObj>
              </mc:Choice>
              <mc:Fallback>
                <p:oleObj name="think-cell Slide" r:id="rId12" imgW="415" imgH="416" progId="TCLayout.ActiveDocument.1">
                  <p:embed/>
                  <p:pic>
                    <p:nvPicPr>
                      <p:cNvPr id="9" name="Object 8" hidden="1">
                        <a:extLst>
                          <a:ext uri="{FF2B5EF4-FFF2-40B4-BE49-F238E27FC236}">
                            <a16:creationId xmlns:a16="http://schemas.microsoft.com/office/drawing/2014/main" id="{F918D27D-E8E0-4F2F-AEDD-7BCBF85521B1}"/>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6"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 name="Body"/>
          <p:cNvSpPr>
            <a:spLocks noGrp="1"/>
          </p:cNvSpPr>
          <p:nvPr>
            <p:ph type="body" idx="1"/>
          </p:nvPr>
        </p:nvSpPr>
        <p:spPr>
          <a:xfrm>
            <a:off x="685801" y="1476001"/>
            <a:ext cx="10821419" cy="4315200"/>
          </a:xfrm>
          <a:prstGeom prst="rect">
            <a:avLst/>
          </a:prstGeom>
        </p:spPr>
        <p:txBody>
          <a:bodyPr vert="horz" lIns="0" tIns="0" rIns="0" bIns="0" rtlCol="0">
            <a:noAutofit/>
          </a:bodyPr>
          <a:lstStyle/>
          <a:p>
            <a:pPr lvl="0"/>
            <a:r>
              <a:rPr lang="en-US"/>
              <a:t>Main bullet. 28 pt. black.</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63256"/>
            <a:ext cx="10811257" cy="679745"/>
          </a:xfrm>
          <a:prstGeom prst="rect">
            <a:avLst/>
          </a:prstGeom>
        </p:spPr>
        <p:txBody>
          <a:bodyPr vert="horz" lIns="0" tIns="0" rIns="0" bIns="0" rtlCol="0" anchor="t" anchorCtr="0">
            <a:noAutofit/>
          </a:bodyPr>
          <a:lstStyle/>
          <a:p>
            <a:r>
              <a:rPr lang="en-US"/>
              <a:t>Click to edit Master title style</a:t>
            </a:r>
          </a:p>
        </p:txBody>
      </p:sp>
      <p:pic>
        <p:nvPicPr>
          <p:cNvPr id="13" name="Picture 12" descr="A close up of a sign&#10;&#10;Description automatically generated">
            <a:extLst>
              <a:ext uri="{FF2B5EF4-FFF2-40B4-BE49-F238E27FC236}">
                <a16:creationId xmlns:a16="http://schemas.microsoft.com/office/drawing/2014/main" id="{162CCC71-9120-A34E-9A0C-034B6551F5B6}"/>
              </a:ext>
            </a:extLst>
          </p:cNvPr>
          <p:cNvPicPr>
            <a:picLocks noChangeAspect="1"/>
          </p:cNvPicPr>
          <p:nvPr userDrawn="1"/>
        </p:nvPicPr>
        <p:blipFill>
          <a:blip r:embed="rId14"/>
          <a:stretch>
            <a:fillRect/>
          </a:stretch>
        </p:blipFill>
        <p:spPr>
          <a:xfrm>
            <a:off x="332472" y="6353119"/>
            <a:ext cx="1305847" cy="326462"/>
          </a:xfrm>
          <a:prstGeom prst="rect">
            <a:avLst/>
          </a:prstGeom>
        </p:spPr>
      </p:pic>
      <p:cxnSp>
        <p:nvCxnSpPr>
          <p:cNvPr id="11" name="Straight Connector 10"/>
          <p:cNvCxnSpPr/>
          <p:nvPr userDrawn="1"/>
        </p:nvCxnSpPr>
        <p:spPr>
          <a:xfrm>
            <a:off x="694946" y="126143"/>
            <a:ext cx="10820398" cy="0"/>
          </a:xfrm>
          <a:prstGeom prst="line">
            <a:avLst/>
          </a:prstGeom>
          <a:ln w="254000">
            <a:solidFill>
              <a:srgbClr val="CE11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129999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p:txStyles>
    <p:titleStyle>
      <a:lvl1pPr marL="0" algn="l" defTabSz="914378" rtl="0" eaLnBrk="1" latinLnBrk="0" hangingPunct="1">
        <a:lnSpc>
          <a:spcPct val="80000"/>
        </a:lnSpc>
        <a:spcBef>
          <a:spcPct val="0"/>
        </a:spcBef>
        <a:buNone/>
        <a:defRPr lang="en-US" sz="3200" b="1" kern="1200" baseline="0" dirty="0">
          <a:solidFill>
            <a:schemeClr val="tx1"/>
          </a:solidFill>
          <a:latin typeface="Arial" panose="020B0604020202020204" pitchFamily="34" charset="0"/>
          <a:ea typeface="+mj-ea"/>
          <a:cs typeface="Arial" panose="020B0604020202020204" pitchFamily="34" charset="0"/>
        </a:defRPr>
      </a:lvl1pPr>
    </p:titleStyle>
    <p:bodyStyle>
      <a:lvl1pPr marL="219451"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sz="2800" kern="1200">
          <a:solidFill>
            <a:schemeClr val="tx1"/>
          </a:solidFill>
          <a:latin typeface="+mn-lt"/>
          <a:ea typeface="+mn-ea"/>
          <a:cs typeface="+mn-cs"/>
        </a:defRPr>
      </a:lvl1pPr>
      <a:lvl2pPr marL="438901" indent="-219451" algn="l" defTabSz="914378"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76"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sz="2000" kern="1200">
          <a:solidFill>
            <a:schemeClr val="tx1"/>
          </a:solidFill>
          <a:latin typeface="+mn-lt"/>
          <a:ea typeface="+mn-ea"/>
          <a:cs typeface="+mn-cs"/>
        </a:defRPr>
      </a:lvl3pPr>
      <a:lvl4pPr marL="841227" indent="-219451" algn="l" defTabSz="914378"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678" indent="-219451" algn="l" defTabSz="914378" rtl="0" eaLnBrk="1" latinLnBrk="0" hangingPunct="1">
        <a:lnSpc>
          <a:spcPct val="100000"/>
        </a:lnSpc>
        <a:spcBef>
          <a:spcPts val="0"/>
        </a:spcBef>
        <a:spcAft>
          <a:spcPts val="600"/>
        </a:spcAft>
        <a:buClr>
          <a:schemeClr val="tx2"/>
        </a:buClr>
        <a:buSzPct val="75000"/>
        <a:buFont typeface="Arial" panose="020B0604020202020204" pitchFamily="34" charset="0"/>
        <a:buChar char="•"/>
        <a:defRPr sz="20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p15:clr>
            <a:srgbClr val="547EBF"/>
          </p15:clr>
        </p15:guide>
        <p15:guide id="3" pos="432">
          <p15:clr>
            <a:srgbClr val="547EBF"/>
          </p15:clr>
        </p15:guide>
        <p15:guide id="4" orient="horz" pos="3888">
          <p15:clr>
            <a:srgbClr val="547EBF"/>
          </p15:clr>
        </p15:guide>
        <p15:guide id="5" orient="horz" pos="288">
          <p15:clr>
            <a:srgbClr val="547EBF"/>
          </p15:clr>
        </p15:guide>
        <p15:guide id="6" pos="1417">
          <p15:clr>
            <a:srgbClr val="A4A3A4"/>
          </p15:clr>
        </p15:guide>
        <p15:guide id="7" pos="1609">
          <p15:clr>
            <a:srgbClr val="A4A3A4"/>
          </p15:clr>
        </p15:guide>
        <p15:guide id="8" pos="3744">
          <p15:clr>
            <a:srgbClr val="A4A3A4"/>
          </p15:clr>
        </p15:guide>
        <p15:guide id="9" pos="3936">
          <p15:clr>
            <a:srgbClr val="A4A3A4"/>
          </p15:clr>
        </p15:guide>
        <p15:guide id="10" pos="4921">
          <p15:clr>
            <a:srgbClr val="A4A3A4"/>
          </p15:clr>
        </p15:guide>
        <p15:guide id="11" pos="5088">
          <p15:clr>
            <a:srgbClr val="A4A3A4"/>
          </p15:clr>
        </p15:guide>
        <p15:guide id="12" pos="6073">
          <p15:clr>
            <a:srgbClr val="A4A3A4"/>
          </p15:clr>
        </p15:guide>
        <p15:guide id="13" pos="6265">
          <p15:clr>
            <a:srgbClr val="A4A3A4"/>
          </p15:clr>
        </p15:guide>
        <p15:guide id="14" pos="2592">
          <p15:clr>
            <a:srgbClr val="A4A3A4"/>
          </p15:clr>
        </p15:guide>
        <p15:guide id="15" pos="2761">
          <p15:clr>
            <a:srgbClr val="A4A3A4"/>
          </p15:clr>
        </p15:guide>
        <p15:guide id="16" orient="horz" pos="720">
          <p15:clr>
            <a:srgbClr val="547EBF"/>
          </p15:clr>
        </p15:guide>
        <p15:guide id="17" orient="horz" pos="480">
          <p15:clr>
            <a:srgbClr val="547EBF"/>
          </p15:clr>
        </p15:guide>
        <p15:guide id="18" orient="horz" pos="984">
          <p15:clr>
            <a:srgbClr val="F26B43"/>
          </p15:clr>
        </p15:guide>
        <p15:guide id="19" orient="horz" pos="36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749A3386-7216-A3EF-BC99-0484318D5FC4}"/>
              </a:ext>
            </a:extLst>
          </p:cNvPr>
          <p:cNvGraphicFramePr>
            <a:graphicFrameLocks noChangeAspect="1"/>
          </p:cNvGraphicFramePr>
          <p:nvPr userDrawn="1">
            <p:custDataLst>
              <p:tags r:id="rId27"/>
            </p:custDataLst>
            <p:extLst>
              <p:ext uri="{D42A27DB-BD31-4B8C-83A1-F6EECF244321}">
                <p14:modId xmlns:p14="http://schemas.microsoft.com/office/powerpoint/2010/main" val="2699511767"/>
              </p:ext>
            </p:extLst>
          </p:nvPr>
        </p:nvGraphicFramePr>
        <p:xfrm>
          <a:off x="1590" y="1589"/>
          <a:ext cx="1588" cy="1588"/>
        </p:xfrm>
        <a:graphic>
          <a:graphicData uri="http://schemas.openxmlformats.org/presentationml/2006/ole">
            <mc:AlternateContent xmlns:mc="http://schemas.openxmlformats.org/markup-compatibility/2006">
              <mc:Choice xmlns:v="urn:schemas-microsoft-com:vml" Requires="v">
                <p:oleObj name="think-cell Slide" r:id="rId28" imgW="351" imgH="350" progId="TCLayout.ActiveDocument.1">
                  <p:embed/>
                </p:oleObj>
              </mc:Choice>
              <mc:Fallback>
                <p:oleObj name="think-cell Slide" r:id="rId28" imgW="351" imgH="350" progId="TCLayout.ActiveDocument.1">
                  <p:embed/>
                  <p:pic>
                    <p:nvPicPr>
                      <p:cNvPr id="7" name="Object 6">
                        <a:extLst>
                          <a:ext uri="{FF2B5EF4-FFF2-40B4-BE49-F238E27FC236}">
                            <a16:creationId xmlns:a16="http://schemas.microsoft.com/office/drawing/2014/main" id="{749A3386-7216-A3EF-BC99-0484318D5FC4}"/>
                          </a:ext>
                        </a:extLst>
                      </p:cNvPr>
                      <p:cNvPicPr/>
                      <p:nvPr/>
                    </p:nvPicPr>
                    <p:blipFill>
                      <a:blip r:embed="rId29"/>
                      <a:stretch>
                        <a:fillRect/>
                      </a:stretch>
                    </p:blipFill>
                    <p:spPr>
                      <a:xfrm>
                        <a:off x="1590" y="1589"/>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a:xfrm>
            <a:off x="457200" y="914400"/>
            <a:ext cx="11522198" cy="204671"/>
          </a:xfrm>
          <a:prstGeom prst="rect">
            <a:avLst/>
          </a:prstGeom>
        </p:spPr>
        <p:txBody>
          <a:bodyPr vert="horz" wrap="square" lIns="0" tIns="0" rIns="0" bIns="0" rtlCol="0">
            <a:spAutoFit/>
          </a:bodyPr>
          <a:lstStyle/>
          <a:p>
            <a:pPr lvl="0"/>
            <a:endParaRPr lang="en-US"/>
          </a:p>
        </p:txBody>
      </p:sp>
      <p:sp>
        <p:nvSpPr>
          <p:cNvPr id="2" name="Title Placeholder 1"/>
          <p:cNvSpPr>
            <a:spLocks noGrp="1"/>
          </p:cNvSpPr>
          <p:nvPr userDrawn="1">
            <p:ph type="title"/>
          </p:nvPr>
        </p:nvSpPr>
        <p:spPr>
          <a:xfrm>
            <a:off x="441203" y="413524"/>
            <a:ext cx="11522198" cy="430887"/>
          </a:xfrm>
          <a:prstGeom prst="rect">
            <a:avLst/>
          </a:prstGeom>
        </p:spPr>
        <p:txBody>
          <a:bodyPr vert="horz" wrap="square" lIns="0" tIns="0" rIns="0" bIns="0" rtlCol="0" anchor="t">
            <a:spAutoFit/>
          </a:bodyPr>
          <a:lstStyle/>
          <a:p>
            <a:endParaRPr lang="en-US"/>
          </a:p>
        </p:txBody>
      </p:sp>
      <p:sp>
        <p:nvSpPr>
          <p:cNvPr id="12" name="Rectangle 11">
            <a:extLst>
              <a:ext uri="{FF2B5EF4-FFF2-40B4-BE49-F238E27FC236}">
                <a16:creationId xmlns:a16="http://schemas.microsoft.com/office/drawing/2014/main" id="{0E9C28EF-4910-CB32-214D-631F1888E5A3}"/>
              </a:ext>
            </a:extLst>
          </p:cNvPr>
          <p:cNvSpPr/>
          <p:nvPr userDrawn="1"/>
        </p:nvSpPr>
        <p:spPr>
          <a:xfrm>
            <a:off x="0" y="-469720"/>
            <a:ext cx="270000" cy="27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3" name="Rectangle 12">
            <a:extLst>
              <a:ext uri="{FF2B5EF4-FFF2-40B4-BE49-F238E27FC236}">
                <a16:creationId xmlns:a16="http://schemas.microsoft.com/office/drawing/2014/main" id="{86ED80CA-D172-7331-A754-FAEAA89DA43D}"/>
              </a:ext>
            </a:extLst>
          </p:cNvPr>
          <p:cNvSpPr/>
          <p:nvPr userDrawn="1"/>
        </p:nvSpPr>
        <p:spPr>
          <a:xfrm>
            <a:off x="1224810" y="-469720"/>
            <a:ext cx="270000" cy="27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4" name="Rectangle 13">
            <a:extLst>
              <a:ext uri="{FF2B5EF4-FFF2-40B4-BE49-F238E27FC236}">
                <a16:creationId xmlns:a16="http://schemas.microsoft.com/office/drawing/2014/main" id="{E5BB126D-CEFB-C3D6-9C81-2043A858F60A}"/>
              </a:ext>
            </a:extLst>
          </p:cNvPr>
          <p:cNvSpPr/>
          <p:nvPr userDrawn="1"/>
        </p:nvSpPr>
        <p:spPr>
          <a:xfrm>
            <a:off x="1531012" y="-469720"/>
            <a:ext cx="270000" cy="27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5" name="Rectangle 14">
            <a:extLst>
              <a:ext uri="{FF2B5EF4-FFF2-40B4-BE49-F238E27FC236}">
                <a16:creationId xmlns:a16="http://schemas.microsoft.com/office/drawing/2014/main" id="{0E36BBDB-A92A-2AE3-B2DF-9371EFC1F54E}"/>
              </a:ext>
            </a:extLst>
          </p:cNvPr>
          <p:cNvSpPr/>
          <p:nvPr userDrawn="1"/>
        </p:nvSpPr>
        <p:spPr>
          <a:xfrm>
            <a:off x="306202" y="-469720"/>
            <a:ext cx="270000" cy="270000"/>
          </a:xfrm>
          <a:prstGeom prst="rect">
            <a:avLst/>
          </a:prstGeom>
          <a:gradFill>
            <a:gsLst>
              <a:gs pos="50000">
                <a:schemeClr val="accent1"/>
              </a:gs>
              <a:gs pos="0">
                <a:srgbClr val="C41974"/>
              </a:gs>
              <a:gs pos="100000">
                <a:srgbClr val="FF593D"/>
              </a:gs>
            </a:gsLst>
            <a:lin ang="19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6" name="Rectangle 15">
            <a:extLst>
              <a:ext uri="{FF2B5EF4-FFF2-40B4-BE49-F238E27FC236}">
                <a16:creationId xmlns:a16="http://schemas.microsoft.com/office/drawing/2014/main" id="{63AB9E3B-ADE7-8278-F1B4-0C43163CE22E}"/>
              </a:ext>
            </a:extLst>
          </p:cNvPr>
          <p:cNvSpPr/>
          <p:nvPr userDrawn="1"/>
        </p:nvSpPr>
        <p:spPr>
          <a:xfrm>
            <a:off x="1837215" y="-469720"/>
            <a:ext cx="270000" cy="27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7" name="Rectangle 16">
            <a:extLst>
              <a:ext uri="{FF2B5EF4-FFF2-40B4-BE49-F238E27FC236}">
                <a16:creationId xmlns:a16="http://schemas.microsoft.com/office/drawing/2014/main" id="{48BC83E3-560C-EFC3-B838-1AC80E4B8C7D}"/>
              </a:ext>
            </a:extLst>
          </p:cNvPr>
          <p:cNvSpPr/>
          <p:nvPr userDrawn="1"/>
        </p:nvSpPr>
        <p:spPr>
          <a:xfrm>
            <a:off x="2143418" y="-469720"/>
            <a:ext cx="270000" cy="27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8" name="Rectangle 17">
            <a:extLst>
              <a:ext uri="{FF2B5EF4-FFF2-40B4-BE49-F238E27FC236}">
                <a16:creationId xmlns:a16="http://schemas.microsoft.com/office/drawing/2014/main" id="{F04C4D0E-FD60-E8A2-FD2A-C17AF1A94D33}"/>
              </a:ext>
            </a:extLst>
          </p:cNvPr>
          <p:cNvSpPr/>
          <p:nvPr userDrawn="1"/>
        </p:nvSpPr>
        <p:spPr>
          <a:xfrm>
            <a:off x="2449620" y="-469720"/>
            <a:ext cx="270000" cy="27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9" name="Rectangle 18">
            <a:extLst>
              <a:ext uri="{FF2B5EF4-FFF2-40B4-BE49-F238E27FC236}">
                <a16:creationId xmlns:a16="http://schemas.microsoft.com/office/drawing/2014/main" id="{F7C9F3C6-21CD-A9A7-1705-7F185A9F91C7}"/>
              </a:ext>
            </a:extLst>
          </p:cNvPr>
          <p:cNvSpPr/>
          <p:nvPr userDrawn="1"/>
        </p:nvSpPr>
        <p:spPr>
          <a:xfrm>
            <a:off x="2755823" y="-469720"/>
            <a:ext cx="270000" cy="270000"/>
          </a:xfrm>
          <a:prstGeom prst="rect">
            <a:avLst/>
          </a:prstGeom>
          <a:solidFill>
            <a:srgbClr val="0058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0" name="Rectangle 19">
            <a:extLst>
              <a:ext uri="{FF2B5EF4-FFF2-40B4-BE49-F238E27FC236}">
                <a16:creationId xmlns:a16="http://schemas.microsoft.com/office/drawing/2014/main" id="{8ED5A6FF-65DC-6F30-A103-0E702AA3F34A}"/>
              </a:ext>
            </a:extLst>
          </p:cNvPr>
          <p:cNvSpPr/>
          <p:nvPr userDrawn="1"/>
        </p:nvSpPr>
        <p:spPr>
          <a:xfrm>
            <a:off x="3062026" y="-469720"/>
            <a:ext cx="270000" cy="270000"/>
          </a:xfrm>
          <a:prstGeom prst="rect">
            <a:avLst/>
          </a:prstGeom>
          <a:solidFill>
            <a:srgbClr val="5A2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1" name="Rectangle 20">
            <a:extLst>
              <a:ext uri="{FF2B5EF4-FFF2-40B4-BE49-F238E27FC236}">
                <a16:creationId xmlns:a16="http://schemas.microsoft.com/office/drawing/2014/main" id="{328BBB60-6E93-E81C-9D07-5D58D169E43A}"/>
              </a:ext>
            </a:extLst>
          </p:cNvPr>
          <p:cNvSpPr/>
          <p:nvPr userDrawn="1"/>
        </p:nvSpPr>
        <p:spPr>
          <a:xfrm>
            <a:off x="612404" y="-469720"/>
            <a:ext cx="270000" cy="270000"/>
          </a:xfrm>
          <a:prstGeom prst="rect">
            <a:avLst/>
          </a:prstGeom>
          <a:solidFill>
            <a:srgbClr val="415A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2" name="Rectangle 21">
            <a:extLst>
              <a:ext uri="{FF2B5EF4-FFF2-40B4-BE49-F238E27FC236}">
                <a16:creationId xmlns:a16="http://schemas.microsoft.com/office/drawing/2014/main" id="{39F699F3-5244-0857-E241-80098E1C0B00}"/>
              </a:ext>
            </a:extLst>
          </p:cNvPr>
          <p:cNvSpPr/>
          <p:nvPr userDrawn="1"/>
        </p:nvSpPr>
        <p:spPr>
          <a:xfrm>
            <a:off x="918607" y="-469720"/>
            <a:ext cx="270000" cy="27000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4" name="Slide Number Placeholder 3">
            <a:extLst>
              <a:ext uri="{FF2B5EF4-FFF2-40B4-BE49-F238E27FC236}">
                <a16:creationId xmlns:a16="http://schemas.microsoft.com/office/drawing/2014/main" id="{A9821642-7409-24D1-C9F6-ECD1A25333D1}"/>
              </a:ext>
            </a:extLst>
          </p:cNvPr>
          <p:cNvSpPr>
            <a:spLocks noGrp="1"/>
          </p:cNvSpPr>
          <p:nvPr>
            <p:ph type="sldNum" sz="quarter" idx="4"/>
          </p:nvPr>
        </p:nvSpPr>
        <p:spPr>
          <a:xfrm>
            <a:off x="11623410" y="6486798"/>
            <a:ext cx="422286" cy="246222"/>
          </a:xfrm>
          <a:prstGeom prst="rect">
            <a:avLst/>
          </a:prstGeom>
        </p:spPr>
        <p:txBody>
          <a:bodyPr/>
          <a:lstStyle>
            <a:lvl1pPr algn="l">
              <a:defRPr sz="1000"/>
            </a:lvl1pPr>
          </a:lstStyle>
          <a:p>
            <a:fld id="{2AD60A62-D79C-4E7D-8F8E-8A07D848AD24}" type="slidenum">
              <a:rPr lang="en-US" smtClean="0"/>
              <a:pPr/>
              <a:t>‹#›</a:t>
            </a:fld>
            <a:endParaRPr lang="en-US"/>
          </a:p>
        </p:txBody>
      </p:sp>
    </p:spTree>
    <p:extLst>
      <p:ext uri="{BB962C8B-B14F-4D97-AF65-F5344CB8AC3E}">
        <p14:creationId xmlns:p14="http://schemas.microsoft.com/office/powerpoint/2010/main" val="114247118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 id="2147483820" r:id="rId17"/>
    <p:sldLayoutId id="2147483821" r:id="rId18"/>
    <p:sldLayoutId id="2147483822" r:id="rId19"/>
    <p:sldLayoutId id="2147483823" r:id="rId20"/>
    <p:sldLayoutId id="2147483824" r:id="rId21"/>
    <p:sldLayoutId id="2147483825" r:id="rId22"/>
    <p:sldLayoutId id="2147483826" r:id="rId23"/>
    <p:sldLayoutId id="2147483827" r:id="rId24"/>
    <p:sldLayoutId id="2147483828"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292348" rtl="0" eaLnBrk="1" latinLnBrk="0" hangingPunct="1">
        <a:lnSpc>
          <a:spcPct val="70000"/>
        </a:lnSpc>
        <a:spcBef>
          <a:spcPct val="0"/>
        </a:spcBef>
        <a:buNone/>
        <a:defRPr sz="4000" b="0" kern="1200" cap="all" baseline="0">
          <a:solidFill>
            <a:schemeClr val="accent1"/>
          </a:solidFill>
          <a:latin typeface="Energy Display" panose="020B0508050000020004" pitchFamily="34" charset="0"/>
          <a:ea typeface="+mj-ea"/>
          <a:cs typeface="Energy Display" panose="020B0508050000020004" pitchFamily="34" charset="0"/>
        </a:defRPr>
      </a:lvl1pPr>
    </p:titleStyle>
    <p:bodyStyle>
      <a:lvl1pPr marL="0" indent="0" algn="l" defTabSz="292348" rtl="0" eaLnBrk="1" latinLnBrk="0" hangingPunct="1">
        <a:lnSpc>
          <a:spcPct val="95000"/>
        </a:lnSpc>
        <a:spcBef>
          <a:spcPts val="0"/>
        </a:spcBef>
        <a:spcAft>
          <a:spcPts val="160"/>
        </a:spcAft>
        <a:buFont typeface="Arial" panose="020B0604020202020204" pitchFamily="34" charset="0"/>
        <a:buNone/>
        <a:defRPr sz="1400" b="0" kern="1200">
          <a:solidFill>
            <a:schemeClr val="tx2"/>
          </a:solidFill>
          <a:latin typeface="+mn-lt"/>
          <a:ea typeface="+mn-ea"/>
          <a:cs typeface="+mn-cs"/>
        </a:defRPr>
      </a:lvl1pPr>
      <a:lvl2pPr marL="0" indent="0" algn="l" defTabSz="292348" rtl="0" eaLnBrk="1" latinLnBrk="0" hangingPunct="1">
        <a:lnSpc>
          <a:spcPct val="95000"/>
        </a:lnSpc>
        <a:spcBef>
          <a:spcPts val="0"/>
        </a:spcBef>
        <a:spcAft>
          <a:spcPts val="160"/>
        </a:spcAft>
        <a:buFont typeface="Arial" panose="020B0604020202020204" pitchFamily="34" charset="0"/>
        <a:buNone/>
        <a:defRPr sz="900" b="0" kern="1200">
          <a:solidFill>
            <a:schemeClr val="tx2"/>
          </a:solidFill>
          <a:latin typeface="+mn-lt"/>
          <a:ea typeface="+mn-ea"/>
          <a:cs typeface="+mn-cs"/>
        </a:defRPr>
      </a:lvl2pPr>
      <a:lvl3pPr marL="40283" indent="-40283" algn="l" defTabSz="292348" rtl="0" eaLnBrk="1" latinLnBrk="0" hangingPunct="1">
        <a:lnSpc>
          <a:spcPct val="95000"/>
        </a:lnSpc>
        <a:spcBef>
          <a:spcPts val="0"/>
        </a:spcBef>
        <a:spcAft>
          <a:spcPts val="160"/>
        </a:spcAft>
        <a:buFont typeface="Arial" panose="020B0604020202020204" pitchFamily="34" charset="0"/>
        <a:buChar char="•"/>
        <a:defRPr sz="900" kern="1200">
          <a:solidFill>
            <a:schemeClr val="tx2"/>
          </a:solidFill>
          <a:latin typeface="+mn-lt"/>
          <a:ea typeface="+mn-ea"/>
          <a:cs typeface="+mn-cs"/>
        </a:defRPr>
      </a:lvl3pPr>
      <a:lvl4pPr marL="80568" indent="-40283" algn="l" defTabSz="292348" rtl="0" eaLnBrk="1" latinLnBrk="0" hangingPunct="1">
        <a:lnSpc>
          <a:spcPct val="95000"/>
        </a:lnSpc>
        <a:spcBef>
          <a:spcPts val="0"/>
        </a:spcBef>
        <a:spcAft>
          <a:spcPts val="160"/>
        </a:spcAft>
        <a:buFont typeface="Energy" panose="020B0603020203020004" pitchFamily="34" charset="0"/>
        <a:buChar char="–"/>
        <a:defRPr sz="700" kern="1200">
          <a:solidFill>
            <a:schemeClr val="tx2"/>
          </a:solidFill>
          <a:latin typeface="+mn-lt"/>
          <a:ea typeface="+mn-ea"/>
          <a:cs typeface="+mn-cs"/>
        </a:defRPr>
      </a:lvl4pPr>
      <a:lvl5pPr marL="120852" indent="-40283" algn="l" defTabSz="292348" rtl="0" eaLnBrk="1" latinLnBrk="0" hangingPunct="1">
        <a:lnSpc>
          <a:spcPct val="95000"/>
        </a:lnSpc>
        <a:spcBef>
          <a:spcPts val="0"/>
        </a:spcBef>
        <a:spcAft>
          <a:spcPts val="160"/>
        </a:spcAft>
        <a:buFont typeface="Energy" panose="020B0603020203020004" pitchFamily="34" charset="0"/>
        <a:buChar char="–"/>
        <a:defRPr sz="500" b="0" kern="1200">
          <a:solidFill>
            <a:schemeClr val="tx2"/>
          </a:solidFill>
          <a:latin typeface="+mn-lt"/>
          <a:ea typeface="+mn-ea"/>
          <a:cs typeface="+mn-cs"/>
        </a:defRPr>
      </a:lvl5pPr>
      <a:lvl6pPr marL="0" indent="0" algn="l" defTabSz="292348" rtl="0" eaLnBrk="1" latinLnBrk="0" hangingPunct="1">
        <a:lnSpc>
          <a:spcPct val="95000"/>
        </a:lnSpc>
        <a:spcBef>
          <a:spcPts val="0"/>
        </a:spcBef>
        <a:spcAft>
          <a:spcPts val="160"/>
        </a:spcAft>
        <a:buFont typeface="Arial" panose="020B0604020202020204" pitchFamily="34" charset="0"/>
        <a:buNone/>
        <a:defRPr sz="700" b="1" kern="1200">
          <a:solidFill>
            <a:schemeClr val="tx2"/>
          </a:solidFill>
          <a:latin typeface="+mn-lt"/>
          <a:ea typeface="+mn-ea"/>
          <a:cs typeface="+mn-cs"/>
        </a:defRPr>
      </a:lvl6pPr>
      <a:lvl7pPr marL="0" indent="0" algn="l" defTabSz="292348" rtl="0" eaLnBrk="1" latinLnBrk="0" hangingPunct="1">
        <a:lnSpc>
          <a:spcPct val="95000"/>
        </a:lnSpc>
        <a:spcBef>
          <a:spcPts val="0"/>
        </a:spcBef>
        <a:spcAft>
          <a:spcPts val="160"/>
        </a:spcAft>
        <a:buFont typeface="Arial" panose="020B0604020202020204" pitchFamily="34" charset="0"/>
        <a:buNone/>
        <a:defRPr sz="700" kern="1200">
          <a:solidFill>
            <a:schemeClr val="tx2"/>
          </a:solidFill>
          <a:latin typeface="+mn-lt"/>
          <a:ea typeface="+mn-ea"/>
          <a:cs typeface="+mn-cs"/>
        </a:defRPr>
      </a:lvl7pPr>
      <a:lvl8pPr marL="40283" indent="-40283" algn="l" defTabSz="292348" rtl="0" eaLnBrk="1" latinLnBrk="0" hangingPunct="1">
        <a:lnSpc>
          <a:spcPct val="95000"/>
        </a:lnSpc>
        <a:spcBef>
          <a:spcPts val="0"/>
        </a:spcBef>
        <a:spcAft>
          <a:spcPts val="160"/>
        </a:spcAft>
        <a:buFont typeface="Arial" panose="020B0604020202020204" pitchFamily="34" charset="0"/>
        <a:buChar char="•"/>
        <a:defRPr sz="700" b="0" i="0" kern="1200">
          <a:solidFill>
            <a:schemeClr val="tx2"/>
          </a:solidFill>
          <a:latin typeface="+mn-lt"/>
          <a:ea typeface="+mn-ea"/>
          <a:cs typeface="+mn-cs"/>
        </a:defRPr>
      </a:lvl8pPr>
      <a:lvl9pPr marL="80568" indent="-40283" algn="l" defTabSz="292348" rtl="0" eaLnBrk="1" latinLnBrk="0" hangingPunct="1">
        <a:lnSpc>
          <a:spcPct val="95000"/>
        </a:lnSpc>
        <a:spcBef>
          <a:spcPts val="0"/>
        </a:spcBef>
        <a:spcAft>
          <a:spcPts val="160"/>
        </a:spcAft>
        <a:buFont typeface="Energy" panose="020B0603020203020004" pitchFamily="34" charset="0"/>
        <a:buChar char="–"/>
        <a:defRPr sz="500" kern="1200">
          <a:solidFill>
            <a:schemeClr val="tx2"/>
          </a:solidFill>
          <a:latin typeface="+mn-lt"/>
          <a:ea typeface="+mn-ea"/>
          <a:cs typeface="+mn-cs"/>
        </a:defRPr>
      </a:lvl9pPr>
    </p:bodyStyle>
    <p:otherStyle>
      <a:defPPr>
        <a:defRPr lang="en-US"/>
      </a:defPPr>
      <a:lvl1pPr marL="0" algn="l" defTabSz="292348" rtl="0" eaLnBrk="1" latinLnBrk="0" hangingPunct="1">
        <a:defRPr sz="576" kern="1200">
          <a:solidFill>
            <a:schemeClr val="tx1"/>
          </a:solidFill>
          <a:latin typeface="+mn-lt"/>
          <a:ea typeface="+mn-ea"/>
          <a:cs typeface="+mn-cs"/>
        </a:defRPr>
      </a:lvl1pPr>
      <a:lvl2pPr marL="146173" algn="l" defTabSz="292348" rtl="0" eaLnBrk="1" latinLnBrk="0" hangingPunct="1">
        <a:defRPr sz="576" kern="1200">
          <a:solidFill>
            <a:schemeClr val="tx1"/>
          </a:solidFill>
          <a:latin typeface="+mn-lt"/>
          <a:ea typeface="+mn-ea"/>
          <a:cs typeface="+mn-cs"/>
        </a:defRPr>
      </a:lvl2pPr>
      <a:lvl3pPr marL="292348" algn="l" defTabSz="292348" rtl="0" eaLnBrk="1" latinLnBrk="0" hangingPunct="1">
        <a:defRPr sz="576" kern="1200">
          <a:solidFill>
            <a:schemeClr val="tx1"/>
          </a:solidFill>
          <a:latin typeface="+mn-lt"/>
          <a:ea typeface="+mn-ea"/>
          <a:cs typeface="+mn-cs"/>
        </a:defRPr>
      </a:lvl3pPr>
      <a:lvl4pPr marL="438520" algn="l" defTabSz="292348" rtl="0" eaLnBrk="1" latinLnBrk="0" hangingPunct="1">
        <a:defRPr sz="576" kern="1200">
          <a:solidFill>
            <a:schemeClr val="tx1"/>
          </a:solidFill>
          <a:latin typeface="+mn-lt"/>
          <a:ea typeface="+mn-ea"/>
          <a:cs typeface="+mn-cs"/>
        </a:defRPr>
      </a:lvl4pPr>
      <a:lvl5pPr marL="584693" algn="l" defTabSz="292348" rtl="0" eaLnBrk="1" latinLnBrk="0" hangingPunct="1">
        <a:defRPr sz="576" kern="1200">
          <a:solidFill>
            <a:schemeClr val="tx1"/>
          </a:solidFill>
          <a:latin typeface="+mn-lt"/>
          <a:ea typeface="+mn-ea"/>
          <a:cs typeface="+mn-cs"/>
        </a:defRPr>
      </a:lvl5pPr>
      <a:lvl6pPr marL="730865" algn="l" defTabSz="292348" rtl="0" eaLnBrk="1" latinLnBrk="0" hangingPunct="1">
        <a:defRPr sz="576" kern="1200">
          <a:solidFill>
            <a:schemeClr val="tx1"/>
          </a:solidFill>
          <a:latin typeface="+mn-lt"/>
          <a:ea typeface="+mn-ea"/>
          <a:cs typeface="+mn-cs"/>
        </a:defRPr>
      </a:lvl6pPr>
      <a:lvl7pPr marL="877041" algn="l" defTabSz="292348" rtl="0" eaLnBrk="1" latinLnBrk="0" hangingPunct="1">
        <a:defRPr sz="576" kern="1200">
          <a:solidFill>
            <a:schemeClr val="tx1"/>
          </a:solidFill>
          <a:latin typeface="+mn-lt"/>
          <a:ea typeface="+mn-ea"/>
          <a:cs typeface="+mn-cs"/>
        </a:defRPr>
      </a:lvl7pPr>
      <a:lvl8pPr marL="1023212" algn="l" defTabSz="292348" rtl="0" eaLnBrk="1" latinLnBrk="0" hangingPunct="1">
        <a:defRPr sz="576" kern="1200">
          <a:solidFill>
            <a:schemeClr val="tx1"/>
          </a:solidFill>
          <a:latin typeface="+mn-lt"/>
          <a:ea typeface="+mn-ea"/>
          <a:cs typeface="+mn-cs"/>
        </a:defRPr>
      </a:lvl8pPr>
      <a:lvl9pPr marL="1169386" algn="l" defTabSz="292348" rtl="0" eaLnBrk="1" latinLnBrk="0" hangingPunct="1">
        <a:defRPr sz="576" kern="1200">
          <a:solidFill>
            <a:schemeClr val="tx1"/>
          </a:solidFill>
          <a:latin typeface="+mn-lt"/>
          <a:ea typeface="+mn-ea"/>
          <a:cs typeface="+mn-cs"/>
        </a:defRPr>
      </a:lvl9pPr>
    </p:otherStyle>
  </p:txStyles>
  <p:extLst>
    <p:ext uri="{27BBF7A9-308A-43DC-89C8-2F10F3537804}">
      <p15:sldGuideLst xmlns:p15="http://schemas.microsoft.com/office/powerpoint/2012/main">
        <p15:guide id="4" pos="7541">
          <p15:clr>
            <a:srgbClr val="F26B43"/>
          </p15:clr>
        </p15:guide>
        <p15:guide id="5" pos="7819">
          <p15:clr>
            <a:srgbClr val="F26B43"/>
          </p15:clr>
        </p15:guide>
        <p15:guide id="6" pos="4437">
          <p15:clr>
            <a:srgbClr val="F26B43"/>
          </p15:clr>
        </p15:guide>
        <p15:guide id="12" pos="10787">
          <p15:clr>
            <a:srgbClr val="F26B43"/>
          </p15:clr>
        </p15:guide>
        <p15:guide id="15" pos="4573">
          <p15:clr>
            <a:srgbClr val="F26B43"/>
          </p15:clr>
        </p15:guide>
        <p15:guide id="23" pos="14779">
          <p15:clr>
            <a:srgbClr val="F26B43"/>
          </p15:clr>
        </p15:guide>
        <p15:guide id="27" orient="horz" pos="487">
          <p15:clr>
            <a:srgbClr val="F26B43"/>
          </p15:clr>
        </p15:guide>
        <p15:guide id="30" orient="horz" pos="3912">
          <p15:clr>
            <a:srgbClr val="F26B43"/>
          </p15:clr>
        </p15:guide>
        <p15:guide id="35" orient="horz" pos="7043">
          <p15:clr>
            <a:srgbClr val="F26B43"/>
          </p15:clr>
        </p15:guide>
        <p15:guide id="37" pos="7680">
          <p15:clr>
            <a:srgbClr val="F26B43"/>
          </p15:clr>
        </p15:guide>
        <p15:guide id="38" pos="4709">
          <p15:clr>
            <a:srgbClr val="F26B43"/>
          </p15:clr>
        </p15:guide>
        <p15:guide id="49" pos="10651">
          <p15:clr>
            <a:srgbClr val="F26B43"/>
          </p15:clr>
        </p15:guide>
        <p15:guide id="52" orient="horz" pos="8130">
          <p15:clr>
            <a:srgbClr val="F26B43"/>
          </p15:clr>
        </p15:guide>
        <p15:guide id="53" pos="536">
          <p15:clr>
            <a:srgbClr val="F26B43"/>
          </p15:clr>
        </p15:guide>
        <p15:guide id="54" pos="1092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9A3386-7216-A3EF-BC99-0484318D5FC4}"/>
              </a:ext>
            </a:extLst>
          </p:cNvPr>
          <p:cNvGraphicFramePr>
            <a:graphicFrameLocks noChangeAspect="1"/>
          </p:cNvGraphicFramePr>
          <p:nvPr userDrawn="1">
            <p:custDataLst>
              <p:tags r:id="rId60"/>
            </p:custDataLst>
            <p:extLst>
              <p:ext uri="{D42A27DB-BD31-4B8C-83A1-F6EECF244321}">
                <p14:modId xmlns:p14="http://schemas.microsoft.com/office/powerpoint/2010/main" val="2757013724"/>
              </p:ext>
            </p:extLst>
          </p:nvPr>
        </p:nvGraphicFramePr>
        <p:xfrm>
          <a:off x="1590" y="1589"/>
          <a:ext cx="1588" cy="1588"/>
        </p:xfrm>
        <a:graphic>
          <a:graphicData uri="http://schemas.openxmlformats.org/presentationml/2006/ole">
            <mc:AlternateContent xmlns:mc="http://schemas.openxmlformats.org/markup-compatibility/2006">
              <mc:Choice xmlns:v="urn:schemas-microsoft-com:vml" Requires="v">
                <p:oleObj name="think-cell Slide" r:id="rId61" imgW="351" imgH="350" progId="TCLayout.ActiveDocument.1">
                  <p:embed/>
                </p:oleObj>
              </mc:Choice>
              <mc:Fallback>
                <p:oleObj name="think-cell Slide" r:id="rId61" imgW="351" imgH="350" progId="TCLayout.ActiveDocument.1">
                  <p:embed/>
                  <p:pic>
                    <p:nvPicPr>
                      <p:cNvPr id="7" name="Object 6" hidden="1">
                        <a:extLst>
                          <a:ext uri="{FF2B5EF4-FFF2-40B4-BE49-F238E27FC236}">
                            <a16:creationId xmlns:a16="http://schemas.microsoft.com/office/drawing/2014/main" id="{749A3386-7216-A3EF-BC99-0484318D5FC4}"/>
                          </a:ext>
                        </a:extLst>
                      </p:cNvPr>
                      <p:cNvPicPr/>
                      <p:nvPr/>
                    </p:nvPicPr>
                    <p:blipFill>
                      <a:blip r:embed="rId62"/>
                      <a:stretch>
                        <a:fillRect/>
                      </a:stretch>
                    </p:blipFill>
                    <p:spPr>
                      <a:xfrm>
                        <a:off x="1590" y="1589"/>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a:xfrm>
            <a:off x="457200" y="914400"/>
            <a:ext cx="11522198" cy="233910"/>
          </a:xfrm>
          <a:prstGeom prst="rect">
            <a:avLst/>
          </a:prstGeom>
        </p:spPr>
        <p:txBody>
          <a:bodyPr vert="horz" wrap="square" lIns="0" tIns="0" rIns="0" bIns="0" rtlCol="0">
            <a:spAutoFit/>
          </a:bodyPr>
          <a:lstStyle/>
          <a:p>
            <a:pPr lvl="0"/>
            <a:endParaRPr lang="en-US"/>
          </a:p>
        </p:txBody>
      </p:sp>
      <p:sp>
        <p:nvSpPr>
          <p:cNvPr id="2" name="Title Placeholder 1"/>
          <p:cNvSpPr>
            <a:spLocks noGrp="1"/>
          </p:cNvSpPr>
          <p:nvPr userDrawn="1">
            <p:ph type="title"/>
          </p:nvPr>
        </p:nvSpPr>
        <p:spPr>
          <a:xfrm>
            <a:off x="441203" y="413524"/>
            <a:ext cx="11522198" cy="430887"/>
          </a:xfrm>
          <a:prstGeom prst="rect">
            <a:avLst/>
          </a:prstGeom>
        </p:spPr>
        <p:txBody>
          <a:bodyPr vert="horz" wrap="square" lIns="0" tIns="0" rIns="0" bIns="0" rtlCol="0" anchor="t">
            <a:spAutoFit/>
          </a:bodyPr>
          <a:lstStyle/>
          <a:p>
            <a:endParaRPr lang="en-US"/>
          </a:p>
        </p:txBody>
      </p:sp>
      <p:sp>
        <p:nvSpPr>
          <p:cNvPr id="12" name="Rectangle 11">
            <a:extLst>
              <a:ext uri="{FF2B5EF4-FFF2-40B4-BE49-F238E27FC236}">
                <a16:creationId xmlns:a16="http://schemas.microsoft.com/office/drawing/2014/main" id="{0E9C28EF-4910-CB32-214D-631F1888E5A3}"/>
              </a:ext>
            </a:extLst>
          </p:cNvPr>
          <p:cNvSpPr/>
          <p:nvPr userDrawn="1"/>
        </p:nvSpPr>
        <p:spPr>
          <a:xfrm>
            <a:off x="0" y="-469720"/>
            <a:ext cx="270000" cy="27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3" name="Rectangle 12">
            <a:extLst>
              <a:ext uri="{FF2B5EF4-FFF2-40B4-BE49-F238E27FC236}">
                <a16:creationId xmlns:a16="http://schemas.microsoft.com/office/drawing/2014/main" id="{86ED80CA-D172-7331-A754-FAEAA89DA43D}"/>
              </a:ext>
            </a:extLst>
          </p:cNvPr>
          <p:cNvSpPr/>
          <p:nvPr userDrawn="1"/>
        </p:nvSpPr>
        <p:spPr>
          <a:xfrm>
            <a:off x="1224810" y="-469720"/>
            <a:ext cx="270000" cy="27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4" name="Rectangle 13">
            <a:extLst>
              <a:ext uri="{FF2B5EF4-FFF2-40B4-BE49-F238E27FC236}">
                <a16:creationId xmlns:a16="http://schemas.microsoft.com/office/drawing/2014/main" id="{E5BB126D-CEFB-C3D6-9C81-2043A858F60A}"/>
              </a:ext>
            </a:extLst>
          </p:cNvPr>
          <p:cNvSpPr/>
          <p:nvPr userDrawn="1"/>
        </p:nvSpPr>
        <p:spPr>
          <a:xfrm>
            <a:off x="1531012" y="-469720"/>
            <a:ext cx="270000" cy="27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5" name="Rectangle 14">
            <a:extLst>
              <a:ext uri="{FF2B5EF4-FFF2-40B4-BE49-F238E27FC236}">
                <a16:creationId xmlns:a16="http://schemas.microsoft.com/office/drawing/2014/main" id="{0E36BBDB-A92A-2AE3-B2DF-9371EFC1F54E}"/>
              </a:ext>
            </a:extLst>
          </p:cNvPr>
          <p:cNvSpPr/>
          <p:nvPr userDrawn="1"/>
        </p:nvSpPr>
        <p:spPr>
          <a:xfrm>
            <a:off x="306202" y="-469720"/>
            <a:ext cx="270000" cy="270000"/>
          </a:xfrm>
          <a:prstGeom prst="rect">
            <a:avLst/>
          </a:prstGeom>
          <a:gradFill>
            <a:gsLst>
              <a:gs pos="50000">
                <a:schemeClr val="accent1"/>
              </a:gs>
              <a:gs pos="0">
                <a:srgbClr val="C41974"/>
              </a:gs>
              <a:gs pos="100000">
                <a:srgbClr val="FF593D"/>
              </a:gs>
            </a:gsLst>
            <a:lin ang="19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6" name="Rectangle 15">
            <a:extLst>
              <a:ext uri="{FF2B5EF4-FFF2-40B4-BE49-F238E27FC236}">
                <a16:creationId xmlns:a16="http://schemas.microsoft.com/office/drawing/2014/main" id="{63AB9E3B-ADE7-8278-F1B4-0C43163CE22E}"/>
              </a:ext>
            </a:extLst>
          </p:cNvPr>
          <p:cNvSpPr/>
          <p:nvPr userDrawn="1"/>
        </p:nvSpPr>
        <p:spPr>
          <a:xfrm>
            <a:off x="1837215" y="-469720"/>
            <a:ext cx="270000" cy="27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7" name="Rectangle 16">
            <a:extLst>
              <a:ext uri="{FF2B5EF4-FFF2-40B4-BE49-F238E27FC236}">
                <a16:creationId xmlns:a16="http://schemas.microsoft.com/office/drawing/2014/main" id="{48BC83E3-560C-EFC3-B838-1AC80E4B8C7D}"/>
              </a:ext>
            </a:extLst>
          </p:cNvPr>
          <p:cNvSpPr/>
          <p:nvPr userDrawn="1"/>
        </p:nvSpPr>
        <p:spPr>
          <a:xfrm>
            <a:off x="2143418" y="-469720"/>
            <a:ext cx="270000" cy="27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8" name="Rectangle 17">
            <a:extLst>
              <a:ext uri="{FF2B5EF4-FFF2-40B4-BE49-F238E27FC236}">
                <a16:creationId xmlns:a16="http://schemas.microsoft.com/office/drawing/2014/main" id="{F04C4D0E-FD60-E8A2-FD2A-C17AF1A94D33}"/>
              </a:ext>
            </a:extLst>
          </p:cNvPr>
          <p:cNvSpPr/>
          <p:nvPr userDrawn="1"/>
        </p:nvSpPr>
        <p:spPr>
          <a:xfrm>
            <a:off x="2449620" y="-469720"/>
            <a:ext cx="270000" cy="27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9" name="Rectangle 18">
            <a:extLst>
              <a:ext uri="{FF2B5EF4-FFF2-40B4-BE49-F238E27FC236}">
                <a16:creationId xmlns:a16="http://schemas.microsoft.com/office/drawing/2014/main" id="{F7C9F3C6-21CD-A9A7-1705-7F185A9F91C7}"/>
              </a:ext>
            </a:extLst>
          </p:cNvPr>
          <p:cNvSpPr/>
          <p:nvPr userDrawn="1"/>
        </p:nvSpPr>
        <p:spPr>
          <a:xfrm>
            <a:off x="2755823" y="-469720"/>
            <a:ext cx="270000" cy="270000"/>
          </a:xfrm>
          <a:prstGeom prst="rect">
            <a:avLst/>
          </a:prstGeom>
          <a:solidFill>
            <a:srgbClr val="0058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0" name="Rectangle 19">
            <a:extLst>
              <a:ext uri="{FF2B5EF4-FFF2-40B4-BE49-F238E27FC236}">
                <a16:creationId xmlns:a16="http://schemas.microsoft.com/office/drawing/2014/main" id="{8ED5A6FF-65DC-6F30-A103-0E702AA3F34A}"/>
              </a:ext>
            </a:extLst>
          </p:cNvPr>
          <p:cNvSpPr/>
          <p:nvPr userDrawn="1"/>
        </p:nvSpPr>
        <p:spPr>
          <a:xfrm>
            <a:off x="3062026" y="-469720"/>
            <a:ext cx="270000" cy="270000"/>
          </a:xfrm>
          <a:prstGeom prst="rect">
            <a:avLst/>
          </a:prstGeom>
          <a:solidFill>
            <a:srgbClr val="5A2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1" name="Rectangle 20">
            <a:extLst>
              <a:ext uri="{FF2B5EF4-FFF2-40B4-BE49-F238E27FC236}">
                <a16:creationId xmlns:a16="http://schemas.microsoft.com/office/drawing/2014/main" id="{328BBB60-6E93-E81C-9D07-5D58D169E43A}"/>
              </a:ext>
            </a:extLst>
          </p:cNvPr>
          <p:cNvSpPr/>
          <p:nvPr userDrawn="1"/>
        </p:nvSpPr>
        <p:spPr>
          <a:xfrm>
            <a:off x="612404" y="-469720"/>
            <a:ext cx="270000" cy="270000"/>
          </a:xfrm>
          <a:prstGeom prst="rect">
            <a:avLst/>
          </a:prstGeom>
          <a:solidFill>
            <a:srgbClr val="415A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2" name="Rectangle 21">
            <a:extLst>
              <a:ext uri="{FF2B5EF4-FFF2-40B4-BE49-F238E27FC236}">
                <a16:creationId xmlns:a16="http://schemas.microsoft.com/office/drawing/2014/main" id="{39F699F3-5244-0857-E241-80098E1C0B00}"/>
              </a:ext>
            </a:extLst>
          </p:cNvPr>
          <p:cNvSpPr/>
          <p:nvPr userDrawn="1"/>
        </p:nvSpPr>
        <p:spPr>
          <a:xfrm>
            <a:off x="918607" y="-469720"/>
            <a:ext cx="270000" cy="27000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4" name="Slide Number Placeholder 3">
            <a:extLst>
              <a:ext uri="{FF2B5EF4-FFF2-40B4-BE49-F238E27FC236}">
                <a16:creationId xmlns:a16="http://schemas.microsoft.com/office/drawing/2014/main" id="{A9821642-7409-24D1-C9F6-ECD1A25333D1}"/>
              </a:ext>
            </a:extLst>
          </p:cNvPr>
          <p:cNvSpPr>
            <a:spLocks noGrp="1"/>
          </p:cNvSpPr>
          <p:nvPr>
            <p:ph type="sldNum" sz="quarter" idx="4"/>
          </p:nvPr>
        </p:nvSpPr>
        <p:spPr>
          <a:xfrm>
            <a:off x="11623410" y="6486798"/>
            <a:ext cx="422286" cy="246222"/>
          </a:xfrm>
          <a:prstGeom prst="rect">
            <a:avLst/>
          </a:prstGeom>
        </p:spPr>
        <p:txBody>
          <a:bodyPr/>
          <a:lstStyle>
            <a:lvl1pPr algn="l">
              <a:defRPr sz="1000"/>
            </a:lvl1pPr>
          </a:lstStyle>
          <a:p>
            <a:fld id="{2AD60A62-D79C-4E7D-8F8E-8A07D848AD24}" type="slidenum">
              <a:rPr lang="en-US" smtClean="0"/>
              <a:pPr/>
              <a:t>‹#›</a:t>
            </a:fld>
            <a:endParaRPr lang="en-US"/>
          </a:p>
        </p:txBody>
      </p:sp>
    </p:spTree>
    <p:extLst>
      <p:ext uri="{BB962C8B-B14F-4D97-AF65-F5344CB8AC3E}">
        <p14:creationId xmlns:p14="http://schemas.microsoft.com/office/powerpoint/2010/main" val="899322146"/>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 id="2147483843" r:id="rId14"/>
    <p:sldLayoutId id="2147483844" r:id="rId15"/>
    <p:sldLayoutId id="2147483845" r:id="rId16"/>
    <p:sldLayoutId id="2147483846" r:id="rId17"/>
    <p:sldLayoutId id="2147483847" r:id="rId18"/>
    <p:sldLayoutId id="2147483848" r:id="rId19"/>
    <p:sldLayoutId id="2147483849" r:id="rId20"/>
    <p:sldLayoutId id="2147483850" r:id="rId21"/>
    <p:sldLayoutId id="2147483851" r:id="rId22"/>
    <p:sldLayoutId id="2147483852" r:id="rId23"/>
    <p:sldLayoutId id="2147483853" r:id="rId24"/>
    <p:sldLayoutId id="2147483854" r:id="rId25"/>
    <p:sldLayoutId id="2147483855" r:id="rId26"/>
    <p:sldLayoutId id="2147483856" r:id="rId27"/>
    <p:sldLayoutId id="2147483857" r:id="rId28"/>
    <p:sldLayoutId id="2147483858" r:id="rId29"/>
    <p:sldLayoutId id="2147483859" r:id="rId30"/>
    <p:sldLayoutId id="2147483860" r:id="rId31"/>
    <p:sldLayoutId id="2147483861" r:id="rId32"/>
    <p:sldLayoutId id="2147483862" r:id="rId33"/>
    <p:sldLayoutId id="2147483863" r:id="rId34"/>
    <p:sldLayoutId id="2147483864" r:id="rId35"/>
    <p:sldLayoutId id="2147483865" r:id="rId36"/>
    <p:sldLayoutId id="2147483866" r:id="rId37"/>
    <p:sldLayoutId id="2147483867" r:id="rId38"/>
    <p:sldLayoutId id="2147483868" r:id="rId39"/>
    <p:sldLayoutId id="2147483869" r:id="rId40"/>
    <p:sldLayoutId id="2147483870" r:id="rId41"/>
    <p:sldLayoutId id="2147483871" r:id="rId42"/>
    <p:sldLayoutId id="2147483872" r:id="rId43"/>
    <p:sldLayoutId id="2147483873" r:id="rId44"/>
    <p:sldLayoutId id="2147483874" r:id="rId45"/>
    <p:sldLayoutId id="2147483875" r:id="rId46"/>
    <p:sldLayoutId id="2147483876" r:id="rId47"/>
    <p:sldLayoutId id="2147483877" r:id="rId48"/>
    <p:sldLayoutId id="2147483878" r:id="rId49"/>
    <p:sldLayoutId id="2147483879" r:id="rId50"/>
    <p:sldLayoutId id="2147483880" r:id="rId51"/>
    <p:sldLayoutId id="2147483881" r:id="rId52"/>
    <p:sldLayoutId id="2147483882" r:id="rId53"/>
    <p:sldLayoutId id="2147483883" r:id="rId54"/>
    <p:sldLayoutId id="2147483884" r:id="rId55"/>
    <p:sldLayoutId id="2147483886" r:id="rId56"/>
    <p:sldLayoutId id="2147483887" r:id="rId57"/>
    <p:sldLayoutId id="2147483888" r:id="rId5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292348" rtl="0" eaLnBrk="1" latinLnBrk="0" hangingPunct="1">
        <a:lnSpc>
          <a:spcPct val="70000"/>
        </a:lnSpc>
        <a:spcBef>
          <a:spcPct val="0"/>
        </a:spcBef>
        <a:buNone/>
        <a:defRPr sz="4000" b="0" kern="1200" cap="all" baseline="0">
          <a:solidFill>
            <a:schemeClr val="accent1"/>
          </a:solidFill>
          <a:latin typeface="Energy Display" panose="020B0508050000020004" pitchFamily="34" charset="0"/>
          <a:ea typeface="+mj-ea"/>
          <a:cs typeface="Energy Display" panose="020B0508050000020004" pitchFamily="34" charset="0"/>
        </a:defRPr>
      </a:lvl1pPr>
    </p:titleStyle>
    <p:bodyStyle>
      <a:lvl1pPr marL="0" indent="0" algn="l" defTabSz="292348" rtl="0" eaLnBrk="1" latinLnBrk="0" hangingPunct="1">
        <a:lnSpc>
          <a:spcPct val="95000"/>
        </a:lnSpc>
        <a:spcBef>
          <a:spcPts val="0"/>
        </a:spcBef>
        <a:spcAft>
          <a:spcPts val="160"/>
        </a:spcAft>
        <a:buFont typeface="Arial" panose="020B0604020202020204" pitchFamily="34" charset="0"/>
        <a:buNone/>
        <a:defRPr sz="1600" b="1" kern="1200">
          <a:solidFill>
            <a:schemeClr val="tx2"/>
          </a:solidFill>
          <a:latin typeface="+mn-lt"/>
          <a:ea typeface="+mn-ea"/>
          <a:cs typeface="+mn-cs"/>
        </a:defRPr>
      </a:lvl1pPr>
      <a:lvl2pPr marL="0" indent="0" algn="l" defTabSz="292348" rtl="0" eaLnBrk="1" latinLnBrk="0" hangingPunct="1">
        <a:lnSpc>
          <a:spcPct val="95000"/>
        </a:lnSpc>
        <a:spcBef>
          <a:spcPts val="0"/>
        </a:spcBef>
        <a:spcAft>
          <a:spcPts val="160"/>
        </a:spcAft>
        <a:buFont typeface="Arial" panose="020B0604020202020204" pitchFamily="34" charset="0"/>
        <a:buNone/>
        <a:defRPr sz="900" b="0" kern="1200">
          <a:solidFill>
            <a:schemeClr val="tx2"/>
          </a:solidFill>
          <a:latin typeface="+mn-lt"/>
          <a:ea typeface="+mn-ea"/>
          <a:cs typeface="+mn-cs"/>
        </a:defRPr>
      </a:lvl2pPr>
      <a:lvl3pPr marL="40283" indent="-40283" algn="l" defTabSz="292348" rtl="0" eaLnBrk="1" latinLnBrk="0" hangingPunct="1">
        <a:lnSpc>
          <a:spcPct val="95000"/>
        </a:lnSpc>
        <a:spcBef>
          <a:spcPts val="0"/>
        </a:spcBef>
        <a:spcAft>
          <a:spcPts val="160"/>
        </a:spcAft>
        <a:buFont typeface="Arial" panose="020B0604020202020204" pitchFamily="34" charset="0"/>
        <a:buChar char="•"/>
        <a:defRPr sz="900" kern="1200">
          <a:solidFill>
            <a:schemeClr val="tx2"/>
          </a:solidFill>
          <a:latin typeface="+mn-lt"/>
          <a:ea typeface="+mn-ea"/>
          <a:cs typeface="+mn-cs"/>
        </a:defRPr>
      </a:lvl3pPr>
      <a:lvl4pPr marL="80568" indent="-40283" algn="l" defTabSz="292348" rtl="0" eaLnBrk="1" latinLnBrk="0" hangingPunct="1">
        <a:lnSpc>
          <a:spcPct val="95000"/>
        </a:lnSpc>
        <a:spcBef>
          <a:spcPts val="0"/>
        </a:spcBef>
        <a:spcAft>
          <a:spcPts val="160"/>
        </a:spcAft>
        <a:buFont typeface="Energy" panose="020B0603020203020004" pitchFamily="34" charset="0"/>
        <a:buChar char="–"/>
        <a:defRPr sz="700" kern="1200">
          <a:solidFill>
            <a:schemeClr val="tx2"/>
          </a:solidFill>
          <a:latin typeface="+mn-lt"/>
          <a:ea typeface="+mn-ea"/>
          <a:cs typeface="+mn-cs"/>
        </a:defRPr>
      </a:lvl4pPr>
      <a:lvl5pPr marL="120852" indent="-40283" algn="l" defTabSz="292348" rtl="0" eaLnBrk="1" latinLnBrk="0" hangingPunct="1">
        <a:lnSpc>
          <a:spcPct val="95000"/>
        </a:lnSpc>
        <a:spcBef>
          <a:spcPts val="0"/>
        </a:spcBef>
        <a:spcAft>
          <a:spcPts val="160"/>
        </a:spcAft>
        <a:buFont typeface="Energy" panose="020B0603020203020004" pitchFamily="34" charset="0"/>
        <a:buChar char="–"/>
        <a:defRPr sz="500" b="0" kern="1200">
          <a:solidFill>
            <a:schemeClr val="tx2"/>
          </a:solidFill>
          <a:latin typeface="+mn-lt"/>
          <a:ea typeface="+mn-ea"/>
          <a:cs typeface="+mn-cs"/>
        </a:defRPr>
      </a:lvl5pPr>
      <a:lvl6pPr marL="0" indent="0" algn="l" defTabSz="292348" rtl="0" eaLnBrk="1" latinLnBrk="0" hangingPunct="1">
        <a:lnSpc>
          <a:spcPct val="95000"/>
        </a:lnSpc>
        <a:spcBef>
          <a:spcPts val="0"/>
        </a:spcBef>
        <a:spcAft>
          <a:spcPts val="160"/>
        </a:spcAft>
        <a:buFont typeface="Arial" panose="020B0604020202020204" pitchFamily="34" charset="0"/>
        <a:buNone/>
        <a:defRPr sz="700" b="1" kern="1200">
          <a:solidFill>
            <a:schemeClr val="tx2"/>
          </a:solidFill>
          <a:latin typeface="+mn-lt"/>
          <a:ea typeface="+mn-ea"/>
          <a:cs typeface="+mn-cs"/>
        </a:defRPr>
      </a:lvl6pPr>
      <a:lvl7pPr marL="0" indent="0" algn="l" defTabSz="292348" rtl="0" eaLnBrk="1" latinLnBrk="0" hangingPunct="1">
        <a:lnSpc>
          <a:spcPct val="95000"/>
        </a:lnSpc>
        <a:spcBef>
          <a:spcPts val="0"/>
        </a:spcBef>
        <a:spcAft>
          <a:spcPts val="160"/>
        </a:spcAft>
        <a:buFont typeface="Arial" panose="020B0604020202020204" pitchFamily="34" charset="0"/>
        <a:buNone/>
        <a:defRPr sz="700" kern="1200">
          <a:solidFill>
            <a:schemeClr val="tx2"/>
          </a:solidFill>
          <a:latin typeface="+mn-lt"/>
          <a:ea typeface="+mn-ea"/>
          <a:cs typeface="+mn-cs"/>
        </a:defRPr>
      </a:lvl7pPr>
      <a:lvl8pPr marL="40283" indent="-40283" algn="l" defTabSz="292348" rtl="0" eaLnBrk="1" latinLnBrk="0" hangingPunct="1">
        <a:lnSpc>
          <a:spcPct val="95000"/>
        </a:lnSpc>
        <a:spcBef>
          <a:spcPts val="0"/>
        </a:spcBef>
        <a:spcAft>
          <a:spcPts val="160"/>
        </a:spcAft>
        <a:buFont typeface="Arial" panose="020B0604020202020204" pitchFamily="34" charset="0"/>
        <a:buChar char="•"/>
        <a:defRPr sz="700" b="0" i="0" kern="1200">
          <a:solidFill>
            <a:schemeClr val="tx2"/>
          </a:solidFill>
          <a:latin typeface="+mn-lt"/>
          <a:ea typeface="+mn-ea"/>
          <a:cs typeface="+mn-cs"/>
        </a:defRPr>
      </a:lvl8pPr>
      <a:lvl9pPr marL="80568" indent="-40283" algn="l" defTabSz="292348" rtl="0" eaLnBrk="1" latinLnBrk="0" hangingPunct="1">
        <a:lnSpc>
          <a:spcPct val="95000"/>
        </a:lnSpc>
        <a:spcBef>
          <a:spcPts val="0"/>
        </a:spcBef>
        <a:spcAft>
          <a:spcPts val="160"/>
        </a:spcAft>
        <a:buFont typeface="Energy" panose="020B0603020203020004" pitchFamily="34" charset="0"/>
        <a:buChar char="–"/>
        <a:defRPr sz="500" kern="1200">
          <a:solidFill>
            <a:schemeClr val="tx2"/>
          </a:solidFill>
          <a:latin typeface="+mn-lt"/>
          <a:ea typeface="+mn-ea"/>
          <a:cs typeface="+mn-cs"/>
        </a:defRPr>
      </a:lvl9pPr>
    </p:bodyStyle>
    <p:otherStyle>
      <a:defPPr>
        <a:defRPr lang="en-US"/>
      </a:defPPr>
      <a:lvl1pPr marL="0" algn="l" defTabSz="292348" rtl="0" eaLnBrk="1" latinLnBrk="0" hangingPunct="1">
        <a:defRPr sz="576" kern="1200">
          <a:solidFill>
            <a:schemeClr val="tx1"/>
          </a:solidFill>
          <a:latin typeface="+mn-lt"/>
          <a:ea typeface="+mn-ea"/>
          <a:cs typeface="+mn-cs"/>
        </a:defRPr>
      </a:lvl1pPr>
      <a:lvl2pPr marL="146173" algn="l" defTabSz="292348" rtl="0" eaLnBrk="1" latinLnBrk="0" hangingPunct="1">
        <a:defRPr sz="576" kern="1200">
          <a:solidFill>
            <a:schemeClr val="tx1"/>
          </a:solidFill>
          <a:latin typeface="+mn-lt"/>
          <a:ea typeface="+mn-ea"/>
          <a:cs typeface="+mn-cs"/>
        </a:defRPr>
      </a:lvl2pPr>
      <a:lvl3pPr marL="292348" algn="l" defTabSz="292348" rtl="0" eaLnBrk="1" latinLnBrk="0" hangingPunct="1">
        <a:defRPr sz="576" kern="1200">
          <a:solidFill>
            <a:schemeClr val="tx1"/>
          </a:solidFill>
          <a:latin typeface="+mn-lt"/>
          <a:ea typeface="+mn-ea"/>
          <a:cs typeface="+mn-cs"/>
        </a:defRPr>
      </a:lvl3pPr>
      <a:lvl4pPr marL="438520" algn="l" defTabSz="292348" rtl="0" eaLnBrk="1" latinLnBrk="0" hangingPunct="1">
        <a:defRPr sz="576" kern="1200">
          <a:solidFill>
            <a:schemeClr val="tx1"/>
          </a:solidFill>
          <a:latin typeface="+mn-lt"/>
          <a:ea typeface="+mn-ea"/>
          <a:cs typeface="+mn-cs"/>
        </a:defRPr>
      </a:lvl4pPr>
      <a:lvl5pPr marL="584693" algn="l" defTabSz="292348" rtl="0" eaLnBrk="1" latinLnBrk="0" hangingPunct="1">
        <a:defRPr sz="576" kern="1200">
          <a:solidFill>
            <a:schemeClr val="tx1"/>
          </a:solidFill>
          <a:latin typeface="+mn-lt"/>
          <a:ea typeface="+mn-ea"/>
          <a:cs typeface="+mn-cs"/>
        </a:defRPr>
      </a:lvl5pPr>
      <a:lvl6pPr marL="730865" algn="l" defTabSz="292348" rtl="0" eaLnBrk="1" latinLnBrk="0" hangingPunct="1">
        <a:defRPr sz="576" kern="1200">
          <a:solidFill>
            <a:schemeClr val="tx1"/>
          </a:solidFill>
          <a:latin typeface="+mn-lt"/>
          <a:ea typeface="+mn-ea"/>
          <a:cs typeface="+mn-cs"/>
        </a:defRPr>
      </a:lvl6pPr>
      <a:lvl7pPr marL="877041" algn="l" defTabSz="292348" rtl="0" eaLnBrk="1" latinLnBrk="0" hangingPunct="1">
        <a:defRPr sz="576" kern="1200">
          <a:solidFill>
            <a:schemeClr val="tx1"/>
          </a:solidFill>
          <a:latin typeface="+mn-lt"/>
          <a:ea typeface="+mn-ea"/>
          <a:cs typeface="+mn-cs"/>
        </a:defRPr>
      </a:lvl7pPr>
      <a:lvl8pPr marL="1023212" algn="l" defTabSz="292348" rtl="0" eaLnBrk="1" latinLnBrk="0" hangingPunct="1">
        <a:defRPr sz="576" kern="1200">
          <a:solidFill>
            <a:schemeClr val="tx1"/>
          </a:solidFill>
          <a:latin typeface="+mn-lt"/>
          <a:ea typeface="+mn-ea"/>
          <a:cs typeface="+mn-cs"/>
        </a:defRPr>
      </a:lvl8pPr>
      <a:lvl9pPr marL="1169386" algn="l" defTabSz="292348" rtl="0" eaLnBrk="1" latinLnBrk="0" hangingPunct="1">
        <a:defRPr sz="576" kern="1200">
          <a:solidFill>
            <a:schemeClr val="tx1"/>
          </a:solidFill>
          <a:latin typeface="+mn-lt"/>
          <a:ea typeface="+mn-ea"/>
          <a:cs typeface="+mn-cs"/>
        </a:defRPr>
      </a:lvl9pPr>
    </p:otherStyle>
  </p:txStyles>
  <p:extLst>
    <p:ext uri="{27BBF7A9-308A-43DC-89C8-2F10F3537804}">
      <p15:sldGuideLst xmlns:p15="http://schemas.microsoft.com/office/powerpoint/2012/main">
        <p15:guide id="4" pos="7541">
          <p15:clr>
            <a:srgbClr val="F26B43"/>
          </p15:clr>
        </p15:guide>
        <p15:guide id="5" pos="7819">
          <p15:clr>
            <a:srgbClr val="F26B43"/>
          </p15:clr>
        </p15:guide>
        <p15:guide id="6" pos="4437">
          <p15:clr>
            <a:srgbClr val="F26B43"/>
          </p15:clr>
        </p15:guide>
        <p15:guide id="12" pos="10787">
          <p15:clr>
            <a:srgbClr val="F26B43"/>
          </p15:clr>
        </p15:guide>
        <p15:guide id="15" pos="4573">
          <p15:clr>
            <a:srgbClr val="F26B43"/>
          </p15:clr>
        </p15:guide>
        <p15:guide id="23" pos="14779">
          <p15:clr>
            <a:srgbClr val="F26B43"/>
          </p15:clr>
        </p15:guide>
        <p15:guide id="27" orient="horz" pos="487">
          <p15:clr>
            <a:srgbClr val="F26B43"/>
          </p15:clr>
        </p15:guide>
        <p15:guide id="30" orient="horz" pos="3912">
          <p15:clr>
            <a:srgbClr val="F26B43"/>
          </p15:clr>
        </p15:guide>
        <p15:guide id="35" orient="horz" pos="7043">
          <p15:clr>
            <a:srgbClr val="F26B43"/>
          </p15:clr>
        </p15:guide>
        <p15:guide id="37" pos="7680">
          <p15:clr>
            <a:srgbClr val="F26B43"/>
          </p15:clr>
        </p15:guide>
        <p15:guide id="38" pos="4709">
          <p15:clr>
            <a:srgbClr val="F26B43"/>
          </p15:clr>
        </p15:guide>
        <p15:guide id="49" pos="10651">
          <p15:clr>
            <a:srgbClr val="F26B43"/>
          </p15:clr>
        </p15:guide>
        <p15:guide id="52" orient="horz" pos="8130">
          <p15:clr>
            <a:srgbClr val="F26B43"/>
          </p15:clr>
        </p15:guide>
        <p15:guide id="53" pos="536">
          <p15:clr>
            <a:srgbClr val="F26B43"/>
          </p15:clr>
        </p15:guide>
        <p15:guide id="54" pos="1092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749A3386-7216-A3EF-BC99-0484318D5FC4}"/>
              </a:ext>
            </a:extLst>
          </p:cNvPr>
          <p:cNvGraphicFramePr>
            <a:graphicFrameLocks noChangeAspect="1"/>
          </p:cNvGraphicFramePr>
          <p:nvPr userDrawn="1">
            <p:custDataLst>
              <p:tags r:id="rId53"/>
            </p:custDataLst>
            <p:extLst>
              <p:ext uri="{D42A27DB-BD31-4B8C-83A1-F6EECF244321}">
                <p14:modId xmlns:p14="http://schemas.microsoft.com/office/powerpoint/2010/main" val="2699511767"/>
              </p:ext>
            </p:extLst>
          </p:nvPr>
        </p:nvGraphicFramePr>
        <p:xfrm>
          <a:off x="1590" y="1589"/>
          <a:ext cx="1588" cy="1588"/>
        </p:xfrm>
        <a:graphic>
          <a:graphicData uri="http://schemas.openxmlformats.org/presentationml/2006/ole">
            <mc:AlternateContent xmlns:mc="http://schemas.openxmlformats.org/markup-compatibility/2006">
              <mc:Choice xmlns:v="urn:schemas-microsoft-com:vml" Requires="v">
                <p:oleObj name="think-cell Slide" r:id="rId54" imgW="351" imgH="350" progId="TCLayout.ActiveDocument.1">
                  <p:embed/>
                </p:oleObj>
              </mc:Choice>
              <mc:Fallback>
                <p:oleObj name="think-cell Slide" r:id="rId54" imgW="351" imgH="350" progId="TCLayout.ActiveDocument.1">
                  <p:embed/>
                  <p:pic>
                    <p:nvPicPr>
                      <p:cNvPr id="7" name="Object 6">
                        <a:extLst>
                          <a:ext uri="{FF2B5EF4-FFF2-40B4-BE49-F238E27FC236}">
                            <a16:creationId xmlns:a16="http://schemas.microsoft.com/office/drawing/2014/main" id="{749A3386-7216-A3EF-BC99-0484318D5FC4}"/>
                          </a:ext>
                        </a:extLst>
                      </p:cNvPr>
                      <p:cNvPicPr/>
                      <p:nvPr/>
                    </p:nvPicPr>
                    <p:blipFill>
                      <a:blip r:embed="rId55"/>
                      <a:stretch>
                        <a:fillRect/>
                      </a:stretch>
                    </p:blipFill>
                    <p:spPr>
                      <a:xfrm>
                        <a:off x="1590" y="1589"/>
                        <a:ext cx="1588" cy="1588"/>
                      </a:xfrm>
                      <a:prstGeom prst="rect">
                        <a:avLst/>
                      </a:prstGeom>
                    </p:spPr>
                  </p:pic>
                </p:oleObj>
              </mc:Fallback>
            </mc:AlternateContent>
          </a:graphicData>
        </a:graphic>
      </p:graphicFrame>
      <p:sp>
        <p:nvSpPr>
          <p:cNvPr id="3" name="Text Placeholder 2"/>
          <p:cNvSpPr>
            <a:spLocks noGrp="1"/>
          </p:cNvSpPr>
          <p:nvPr userDrawn="1">
            <p:ph type="body" idx="1"/>
          </p:nvPr>
        </p:nvSpPr>
        <p:spPr>
          <a:xfrm>
            <a:off x="457200" y="914400"/>
            <a:ext cx="11522198" cy="204671"/>
          </a:xfrm>
          <a:prstGeom prst="rect">
            <a:avLst/>
          </a:prstGeom>
        </p:spPr>
        <p:txBody>
          <a:bodyPr vert="horz" wrap="square" lIns="0" tIns="0" rIns="0" bIns="0" rtlCol="0">
            <a:spAutoFit/>
          </a:bodyPr>
          <a:lstStyle/>
          <a:p>
            <a:pPr lvl="0"/>
            <a:endParaRPr lang="en-US"/>
          </a:p>
        </p:txBody>
      </p:sp>
      <p:sp>
        <p:nvSpPr>
          <p:cNvPr id="2" name="Title Placeholder 1"/>
          <p:cNvSpPr>
            <a:spLocks noGrp="1"/>
          </p:cNvSpPr>
          <p:nvPr userDrawn="1">
            <p:ph type="title"/>
          </p:nvPr>
        </p:nvSpPr>
        <p:spPr>
          <a:xfrm>
            <a:off x="441203" y="413524"/>
            <a:ext cx="11522198" cy="366895"/>
          </a:xfrm>
          <a:prstGeom prst="rect">
            <a:avLst/>
          </a:prstGeom>
        </p:spPr>
        <p:txBody>
          <a:bodyPr vert="horz" wrap="square" lIns="0" tIns="0" rIns="0" bIns="0" rtlCol="0" anchor="t" anchorCtr="0">
            <a:noAutofit/>
          </a:bodyPr>
          <a:lstStyle/>
          <a:p>
            <a:pPr lvl="0"/>
            <a:endParaRPr lang="en-US"/>
          </a:p>
        </p:txBody>
      </p:sp>
      <p:sp>
        <p:nvSpPr>
          <p:cNvPr id="12" name="Rectangle 11">
            <a:extLst>
              <a:ext uri="{FF2B5EF4-FFF2-40B4-BE49-F238E27FC236}">
                <a16:creationId xmlns:a16="http://schemas.microsoft.com/office/drawing/2014/main" id="{0E9C28EF-4910-CB32-214D-631F1888E5A3}"/>
              </a:ext>
            </a:extLst>
          </p:cNvPr>
          <p:cNvSpPr/>
          <p:nvPr userDrawn="1"/>
        </p:nvSpPr>
        <p:spPr>
          <a:xfrm>
            <a:off x="0" y="-469720"/>
            <a:ext cx="270000" cy="27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3" name="Rectangle 12">
            <a:extLst>
              <a:ext uri="{FF2B5EF4-FFF2-40B4-BE49-F238E27FC236}">
                <a16:creationId xmlns:a16="http://schemas.microsoft.com/office/drawing/2014/main" id="{86ED80CA-D172-7331-A754-FAEAA89DA43D}"/>
              </a:ext>
            </a:extLst>
          </p:cNvPr>
          <p:cNvSpPr/>
          <p:nvPr userDrawn="1"/>
        </p:nvSpPr>
        <p:spPr>
          <a:xfrm>
            <a:off x="1224810" y="-469720"/>
            <a:ext cx="270000" cy="27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4" name="Rectangle 13">
            <a:extLst>
              <a:ext uri="{FF2B5EF4-FFF2-40B4-BE49-F238E27FC236}">
                <a16:creationId xmlns:a16="http://schemas.microsoft.com/office/drawing/2014/main" id="{E5BB126D-CEFB-C3D6-9C81-2043A858F60A}"/>
              </a:ext>
            </a:extLst>
          </p:cNvPr>
          <p:cNvSpPr/>
          <p:nvPr userDrawn="1"/>
        </p:nvSpPr>
        <p:spPr>
          <a:xfrm>
            <a:off x="1531012" y="-469720"/>
            <a:ext cx="270000" cy="27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5" name="Rectangle 14">
            <a:extLst>
              <a:ext uri="{FF2B5EF4-FFF2-40B4-BE49-F238E27FC236}">
                <a16:creationId xmlns:a16="http://schemas.microsoft.com/office/drawing/2014/main" id="{0E36BBDB-A92A-2AE3-B2DF-9371EFC1F54E}"/>
              </a:ext>
            </a:extLst>
          </p:cNvPr>
          <p:cNvSpPr/>
          <p:nvPr userDrawn="1"/>
        </p:nvSpPr>
        <p:spPr>
          <a:xfrm>
            <a:off x="306202" y="-469720"/>
            <a:ext cx="270000" cy="270000"/>
          </a:xfrm>
          <a:prstGeom prst="rect">
            <a:avLst/>
          </a:prstGeom>
          <a:gradFill>
            <a:gsLst>
              <a:gs pos="50000">
                <a:schemeClr val="accent1"/>
              </a:gs>
              <a:gs pos="0">
                <a:srgbClr val="C41974"/>
              </a:gs>
              <a:gs pos="100000">
                <a:srgbClr val="FF593D"/>
              </a:gs>
            </a:gsLst>
            <a:lin ang="19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6" name="Rectangle 15">
            <a:extLst>
              <a:ext uri="{FF2B5EF4-FFF2-40B4-BE49-F238E27FC236}">
                <a16:creationId xmlns:a16="http://schemas.microsoft.com/office/drawing/2014/main" id="{63AB9E3B-ADE7-8278-F1B4-0C43163CE22E}"/>
              </a:ext>
            </a:extLst>
          </p:cNvPr>
          <p:cNvSpPr/>
          <p:nvPr userDrawn="1"/>
        </p:nvSpPr>
        <p:spPr>
          <a:xfrm>
            <a:off x="1837215" y="-469720"/>
            <a:ext cx="270000" cy="27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7" name="Rectangle 16">
            <a:extLst>
              <a:ext uri="{FF2B5EF4-FFF2-40B4-BE49-F238E27FC236}">
                <a16:creationId xmlns:a16="http://schemas.microsoft.com/office/drawing/2014/main" id="{48BC83E3-560C-EFC3-B838-1AC80E4B8C7D}"/>
              </a:ext>
            </a:extLst>
          </p:cNvPr>
          <p:cNvSpPr/>
          <p:nvPr userDrawn="1"/>
        </p:nvSpPr>
        <p:spPr>
          <a:xfrm>
            <a:off x="2143418" y="-469720"/>
            <a:ext cx="270000" cy="27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8" name="Rectangle 17">
            <a:extLst>
              <a:ext uri="{FF2B5EF4-FFF2-40B4-BE49-F238E27FC236}">
                <a16:creationId xmlns:a16="http://schemas.microsoft.com/office/drawing/2014/main" id="{F04C4D0E-FD60-E8A2-FD2A-C17AF1A94D33}"/>
              </a:ext>
            </a:extLst>
          </p:cNvPr>
          <p:cNvSpPr/>
          <p:nvPr userDrawn="1"/>
        </p:nvSpPr>
        <p:spPr>
          <a:xfrm>
            <a:off x="2449620" y="-469720"/>
            <a:ext cx="270000" cy="27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19" name="Rectangle 18">
            <a:extLst>
              <a:ext uri="{FF2B5EF4-FFF2-40B4-BE49-F238E27FC236}">
                <a16:creationId xmlns:a16="http://schemas.microsoft.com/office/drawing/2014/main" id="{F7C9F3C6-21CD-A9A7-1705-7F185A9F91C7}"/>
              </a:ext>
            </a:extLst>
          </p:cNvPr>
          <p:cNvSpPr/>
          <p:nvPr userDrawn="1"/>
        </p:nvSpPr>
        <p:spPr>
          <a:xfrm>
            <a:off x="2755823" y="-469720"/>
            <a:ext cx="270000" cy="270000"/>
          </a:xfrm>
          <a:prstGeom prst="rect">
            <a:avLst/>
          </a:prstGeom>
          <a:solidFill>
            <a:srgbClr val="0058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0" name="Rectangle 19">
            <a:extLst>
              <a:ext uri="{FF2B5EF4-FFF2-40B4-BE49-F238E27FC236}">
                <a16:creationId xmlns:a16="http://schemas.microsoft.com/office/drawing/2014/main" id="{8ED5A6FF-65DC-6F30-A103-0E702AA3F34A}"/>
              </a:ext>
            </a:extLst>
          </p:cNvPr>
          <p:cNvSpPr/>
          <p:nvPr userDrawn="1"/>
        </p:nvSpPr>
        <p:spPr>
          <a:xfrm>
            <a:off x="3062026" y="-469720"/>
            <a:ext cx="270000" cy="270000"/>
          </a:xfrm>
          <a:prstGeom prst="rect">
            <a:avLst/>
          </a:prstGeom>
          <a:solidFill>
            <a:srgbClr val="5A2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1" name="Rectangle 20">
            <a:extLst>
              <a:ext uri="{FF2B5EF4-FFF2-40B4-BE49-F238E27FC236}">
                <a16:creationId xmlns:a16="http://schemas.microsoft.com/office/drawing/2014/main" id="{328BBB60-6E93-E81C-9D07-5D58D169E43A}"/>
              </a:ext>
            </a:extLst>
          </p:cNvPr>
          <p:cNvSpPr/>
          <p:nvPr userDrawn="1"/>
        </p:nvSpPr>
        <p:spPr>
          <a:xfrm>
            <a:off x="612404" y="-469720"/>
            <a:ext cx="270000" cy="270000"/>
          </a:xfrm>
          <a:prstGeom prst="rect">
            <a:avLst/>
          </a:prstGeom>
          <a:solidFill>
            <a:srgbClr val="415A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22" name="Rectangle 21">
            <a:extLst>
              <a:ext uri="{FF2B5EF4-FFF2-40B4-BE49-F238E27FC236}">
                <a16:creationId xmlns:a16="http://schemas.microsoft.com/office/drawing/2014/main" id="{39F699F3-5244-0857-E241-80098E1C0B00}"/>
              </a:ext>
            </a:extLst>
          </p:cNvPr>
          <p:cNvSpPr/>
          <p:nvPr userDrawn="1"/>
        </p:nvSpPr>
        <p:spPr>
          <a:xfrm>
            <a:off x="918607" y="-469720"/>
            <a:ext cx="270000" cy="270000"/>
          </a:xfrm>
          <a:prstGeom prst="rect">
            <a:avLst/>
          </a:prstGeom>
          <a:solidFill>
            <a:srgbClr val="E7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2"/>
          </a:p>
        </p:txBody>
      </p:sp>
      <p:sp>
        <p:nvSpPr>
          <p:cNvPr id="4" name="Slide Number Placeholder 3">
            <a:extLst>
              <a:ext uri="{FF2B5EF4-FFF2-40B4-BE49-F238E27FC236}">
                <a16:creationId xmlns:a16="http://schemas.microsoft.com/office/drawing/2014/main" id="{A9821642-7409-24D1-C9F6-ECD1A25333D1}"/>
              </a:ext>
            </a:extLst>
          </p:cNvPr>
          <p:cNvSpPr>
            <a:spLocks noGrp="1"/>
          </p:cNvSpPr>
          <p:nvPr>
            <p:ph type="sldNum" sz="quarter" idx="4"/>
          </p:nvPr>
        </p:nvSpPr>
        <p:spPr>
          <a:xfrm>
            <a:off x="11623410" y="6486798"/>
            <a:ext cx="422286" cy="246222"/>
          </a:xfrm>
          <a:prstGeom prst="rect">
            <a:avLst/>
          </a:prstGeom>
        </p:spPr>
        <p:txBody>
          <a:bodyPr/>
          <a:lstStyle>
            <a:lvl1pPr algn="l">
              <a:defRPr sz="1000"/>
            </a:lvl1pPr>
          </a:lstStyle>
          <a:p>
            <a:fld id="{2AD60A62-D79C-4E7D-8F8E-8A07D848AD24}" type="slidenum">
              <a:rPr lang="en-US" smtClean="0"/>
              <a:pPr/>
              <a:t>‹#›</a:t>
            </a:fld>
            <a:endParaRPr lang="en-US"/>
          </a:p>
        </p:txBody>
      </p:sp>
    </p:spTree>
    <p:extLst>
      <p:ext uri="{BB962C8B-B14F-4D97-AF65-F5344CB8AC3E}">
        <p14:creationId xmlns:p14="http://schemas.microsoft.com/office/powerpoint/2010/main" val="2773526117"/>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 id="2147483907" r:id="rId18"/>
    <p:sldLayoutId id="2147483908" r:id="rId19"/>
    <p:sldLayoutId id="2147483909" r:id="rId20"/>
    <p:sldLayoutId id="2147483910" r:id="rId21"/>
    <p:sldLayoutId id="2147483911" r:id="rId22"/>
    <p:sldLayoutId id="2147483912" r:id="rId23"/>
    <p:sldLayoutId id="2147483913" r:id="rId24"/>
    <p:sldLayoutId id="2147483914" r:id="rId25"/>
    <p:sldLayoutId id="2147483915" r:id="rId26"/>
    <p:sldLayoutId id="2147483916" r:id="rId27"/>
    <p:sldLayoutId id="2147483917" r:id="rId28"/>
    <p:sldLayoutId id="2147483918" r:id="rId29"/>
    <p:sldLayoutId id="2147483919" r:id="rId30"/>
    <p:sldLayoutId id="2147483920" r:id="rId31"/>
    <p:sldLayoutId id="2147483921" r:id="rId32"/>
    <p:sldLayoutId id="2147483922" r:id="rId33"/>
    <p:sldLayoutId id="2147483923" r:id="rId34"/>
    <p:sldLayoutId id="2147483924" r:id="rId35"/>
    <p:sldLayoutId id="2147483925" r:id="rId36"/>
    <p:sldLayoutId id="2147483926" r:id="rId37"/>
    <p:sldLayoutId id="2147483927" r:id="rId38"/>
    <p:sldLayoutId id="2147483928" r:id="rId39"/>
    <p:sldLayoutId id="2147483929" r:id="rId40"/>
    <p:sldLayoutId id="2147483930" r:id="rId41"/>
    <p:sldLayoutId id="2147483931" r:id="rId42"/>
    <p:sldLayoutId id="2147483932" r:id="rId43"/>
    <p:sldLayoutId id="2147483933" r:id="rId44"/>
    <p:sldLayoutId id="2147483934" r:id="rId45"/>
    <p:sldLayoutId id="2147483935" r:id="rId46"/>
    <p:sldLayoutId id="2147483936" r:id="rId47"/>
    <p:sldLayoutId id="2147483937" r:id="rId48"/>
    <p:sldLayoutId id="2147483938" r:id="rId49"/>
    <p:sldLayoutId id="2147483939" r:id="rId50"/>
    <p:sldLayoutId id="2147483940" r:id="rId5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292348" rtl="0" eaLnBrk="1" latinLnBrk="0" hangingPunct="1">
        <a:lnSpc>
          <a:spcPct val="70000"/>
        </a:lnSpc>
        <a:spcBef>
          <a:spcPct val="0"/>
        </a:spcBef>
        <a:buNone/>
        <a:defRPr lang="en-US" sz="3200" b="1" kern="1200" cap="none" baseline="0">
          <a:solidFill>
            <a:schemeClr val="tx2"/>
          </a:solidFill>
          <a:latin typeface="Energy Display" panose="020B0508050000020004" pitchFamily="34" charset="0"/>
          <a:ea typeface="+mj-ea"/>
          <a:cs typeface="Energy Display" panose="020B0508050000020004" pitchFamily="34" charset="0"/>
        </a:defRPr>
      </a:lvl1pPr>
    </p:titleStyle>
    <p:bodyStyle>
      <a:lvl1pPr marL="0" indent="0" algn="l" defTabSz="292348" rtl="0" eaLnBrk="1" latinLnBrk="0" hangingPunct="1">
        <a:lnSpc>
          <a:spcPct val="95000"/>
        </a:lnSpc>
        <a:spcBef>
          <a:spcPts val="0"/>
        </a:spcBef>
        <a:spcAft>
          <a:spcPts val="160"/>
        </a:spcAft>
        <a:buFont typeface="Arial" panose="020B0604020202020204" pitchFamily="34" charset="0"/>
        <a:buNone/>
        <a:defRPr sz="1400" b="0" kern="1200">
          <a:solidFill>
            <a:schemeClr val="tx2"/>
          </a:solidFill>
          <a:latin typeface="+mn-lt"/>
          <a:ea typeface="+mn-ea"/>
          <a:cs typeface="+mn-cs"/>
        </a:defRPr>
      </a:lvl1pPr>
      <a:lvl2pPr marL="0" indent="0" algn="l" defTabSz="292348" rtl="0" eaLnBrk="1" latinLnBrk="0" hangingPunct="1">
        <a:lnSpc>
          <a:spcPct val="95000"/>
        </a:lnSpc>
        <a:spcBef>
          <a:spcPts val="0"/>
        </a:spcBef>
        <a:spcAft>
          <a:spcPts val="160"/>
        </a:spcAft>
        <a:buFont typeface="Arial" panose="020B0604020202020204" pitchFamily="34" charset="0"/>
        <a:buNone/>
        <a:defRPr sz="900" b="0" kern="1200">
          <a:solidFill>
            <a:schemeClr val="tx2"/>
          </a:solidFill>
          <a:latin typeface="+mn-lt"/>
          <a:ea typeface="+mn-ea"/>
          <a:cs typeface="+mn-cs"/>
        </a:defRPr>
      </a:lvl2pPr>
      <a:lvl3pPr marL="40283" indent="-40283" algn="l" defTabSz="292348" rtl="0" eaLnBrk="1" latinLnBrk="0" hangingPunct="1">
        <a:lnSpc>
          <a:spcPct val="95000"/>
        </a:lnSpc>
        <a:spcBef>
          <a:spcPts val="0"/>
        </a:spcBef>
        <a:spcAft>
          <a:spcPts val="160"/>
        </a:spcAft>
        <a:buFont typeface="Arial" panose="020B0604020202020204" pitchFamily="34" charset="0"/>
        <a:buChar char="•"/>
        <a:defRPr sz="900" kern="1200">
          <a:solidFill>
            <a:schemeClr val="tx2"/>
          </a:solidFill>
          <a:latin typeface="+mn-lt"/>
          <a:ea typeface="+mn-ea"/>
          <a:cs typeface="+mn-cs"/>
        </a:defRPr>
      </a:lvl3pPr>
      <a:lvl4pPr marL="80568" indent="-40283" algn="l" defTabSz="292348" rtl="0" eaLnBrk="1" latinLnBrk="0" hangingPunct="1">
        <a:lnSpc>
          <a:spcPct val="95000"/>
        </a:lnSpc>
        <a:spcBef>
          <a:spcPts val="0"/>
        </a:spcBef>
        <a:spcAft>
          <a:spcPts val="160"/>
        </a:spcAft>
        <a:buFont typeface="Energy" panose="020B0603020203020004" pitchFamily="34" charset="0"/>
        <a:buChar char="–"/>
        <a:defRPr sz="700" kern="1200">
          <a:solidFill>
            <a:schemeClr val="tx2"/>
          </a:solidFill>
          <a:latin typeface="+mn-lt"/>
          <a:ea typeface="+mn-ea"/>
          <a:cs typeface="+mn-cs"/>
        </a:defRPr>
      </a:lvl4pPr>
      <a:lvl5pPr marL="120852" indent="-40283" algn="l" defTabSz="292348" rtl="0" eaLnBrk="1" latinLnBrk="0" hangingPunct="1">
        <a:lnSpc>
          <a:spcPct val="95000"/>
        </a:lnSpc>
        <a:spcBef>
          <a:spcPts val="0"/>
        </a:spcBef>
        <a:spcAft>
          <a:spcPts val="160"/>
        </a:spcAft>
        <a:buFont typeface="Energy" panose="020B0603020203020004" pitchFamily="34" charset="0"/>
        <a:buChar char="–"/>
        <a:defRPr sz="500" b="0" kern="1200">
          <a:solidFill>
            <a:schemeClr val="tx2"/>
          </a:solidFill>
          <a:latin typeface="+mn-lt"/>
          <a:ea typeface="+mn-ea"/>
          <a:cs typeface="+mn-cs"/>
        </a:defRPr>
      </a:lvl5pPr>
      <a:lvl6pPr marL="0" indent="0" algn="l" defTabSz="292348" rtl="0" eaLnBrk="1" latinLnBrk="0" hangingPunct="1">
        <a:lnSpc>
          <a:spcPct val="95000"/>
        </a:lnSpc>
        <a:spcBef>
          <a:spcPts val="0"/>
        </a:spcBef>
        <a:spcAft>
          <a:spcPts val="160"/>
        </a:spcAft>
        <a:buFont typeface="Arial" panose="020B0604020202020204" pitchFamily="34" charset="0"/>
        <a:buNone/>
        <a:defRPr sz="700" b="1" kern="1200">
          <a:solidFill>
            <a:schemeClr val="tx2"/>
          </a:solidFill>
          <a:latin typeface="+mn-lt"/>
          <a:ea typeface="+mn-ea"/>
          <a:cs typeface="+mn-cs"/>
        </a:defRPr>
      </a:lvl6pPr>
      <a:lvl7pPr marL="0" indent="0" algn="l" defTabSz="292348" rtl="0" eaLnBrk="1" latinLnBrk="0" hangingPunct="1">
        <a:lnSpc>
          <a:spcPct val="95000"/>
        </a:lnSpc>
        <a:spcBef>
          <a:spcPts val="0"/>
        </a:spcBef>
        <a:spcAft>
          <a:spcPts val="160"/>
        </a:spcAft>
        <a:buFont typeface="Arial" panose="020B0604020202020204" pitchFamily="34" charset="0"/>
        <a:buNone/>
        <a:defRPr sz="700" kern="1200">
          <a:solidFill>
            <a:schemeClr val="tx2"/>
          </a:solidFill>
          <a:latin typeface="+mn-lt"/>
          <a:ea typeface="+mn-ea"/>
          <a:cs typeface="+mn-cs"/>
        </a:defRPr>
      </a:lvl7pPr>
      <a:lvl8pPr marL="40283" indent="-40283" algn="l" defTabSz="292348" rtl="0" eaLnBrk="1" latinLnBrk="0" hangingPunct="1">
        <a:lnSpc>
          <a:spcPct val="95000"/>
        </a:lnSpc>
        <a:spcBef>
          <a:spcPts val="0"/>
        </a:spcBef>
        <a:spcAft>
          <a:spcPts val="160"/>
        </a:spcAft>
        <a:buFont typeface="Arial" panose="020B0604020202020204" pitchFamily="34" charset="0"/>
        <a:buChar char="•"/>
        <a:defRPr sz="700" b="0" i="0" kern="1200">
          <a:solidFill>
            <a:schemeClr val="tx2"/>
          </a:solidFill>
          <a:latin typeface="+mn-lt"/>
          <a:ea typeface="+mn-ea"/>
          <a:cs typeface="+mn-cs"/>
        </a:defRPr>
      </a:lvl8pPr>
      <a:lvl9pPr marL="80568" indent="-40283" algn="l" defTabSz="292348" rtl="0" eaLnBrk="1" latinLnBrk="0" hangingPunct="1">
        <a:lnSpc>
          <a:spcPct val="95000"/>
        </a:lnSpc>
        <a:spcBef>
          <a:spcPts val="0"/>
        </a:spcBef>
        <a:spcAft>
          <a:spcPts val="160"/>
        </a:spcAft>
        <a:buFont typeface="Energy" panose="020B0603020203020004" pitchFamily="34" charset="0"/>
        <a:buChar char="–"/>
        <a:defRPr sz="500" kern="1200">
          <a:solidFill>
            <a:schemeClr val="tx2"/>
          </a:solidFill>
          <a:latin typeface="+mn-lt"/>
          <a:ea typeface="+mn-ea"/>
          <a:cs typeface="+mn-cs"/>
        </a:defRPr>
      </a:lvl9pPr>
    </p:bodyStyle>
    <p:otherStyle>
      <a:defPPr>
        <a:defRPr lang="en-US"/>
      </a:defPPr>
      <a:lvl1pPr marL="0" algn="l" defTabSz="292348" rtl="0" eaLnBrk="1" latinLnBrk="0" hangingPunct="1">
        <a:defRPr sz="576" kern="1200">
          <a:solidFill>
            <a:schemeClr val="tx1"/>
          </a:solidFill>
          <a:latin typeface="+mn-lt"/>
          <a:ea typeface="+mn-ea"/>
          <a:cs typeface="+mn-cs"/>
        </a:defRPr>
      </a:lvl1pPr>
      <a:lvl2pPr marL="146173" algn="l" defTabSz="292348" rtl="0" eaLnBrk="1" latinLnBrk="0" hangingPunct="1">
        <a:defRPr sz="576" kern="1200">
          <a:solidFill>
            <a:schemeClr val="tx1"/>
          </a:solidFill>
          <a:latin typeface="+mn-lt"/>
          <a:ea typeface="+mn-ea"/>
          <a:cs typeface="+mn-cs"/>
        </a:defRPr>
      </a:lvl2pPr>
      <a:lvl3pPr marL="292348" algn="l" defTabSz="292348" rtl="0" eaLnBrk="1" latinLnBrk="0" hangingPunct="1">
        <a:defRPr sz="576" kern="1200">
          <a:solidFill>
            <a:schemeClr val="tx1"/>
          </a:solidFill>
          <a:latin typeface="+mn-lt"/>
          <a:ea typeface="+mn-ea"/>
          <a:cs typeface="+mn-cs"/>
        </a:defRPr>
      </a:lvl3pPr>
      <a:lvl4pPr marL="438520" algn="l" defTabSz="292348" rtl="0" eaLnBrk="1" latinLnBrk="0" hangingPunct="1">
        <a:defRPr sz="576" kern="1200">
          <a:solidFill>
            <a:schemeClr val="tx1"/>
          </a:solidFill>
          <a:latin typeface="+mn-lt"/>
          <a:ea typeface="+mn-ea"/>
          <a:cs typeface="+mn-cs"/>
        </a:defRPr>
      </a:lvl4pPr>
      <a:lvl5pPr marL="584693" algn="l" defTabSz="292348" rtl="0" eaLnBrk="1" latinLnBrk="0" hangingPunct="1">
        <a:defRPr sz="576" kern="1200">
          <a:solidFill>
            <a:schemeClr val="tx1"/>
          </a:solidFill>
          <a:latin typeface="+mn-lt"/>
          <a:ea typeface="+mn-ea"/>
          <a:cs typeface="+mn-cs"/>
        </a:defRPr>
      </a:lvl5pPr>
      <a:lvl6pPr marL="730865" algn="l" defTabSz="292348" rtl="0" eaLnBrk="1" latinLnBrk="0" hangingPunct="1">
        <a:defRPr sz="576" kern="1200">
          <a:solidFill>
            <a:schemeClr val="tx1"/>
          </a:solidFill>
          <a:latin typeface="+mn-lt"/>
          <a:ea typeface="+mn-ea"/>
          <a:cs typeface="+mn-cs"/>
        </a:defRPr>
      </a:lvl6pPr>
      <a:lvl7pPr marL="877041" algn="l" defTabSz="292348" rtl="0" eaLnBrk="1" latinLnBrk="0" hangingPunct="1">
        <a:defRPr sz="576" kern="1200">
          <a:solidFill>
            <a:schemeClr val="tx1"/>
          </a:solidFill>
          <a:latin typeface="+mn-lt"/>
          <a:ea typeface="+mn-ea"/>
          <a:cs typeface="+mn-cs"/>
        </a:defRPr>
      </a:lvl7pPr>
      <a:lvl8pPr marL="1023212" algn="l" defTabSz="292348" rtl="0" eaLnBrk="1" latinLnBrk="0" hangingPunct="1">
        <a:defRPr sz="576" kern="1200">
          <a:solidFill>
            <a:schemeClr val="tx1"/>
          </a:solidFill>
          <a:latin typeface="+mn-lt"/>
          <a:ea typeface="+mn-ea"/>
          <a:cs typeface="+mn-cs"/>
        </a:defRPr>
      </a:lvl8pPr>
      <a:lvl9pPr marL="1169386" algn="l" defTabSz="292348" rtl="0" eaLnBrk="1" latinLnBrk="0" hangingPunct="1">
        <a:defRPr sz="576" kern="1200">
          <a:solidFill>
            <a:schemeClr val="tx1"/>
          </a:solidFill>
          <a:latin typeface="+mn-lt"/>
          <a:ea typeface="+mn-ea"/>
          <a:cs typeface="+mn-cs"/>
        </a:defRPr>
      </a:lvl9pPr>
    </p:otherStyle>
  </p:txStyles>
  <p:extLst>
    <p:ext uri="{27BBF7A9-308A-43DC-89C8-2F10F3537804}">
      <p15:sldGuideLst xmlns:p15="http://schemas.microsoft.com/office/powerpoint/2012/main">
        <p15:guide id="4" pos="7541">
          <p15:clr>
            <a:srgbClr val="F26B43"/>
          </p15:clr>
        </p15:guide>
        <p15:guide id="5" pos="7819">
          <p15:clr>
            <a:srgbClr val="F26B43"/>
          </p15:clr>
        </p15:guide>
        <p15:guide id="6" pos="4437">
          <p15:clr>
            <a:srgbClr val="F26B43"/>
          </p15:clr>
        </p15:guide>
        <p15:guide id="12" pos="10787">
          <p15:clr>
            <a:srgbClr val="F26B43"/>
          </p15:clr>
        </p15:guide>
        <p15:guide id="15" pos="4573">
          <p15:clr>
            <a:srgbClr val="F26B43"/>
          </p15:clr>
        </p15:guide>
        <p15:guide id="23" pos="14779">
          <p15:clr>
            <a:srgbClr val="F26B43"/>
          </p15:clr>
        </p15:guide>
        <p15:guide id="27" orient="horz" pos="487">
          <p15:clr>
            <a:srgbClr val="F26B43"/>
          </p15:clr>
        </p15:guide>
        <p15:guide id="30" orient="horz" pos="3912">
          <p15:clr>
            <a:srgbClr val="F26B43"/>
          </p15:clr>
        </p15:guide>
        <p15:guide id="35" orient="horz" pos="7043">
          <p15:clr>
            <a:srgbClr val="F26B43"/>
          </p15:clr>
        </p15:guide>
        <p15:guide id="37" pos="7680">
          <p15:clr>
            <a:srgbClr val="F26B43"/>
          </p15:clr>
        </p15:guide>
        <p15:guide id="38" pos="4709">
          <p15:clr>
            <a:srgbClr val="F26B43"/>
          </p15:clr>
        </p15:guide>
        <p15:guide id="49" pos="10651">
          <p15:clr>
            <a:srgbClr val="F26B43"/>
          </p15:clr>
        </p15:guide>
        <p15:guide id="52" orient="horz" pos="8130">
          <p15:clr>
            <a:srgbClr val="F26B43"/>
          </p15:clr>
        </p15:guide>
        <p15:guide id="53" pos="536">
          <p15:clr>
            <a:srgbClr val="F26B43"/>
          </p15:clr>
        </p15:guide>
        <p15:guide id="54" pos="1092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6.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svg"/><Relationship Id="rId4" Type="http://schemas.openxmlformats.org/officeDocument/2006/relationships/image" Target="../media/image57.png"/></Relationships>
</file>

<file path=ppt/slides/_rels/slide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3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jpeg"/><Relationship Id="rId1" Type="http://schemas.openxmlformats.org/officeDocument/2006/relationships/slideLayout" Target="../slideLayouts/slideLayout2.xml"/><Relationship Id="rId6" Type="http://schemas.openxmlformats.org/officeDocument/2006/relationships/image" Target="../media/image70.sv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svg"/><Relationship Id="rId9" Type="http://schemas.openxmlformats.org/officeDocument/2006/relationships/image" Target="../media/image73.png"/></Relationships>
</file>

<file path=ppt/slides/_rels/slide3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jpeg"/><Relationship Id="rId1" Type="http://schemas.openxmlformats.org/officeDocument/2006/relationships/slideLayout" Target="../slideLayouts/slideLayout2.xml"/><Relationship Id="rId6" Type="http://schemas.openxmlformats.org/officeDocument/2006/relationships/image" Target="../media/image70.sv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svg"/><Relationship Id="rId9" Type="http://schemas.openxmlformats.org/officeDocument/2006/relationships/image" Target="../media/image73.png"/></Relationships>
</file>

<file path=ppt/slides/_rels/slide3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jpeg"/><Relationship Id="rId1" Type="http://schemas.openxmlformats.org/officeDocument/2006/relationships/slideLayout" Target="../slideLayouts/slideLayout2.xml"/><Relationship Id="rId6" Type="http://schemas.openxmlformats.org/officeDocument/2006/relationships/image" Target="../media/image70.sv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svg"/><Relationship Id="rId9" Type="http://schemas.openxmlformats.org/officeDocument/2006/relationships/image" Target="../media/image7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4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0.png"/><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1.png"/><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svg"/><Relationship Id="rId7" Type="http://schemas.openxmlformats.org/officeDocument/2006/relationships/image" Target="../media/image97.png"/><Relationship Id="rId12" Type="http://schemas.openxmlformats.org/officeDocument/2006/relationships/image" Target="../media/image102.wmf"/><Relationship Id="rId2" Type="http://schemas.openxmlformats.org/officeDocument/2006/relationships/image" Target="../media/image92.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wmf"/><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hyperlink" Target="https://eyus.sharepoint.com/:x:/r/sites/RBFTTeam/Shared%20Documents/04.%20Change%20Mgmt.%20and%20Comms/D4.3_Change%20Impact%20Assessment/NS%20revised%20CIA%20template_automated%20example.xlsx?d=w3d3f7d2841974c679b6385c50594d304&amp;csf=1&amp;web=1&amp;e=Dqzn1p"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6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115.sv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jpeg"/><Relationship Id="rId1" Type="http://schemas.openxmlformats.org/officeDocument/2006/relationships/slideLayout" Target="../slideLayouts/slideLayout2.xml"/><Relationship Id="rId6" Type="http://schemas.openxmlformats.org/officeDocument/2006/relationships/image" Target="../media/image113.svg"/><Relationship Id="rId5" Type="http://schemas.openxmlformats.org/officeDocument/2006/relationships/image" Target="../media/image112.png"/><Relationship Id="rId10" Type="http://schemas.microsoft.com/office/2007/relationships/hdphoto" Target="../media/hdphoto2.wdp"/><Relationship Id="rId4" Type="http://schemas.openxmlformats.org/officeDocument/2006/relationships/image" Target="../media/image111.svg"/><Relationship Id="rId9" Type="http://schemas.openxmlformats.org/officeDocument/2006/relationships/image" Target="../media/image116.png"/></Relationships>
</file>

<file path=ppt/slides/_rels/slide71.xml.rels><?xml version="1.0" encoding="UTF-8" standalone="yes"?>
<Relationships xmlns="http://schemas.openxmlformats.org/package/2006/relationships"><Relationship Id="rId8" Type="http://schemas.openxmlformats.org/officeDocument/2006/relationships/image" Target="../media/image114.png"/><Relationship Id="rId3" Type="http://schemas.microsoft.com/office/2007/relationships/hdphoto" Target="../media/hdphoto3.wdp"/><Relationship Id="rId7" Type="http://schemas.openxmlformats.org/officeDocument/2006/relationships/image" Target="../media/image113.sv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svg"/><Relationship Id="rId4" Type="http://schemas.openxmlformats.org/officeDocument/2006/relationships/image" Target="../media/image110.png"/><Relationship Id="rId9" Type="http://schemas.openxmlformats.org/officeDocument/2006/relationships/image" Target="../media/image115.svg"/></Relationships>
</file>

<file path=ppt/slides/_rels/slide72.xml.rels><?xml version="1.0" encoding="UTF-8" standalone="yes"?>
<Relationships xmlns="http://schemas.openxmlformats.org/package/2006/relationships"><Relationship Id="rId8" Type="http://schemas.openxmlformats.org/officeDocument/2006/relationships/image" Target="../media/image124.svg"/><Relationship Id="rId13" Type="http://schemas.openxmlformats.org/officeDocument/2006/relationships/image" Target="../media/image129.png"/><Relationship Id="rId18" Type="http://schemas.microsoft.com/office/2007/relationships/hdphoto" Target="../media/hdphoto4.wdp"/><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28.svg"/><Relationship Id="rId17" Type="http://schemas.openxmlformats.org/officeDocument/2006/relationships/image" Target="../media/image133.png"/><Relationship Id="rId2" Type="http://schemas.openxmlformats.org/officeDocument/2006/relationships/image" Target="../media/image118.jpeg"/><Relationship Id="rId16" Type="http://schemas.openxmlformats.org/officeDocument/2006/relationships/image" Target="../media/image132.svg"/><Relationship Id="rId1" Type="http://schemas.openxmlformats.org/officeDocument/2006/relationships/slideLayout" Target="../slideLayouts/slideLayout2.xml"/><Relationship Id="rId6" Type="http://schemas.openxmlformats.org/officeDocument/2006/relationships/image" Target="../media/image122.svg"/><Relationship Id="rId11" Type="http://schemas.openxmlformats.org/officeDocument/2006/relationships/image" Target="../media/image127.png"/><Relationship Id="rId5" Type="http://schemas.openxmlformats.org/officeDocument/2006/relationships/image" Target="../media/image121.png"/><Relationship Id="rId15" Type="http://schemas.openxmlformats.org/officeDocument/2006/relationships/image" Target="../media/image131.png"/><Relationship Id="rId10" Type="http://schemas.openxmlformats.org/officeDocument/2006/relationships/image" Target="../media/image126.svg"/><Relationship Id="rId4" Type="http://schemas.openxmlformats.org/officeDocument/2006/relationships/image" Target="../media/image120.svg"/><Relationship Id="rId9" Type="http://schemas.openxmlformats.org/officeDocument/2006/relationships/image" Target="../media/image125.png"/><Relationship Id="rId14" Type="http://schemas.openxmlformats.org/officeDocument/2006/relationships/image" Target="../media/image130.svg"/></Relationships>
</file>

<file path=ppt/slides/_rels/slide73.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9.jpe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74.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9.jpeg"/><Relationship Id="rId2" Type="http://schemas.microsoft.com/office/2018/10/relationships/comments" Target="../comments/modernComment_7FFFEE30_B611A19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5071EC-DF0C-76F0-F382-A256A3A131B4}"/>
              </a:ext>
            </a:extLst>
          </p:cNvPr>
          <p:cNvSpPr/>
          <p:nvPr/>
        </p:nvSpPr>
        <p:spPr>
          <a:xfrm>
            <a:off x="2956560" y="0"/>
            <a:ext cx="7772400" cy="9144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4000" b="1" dirty="0">
                <a:solidFill>
                  <a:schemeClr val="tx2"/>
                </a:solidFill>
                <a:latin typeface="+mj-lt"/>
              </a:rPr>
              <a:t>Contents</a:t>
            </a:r>
            <a:endParaRPr lang="en-IN" sz="4000" b="1" dirty="0">
              <a:solidFill>
                <a:schemeClr val="tx2"/>
              </a:solidFill>
              <a:latin typeface="+mj-lt"/>
            </a:endParaRPr>
          </a:p>
        </p:txBody>
      </p:sp>
      <p:graphicFrame>
        <p:nvGraphicFramePr>
          <p:cNvPr id="10" name="Table 9">
            <a:extLst>
              <a:ext uri="{FF2B5EF4-FFF2-40B4-BE49-F238E27FC236}">
                <a16:creationId xmlns:a16="http://schemas.microsoft.com/office/drawing/2014/main" id="{9125BE93-3E23-2C71-91EC-03779C076227}"/>
              </a:ext>
            </a:extLst>
          </p:cNvPr>
          <p:cNvGraphicFramePr>
            <a:graphicFrameLocks noGrp="1"/>
          </p:cNvGraphicFramePr>
          <p:nvPr>
            <p:extLst>
              <p:ext uri="{D42A27DB-BD31-4B8C-83A1-F6EECF244321}">
                <p14:modId xmlns:p14="http://schemas.microsoft.com/office/powerpoint/2010/main" val="2306313036"/>
              </p:ext>
            </p:extLst>
          </p:nvPr>
        </p:nvGraphicFramePr>
        <p:xfrm>
          <a:off x="4099560" y="1005840"/>
          <a:ext cx="5486400" cy="5120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886440574"/>
                    </a:ext>
                  </a:extLst>
                </a:gridCol>
                <a:gridCol w="4572000">
                  <a:extLst>
                    <a:ext uri="{9D8B030D-6E8A-4147-A177-3AD203B41FA5}">
                      <a16:colId xmlns:a16="http://schemas.microsoft.com/office/drawing/2014/main" val="305843556"/>
                    </a:ext>
                  </a:extLst>
                </a:gridCol>
              </a:tblGrid>
              <a:tr h="640080">
                <a:tc>
                  <a:txBody>
                    <a:bodyPr/>
                    <a:lstStyle/>
                    <a:p>
                      <a:pPr algn="ctr"/>
                      <a:r>
                        <a:rPr lang="en-US" sz="2400" b="1">
                          <a:solidFill>
                            <a:schemeClr val="bg1"/>
                          </a:solidFill>
                          <a:latin typeface="+mn-lt"/>
                        </a:rPr>
                        <a:t>1</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a:solidFill>
                            <a:schemeClr val="bg1"/>
                          </a:solidFill>
                          <a:latin typeface="+mn-lt"/>
                        </a:rPr>
                        <a:t>Introduction and Summary</a:t>
                      </a:r>
                      <a:endParaRPr lang="en-IN" sz="1800" b="0">
                        <a:solidFill>
                          <a:schemeClr val="bg1"/>
                        </a:solidFill>
                        <a:latin typeface="+mn-lt"/>
                      </a:endParaRP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1155142"/>
                  </a:ext>
                </a:extLst>
              </a:tr>
              <a:tr h="640080">
                <a:tc>
                  <a:txBody>
                    <a:bodyPr/>
                    <a:lstStyle/>
                    <a:p>
                      <a:pPr marL="0" marR="0" lvl="0" indent="0" algn="ctr"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400" b="1">
                          <a:solidFill>
                            <a:schemeClr val="bg1"/>
                          </a:solidFill>
                          <a:latin typeface="+mn-lt"/>
                        </a:rPr>
                        <a:t>2</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800" b="0">
                          <a:solidFill>
                            <a:schemeClr val="bg1"/>
                          </a:solidFill>
                          <a:latin typeface="+mn-lt"/>
                        </a:rPr>
                        <a:t>Operating Model and Service Delivery</a:t>
                      </a: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5840671"/>
                  </a:ext>
                </a:extLst>
              </a:tr>
              <a:tr h="640080">
                <a:tc>
                  <a:txBody>
                    <a:bodyPr/>
                    <a:lstStyle/>
                    <a:p>
                      <a:pPr marL="0" marR="0" lvl="0" indent="0" algn="ctr"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400" b="1">
                          <a:solidFill>
                            <a:schemeClr val="bg1"/>
                          </a:solidFill>
                          <a:latin typeface="+mn-lt"/>
                        </a:rPr>
                        <a:t>3</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800" b="0">
                          <a:solidFill>
                            <a:schemeClr val="bg1"/>
                          </a:solidFill>
                          <a:latin typeface="+mn-lt"/>
                        </a:rPr>
                        <a:t>Organizational Structure and Transition</a:t>
                      </a: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5931872"/>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a:solidFill>
                            <a:schemeClr val="bg1"/>
                          </a:solidFill>
                          <a:latin typeface="+mn-lt"/>
                        </a:rPr>
                        <a:t>4</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a:solidFill>
                            <a:schemeClr val="bg1"/>
                          </a:solidFill>
                          <a:latin typeface="+mn-lt"/>
                        </a:rPr>
                        <a:t>Personas and Skills (People)</a:t>
                      </a: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559953"/>
                  </a:ext>
                </a:extLst>
              </a:tr>
              <a:tr h="640080">
                <a:tc>
                  <a:txBody>
                    <a:bodyPr/>
                    <a:lstStyle/>
                    <a:p>
                      <a:pPr marL="0" marR="0" lvl="0" indent="0" algn="ctr"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400" b="1">
                          <a:solidFill>
                            <a:schemeClr val="bg1"/>
                          </a:solidFill>
                          <a:latin typeface="+mn-lt"/>
                        </a:rPr>
                        <a:t>5</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800" b="0">
                          <a:solidFill>
                            <a:schemeClr val="bg1"/>
                          </a:solidFill>
                          <a:latin typeface="+mn-lt"/>
                        </a:rPr>
                        <a:t>Performance Management</a:t>
                      </a:r>
                      <a:endParaRPr lang="en-IN" sz="1800" b="0">
                        <a:solidFill>
                          <a:schemeClr val="bg1"/>
                        </a:solidFill>
                        <a:latin typeface="+mn-lt"/>
                      </a:endParaRP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9486395"/>
                  </a:ext>
                </a:extLst>
              </a:tr>
              <a:tr h="640080">
                <a:tc>
                  <a:txBody>
                    <a:bodyPr/>
                    <a:lstStyle/>
                    <a:p>
                      <a:pPr marL="0" marR="0" lvl="0" indent="0" algn="ctr"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400" b="1">
                          <a:solidFill>
                            <a:schemeClr val="bg1"/>
                          </a:solidFill>
                          <a:latin typeface="+mn-lt"/>
                        </a:rPr>
                        <a:t>6</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800" b="0">
                          <a:solidFill>
                            <a:schemeClr val="bg1"/>
                          </a:solidFill>
                          <a:latin typeface="+mn-lt"/>
                        </a:rPr>
                        <a:t>Technology and Platforms</a:t>
                      </a: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329852"/>
                  </a:ext>
                </a:extLst>
              </a:tr>
              <a:tr h="640080">
                <a:tc>
                  <a:txBody>
                    <a:bodyPr/>
                    <a:lstStyle/>
                    <a:p>
                      <a:pPr marL="0" marR="0" lvl="0" indent="0" algn="ctr"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400" b="1">
                          <a:solidFill>
                            <a:schemeClr val="bg1"/>
                          </a:solidFill>
                          <a:latin typeface="+mn-lt"/>
                        </a:rPr>
                        <a:t>7</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800" b="0">
                          <a:solidFill>
                            <a:schemeClr val="bg1"/>
                          </a:solidFill>
                          <a:latin typeface="+mn-lt"/>
                        </a:rPr>
                        <a:t>Governance and Change Management</a:t>
                      </a: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7377501"/>
                  </a:ext>
                </a:extLst>
              </a:tr>
              <a:tr h="640080">
                <a:tc>
                  <a:txBody>
                    <a:bodyPr/>
                    <a:lstStyle/>
                    <a:p>
                      <a:pPr marL="0" marR="0" lvl="0" indent="0" algn="ctr"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400" b="1">
                          <a:solidFill>
                            <a:schemeClr val="bg1"/>
                          </a:solidFill>
                          <a:latin typeface="+mn-lt"/>
                        </a:rPr>
                        <a:t>8</a:t>
                      </a:r>
                      <a:endParaRPr lang="en-IN" sz="2400" b="1">
                        <a:solidFill>
                          <a:schemeClr val="bg1"/>
                        </a:solidFill>
                        <a:latin typeface="+mn-lt"/>
                      </a:endParaRPr>
                    </a:p>
                  </a:txBody>
                  <a:tcPr marL="182880" marR="182880"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943"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800" b="0">
                          <a:solidFill>
                            <a:schemeClr val="bg1"/>
                          </a:solidFill>
                          <a:latin typeface="+mn-lt"/>
                        </a:rPr>
                        <a:t>Client Credentials and Case Studies</a:t>
                      </a:r>
                    </a:p>
                  </a:txBody>
                  <a:tcPr marL="182880" marR="18288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6534758"/>
                  </a:ext>
                </a:extLst>
              </a:tr>
            </a:tbl>
          </a:graphicData>
        </a:graphic>
      </p:graphicFrame>
    </p:spTree>
    <p:extLst>
      <p:ext uri="{BB962C8B-B14F-4D97-AF65-F5344CB8AC3E}">
        <p14:creationId xmlns:p14="http://schemas.microsoft.com/office/powerpoint/2010/main" val="408807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E6B2-6B89-CCBF-26B5-357CF3DC47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E2AE95-A5F0-F050-A531-0E649881894E}"/>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Introduction and Summary</a:t>
            </a:r>
          </a:p>
        </p:txBody>
      </p:sp>
    </p:spTree>
    <p:extLst>
      <p:ext uri="{BB962C8B-B14F-4D97-AF65-F5344CB8AC3E}">
        <p14:creationId xmlns:p14="http://schemas.microsoft.com/office/powerpoint/2010/main" val="951329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E747-20AC-D890-7D79-152DAAB2D3F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B315C49-57AD-CB07-ACC7-6EAE04F520CE}"/>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Executive Summary</a:t>
            </a:r>
          </a:p>
        </p:txBody>
      </p:sp>
      <p:sp>
        <p:nvSpPr>
          <p:cNvPr id="6" name="Date Placeholder 5">
            <a:extLst>
              <a:ext uri="{FF2B5EF4-FFF2-40B4-BE49-F238E27FC236}">
                <a16:creationId xmlns:a16="http://schemas.microsoft.com/office/drawing/2014/main" id="{3511C7C7-62DD-D046-E529-10B239712F1F}"/>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58CF9258-7396-1287-C421-662A9B1A98F1}"/>
              </a:ext>
            </a:extLst>
          </p:cNvPr>
          <p:cNvSpPr>
            <a:spLocks noGrp="1"/>
          </p:cNvSpPr>
          <p:nvPr>
            <p:ph type="sldNum" sz="quarter" idx="19"/>
          </p:nvPr>
        </p:nvSpPr>
        <p:spPr/>
        <p:txBody>
          <a:bodyPr/>
          <a:lstStyle/>
          <a:p>
            <a:fld id="{94FCA0F3-9F3A-694B-99BB-0E592A797735}" type="slidenum">
              <a:rPr lang="en-US" smtClean="0"/>
              <a:t>3</a:t>
            </a:fld>
            <a:endParaRPr lang="en-US"/>
          </a:p>
        </p:txBody>
      </p:sp>
      <p:sp>
        <p:nvSpPr>
          <p:cNvPr id="3" name="TextBox 2">
            <a:extLst>
              <a:ext uri="{FF2B5EF4-FFF2-40B4-BE49-F238E27FC236}">
                <a16:creationId xmlns:a16="http://schemas.microsoft.com/office/drawing/2014/main" id="{A4FE5439-1A0E-F400-626A-21AA3C832229}"/>
              </a:ext>
            </a:extLst>
          </p:cNvPr>
          <p:cNvSpPr txBox="1"/>
          <p:nvPr/>
        </p:nvSpPr>
        <p:spPr>
          <a:xfrm>
            <a:off x="495300" y="914400"/>
            <a:ext cx="11201400" cy="5029200"/>
          </a:xfrm>
          <a:prstGeom prst="rect">
            <a:avLst/>
          </a:prstGeom>
          <a:noFill/>
        </p:spPr>
        <p:txBody>
          <a:bodyPr wrap="square" lIns="137160" tIns="91440" rIns="137160" bIns="91440" anchor="ctr" anchorCtr="0">
            <a:noAutofit/>
          </a:bodyPr>
          <a:lstStyle/>
          <a:p>
            <a:pPr algn="just">
              <a:spcBef>
                <a:spcPts val="2400"/>
              </a:spcBef>
              <a:buNone/>
            </a:pPr>
            <a:r>
              <a:rPr lang="en-US" sz="1600" noProof="0" dirty="0">
                <a:solidFill>
                  <a:schemeClr val="bg1"/>
                </a:solidFill>
              </a:rPr>
              <a:t>The </a:t>
            </a:r>
            <a:r>
              <a:rPr lang="en-US" sz="1600" b="1" noProof="0" dirty="0">
                <a:solidFill>
                  <a:schemeClr val="bg1"/>
                </a:solidFill>
              </a:rPr>
              <a:t>Record-to-Report (R2R GA) operating model</a:t>
            </a:r>
            <a:r>
              <a:rPr lang="en-US" sz="1600" noProof="0" dirty="0">
                <a:solidFill>
                  <a:schemeClr val="bg1"/>
                </a:solidFill>
              </a:rPr>
              <a:t> is designed to deliver accurate, timely, and insightful financial reporting while enabling business decision-making. At the center sits the </a:t>
            </a:r>
            <a:r>
              <a:rPr lang="en-US" sz="1600" b="1" noProof="0" dirty="0">
                <a:solidFill>
                  <a:schemeClr val="bg1"/>
                </a:solidFill>
              </a:rPr>
              <a:t>Global Process Owner (GPO)</a:t>
            </a:r>
            <a:r>
              <a:rPr lang="en-US" sz="1600" noProof="0" dirty="0">
                <a:solidFill>
                  <a:schemeClr val="bg1"/>
                </a:solidFill>
              </a:rPr>
              <a:t>, who ensures end-to-end process standardization, governance, and compliance across regions. The interaction model connects the CFO organization, Global Business Services (GBS) or Centers of Excellence (</a:t>
            </a:r>
            <a:r>
              <a:rPr lang="en-US" sz="1600" noProof="0" dirty="0" err="1">
                <a:solidFill>
                  <a:schemeClr val="bg1"/>
                </a:solidFill>
              </a:rPr>
              <a:t>CoEs</a:t>
            </a:r>
            <a:r>
              <a:rPr lang="en-US" sz="1600" noProof="0" dirty="0">
                <a:solidFill>
                  <a:schemeClr val="bg1"/>
                </a:solidFill>
              </a:rPr>
              <a:t>), and the GPO office, with clear accountabilities, escalation paths, and service-level agreements. The process scope covers general accounting, reconciliations, intercompany, fixed assets, financial consolidation, and both regulatory and management reporting.</a:t>
            </a:r>
          </a:p>
          <a:p>
            <a:pPr algn="just">
              <a:spcBef>
                <a:spcPts val="2400"/>
              </a:spcBef>
              <a:buNone/>
            </a:pPr>
            <a:r>
              <a:rPr lang="en-US" sz="1600" noProof="0" dirty="0">
                <a:solidFill>
                  <a:schemeClr val="bg1"/>
                </a:solidFill>
              </a:rPr>
              <a:t>The model is enabled by a strong </a:t>
            </a:r>
            <a:r>
              <a:rPr lang="en-US" sz="1600" b="1" noProof="0" dirty="0">
                <a:solidFill>
                  <a:schemeClr val="bg1"/>
                </a:solidFill>
              </a:rPr>
              <a:t>talent and technology backbone</a:t>
            </a:r>
            <a:r>
              <a:rPr lang="en-US" sz="1600" noProof="0" dirty="0">
                <a:solidFill>
                  <a:schemeClr val="bg1"/>
                </a:solidFill>
              </a:rPr>
              <a:t>. R2R roles span from transaction specialists and reconciliation analysts to reporting and insights partners, with skillsets in accounting, analytics, automation, and stakeholder management. Technologies such as ERP platforms, RPA, AI/ML, advanced analytics, and visualization tools drive efficiency, accuracy, and predictive insights. A robust governance framework ensures risk management, KPI tracking, and process compliance, while GBS/</a:t>
            </a:r>
            <a:r>
              <a:rPr lang="en-US" sz="1600" noProof="0" dirty="0" err="1">
                <a:solidFill>
                  <a:schemeClr val="bg1"/>
                </a:solidFill>
              </a:rPr>
              <a:t>CoEs</a:t>
            </a:r>
            <a:r>
              <a:rPr lang="en-US" sz="1600" noProof="0" dirty="0">
                <a:solidFill>
                  <a:schemeClr val="bg1"/>
                </a:solidFill>
              </a:rPr>
              <a:t> focus on efficiency, scale, and innovation.</a:t>
            </a:r>
          </a:p>
          <a:p>
            <a:pPr algn="just">
              <a:spcBef>
                <a:spcPts val="2400"/>
              </a:spcBef>
            </a:pPr>
            <a:r>
              <a:rPr lang="en-US" sz="1600" noProof="0" dirty="0">
                <a:solidFill>
                  <a:schemeClr val="bg1"/>
                </a:solidFill>
              </a:rPr>
              <a:t>Finally, the model embeds </a:t>
            </a:r>
            <a:r>
              <a:rPr lang="en-US" sz="1600" b="1" noProof="0" dirty="0">
                <a:solidFill>
                  <a:schemeClr val="bg1"/>
                </a:solidFill>
              </a:rPr>
              <a:t>innovation and change management</a:t>
            </a:r>
            <a:r>
              <a:rPr lang="en-US" sz="1600" noProof="0" dirty="0">
                <a:solidFill>
                  <a:schemeClr val="bg1"/>
                </a:solidFill>
              </a:rPr>
              <a:t> as critical levers for value creation. Real-time close, AI-enabled reconciliations, and process mining are used to streamline operations, while structured change programs ensure adoption and business alignment. Client case studies highlight tangible outcomes, such as reduced close timelines, effort elimination, and improved stakeholder satisfaction. Looking ahead, success in R2R will depend on blending </a:t>
            </a:r>
            <a:r>
              <a:rPr lang="en-US" sz="1600" b="1" noProof="0" dirty="0">
                <a:solidFill>
                  <a:schemeClr val="bg1"/>
                </a:solidFill>
              </a:rPr>
              <a:t>finance expertise with digital acumen and business partnering skills</a:t>
            </a:r>
            <a:r>
              <a:rPr lang="en-US" sz="1600" noProof="0" dirty="0">
                <a:solidFill>
                  <a:schemeClr val="bg1"/>
                </a:solidFill>
              </a:rPr>
              <a:t>, positioning the function as a strategic enabler of growth and decision-making.</a:t>
            </a:r>
          </a:p>
        </p:txBody>
      </p:sp>
    </p:spTree>
    <p:extLst>
      <p:ext uri="{BB962C8B-B14F-4D97-AF65-F5344CB8AC3E}">
        <p14:creationId xmlns:p14="http://schemas.microsoft.com/office/powerpoint/2010/main" val="336609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3EF16-5634-6A07-EE37-D17B71E79CE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B5B9BB0-5EF5-EBF9-F694-662D73FF5BF2}"/>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Objectives and Scope</a:t>
            </a:r>
          </a:p>
        </p:txBody>
      </p:sp>
      <p:sp>
        <p:nvSpPr>
          <p:cNvPr id="6" name="Date Placeholder 5">
            <a:extLst>
              <a:ext uri="{FF2B5EF4-FFF2-40B4-BE49-F238E27FC236}">
                <a16:creationId xmlns:a16="http://schemas.microsoft.com/office/drawing/2014/main" id="{7574B1DD-9274-CDE5-9592-D0D0B8FC0E0A}"/>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2E789206-5625-2285-88AC-4CEC557429A5}"/>
              </a:ext>
            </a:extLst>
          </p:cNvPr>
          <p:cNvSpPr>
            <a:spLocks noGrp="1"/>
          </p:cNvSpPr>
          <p:nvPr>
            <p:ph type="sldNum" sz="quarter" idx="19"/>
          </p:nvPr>
        </p:nvSpPr>
        <p:spPr/>
        <p:txBody>
          <a:bodyPr/>
          <a:lstStyle/>
          <a:p>
            <a:fld id="{94FCA0F3-9F3A-694B-99BB-0E592A797735}" type="slidenum">
              <a:rPr lang="en-US" smtClean="0"/>
              <a:t>4</a:t>
            </a:fld>
            <a:endParaRPr lang="en-US"/>
          </a:p>
        </p:txBody>
      </p:sp>
      <p:graphicFrame>
        <p:nvGraphicFramePr>
          <p:cNvPr id="16" name="Table 15">
            <a:extLst>
              <a:ext uri="{FF2B5EF4-FFF2-40B4-BE49-F238E27FC236}">
                <a16:creationId xmlns:a16="http://schemas.microsoft.com/office/drawing/2014/main" id="{770C17D2-1415-6F88-E3D9-020B1EAB4C52}"/>
              </a:ext>
            </a:extLst>
          </p:cNvPr>
          <p:cNvGraphicFramePr>
            <a:graphicFrameLocks noGrp="1"/>
          </p:cNvGraphicFramePr>
          <p:nvPr>
            <p:extLst>
              <p:ext uri="{D42A27DB-BD31-4B8C-83A1-F6EECF244321}">
                <p14:modId xmlns:p14="http://schemas.microsoft.com/office/powerpoint/2010/main" val="1323441635"/>
              </p:ext>
            </p:extLst>
          </p:nvPr>
        </p:nvGraphicFramePr>
        <p:xfrm>
          <a:off x="495300" y="914400"/>
          <a:ext cx="11201400" cy="4297680"/>
        </p:xfrm>
        <a:graphic>
          <a:graphicData uri="http://schemas.openxmlformats.org/drawingml/2006/table">
            <a:tbl>
              <a:tblPr>
                <a:tableStyleId>{5C22544A-7EE6-4342-B048-85BDC9FD1C3A}</a:tableStyleId>
              </a:tblPr>
              <a:tblGrid>
                <a:gridCol w="1600200">
                  <a:extLst>
                    <a:ext uri="{9D8B030D-6E8A-4147-A177-3AD203B41FA5}">
                      <a16:colId xmlns:a16="http://schemas.microsoft.com/office/drawing/2014/main" val="3003090316"/>
                    </a:ext>
                  </a:extLst>
                </a:gridCol>
                <a:gridCol w="1600200">
                  <a:extLst>
                    <a:ext uri="{9D8B030D-6E8A-4147-A177-3AD203B41FA5}">
                      <a16:colId xmlns:a16="http://schemas.microsoft.com/office/drawing/2014/main" val="1311022769"/>
                    </a:ext>
                  </a:extLst>
                </a:gridCol>
                <a:gridCol w="1600200">
                  <a:extLst>
                    <a:ext uri="{9D8B030D-6E8A-4147-A177-3AD203B41FA5}">
                      <a16:colId xmlns:a16="http://schemas.microsoft.com/office/drawing/2014/main" val="2352461866"/>
                    </a:ext>
                  </a:extLst>
                </a:gridCol>
                <a:gridCol w="1600200">
                  <a:extLst>
                    <a:ext uri="{9D8B030D-6E8A-4147-A177-3AD203B41FA5}">
                      <a16:colId xmlns:a16="http://schemas.microsoft.com/office/drawing/2014/main" val="1231335793"/>
                    </a:ext>
                  </a:extLst>
                </a:gridCol>
                <a:gridCol w="1600200">
                  <a:extLst>
                    <a:ext uri="{9D8B030D-6E8A-4147-A177-3AD203B41FA5}">
                      <a16:colId xmlns:a16="http://schemas.microsoft.com/office/drawing/2014/main" val="237113125"/>
                    </a:ext>
                  </a:extLst>
                </a:gridCol>
                <a:gridCol w="1600200">
                  <a:extLst>
                    <a:ext uri="{9D8B030D-6E8A-4147-A177-3AD203B41FA5}">
                      <a16:colId xmlns:a16="http://schemas.microsoft.com/office/drawing/2014/main" val="3339820887"/>
                    </a:ext>
                  </a:extLst>
                </a:gridCol>
                <a:gridCol w="1600200">
                  <a:extLst>
                    <a:ext uri="{9D8B030D-6E8A-4147-A177-3AD203B41FA5}">
                      <a16:colId xmlns:a16="http://schemas.microsoft.com/office/drawing/2014/main" val="1313384164"/>
                    </a:ext>
                  </a:extLst>
                </a:gridCol>
              </a:tblGrid>
              <a:tr h="914400">
                <a:tc>
                  <a:txBody>
                    <a:bodyPr/>
                    <a:lstStyle/>
                    <a:p>
                      <a:pPr algn="ctr"/>
                      <a:r>
                        <a:rPr lang="en-IN" sz="1400" b="1" dirty="0">
                          <a:solidFill>
                            <a:schemeClr val="bg1"/>
                          </a:solidFill>
                          <a:latin typeface="+mn-lt"/>
                        </a:rPr>
                        <a:t>Operating Model and Service Delivery</a:t>
                      </a:r>
                    </a:p>
                  </a:txBody>
                  <a:tcPr marL="45720" marR="45720" anchor="ctr">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a:r>
                        <a:rPr lang="en-IN" sz="1400" b="1">
                          <a:solidFill>
                            <a:schemeClr val="bg1"/>
                          </a:solidFill>
                          <a:latin typeface="+mn-lt"/>
                        </a:rPr>
                        <a:t>Organizational Structure and Transition</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chemeClr val="bg1"/>
                          </a:solidFill>
                          <a:latin typeface="+mn-lt"/>
                        </a:rPr>
                        <a:t>Personas and Skills</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chemeClr val="bg1"/>
                          </a:solidFill>
                          <a:latin typeface="+mn-lt"/>
                        </a:rPr>
                        <a:t>(People)</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a:r>
                        <a:rPr lang="en-US" sz="1400" b="1">
                          <a:solidFill>
                            <a:schemeClr val="bg1"/>
                          </a:solidFill>
                          <a:latin typeface="+mn-lt"/>
                        </a:rPr>
                        <a:t>Performance Management</a:t>
                      </a:r>
                      <a:endParaRPr lang="en-IN" sz="1400" b="1">
                        <a:solidFill>
                          <a:schemeClr val="bg1"/>
                        </a:solidFill>
                        <a:latin typeface="+mn-lt"/>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a:r>
                        <a:rPr lang="en-IN" sz="1400" b="1">
                          <a:solidFill>
                            <a:schemeClr val="bg1"/>
                          </a:solidFill>
                          <a:latin typeface="+mn-lt"/>
                        </a:rPr>
                        <a:t>Technology and Platforms</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a:r>
                        <a:rPr lang="en-IN" sz="1400" b="1">
                          <a:solidFill>
                            <a:schemeClr val="bg1"/>
                          </a:solidFill>
                          <a:latin typeface="+mn-lt"/>
                        </a:rPr>
                        <a:t>Governance and Change Management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a:r>
                        <a:rPr lang="en-IN" sz="1400" b="1">
                          <a:solidFill>
                            <a:schemeClr val="bg1"/>
                          </a:solidFill>
                          <a:latin typeface="+mn-lt"/>
                        </a:rPr>
                        <a:t>Client Credentials and Case Studies</a:t>
                      </a:r>
                    </a:p>
                  </a:txBody>
                  <a:tcPr marL="45720" marR="45720" anchor="ctr">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3601155142"/>
                  </a:ext>
                </a:extLst>
              </a:tr>
              <a:tr h="3383280">
                <a:tc>
                  <a:txBody>
                    <a:bodyPr/>
                    <a:lstStyle/>
                    <a:p>
                      <a:pPr marL="137160" indent="-137160">
                        <a:lnSpc>
                          <a:spcPct val="100000"/>
                        </a:lnSpc>
                        <a:spcBef>
                          <a:spcPts val="1800"/>
                        </a:spcBef>
                        <a:buFont typeface="Wingdings" panose="05000000000000000000" pitchFamily="2" charset="2"/>
                        <a:buChar char="§"/>
                      </a:pPr>
                      <a:r>
                        <a:rPr lang="en-IN" sz="1300" dirty="0">
                          <a:solidFill>
                            <a:schemeClr val="bg1"/>
                          </a:solidFill>
                        </a:rPr>
                        <a:t>Global Process Ownership (GPO) – Structure, roles, and definitions</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R2R interaction model and process maps and overview</a:t>
                      </a:r>
                    </a:p>
                    <a:p>
                      <a:pPr marL="137160" indent="-137160">
                        <a:lnSpc>
                          <a:spcPct val="100000"/>
                        </a:lnSpc>
                        <a:spcBef>
                          <a:spcPts val="1800"/>
                        </a:spcBef>
                        <a:buFont typeface="Wingdings" panose="05000000000000000000" pitchFamily="2" charset="2"/>
                        <a:buChar char="§"/>
                      </a:pPr>
                      <a:r>
                        <a:rPr lang="en-IN" sz="1300" dirty="0">
                          <a:solidFill>
                            <a:schemeClr val="bg1"/>
                          </a:solidFill>
                        </a:rPr>
                        <a:t>Placement of L3 activities</a:t>
                      </a:r>
                    </a:p>
                    <a:p>
                      <a:pPr marL="137160" indent="-137160">
                        <a:lnSpc>
                          <a:spcPct val="100000"/>
                        </a:lnSpc>
                        <a:spcBef>
                          <a:spcPts val="1800"/>
                        </a:spcBef>
                        <a:buFont typeface="Wingdings" panose="05000000000000000000" pitchFamily="2" charset="2"/>
                        <a:buChar char="§"/>
                      </a:pPr>
                      <a:r>
                        <a:rPr lang="en-IN" sz="1300" dirty="0">
                          <a:solidFill>
                            <a:schemeClr val="bg1"/>
                          </a:solidFill>
                        </a:rPr>
                        <a:t>R2R service delivery</a:t>
                      </a:r>
                    </a:p>
                  </a:txBody>
                  <a:tcPr marL="45720" marR="45720" marT="137160" marB="0">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tc>
                  <a:txBody>
                    <a:bodyPr/>
                    <a:lstStyle/>
                    <a:p>
                      <a:pPr marL="137160" indent="-137160">
                        <a:lnSpc>
                          <a:spcPct val="100000"/>
                        </a:lnSpc>
                        <a:spcBef>
                          <a:spcPts val="1800"/>
                        </a:spcBef>
                        <a:buFont typeface="Wingdings" panose="05000000000000000000" pitchFamily="2" charset="2"/>
                        <a:buChar char="§"/>
                      </a:pPr>
                      <a:r>
                        <a:rPr lang="en-IN" sz="1300" dirty="0">
                          <a:solidFill>
                            <a:schemeClr val="bg1"/>
                          </a:solidFill>
                        </a:rPr>
                        <a:t>R2R process ownership model</a:t>
                      </a:r>
                    </a:p>
                    <a:p>
                      <a:pPr marL="137160" indent="-137160">
                        <a:lnSpc>
                          <a:spcPct val="100000"/>
                        </a:lnSpc>
                        <a:spcBef>
                          <a:spcPts val="1800"/>
                        </a:spcBef>
                        <a:buFont typeface="Wingdings" panose="05000000000000000000" pitchFamily="2" charset="2"/>
                        <a:buChar char="§"/>
                      </a:pPr>
                      <a:r>
                        <a:rPr lang="en-IN" sz="1300" dirty="0">
                          <a:solidFill>
                            <a:schemeClr val="bg1"/>
                          </a:solidFill>
                        </a:rPr>
                        <a:t>Organizational framework and hierarchy</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Transition strategy</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Sourcing strategy</a:t>
                      </a:r>
                    </a:p>
                  </a:txBody>
                  <a:tcPr marL="45720" marR="45720" marT="137160" marB="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tc>
                  <a:txBody>
                    <a:bodyPr/>
                    <a:lstStyle/>
                    <a:p>
                      <a:pPr marL="137160" indent="-137160">
                        <a:lnSpc>
                          <a:spcPct val="100000"/>
                        </a:lnSpc>
                        <a:spcBef>
                          <a:spcPts val="1800"/>
                        </a:spcBef>
                        <a:buFont typeface="Wingdings" panose="05000000000000000000" pitchFamily="2" charset="2"/>
                        <a:buChar char="§"/>
                      </a:pPr>
                      <a:r>
                        <a:rPr lang="en-IN" sz="1300" dirty="0">
                          <a:solidFill>
                            <a:schemeClr val="bg1"/>
                          </a:solidFill>
                        </a:rPr>
                        <a:t>Record-to-Report personas</a:t>
                      </a:r>
                    </a:p>
                    <a:p>
                      <a:pPr marL="137160" indent="-137160">
                        <a:lnSpc>
                          <a:spcPct val="100000"/>
                        </a:lnSpc>
                        <a:spcBef>
                          <a:spcPts val="1800"/>
                        </a:spcBef>
                        <a:buFont typeface="Wingdings" panose="05000000000000000000" pitchFamily="2" charset="2"/>
                        <a:buChar char="§"/>
                      </a:pPr>
                      <a:r>
                        <a:rPr lang="en-IN" sz="1300" dirty="0">
                          <a:solidFill>
                            <a:schemeClr val="bg1"/>
                          </a:solidFill>
                        </a:rPr>
                        <a:t>Skill assessment toolkit</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Roadmap builder</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Role-based learning pathways</a:t>
                      </a:r>
                    </a:p>
                  </a:txBody>
                  <a:tcPr marL="45720" marR="45720" marT="137160" marB="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tc>
                  <a:txBody>
                    <a:bodyPr/>
                    <a:lstStyle/>
                    <a:p>
                      <a:pPr marL="137160" indent="-137160">
                        <a:lnSpc>
                          <a:spcPct val="100000"/>
                        </a:lnSpc>
                        <a:spcBef>
                          <a:spcPts val="1800"/>
                        </a:spcBef>
                        <a:buFont typeface="Wingdings" panose="05000000000000000000" pitchFamily="2" charset="2"/>
                        <a:buChar char="§"/>
                      </a:pPr>
                      <a:r>
                        <a:rPr lang="en-IN" sz="1300" dirty="0">
                          <a:solidFill>
                            <a:schemeClr val="bg1"/>
                          </a:solidFill>
                        </a:rPr>
                        <a:t>Performance metrics and management:</a:t>
                      </a:r>
                    </a:p>
                    <a:p>
                      <a:pPr marL="365760" indent="-182880">
                        <a:lnSpc>
                          <a:spcPct val="100000"/>
                        </a:lnSpc>
                        <a:spcBef>
                          <a:spcPts val="900"/>
                        </a:spcBef>
                        <a:buFont typeface="Courier New" panose="02070309020205020404" pitchFamily="49" charset="0"/>
                        <a:buChar char="o"/>
                      </a:pPr>
                      <a:r>
                        <a:rPr lang="en-IN" sz="1300" dirty="0">
                          <a:solidFill>
                            <a:schemeClr val="bg1"/>
                          </a:solidFill>
                        </a:rPr>
                        <a:t>GBS</a:t>
                      </a:r>
                    </a:p>
                    <a:p>
                      <a:pPr marL="365760" indent="-182880">
                        <a:lnSpc>
                          <a:spcPct val="100000"/>
                        </a:lnSpc>
                        <a:spcBef>
                          <a:spcPts val="900"/>
                        </a:spcBef>
                        <a:buFont typeface="Courier New" panose="02070309020205020404" pitchFamily="49" charset="0"/>
                        <a:buChar char="o"/>
                      </a:pPr>
                      <a:r>
                        <a:rPr lang="en-IN" sz="1300" dirty="0" err="1">
                          <a:solidFill>
                            <a:schemeClr val="bg1"/>
                          </a:solidFill>
                        </a:rPr>
                        <a:t>CoE</a:t>
                      </a:r>
                      <a:endParaRPr lang="en-IN" sz="1300" dirty="0">
                        <a:solidFill>
                          <a:schemeClr val="bg1"/>
                        </a:solidFill>
                      </a:endParaRPr>
                    </a:p>
                  </a:txBody>
                  <a:tcPr marL="45720" marR="45720" marT="137160" marB="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tc>
                  <a:txBody>
                    <a:bodyPr/>
                    <a:lstStyle/>
                    <a:p>
                      <a:pPr marL="137160" indent="-137160">
                        <a:lnSpc>
                          <a:spcPct val="100000"/>
                        </a:lnSpc>
                        <a:spcBef>
                          <a:spcPts val="1800"/>
                        </a:spcBef>
                        <a:buFont typeface="Wingdings" panose="05000000000000000000" pitchFamily="2" charset="2"/>
                        <a:buChar char="§"/>
                      </a:pPr>
                      <a:r>
                        <a:rPr lang="en-US" sz="1300" dirty="0">
                          <a:solidFill>
                            <a:schemeClr val="bg1"/>
                          </a:solidFill>
                        </a:rPr>
                        <a:t>R2R technology overview</a:t>
                      </a:r>
                    </a:p>
                    <a:p>
                      <a:pPr marL="137160" indent="-137160">
                        <a:lnSpc>
                          <a:spcPct val="100000"/>
                        </a:lnSpc>
                        <a:spcBef>
                          <a:spcPts val="1800"/>
                        </a:spcBef>
                        <a:buFont typeface="Wingdings" panose="05000000000000000000" pitchFamily="2" charset="2"/>
                        <a:buChar char="§"/>
                      </a:pPr>
                      <a:r>
                        <a:rPr lang="en-IN" sz="1300" dirty="0">
                          <a:solidFill>
                            <a:schemeClr val="bg1"/>
                          </a:solidFill>
                        </a:rPr>
                        <a:t>Different platforms and tools:</a:t>
                      </a:r>
                    </a:p>
                    <a:p>
                      <a:pPr marL="365760" indent="-182880" algn="l" defTabSz="914400" rtl="0" eaLnBrk="1" latinLnBrk="0" hangingPunct="1">
                        <a:lnSpc>
                          <a:spcPct val="100000"/>
                        </a:lnSpc>
                        <a:spcBef>
                          <a:spcPts val="900"/>
                        </a:spcBef>
                        <a:buFont typeface="Courier New" panose="02070309020205020404" pitchFamily="49" charset="0"/>
                        <a:buChar char="o"/>
                      </a:pPr>
                      <a:r>
                        <a:rPr lang="en-IN" sz="1300" kern="1200" dirty="0">
                          <a:solidFill>
                            <a:schemeClr val="bg1"/>
                          </a:solidFill>
                          <a:latin typeface="+mn-lt"/>
                          <a:ea typeface="+mn-ea"/>
                          <a:cs typeface="+mn-cs"/>
                        </a:rPr>
                        <a:t>BlackLine</a:t>
                      </a:r>
                    </a:p>
                    <a:p>
                      <a:pPr marL="365760" indent="-182880" algn="l" defTabSz="914400" rtl="0" eaLnBrk="1" latinLnBrk="0" hangingPunct="1">
                        <a:lnSpc>
                          <a:spcPct val="100000"/>
                        </a:lnSpc>
                        <a:spcBef>
                          <a:spcPts val="900"/>
                        </a:spcBef>
                        <a:buFont typeface="Courier New" panose="02070309020205020404" pitchFamily="49" charset="0"/>
                        <a:buChar char="o"/>
                      </a:pPr>
                      <a:r>
                        <a:rPr lang="en-IN" sz="1300" kern="1200" dirty="0">
                          <a:solidFill>
                            <a:schemeClr val="bg1"/>
                          </a:solidFill>
                          <a:latin typeface="+mn-lt"/>
                          <a:ea typeface="+mn-ea"/>
                          <a:cs typeface="+mn-cs"/>
                        </a:rPr>
                        <a:t>Trintech</a:t>
                      </a:r>
                    </a:p>
                    <a:p>
                      <a:pPr marL="365760" indent="-182880" algn="l" defTabSz="914400" rtl="0" eaLnBrk="1" latinLnBrk="0" hangingPunct="1">
                        <a:lnSpc>
                          <a:spcPct val="100000"/>
                        </a:lnSpc>
                        <a:spcBef>
                          <a:spcPts val="900"/>
                        </a:spcBef>
                        <a:buFont typeface="Courier New" panose="02070309020205020404" pitchFamily="49" charset="0"/>
                        <a:buChar char="o"/>
                      </a:pPr>
                      <a:r>
                        <a:rPr lang="en-IN" sz="1300" kern="1200" dirty="0">
                          <a:solidFill>
                            <a:schemeClr val="bg1"/>
                          </a:solidFill>
                          <a:latin typeface="+mn-lt"/>
                          <a:ea typeface="+mn-ea"/>
                          <a:cs typeface="+mn-cs"/>
                        </a:rPr>
                        <a:t>ARCS</a:t>
                      </a:r>
                    </a:p>
                    <a:p>
                      <a:pPr marL="365760" indent="-182880" algn="l" defTabSz="914400" rtl="0" eaLnBrk="1" latinLnBrk="0" hangingPunct="1">
                        <a:lnSpc>
                          <a:spcPct val="100000"/>
                        </a:lnSpc>
                        <a:spcBef>
                          <a:spcPts val="900"/>
                        </a:spcBef>
                        <a:buFont typeface="Courier New" panose="02070309020205020404" pitchFamily="49" charset="0"/>
                        <a:buChar char="o"/>
                      </a:pPr>
                      <a:r>
                        <a:rPr lang="en-IN" sz="1300" kern="1200" dirty="0">
                          <a:solidFill>
                            <a:schemeClr val="bg1"/>
                          </a:solidFill>
                          <a:latin typeface="+mn-lt"/>
                          <a:ea typeface="+mn-ea"/>
                          <a:cs typeface="+mn-cs"/>
                        </a:rPr>
                        <a:t>Financial Consolidation Systems</a:t>
                      </a:r>
                    </a:p>
                  </a:txBody>
                  <a:tcPr marL="45720" marR="45720" marT="137160" marB="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tc>
                  <a:txBody>
                    <a:bodyPr/>
                    <a:lstStyle/>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Governance model and accountability framework (Decision-making, policies and controls)</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RACI matrix</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Change impact analysis</a:t>
                      </a:r>
                    </a:p>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Communication strategy</a:t>
                      </a:r>
                    </a:p>
                  </a:txBody>
                  <a:tcPr marL="45720" marR="45720" marT="137160" marB="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tc>
                  <a:txBody>
                    <a:bodyPr/>
                    <a:lstStyle/>
                    <a:p>
                      <a:pPr marL="137160" marR="0" lvl="0" indent="-137160" algn="l" defTabSz="914400" rtl="0" eaLnBrk="1" fontAlgn="auto" latinLnBrk="0" hangingPunct="1">
                        <a:lnSpc>
                          <a:spcPct val="100000"/>
                        </a:lnSpc>
                        <a:spcBef>
                          <a:spcPts val="1800"/>
                        </a:spcBef>
                        <a:spcAft>
                          <a:spcPts val="0"/>
                        </a:spcAft>
                        <a:buClrTx/>
                        <a:buSzTx/>
                        <a:buFont typeface="Wingdings" panose="05000000000000000000" pitchFamily="2" charset="2"/>
                        <a:buChar char="§"/>
                        <a:tabLst/>
                        <a:defRPr/>
                      </a:pPr>
                      <a:r>
                        <a:rPr lang="en-IN" sz="1300" dirty="0">
                          <a:solidFill>
                            <a:schemeClr val="bg1"/>
                          </a:solidFill>
                        </a:rPr>
                        <a:t>Client credentials and case studies</a:t>
                      </a:r>
                    </a:p>
                    <a:p>
                      <a:pPr marL="137160" indent="-137160">
                        <a:lnSpc>
                          <a:spcPct val="100000"/>
                        </a:lnSpc>
                        <a:spcBef>
                          <a:spcPts val="1800"/>
                        </a:spcBef>
                        <a:buFont typeface="Wingdings" panose="05000000000000000000" pitchFamily="2" charset="2"/>
                        <a:buChar char="§"/>
                      </a:pPr>
                      <a:r>
                        <a:rPr lang="en-IN" sz="1300" dirty="0">
                          <a:solidFill>
                            <a:schemeClr val="bg1"/>
                          </a:solidFill>
                        </a:rPr>
                        <a:t>Team skillset on R2R project delivery</a:t>
                      </a:r>
                    </a:p>
                  </a:txBody>
                  <a:tcPr marL="45720" marR="45720" marT="137160" marB="0">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855840671"/>
                  </a:ext>
                </a:extLst>
              </a:tr>
            </a:tbl>
          </a:graphicData>
        </a:graphic>
      </p:graphicFrame>
    </p:spTree>
    <p:extLst>
      <p:ext uri="{BB962C8B-B14F-4D97-AF65-F5344CB8AC3E}">
        <p14:creationId xmlns:p14="http://schemas.microsoft.com/office/powerpoint/2010/main" val="3277551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8BEF7-E3C1-5D46-9250-1B90271AD8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18B3139-A3E3-8356-ED30-67EFCBFE2C8A}"/>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Operating Model and Service Delivery</a:t>
            </a:r>
          </a:p>
        </p:txBody>
      </p:sp>
    </p:spTree>
    <p:extLst>
      <p:ext uri="{BB962C8B-B14F-4D97-AF65-F5344CB8AC3E}">
        <p14:creationId xmlns:p14="http://schemas.microsoft.com/office/powerpoint/2010/main" val="1664615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988F-E9DE-3F43-99C8-FD8425F7934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36E8138-F59D-B6D6-E425-78D479A8FD63}"/>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Global Process Ownership (GPO) Structure</a:t>
            </a:r>
          </a:p>
        </p:txBody>
      </p:sp>
      <p:sp>
        <p:nvSpPr>
          <p:cNvPr id="6" name="Date Placeholder 5">
            <a:extLst>
              <a:ext uri="{FF2B5EF4-FFF2-40B4-BE49-F238E27FC236}">
                <a16:creationId xmlns:a16="http://schemas.microsoft.com/office/drawing/2014/main" id="{5CC86B6E-9D9E-DA76-01CA-226188741F20}"/>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C323625A-2B6F-8B71-A372-236A60B7A9D3}"/>
              </a:ext>
            </a:extLst>
          </p:cNvPr>
          <p:cNvSpPr>
            <a:spLocks noGrp="1"/>
          </p:cNvSpPr>
          <p:nvPr>
            <p:ph type="sldNum" sz="quarter" idx="19"/>
          </p:nvPr>
        </p:nvSpPr>
        <p:spPr/>
        <p:txBody>
          <a:bodyPr/>
          <a:lstStyle/>
          <a:p>
            <a:fld id="{94FCA0F3-9F3A-694B-99BB-0E592A797735}" type="slidenum">
              <a:rPr lang="en-US" smtClean="0"/>
              <a:t>6</a:t>
            </a:fld>
            <a:endParaRPr lang="en-US"/>
          </a:p>
        </p:txBody>
      </p:sp>
      <p:sp>
        <p:nvSpPr>
          <p:cNvPr id="36" name="Text Placeholder 2">
            <a:extLst>
              <a:ext uri="{FF2B5EF4-FFF2-40B4-BE49-F238E27FC236}">
                <a16:creationId xmlns:a16="http://schemas.microsoft.com/office/drawing/2014/main" id="{2DB118E2-929E-BC41-C63A-80E635270C47}"/>
              </a:ext>
            </a:extLst>
          </p:cNvPr>
          <p:cNvSpPr txBox="1">
            <a:spLocks/>
          </p:cNvSpPr>
          <p:nvPr/>
        </p:nvSpPr>
        <p:spPr>
          <a:xfrm>
            <a:off x="495300" y="914978"/>
            <a:ext cx="11201400" cy="640080"/>
          </a:xfrm>
          <a:prstGeom prst="rect">
            <a:avLst/>
          </a:prstGeom>
        </p:spPr>
        <p:txBody>
          <a:bodyPr vert="horz" lIns="91440" tIns="45720" rIns="91440" bIns="45720" rtlCol="0" anchor="ctr" anchorCtr="0">
            <a:noAutofit/>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216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432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srgbClr val="333333"/>
                </a:solidFill>
                <a:effectLst/>
                <a:uLnTx/>
                <a:uFillTx/>
                <a:ea typeface="+mn-ea"/>
              </a:rPr>
              <a:t>A comprehensive GPO model comprises responsibility for process design, delivery &amp; IT solution design. GPO’s responsibilities for Global will evolve from </a:t>
            </a:r>
            <a:r>
              <a:rPr kumimoji="0" lang="en-GB" sz="1600" b="1" i="0" u="none" strike="noStrike" kern="1200" cap="none" spc="0" normalizeH="0" baseline="0" noProof="0">
                <a:ln>
                  <a:noFill/>
                </a:ln>
                <a:solidFill>
                  <a:srgbClr val="333333"/>
                </a:solidFill>
                <a:effectLst/>
                <a:uLnTx/>
                <a:uFillTx/>
                <a:ea typeface="+mn-ea"/>
              </a:rPr>
              <a:t>advanced model </a:t>
            </a:r>
            <a:r>
              <a:rPr kumimoji="0" lang="en-GB" sz="1600" b="0" i="0" u="none" strike="noStrike" kern="1200" cap="none" spc="0" normalizeH="0" baseline="0" noProof="0">
                <a:ln>
                  <a:noFill/>
                </a:ln>
                <a:solidFill>
                  <a:srgbClr val="333333"/>
                </a:solidFill>
                <a:effectLst/>
                <a:uLnTx/>
                <a:uFillTx/>
                <a:ea typeface="+mn-ea"/>
              </a:rPr>
              <a:t>to </a:t>
            </a:r>
            <a:r>
              <a:rPr kumimoji="0" lang="en-GB" sz="1600" b="1" i="0" u="none" strike="noStrike" kern="1200" cap="none" spc="0" normalizeH="0" baseline="0" noProof="0">
                <a:ln>
                  <a:noFill/>
                </a:ln>
                <a:solidFill>
                  <a:srgbClr val="333333"/>
                </a:solidFill>
                <a:effectLst/>
                <a:uLnTx/>
                <a:uFillTx/>
                <a:ea typeface="+mn-ea"/>
              </a:rPr>
              <a:t>comprehensive E2E responsibility</a:t>
            </a:r>
            <a:r>
              <a:rPr kumimoji="0" lang="en-GB" sz="1600" b="0" i="0" u="none" strike="noStrike" kern="1200" cap="none" spc="0" normalizeH="0" baseline="0" noProof="0">
                <a:ln>
                  <a:noFill/>
                </a:ln>
                <a:solidFill>
                  <a:srgbClr val="333333"/>
                </a:solidFill>
                <a:effectLst/>
                <a:uLnTx/>
                <a:uFillTx/>
                <a:ea typeface="+mn-ea"/>
              </a:rPr>
              <a:t>.  </a:t>
            </a:r>
            <a:endParaRPr kumimoji="0" lang="en-GB" sz="1600" b="0" i="0" u="none" strike="noStrike" kern="1200" cap="none" spc="0" normalizeH="0" baseline="0" noProof="0">
              <a:ln>
                <a:noFill/>
              </a:ln>
              <a:solidFill>
                <a:srgbClr val="333333">
                  <a:lumMod val="50000"/>
                </a:srgbClr>
              </a:solidFill>
              <a:effectLst/>
              <a:uLnTx/>
              <a:uFillTx/>
              <a:ea typeface="+mn-ea"/>
              <a:cs typeface="Arial"/>
            </a:endParaRPr>
          </a:p>
        </p:txBody>
      </p:sp>
      <p:sp>
        <p:nvSpPr>
          <p:cNvPr id="3" name="AutoShape 49">
            <a:extLst>
              <a:ext uri="{FF2B5EF4-FFF2-40B4-BE49-F238E27FC236}">
                <a16:creationId xmlns:a16="http://schemas.microsoft.com/office/drawing/2014/main" id="{4BE4796C-483E-026A-FFE6-6B91AEC958F0}"/>
              </a:ext>
            </a:extLst>
          </p:cNvPr>
          <p:cNvSpPr>
            <a:spLocks noChangeArrowheads="1"/>
          </p:cNvSpPr>
          <p:nvPr>
            <p:custDataLst>
              <p:tags r:id="rId1"/>
            </p:custDataLst>
          </p:nvPr>
        </p:nvSpPr>
        <p:spPr bwMode="gray">
          <a:xfrm>
            <a:off x="495300" y="1645871"/>
            <a:ext cx="3657600" cy="548640"/>
          </a:xfrm>
          <a:prstGeom prst="rect">
            <a:avLst/>
          </a:prstGeom>
          <a:noFill/>
          <a:ln w="9525" algn="ctr">
            <a:noFill/>
            <a:miter lim="800000"/>
            <a:headEnd/>
            <a:tailEnd/>
          </a:ln>
        </p:spPr>
        <p:txBody>
          <a:bodyPr lIns="91440" tIns="45720" rIns="91440" bIns="45720" anchor="ctr" anchorCtr="0"/>
          <a:lstStyle/>
          <a:p>
            <a:pPr marL="0" marR="0" lvl="0" indent="0" algn="ctr" defTabSz="1701716" rtl="0" eaLnBrk="0" fontAlgn="auto" latinLnBrk="0" hangingPunct="0">
              <a:lnSpc>
                <a:spcPct val="100000"/>
              </a:lnSpc>
              <a:spcBef>
                <a:spcPts val="300"/>
              </a:spcBef>
              <a:spcAft>
                <a:spcPts val="0"/>
              </a:spcAft>
              <a:buClr>
                <a:srgbClr val="666699"/>
              </a:buClr>
              <a:buSzPct val="75000"/>
              <a:buFontTx/>
              <a:buNone/>
              <a:tabLst/>
              <a:defRPr/>
            </a:pPr>
            <a:r>
              <a:rPr kumimoji="0" lang="en-US" sz="1400" b="1" i="0" u="none" strike="noStrike" kern="0" cap="none" spc="0" normalizeH="0" baseline="0" noProof="0">
                <a:ln>
                  <a:noFill/>
                </a:ln>
                <a:solidFill>
                  <a:srgbClr val="333333"/>
                </a:solidFill>
                <a:effectLst/>
                <a:uLnTx/>
                <a:uFillTx/>
                <a:cs typeface="Arial" panose="020B0604020202020204" pitchFamily="34" charset="0"/>
                <a:sym typeface="Helvetica Light"/>
              </a:rPr>
              <a:t>GPO Light Model</a:t>
            </a:r>
          </a:p>
          <a:p>
            <a:pPr marL="0" marR="0" lvl="0" indent="0" algn="ctr" defTabSz="1701716" rtl="0" eaLnBrk="0" fontAlgn="auto" latinLnBrk="0" hangingPunct="0">
              <a:lnSpc>
                <a:spcPct val="100000"/>
              </a:lnSpc>
              <a:spcBef>
                <a:spcPts val="300"/>
              </a:spcBef>
              <a:spcAft>
                <a:spcPts val="0"/>
              </a:spcAft>
              <a:buClr>
                <a:srgbClr val="666699"/>
              </a:buClr>
              <a:buSzPct val="75000"/>
              <a:buFontTx/>
              <a:buNone/>
              <a:tabLst/>
              <a:defRPr/>
            </a:pPr>
            <a:r>
              <a:rPr kumimoji="0" lang="en-US" sz="1200" b="0" i="1" u="none" strike="noStrike" kern="1200" cap="none" spc="-53" normalizeH="0" baseline="0" noProof="0">
                <a:ln>
                  <a:noFill/>
                </a:ln>
                <a:solidFill>
                  <a:srgbClr val="333333"/>
                </a:solidFill>
                <a:effectLst/>
                <a:uLnTx/>
                <a:uFillTx/>
              </a:rPr>
              <a:t>Design responsibilities for GBS processes</a:t>
            </a:r>
            <a:endParaRPr kumimoji="0" lang="en-US" sz="1200" b="0" i="1" u="none" strike="noStrike" kern="1200" cap="none" spc="0" normalizeH="0" baseline="0" noProof="0">
              <a:ln>
                <a:noFill/>
              </a:ln>
              <a:solidFill>
                <a:srgbClr val="333333"/>
              </a:solidFill>
              <a:effectLst/>
              <a:uLnTx/>
              <a:uFillTx/>
              <a:ea typeface="Nokia Pure Text Light" panose="020B0403020202020204" pitchFamily="34" charset="0"/>
            </a:endParaRPr>
          </a:p>
        </p:txBody>
      </p:sp>
      <p:sp>
        <p:nvSpPr>
          <p:cNvPr id="4" name="AutoShape 49">
            <a:extLst>
              <a:ext uri="{FF2B5EF4-FFF2-40B4-BE49-F238E27FC236}">
                <a16:creationId xmlns:a16="http://schemas.microsoft.com/office/drawing/2014/main" id="{AB14E980-D2AD-C96E-2FFB-C3227C288800}"/>
              </a:ext>
            </a:extLst>
          </p:cNvPr>
          <p:cNvSpPr>
            <a:spLocks noChangeArrowheads="1"/>
          </p:cNvSpPr>
          <p:nvPr>
            <p:custDataLst>
              <p:tags r:id="rId2"/>
            </p:custDataLst>
          </p:nvPr>
        </p:nvSpPr>
        <p:spPr bwMode="gray">
          <a:xfrm>
            <a:off x="8039100" y="1645871"/>
            <a:ext cx="3657600" cy="548640"/>
          </a:xfrm>
          <a:prstGeom prst="rect">
            <a:avLst/>
          </a:prstGeom>
          <a:noFill/>
          <a:ln w="9525" algn="ctr">
            <a:noFill/>
            <a:miter lim="800000"/>
            <a:headEnd/>
            <a:tailEnd/>
          </a:ln>
        </p:spPr>
        <p:txBody>
          <a:bodyPr lIns="91440" tIns="45720" rIns="91440" bIns="45720" anchor="ctr" anchorCtr="0"/>
          <a:lstStyle/>
          <a:p>
            <a:pPr marL="0" marR="0" lvl="0" indent="0" algn="ctr" defTabSz="1701716" rtl="0" eaLnBrk="0" fontAlgn="auto" latinLnBrk="0" hangingPunct="0">
              <a:lnSpc>
                <a:spcPct val="100000"/>
              </a:lnSpc>
              <a:spcBef>
                <a:spcPts val="300"/>
              </a:spcBef>
              <a:spcAft>
                <a:spcPts val="0"/>
              </a:spcAft>
              <a:buClr>
                <a:srgbClr val="666699"/>
              </a:buClr>
              <a:buSzPct val="75000"/>
              <a:buFontTx/>
              <a:buNone/>
              <a:tabLst/>
              <a:defRPr/>
            </a:pPr>
            <a:r>
              <a:rPr kumimoji="0" lang="en-US" sz="1400" b="1" i="0" u="none" strike="noStrike" kern="0" cap="none" spc="0" normalizeH="0" baseline="0" noProof="0">
                <a:ln>
                  <a:noFill/>
                </a:ln>
                <a:solidFill>
                  <a:srgbClr val="333333"/>
                </a:solidFill>
                <a:effectLst/>
                <a:uLnTx/>
                <a:uFillTx/>
                <a:ea typeface="+mn-ea"/>
                <a:cs typeface="Arial" panose="020B0604020202020204" pitchFamily="34" charset="0"/>
                <a:sym typeface="Helvetica Light"/>
              </a:rPr>
              <a:t>GBS Comprehensive Model</a:t>
            </a:r>
          </a:p>
          <a:p>
            <a:pPr marL="0" marR="0" lvl="0" indent="0" algn="ctr" defTabSz="1701716" rtl="0" eaLnBrk="0" fontAlgn="auto" latinLnBrk="0" hangingPunct="0">
              <a:lnSpc>
                <a:spcPct val="100000"/>
              </a:lnSpc>
              <a:spcBef>
                <a:spcPts val="300"/>
              </a:spcBef>
              <a:spcAft>
                <a:spcPts val="0"/>
              </a:spcAft>
              <a:buClr>
                <a:srgbClr val="666699"/>
              </a:buClr>
              <a:buSzPct val="75000"/>
              <a:buFontTx/>
              <a:buNone/>
              <a:tabLst/>
              <a:defRPr/>
            </a:pPr>
            <a:r>
              <a:rPr kumimoji="0" lang="en-US" sz="1200" b="0" i="1" u="none" strike="noStrike" kern="1200" cap="none" spc="-53" normalizeH="0" baseline="0" noProof="0">
                <a:ln>
                  <a:noFill/>
                </a:ln>
                <a:solidFill>
                  <a:srgbClr val="333333"/>
                </a:solidFill>
                <a:effectLst/>
                <a:uLnTx/>
                <a:uFillTx/>
                <a:ea typeface="+mn-ea"/>
              </a:rPr>
              <a:t>Full fledged E2E responsibility (GSO*)</a:t>
            </a:r>
            <a:endParaRPr kumimoji="0" lang="en-US" sz="1200" b="1" i="1" u="none" strike="noStrike" kern="0" cap="none" spc="0" normalizeH="0" baseline="0" noProof="0">
              <a:ln>
                <a:noFill/>
              </a:ln>
              <a:solidFill>
                <a:srgbClr val="333333"/>
              </a:solidFill>
              <a:effectLst/>
              <a:uLnTx/>
              <a:uFillTx/>
              <a:ea typeface="+mn-ea"/>
              <a:cs typeface="Arial" panose="020B0604020202020204" pitchFamily="34" charset="0"/>
              <a:sym typeface="Helvetica Light"/>
            </a:endParaRPr>
          </a:p>
        </p:txBody>
      </p:sp>
      <p:grpSp>
        <p:nvGrpSpPr>
          <p:cNvPr id="33" name="Group 32">
            <a:extLst>
              <a:ext uri="{FF2B5EF4-FFF2-40B4-BE49-F238E27FC236}">
                <a16:creationId xmlns:a16="http://schemas.microsoft.com/office/drawing/2014/main" id="{63F3BE05-6716-27FB-4427-E818659BF9AF}"/>
              </a:ext>
            </a:extLst>
          </p:cNvPr>
          <p:cNvGrpSpPr/>
          <p:nvPr/>
        </p:nvGrpSpPr>
        <p:grpSpPr>
          <a:xfrm>
            <a:off x="858613" y="3606189"/>
            <a:ext cx="2240280" cy="1836374"/>
            <a:chOff x="4431783" y="2997594"/>
            <a:chExt cx="2240280" cy="1836374"/>
          </a:xfrm>
        </p:grpSpPr>
        <p:sp>
          <p:nvSpPr>
            <p:cNvPr id="9" name="Rectangle 8">
              <a:extLst>
                <a:ext uri="{FF2B5EF4-FFF2-40B4-BE49-F238E27FC236}">
                  <a16:creationId xmlns:a16="http://schemas.microsoft.com/office/drawing/2014/main" id="{534C9594-BBF6-591D-C42A-1024494453D8}"/>
                </a:ext>
              </a:extLst>
            </p:cNvPr>
            <p:cNvSpPr/>
            <p:nvPr/>
          </p:nvSpPr>
          <p:spPr>
            <a:xfrm>
              <a:off x="4614663" y="2998555"/>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GBS Process Governance</a:t>
              </a:r>
            </a:p>
          </p:txBody>
        </p:sp>
        <p:sp>
          <p:nvSpPr>
            <p:cNvPr id="10" name="Rectangle 9">
              <a:extLst>
                <a:ext uri="{FF2B5EF4-FFF2-40B4-BE49-F238E27FC236}">
                  <a16:creationId xmlns:a16="http://schemas.microsoft.com/office/drawing/2014/main" id="{D378A5FB-FE87-E694-4651-370AAE3C7A12}"/>
                </a:ext>
              </a:extLst>
            </p:cNvPr>
            <p:cNvSpPr/>
            <p:nvPr/>
          </p:nvSpPr>
          <p:spPr>
            <a:xfrm>
              <a:off x="4614663" y="3545273"/>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Design</a:t>
              </a:r>
            </a:p>
          </p:txBody>
        </p:sp>
        <p:sp>
          <p:nvSpPr>
            <p:cNvPr id="11" name="Rectangle 10">
              <a:extLst>
                <a:ext uri="{FF2B5EF4-FFF2-40B4-BE49-F238E27FC236}">
                  <a16:creationId xmlns:a16="http://schemas.microsoft.com/office/drawing/2014/main" id="{98790240-878B-A7EA-2D73-ED53D12A25EB}"/>
                </a:ext>
              </a:extLst>
            </p:cNvPr>
            <p:cNvSpPr/>
            <p:nvPr/>
          </p:nvSpPr>
          <p:spPr>
            <a:xfrm>
              <a:off x="4614663" y="3271914"/>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Retained Process Governance</a:t>
              </a:r>
            </a:p>
          </p:txBody>
        </p:sp>
        <p:sp>
          <p:nvSpPr>
            <p:cNvPr id="12" name="Rectangle 11">
              <a:extLst>
                <a:ext uri="{FF2B5EF4-FFF2-40B4-BE49-F238E27FC236}">
                  <a16:creationId xmlns:a16="http://schemas.microsoft.com/office/drawing/2014/main" id="{4FD82979-8226-085D-94A5-3D3C2FFD8884}"/>
                </a:ext>
              </a:extLst>
            </p:cNvPr>
            <p:cNvSpPr/>
            <p:nvPr/>
          </p:nvSpPr>
          <p:spPr>
            <a:xfrm>
              <a:off x="4614663" y="3821807"/>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Build </a:t>
              </a:r>
            </a:p>
          </p:txBody>
        </p:sp>
        <p:sp>
          <p:nvSpPr>
            <p:cNvPr id="13" name="Rectangle 12">
              <a:extLst>
                <a:ext uri="{FF2B5EF4-FFF2-40B4-BE49-F238E27FC236}">
                  <a16:creationId xmlns:a16="http://schemas.microsoft.com/office/drawing/2014/main" id="{2605A835-66EC-C54C-58FF-B752652FB341}"/>
                </a:ext>
              </a:extLst>
            </p:cNvPr>
            <p:cNvSpPr/>
            <p:nvPr/>
          </p:nvSpPr>
          <p:spPr>
            <a:xfrm>
              <a:off x="4614663" y="4098341"/>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Execution</a:t>
              </a:r>
            </a:p>
          </p:txBody>
        </p:sp>
        <p:sp>
          <p:nvSpPr>
            <p:cNvPr id="14" name="Rectangle 13">
              <a:extLst>
                <a:ext uri="{FF2B5EF4-FFF2-40B4-BE49-F238E27FC236}">
                  <a16:creationId xmlns:a16="http://schemas.microsoft.com/office/drawing/2014/main" id="{E227767D-AE3F-F1A7-B341-D29D414027D3}"/>
                </a:ext>
              </a:extLst>
            </p:cNvPr>
            <p:cNvSpPr/>
            <p:nvPr/>
          </p:nvSpPr>
          <p:spPr>
            <a:xfrm>
              <a:off x="4614663" y="4374875"/>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IT Solution Design</a:t>
              </a:r>
            </a:p>
          </p:txBody>
        </p:sp>
        <p:sp>
          <p:nvSpPr>
            <p:cNvPr id="15" name="Oval 14">
              <a:extLst>
                <a:ext uri="{FF2B5EF4-FFF2-40B4-BE49-F238E27FC236}">
                  <a16:creationId xmlns:a16="http://schemas.microsoft.com/office/drawing/2014/main" id="{0B8C1F2F-6EC3-DF79-43F0-0E2B4F7ECFD3}"/>
                </a:ext>
              </a:extLst>
            </p:cNvPr>
            <p:cNvSpPr/>
            <p:nvPr/>
          </p:nvSpPr>
          <p:spPr>
            <a:xfrm>
              <a:off x="4431783" y="2997594"/>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7" name="Oval 16">
              <a:extLst>
                <a:ext uri="{FF2B5EF4-FFF2-40B4-BE49-F238E27FC236}">
                  <a16:creationId xmlns:a16="http://schemas.microsoft.com/office/drawing/2014/main" id="{40893DA5-757E-AC8E-F93B-D671D8988DA1}"/>
                </a:ext>
              </a:extLst>
            </p:cNvPr>
            <p:cNvSpPr/>
            <p:nvPr/>
          </p:nvSpPr>
          <p:spPr>
            <a:xfrm>
              <a:off x="4431783" y="3271593"/>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22" name="Rectangle 21">
              <a:extLst>
                <a:ext uri="{FF2B5EF4-FFF2-40B4-BE49-F238E27FC236}">
                  <a16:creationId xmlns:a16="http://schemas.microsoft.com/office/drawing/2014/main" id="{CAB6BF22-5C08-D528-25B2-1D348682CE73}"/>
                </a:ext>
              </a:extLst>
            </p:cNvPr>
            <p:cNvSpPr/>
            <p:nvPr/>
          </p:nvSpPr>
          <p:spPr>
            <a:xfrm>
              <a:off x="4614663" y="4651409"/>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Outcome/Demand Steering</a:t>
              </a:r>
            </a:p>
          </p:txBody>
        </p:sp>
        <p:sp>
          <p:nvSpPr>
            <p:cNvPr id="28" name="Oval 27">
              <a:extLst>
                <a:ext uri="{FF2B5EF4-FFF2-40B4-BE49-F238E27FC236}">
                  <a16:creationId xmlns:a16="http://schemas.microsoft.com/office/drawing/2014/main" id="{36F9E677-E8D9-5894-852D-95418A748800}"/>
                </a:ext>
              </a:extLst>
            </p:cNvPr>
            <p:cNvSpPr/>
            <p:nvPr/>
          </p:nvSpPr>
          <p:spPr>
            <a:xfrm>
              <a:off x="4431783" y="3545272"/>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29" name="Oval 28">
              <a:extLst>
                <a:ext uri="{FF2B5EF4-FFF2-40B4-BE49-F238E27FC236}">
                  <a16:creationId xmlns:a16="http://schemas.microsoft.com/office/drawing/2014/main" id="{EF819305-F22C-7678-5CCE-638C70644B65}"/>
                </a:ext>
              </a:extLst>
            </p:cNvPr>
            <p:cNvSpPr/>
            <p:nvPr/>
          </p:nvSpPr>
          <p:spPr>
            <a:xfrm>
              <a:off x="4431783" y="3822492"/>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30" name="Oval 29">
              <a:extLst>
                <a:ext uri="{FF2B5EF4-FFF2-40B4-BE49-F238E27FC236}">
                  <a16:creationId xmlns:a16="http://schemas.microsoft.com/office/drawing/2014/main" id="{3A33F494-47B7-FA0D-1AE5-23136AD9D2CA}"/>
                </a:ext>
              </a:extLst>
            </p:cNvPr>
            <p:cNvSpPr/>
            <p:nvPr/>
          </p:nvSpPr>
          <p:spPr>
            <a:xfrm>
              <a:off x="4431783" y="4098060"/>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31" name="Oval 30">
              <a:extLst>
                <a:ext uri="{FF2B5EF4-FFF2-40B4-BE49-F238E27FC236}">
                  <a16:creationId xmlns:a16="http://schemas.microsoft.com/office/drawing/2014/main" id="{B4B8C950-7FC3-ABC5-543C-7831BB7B6DFC}"/>
                </a:ext>
              </a:extLst>
            </p:cNvPr>
            <p:cNvSpPr/>
            <p:nvPr/>
          </p:nvSpPr>
          <p:spPr>
            <a:xfrm>
              <a:off x="4431783" y="4373549"/>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32" name="Oval 31">
              <a:extLst>
                <a:ext uri="{FF2B5EF4-FFF2-40B4-BE49-F238E27FC236}">
                  <a16:creationId xmlns:a16="http://schemas.microsoft.com/office/drawing/2014/main" id="{2B91FEF2-4984-C1FB-E441-7791CD1DEBDA}"/>
                </a:ext>
              </a:extLst>
            </p:cNvPr>
            <p:cNvSpPr/>
            <p:nvPr/>
          </p:nvSpPr>
          <p:spPr>
            <a:xfrm>
              <a:off x="4431783" y="4651088"/>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grpSp>
      <p:grpSp>
        <p:nvGrpSpPr>
          <p:cNvPr id="244" name="Group 243">
            <a:extLst>
              <a:ext uri="{FF2B5EF4-FFF2-40B4-BE49-F238E27FC236}">
                <a16:creationId xmlns:a16="http://schemas.microsoft.com/office/drawing/2014/main" id="{89EC7797-7187-6047-85C1-B7DC5C4B6E98}"/>
              </a:ext>
            </a:extLst>
          </p:cNvPr>
          <p:cNvGrpSpPr/>
          <p:nvPr/>
        </p:nvGrpSpPr>
        <p:grpSpPr>
          <a:xfrm>
            <a:off x="678180" y="2331671"/>
            <a:ext cx="3291839" cy="1134838"/>
            <a:chOff x="678180" y="2338166"/>
            <a:chExt cx="3291839" cy="1134838"/>
          </a:xfrm>
        </p:grpSpPr>
        <p:sp>
          <p:nvSpPr>
            <p:cNvPr id="34" name="Rectangle 33">
              <a:extLst>
                <a:ext uri="{FF2B5EF4-FFF2-40B4-BE49-F238E27FC236}">
                  <a16:creationId xmlns:a16="http://schemas.microsoft.com/office/drawing/2014/main" id="{BBB821F7-804D-8D31-1E01-7CDA4FF2C2E9}"/>
                </a:ext>
              </a:extLst>
            </p:cNvPr>
            <p:cNvSpPr/>
            <p:nvPr/>
          </p:nvSpPr>
          <p:spPr>
            <a:xfrm>
              <a:off x="678180" y="2650044"/>
              <a:ext cx="548639" cy="822960"/>
            </a:xfrm>
            <a:prstGeom prst="rect">
              <a:avLst/>
            </a:prstGeom>
            <a:solidFill>
              <a:schemeClr val="tx2"/>
            </a:solidFill>
            <a:ln w="3175" cap="flat" cmpd="sng" algn="ctr">
              <a:noFill/>
              <a:prstDash val="solid"/>
              <a:round/>
              <a:headEnd type="none" w="med" len="med"/>
              <a:tailEnd type="none" w="med" len="med"/>
            </a:ln>
            <a:effectLst/>
          </p:spPr>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35" name="Rectangle 34">
              <a:extLst>
                <a:ext uri="{FF2B5EF4-FFF2-40B4-BE49-F238E27FC236}">
                  <a16:creationId xmlns:a16="http://schemas.microsoft.com/office/drawing/2014/main" id="{EEB8ECE3-48DA-082F-6547-C13BAA356EBC}"/>
                </a:ext>
              </a:extLst>
            </p:cNvPr>
            <p:cNvSpPr/>
            <p:nvPr/>
          </p:nvSpPr>
          <p:spPr>
            <a:xfrm>
              <a:off x="1226819" y="2338166"/>
              <a:ext cx="1371600" cy="228600"/>
            </a:xfrm>
            <a:prstGeom prst="rect">
              <a:avLst/>
            </a:prstGeom>
            <a:noFill/>
            <a:ln w="317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cap="flat" cmpd="sng" algn="ctr">
                  <a:solidFill>
                    <a:srgbClr val="273142"/>
                  </a:solidFill>
                  <a:prstDash val="solid"/>
                  <a:round/>
                  <a:headEnd type="none" w="med" len="med"/>
                  <a:tailEnd type="none" w="med" len="med"/>
                </a14:hiddenLine>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SSC/BPO Org.</a:t>
              </a:r>
            </a:p>
          </p:txBody>
        </p:sp>
        <p:sp>
          <p:nvSpPr>
            <p:cNvPr id="124" name="Rectangle 123">
              <a:extLst>
                <a:ext uri="{FF2B5EF4-FFF2-40B4-BE49-F238E27FC236}">
                  <a16:creationId xmlns:a16="http://schemas.microsoft.com/office/drawing/2014/main" id="{AC7BA1DB-167B-83A9-9E5D-292B8F947D10}"/>
                </a:ext>
              </a:extLst>
            </p:cNvPr>
            <p:cNvSpPr/>
            <p:nvPr/>
          </p:nvSpPr>
          <p:spPr>
            <a:xfrm>
              <a:off x="2598419" y="2338166"/>
              <a:ext cx="1371600" cy="22860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Retained Org.</a:t>
              </a:r>
            </a:p>
          </p:txBody>
        </p:sp>
        <p:sp>
          <p:nvSpPr>
            <p:cNvPr id="125" name="Rectangle 124">
              <a:extLst>
                <a:ext uri="{FF2B5EF4-FFF2-40B4-BE49-F238E27FC236}">
                  <a16:creationId xmlns:a16="http://schemas.microsoft.com/office/drawing/2014/main" id="{1400915E-CC29-293E-100B-E693D7E878DF}"/>
                </a:ext>
              </a:extLst>
            </p:cNvPr>
            <p:cNvSpPr/>
            <p:nvPr/>
          </p:nvSpPr>
          <p:spPr>
            <a:xfrm>
              <a:off x="2598415" y="2650044"/>
              <a:ext cx="1371600" cy="822960"/>
            </a:xfrm>
            <a:prstGeom prst="rect">
              <a:avLst/>
            </a:prstGeom>
            <a:solidFill>
              <a:schemeClr val="tx1">
                <a:lumMod val="85000"/>
              </a:schemeClr>
            </a:solidFill>
            <a:ln w="12700" cap="flat" cmpd="sng" algn="ctr">
              <a:noFill/>
              <a:prstDash val="solid"/>
              <a:round/>
              <a:headEnd type="none" w="med" len="med"/>
              <a:tailEnd type="none" w="med" len="med"/>
            </a:ln>
            <a:effectLst/>
          </p:spPr>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67" b="0" i="0" u="none" strike="noStrike" kern="0" cap="none" spc="0" normalizeH="0" baseline="0" noProof="0">
                <a:ln>
                  <a:noFill/>
                </a:ln>
                <a:solidFill>
                  <a:srgbClr val="333333"/>
                </a:solidFill>
                <a:effectLst/>
                <a:uLnTx/>
                <a:uFillTx/>
                <a:ea typeface="+mn-ea"/>
                <a:cs typeface="+mn-cs"/>
              </a:endParaRPr>
            </a:p>
          </p:txBody>
        </p:sp>
        <p:sp>
          <p:nvSpPr>
            <p:cNvPr id="126" name="Rectangle 125">
              <a:extLst>
                <a:ext uri="{FF2B5EF4-FFF2-40B4-BE49-F238E27FC236}">
                  <a16:creationId xmlns:a16="http://schemas.microsoft.com/office/drawing/2014/main" id="{CB8B6622-5BED-0882-2C65-F3F2FBEBF665}"/>
                </a:ext>
              </a:extLst>
            </p:cNvPr>
            <p:cNvSpPr/>
            <p:nvPr/>
          </p:nvSpPr>
          <p:spPr>
            <a:xfrm>
              <a:off x="678181" y="2338166"/>
              <a:ext cx="548640" cy="22860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GPO</a:t>
              </a:r>
            </a:p>
          </p:txBody>
        </p:sp>
        <p:cxnSp>
          <p:nvCxnSpPr>
            <p:cNvPr id="127" name="Straight Connector 126">
              <a:extLst>
                <a:ext uri="{FF2B5EF4-FFF2-40B4-BE49-F238E27FC236}">
                  <a16:creationId xmlns:a16="http://schemas.microsoft.com/office/drawing/2014/main" id="{03626EBA-9995-8291-C482-193B937959F4}"/>
                </a:ext>
              </a:extLst>
            </p:cNvPr>
            <p:cNvCxnSpPr>
              <a:cxnSpLocks/>
              <a:stCxn id="34" idx="3"/>
            </p:cNvCxnSpPr>
            <p:nvPr/>
          </p:nvCxnSpPr>
          <p:spPr>
            <a:xfrm>
              <a:off x="1226819" y="3061524"/>
              <a:ext cx="914400" cy="2548"/>
            </a:xfrm>
            <a:prstGeom prst="line">
              <a:avLst/>
            </a:prstGeom>
            <a:noFill/>
            <a:ln w="12700" cap="flat" cmpd="sng" algn="ctr">
              <a:solidFill>
                <a:schemeClr val="tx2">
                  <a:lumMod val="75000"/>
                </a:schemeClr>
              </a:solidFill>
              <a:prstDash val="solid"/>
              <a:round/>
              <a:headEnd type="none" w="sm" len="sm"/>
              <a:tailEnd type="oval" w="med" len="med"/>
            </a:ln>
            <a:effectLst/>
          </p:spPr>
        </p:cxnSp>
        <p:sp>
          <p:nvSpPr>
            <p:cNvPr id="128" name="Rectangle 127">
              <a:extLst>
                <a:ext uri="{FF2B5EF4-FFF2-40B4-BE49-F238E27FC236}">
                  <a16:creationId xmlns:a16="http://schemas.microsoft.com/office/drawing/2014/main" id="{2BFDDF76-2A9F-D7A1-138B-AB1A80B987A0}"/>
                </a:ext>
              </a:extLst>
            </p:cNvPr>
            <p:cNvSpPr/>
            <p:nvPr/>
          </p:nvSpPr>
          <p:spPr>
            <a:xfrm>
              <a:off x="1455419" y="2923896"/>
              <a:ext cx="45720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Design</a:t>
              </a:r>
            </a:p>
          </p:txBody>
        </p:sp>
      </p:grpSp>
      <p:sp>
        <p:nvSpPr>
          <p:cNvPr id="142" name="TextBox 141">
            <a:extLst>
              <a:ext uri="{FF2B5EF4-FFF2-40B4-BE49-F238E27FC236}">
                <a16:creationId xmlns:a16="http://schemas.microsoft.com/office/drawing/2014/main" id="{45A401E7-0ADB-5282-9098-BF34610784DE}"/>
              </a:ext>
            </a:extLst>
          </p:cNvPr>
          <p:cNvSpPr txBox="1"/>
          <p:nvPr/>
        </p:nvSpPr>
        <p:spPr>
          <a:xfrm>
            <a:off x="495300" y="5576959"/>
            <a:ext cx="3657600" cy="685800"/>
          </a:xfrm>
          <a:prstGeom prst="roundRect">
            <a:avLst>
              <a:gd name="adj" fmla="val 20179"/>
            </a:avLst>
          </a:prstGeom>
          <a:solidFill>
            <a:schemeClr val="tx1">
              <a:lumMod val="95000"/>
            </a:schemeClr>
          </a:solid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600"/>
              </a:spcAft>
              <a:buClr>
                <a:srgbClr val="FFE600"/>
              </a:buClr>
              <a:buSzPct val="70000"/>
              <a:buFontTx/>
              <a:buNone/>
              <a:tabLst/>
              <a:defRPr/>
            </a:pPr>
            <a:r>
              <a:rPr kumimoji="0" lang="en-US" sz="1050" b="0" i="1" u="none" strike="noStrike" kern="0" cap="none" spc="0" normalizeH="0" baseline="0" noProof="0">
                <a:ln>
                  <a:noFill/>
                </a:ln>
                <a:solidFill>
                  <a:srgbClr val="333333"/>
                </a:solidFill>
                <a:effectLst/>
                <a:uLnTx/>
                <a:uFillTx/>
                <a:ea typeface="+mn-ea"/>
                <a:cs typeface="+mn-cs"/>
              </a:rPr>
              <a:t>Focus on process governance and process design. GPO light model is a common starting point to setup process in a GBS or SSC/BPO environment.</a:t>
            </a:r>
          </a:p>
        </p:txBody>
      </p:sp>
      <p:sp>
        <p:nvSpPr>
          <p:cNvPr id="150" name="Speech Bubble: Rectangle with Corners Rounded 149">
            <a:extLst>
              <a:ext uri="{FF2B5EF4-FFF2-40B4-BE49-F238E27FC236}">
                <a16:creationId xmlns:a16="http://schemas.microsoft.com/office/drawing/2014/main" id="{33CE48D7-1039-9C0B-8DF4-65C5592B9BAF}"/>
              </a:ext>
            </a:extLst>
          </p:cNvPr>
          <p:cNvSpPr/>
          <p:nvPr/>
        </p:nvSpPr>
        <p:spPr bwMode="auto">
          <a:xfrm>
            <a:off x="2598415" y="4181476"/>
            <a:ext cx="1371600" cy="685800"/>
          </a:xfrm>
          <a:prstGeom prst="wedgeRoundRectCallout">
            <a:avLst>
              <a:gd name="adj1" fmla="val -63183"/>
              <a:gd name="adj2" fmla="val 37758"/>
              <a:gd name="adj3" fmla="val 16667"/>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333333"/>
                </a:solidFill>
                <a:effectLst/>
                <a:uLnTx/>
                <a:uFillTx/>
                <a:ea typeface="+mn-ea"/>
                <a:cs typeface="Arial"/>
              </a:rPr>
              <a:t>Currently the Global GPO is operating in a GPO Light Model </a:t>
            </a:r>
          </a:p>
        </p:txBody>
      </p:sp>
      <p:sp>
        <p:nvSpPr>
          <p:cNvPr id="152" name="TextBox 151">
            <a:extLst>
              <a:ext uri="{FF2B5EF4-FFF2-40B4-BE49-F238E27FC236}">
                <a16:creationId xmlns:a16="http://schemas.microsoft.com/office/drawing/2014/main" id="{2A9ADD75-BF5C-3515-FC5F-C07603997E1D}"/>
              </a:ext>
            </a:extLst>
          </p:cNvPr>
          <p:cNvSpPr txBox="1"/>
          <p:nvPr/>
        </p:nvSpPr>
        <p:spPr>
          <a:xfrm>
            <a:off x="8039100" y="5580205"/>
            <a:ext cx="3657600" cy="685800"/>
          </a:xfrm>
          <a:prstGeom prst="roundRect">
            <a:avLst>
              <a:gd name="adj" fmla="val 20179"/>
            </a:avLst>
          </a:prstGeom>
          <a:solidFill>
            <a:schemeClr val="tx1">
              <a:lumMod val="95000"/>
            </a:schemeClr>
          </a:solid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600"/>
              </a:spcAft>
              <a:buClr>
                <a:srgbClr val="FFE600"/>
              </a:buClr>
              <a:buSzPct val="70000"/>
              <a:buFontTx/>
              <a:buNone/>
              <a:tabLst/>
              <a:defRPr/>
            </a:pPr>
            <a:r>
              <a:rPr kumimoji="0" lang="en-IN" sz="1050" b="0" i="1" u="none" strike="noStrike" kern="0" cap="none" spc="0" normalizeH="0" baseline="0" noProof="0">
                <a:ln>
                  <a:noFill/>
                </a:ln>
                <a:solidFill>
                  <a:srgbClr val="333333"/>
                </a:solidFill>
                <a:effectLst/>
                <a:uLnTx/>
                <a:uFillTx/>
                <a:ea typeface="+mn-ea"/>
                <a:cs typeface="+mn-cs"/>
              </a:rPr>
              <a:t>GPO focuses on E2E process responsibility for design, build, and execute. The governance embraces also IT solution design and driving of new technologies.</a:t>
            </a:r>
          </a:p>
        </p:txBody>
      </p:sp>
      <p:grpSp>
        <p:nvGrpSpPr>
          <p:cNvPr id="186" name="Group 185">
            <a:extLst>
              <a:ext uri="{FF2B5EF4-FFF2-40B4-BE49-F238E27FC236}">
                <a16:creationId xmlns:a16="http://schemas.microsoft.com/office/drawing/2014/main" id="{8481835F-B75E-917A-C341-9B87643A3E4C}"/>
              </a:ext>
            </a:extLst>
          </p:cNvPr>
          <p:cNvGrpSpPr/>
          <p:nvPr/>
        </p:nvGrpSpPr>
        <p:grpSpPr>
          <a:xfrm>
            <a:off x="8404860" y="3603096"/>
            <a:ext cx="2240280" cy="1836374"/>
            <a:chOff x="4431783" y="2997594"/>
            <a:chExt cx="2240280" cy="1836374"/>
          </a:xfrm>
        </p:grpSpPr>
        <p:sp>
          <p:nvSpPr>
            <p:cNvPr id="187" name="Rectangle 186">
              <a:extLst>
                <a:ext uri="{FF2B5EF4-FFF2-40B4-BE49-F238E27FC236}">
                  <a16:creationId xmlns:a16="http://schemas.microsoft.com/office/drawing/2014/main" id="{66C3C37D-951C-415C-1814-514E26CF17CF}"/>
                </a:ext>
              </a:extLst>
            </p:cNvPr>
            <p:cNvSpPr/>
            <p:nvPr/>
          </p:nvSpPr>
          <p:spPr>
            <a:xfrm>
              <a:off x="4614663" y="2998555"/>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GBS Process Governance</a:t>
              </a:r>
            </a:p>
          </p:txBody>
        </p:sp>
        <p:sp>
          <p:nvSpPr>
            <p:cNvPr id="188" name="Rectangle 187">
              <a:extLst>
                <a:ext uri="{FF2B5EF4-FFF2-40B4-BE49-F238E27FC236}">
                  <a16:creationId xmlns:a16="http://schemas.microsoft.com/office/drawing/2014/main" id="{81CFE1B5-0E50-9217-6D10-371757AD9599}"/>
                </a:ext>
              </a:extLst>
            </p:cNvPr>
            <p:cNvSpPr/>
            <p:nvPr/>
          </p:nvSpPr>
          <p:spPr>
            <a:xfrm>
              <a:off x="4614663" y="3545273"/>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Design</a:t>
              </a:r>
            </a:p>
          </p:txBody>
        </p:sp>
        <p:sp>
          <p:nvSpPr>
            <p:cNvPr id="189" name="Rectangle 188">
              <a:extLst>
                <a:ext uri="{FF2B5EF4-FFF2-40B4-BE49-F238E27FC236}">
                  <a16:creationId xmlns:a16="http://schemas.microsoft.com/office/drawing/2014/main" id="{51C9E0A9-732B-2C4B-DD96-ECF5B5473CD5}"/>
                </a:ext>
              </a:extLst>
            </p:cNvPr>
            <p:cNvSpPr/>
            <p:nvPr/>
          </p:nvSpPr>
          <p:spPr>
            <a:xfrm>
              <a:off x="4614663" y="3271914"/>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Retained Process Governance</a:t>
              </a:r>
            </a:p>
          </p:txBody>
        </p:sp>
        <p:sp>
          <p:nvSpPr>
            <p:cNvPr id="190" name="Rectangle 189">
              <a:extLst>
                <a:ext uri="{FF2B5EF4-FFF2-40B4-BE49-F238E27FC236}">
                  <a16:creationId xmlns:a16="http://schemas.microsoft.com/office/drawing/2014/main" id="{43254FFC-04E7-4385-3BFD-5F8C2B9441AB}"/>
                </a:ext>
              </a:extLst>
            </p:cNvPr>
            <p:cNvSpPr/>
            <p:nvPr/>
          </p:nvSpPr>
          <p:spPr>
            <a:xfrm>
              <a:off x="4614663" y="3821807"/>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Build </a:t>
              </a:r>
            </a:p>
          </p:txBody>
        </p:sp>
        <p:sp>
          <p:nvSpPr>
            <p:cNvPr id="191" name="Rectangle 190">
              <a:extLst>
                <a:ext uri="{FF2B5EF4-FFF2-40B4-BE49-F238E27FC236}">
                  <a16:creationId xmlns:a16="http://schemas.microsoft.com/office/drawing/2014/main" id="{B8DAF994-89B5-3BDB-C3EF-04EE64B934A3}"/>
                </a:ext>
              </a:extLst>
            </p:cNvPr>
            <p:cNvSpPr/>
            <p:nvPr/>
          </p:nvSpPr>
          <p:spPr>
            <a:xfrm>
              <a:off x="4614663" y="4098341"/>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Execution</a:t>
              </a:r>
            </a:p>
          </p:txBody>
        </p:sp>
        <p:sp>
          <p:nvSpPr>
            <p:cNvPr id="192" name="Rectangle 191">
              <a:extLst>
                <a:ext uri="{FF2B5EF4-FFF2-40B4-BE49-F238E27FC236}">
                  <a16:creationId xmlns:a16="http://schemas.microsoft.com/office/drawing/2014/main" id="{46DF3F7F-D2D3-0022-936A-F01FF6CA04A8}"/>
                </a:ext>
              </a:extLst>
            </p:cNvPr>
            <p:cNvSpPr/>
            <p:nvPr/>
          </p:nvSpPr>
          <p:spPr>
            <a:xfrm>
              <a:off x="4614663" y="4374875"/>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IT Solution Design</a:t>
              </a:r>
            </a:p>
          </p:txBody>
        </p:sp>
        <p:sp>
          <p:nvSpPr>
            <p:cNvPr id="193" name="Oval 192">
              <a:extLst>
                <a:ext uri="{FF2B5EF4-FFF2-40B4-BE49-F238E27FC236}">
                  <a16:creationId xmlns:a16="http://schemas.microsoft.com/office/drawing/2014/main" id="{30CFA8FC-83AF-D72A-902F-4D3BDF5D9AB8}"/>
                </a:ext>
              </a:extLst>
            </p:cNvPr>
            <p:cNvSpPr/>
            <p:nvPr/>
          </p:nvSpPr>
          <p:spPr>
            <a:xfrm>
              <a:off x="4431783" y="2997594"/>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94" name="Oval 193">
              <a:extLst>
                <a:ext uri="{FF2B5EF4-FFF2-40B4-BE49-F238E27FC236}">
                  <a16:creationId xmlns:a16="http://schemas.microsoft.com/office/drawing/2014/main" id="{05895CC9-6AF6-59F8-12C2-595BC5BA43FB}"/>
                </a:ext>
              </a:extLst>
            </p:cNvPr>
            <p:cNvSpPr/>
            <p:nvPr/>
          </p:nvSpPr>
          <p:spPr>
            <a:xfrm>
              <a:off x="4431783" y="3271593"/>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95" name="Rectangle 194">
              <a:extLst>
                <a:ext uri="{FF2B5EF4-FFF2-40B4-BE49-F238E27FC236}">
                  <a16:creationId xmlns:a16="http://schemas.microsoft.com/office/drawing/2014/main" id="{D5FEBCD6-02BB-2F66-5C14-EF00F8B51397}"/>
                </a:ext>
              </a:extLst>
            </p:cNvPr>
            <p:cNvSpPr/>
            <p:nvPr/>
          </p:nvSpPr>
          <p:spPr>
            <a:xfrm>
              <a:off x="4614663" y="4651409"/>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Outcome/Demand Steering</a:t>
              </a:r>
            </a:p>
          </p:txBody>
        </p:sp>
        <p:sp>
          <p:nvSpPr>
            <p:cNvPr id="196" name="Oval 195">
              <a:extLst>
                <a:ext uri="{FF2B5EF4-FFF2-40B4-BE49-F238E27FC236}">
                  <a16:creationId xmlns:a16="http://schemas.microsoft.com/office/drawing/2014/main" id="{A4CDF100-D19B-BDFB-64CB-D0AABFBA926F}"/>
                </a:ext>
              </a:extLst>
            </p:cNvPr>
            <p:cNvSpPr/>
            <p:nvPr/>
          </p:nvSpPr>
          <p:spPr>
            <a:xfrm>
              <a:off x="4431783" y="3545272"/>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97" name="Oval 196">
              <a:extLst>
                <a:ext uri="{FF2B5EF4-FFF2-40B4-BE49-F238E27FC236}">
                  <a16:creationId xmlns:a16="http://schemas.microsoft.com/office/drawing/2014/main" id="{31CC6D4E-8B0D-CC12-F87C-0BE9F8407FEE}"/>
                </a:ext>
              </a:extLst>
            </p:cNvPr>
            <p:cNvSpPr/>
            <p:nvPr/>
          </p:nvSpPr>
          <p:spPr>
            <a:xfrm>
              <a:off x="4431783" y="3822492"/>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98" name="Oval 197">
              <a:extLst>
                <a:ext uri="{FF2B5EF4-FFF2-40B4-BE49-F238E27FC236}">
                  <a16:creationId xmlns:a16="http://schemas.microsoft.com/office/drawing/2014/main" id="{53AA1263-0111-594F-52EF-38ABCA328550}"/>
                </a:ext>
              </a:extLst>
            </p:cNvPr>
            <p:cNvSpPr/>
            <p:nvPr/>
          </p:nvSpPr>
          <p:spPr>
            <a:xfrm>
              <a:off x="4431783" y="4098060"/>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99" name="Oval 198">
              <a:extLst>
                <a:ext uri="{FF2B5EF4-FFF2-40B4-BE49-F238E27FC236}">
                  <a16:creationId xmlns:a16="http://schemas.microsoft.com/office/drawing/2014/main" id="{7AA44622-27BC-6F02-2799-C51A1D14D786}"/>
                </a:ext>
              </a:extLst>
            </p:cNvPr>
            <p:cNvSpPr/>
            <p:nvPr/>
          </p:nvSpPr>
          <p:spPr>
            <a:xfrm>
              <a:off x="4431783" y="4373549"/>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200" name="Oval 199">
              <a:extLst>
                <a:ext uri="{FF2B5EF4-FFF2-40B4-BE49-F238E27FC236}">
                  <a16:creationId xmlns:a16="http://schemas.microsoft.com/office/drawing/2014/main" id="{31CE3D7B-44E6-E991-67DE-D3E4B9BC0398}"/>
                </a:ext>
              </a:extLst>
            </p:cNvPr>
            <p:cNvSpPr/>
            <p:nvPr/>
          </p:nvSpPr>
          <p:spPr>
            <a:xfrm>
              <a:off x="4431783" y="4651088"/>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grpSp>
      <p:cxnSp>
        <p:nvCxnSpPr>
          <p:cNvPr id="79" name="Straight Connector 78">
            <a:extLst>
              <a:ext uri="{FF2B5EF4-FFF2-40B4-BE49-F238E27FC236}">
                <a16:creationId xmlns:a16="http://schemas.microsoft.com/office/drawing/2014/main" id="{94D02EFB-AB4D-9949-7D3A-741F23808AAA}"/>
              </a:ext>
            </a:extLst>
          </p:cNvPr>
          <p:cNvCxnSpPr/>
          <p:nvPr/>
        </p:nvCxnSpPr>
        <p:spPr>
          <a:xfrm>
            <a:off x="4293374" y="2025893"/>
            <a:ext cx="0" cy="3590594"/>
          </a:xfrm>
          <a:prstGeom prst="line">
            <a:avLst/>
          </a:prstGeom>
          <a:noFill/>
          <a:ln w="3175" cap="flat" cmpd="sng" algn="ctr">
            <a:solidFill>
              <a:srgbClr val="FFFFFF"/>
            </a:solidFill>
            <a:prstDash val="dash"/>
          </a:ln>
          <a:effectLst/>
        </p:spPr>
      </p:cxnSp>
      <p:cxnSp>
        <p:nvCxnSpPr>
          <p:cNvPr id="80" name="Straight Connector 79">
            <a:extLst>
              <a:ext uri="{FF2B5EF4-FFF2-40B4-BE49-F238E27FC236}">
                <a16:creationId xmlns:a16="http://schemas.microsoft.com/office/drawing/2014/main" id="{CFE4D371-D07D-7A7E-111C-0947D64CC824}"/>
              </a:ext>
            </a:extLst>
          </p:cNvPr>
          <p:cNvCxnSpPr/>
          <p:nvPr/>
        </p:nvCxnSpPr>
        <p:spPr>
          <a:xfrm>
            <a:off x="7810688" y="2025893"/>
            <a:ext cx="0" cy="3590594"/>
          </a:xfrm>
          <a:prstGeom prst="line">
            <a:avLst/>
          </a:prstGeom>
          <a:noFill/>
          <a:ln w="3175" cap="flat" cmpd="sng" algn="ctr">
            <a:solidFill>
              <a:srgbClr val="FFFFFF"/>
            </a:solidFill>
            <a:prstDash val="dash"/>
          </a:ln>
          <a:effectLst/>
        </p:spPr>
      </p:cxnSp>
      <p:sp>
        <p:nvSpPr>
          <p:cNvPr id="2" name="AutoShape 49">
            <a:extLst>
              <a:ext uri="{FF2B5EF4-FFF2-40B4-BE49-F238E27FC236}">
                <a16:creationId xmlns:a16="http://schemas.microsoft.com/office/drawing/2014/main" id="{DFC86C88-001F-0D67-562D-40D9AAC90BDA}"/>
              </a:ext>
            </a:extLst>
          </p:cNvPr>
          <p:cNvSpPr>
            <a:spLocks noChangeArrowheads="1"/>
          </p:cNvSpPr>
          <p:nvPr>
            <p:custDataLst>
              <p:tags r:id="rId3"/>
            </p:custDataLst>
          </p:nvPr>
        </p:nvSpPr>
        <p:spPr bwMode="gray">
          <a:xfrm>
            <a:off x="4267200" y="1645871"/>
            <a:ext cx="3657600" cy="548640"/>
          </a:xfrm>
          <a:prstGeom prst="rect">
            <a:avLst/>
          </a:prstGeom>
          <a:noFill/>
          <a:ln w="9525" algn="ctr">
            <a:noFill/>
            <a:miter lim="800000"/>
            <a:headEnd/>
            <a:tailEnd/>
          </a:ln>
        </p:spPr>
        <p:txBody>
          <a:bodyPr lIns="91440" tIns="45720" rIns="91440" bIns="45720" anchor="ctr" anchorCtr="0"/>
          <a:lstStyle/>
          <a:p>
            <a:pPr marL="0" marR="0" lvl="0" indent="0" algn="ctr" defTabSz="1701716" rtl="0" eaLnBrk="0" fontAlgn="auto" latinLnBrk="0" hangingPunct="0">
              <a:lnSpc>
                <a:spcPct val="100000"/>
              </a:lnSpc>
              <a:spcBef>
                <a:spcPts val="300"/>
              </a:spcBef>
              <a:spcAft>
                <a:spcPts val="0"/>
              </a:spcAft>
              <a:buClr>
                <a:srgbClr val="666699"/>
              </a:buClr>
              <a:buSzPct val="75000"/>
              <a:buFontTx/>
              <a:buNone/>
              <a:tabLst/>
              <a:defRPr/>
            </a:pPr>
            <a:r>
              <a:rPr kumimoji="0" lang="en-US" sz="1400" b="1" i="0" u="none" strike="noStrike" kern="0" cap="none" spc="0" normalizeH="0" baseline="0" noProof="0">
                <a:ln>
                  <a:noFill/>
                </a:ln>
                <a:solidFill>
                  <a:srgbClr val="333333"/>
                </a:solidFill>
                <a:effectLst/>
                <a:uLnTx/>
                <a:uFillTx/>
                <a:ea typeface="+mn-ea"/>
                <a:cs typeface="Arial" panose="020B0604020202020204" pitchFamily="34" charset="0"/>
                <a:sym typeface="Helvetica Light"/>
              </a:rPr>
              <a:t>*GPO Advanced Model</a:t>
            </a:r>
          </a:p>
          <a:p>
            <a:pPr marL="0" marR="0" lvl="0" indent="0" algn="ctr" defTabSz="1701716" rtl="0" eaLnBrk="0" fontAlgn="auto" latinLnBrk="0" hangingPunct="0">
              <a:lnSpc>
                <a:spcPct val="100000"/>
              </a:lnSpc>
              <a:spcBef>
                <a:spcPts val="300"/>
              </a:spcBef>
              <a:spcAft>
                <a:spcPts val="0"/>
              </a:spcAft>
              <a:buClr>
                <a:srgbClr val="666699"/>
              </a:buClr>
              <a:buSzPct val="75000"/>
              <a:buFontTx/>
              <a:buNone/>
              <a:tabLst/>
              <a:defRPr/>
            </a:pPr>
            <a:r>
              <a:rPr kumimoji="0" lang="en-US" sz="1200" b="0" i="1" u="none" strike="noStrike" kern="1200" cap="none" spc="-53" normalizeH="0" baseline="0" noProof="0">
                <a:ln>
                  <a:noFill/>
                </a:ln>
                <a:solidFill>
                  <a:srgbClr val="333333"/>
                </a:solidFill>
                <a:effectLst/>
                <a:uLnTx/>
                <a:uFillTx/>
                <a:ea typeface="+mn-ea"/>
              </a:rPr>
              <a:t>E2E design and build responsibilities</a:t>
            </a:r>
          </a:p>
        </p:txBody>
      </p:sp>
      <p:sp>
        <p:nvSpPr>
          <p:cNvPr id="147" name="TextBox 146">
            <a:extLst>
              <a:ext uri="{FF2B5EF4-FFF2-40B4-BE49-F238E27FC236}">
                <a16:creationId xmlns:a16="http://schemas.microsoft.com/office/drawing/2014/main" id="{E6314475-4190-9FEC-3BF0-AD5A0755B11C}"/>
              </a:ext>
            </a:extLst>
          </p:cNvPr>
          <p:cNvSpPr txBox="1"/>
          <p:nvPr/>
        </p:nvSpPr>
        <p:spPr>
          <a:xfrm>
            <a:off x="4267200" y="5580205"/>
            <a:ext cx="3657600" cy="685800"/>
          </a:xfrm>
          <a:prstGeom prst="roundRect">
            <a:avLst>
              <a:gd name="adj" fmla="val 20179"/>
            </a:avLst>
          </a:prstGeom>
          <a:solidFill>
            <a:schemeClr val="tx1">
              <a:lumMod val="95000"/>
            </a:schemeClr>
          </a:solid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600"/>
              </a:spcAft>
              <a:buClr>
                <a:srgbClr val="FFE600"/>
              </a:buClr>
              <a:buSzPct val="70000"/>
              <a:buFontTx/>
              <a:buNone/>
              <a:tabLst/>
              <a:defRPr/>
            </a:pPr>
            <a:r>
              <a:rPr kumimoji="0" lang="en-IN" sz="1050" b="0" i="1" u="none" strike="noStrike" kern="0" cap="none" spc="0" normalizeH="0" baseline="0" noProof="0">
                <a:ln>
                  <a:noFill/>
                </a:ln>
                <a:solidFill>
                  <a:srgbClr val="333333"/>
                </a:solidFill>
                <a:effectLst/>
                <a:uLnTx/>
                <a:uFillTx/>
                <a:ea typeface="+mn-ea"/>
                <a:cs typeface="+mn-cs"/>
              </a:rPr>
              <a:t>The GPO has full responsibility for process governance in regards to design and build on a global scale including process governance for retained and local functions.</a:t>
            </a:r>
          </a:p>
        </p:txBody>
      </p:sp>
      <p:sp>
        <p:nvSpPr>
          <p:cNvPr id="151" name="Speech Bubble: Rectangle with Corners Rounded 150">
            <a:extLst>
              <a:ext uri="{FF2B5EF4-FFF2-40B4-BE49-F238E27FC236}">
                <a16:creationId xmlns:a16="http://schemas.microsoft.com/office/drawing/2014/main" id="{C42C35E3-1CD4-7879-650D-D93E4B792473}"/>
              </a:ext>
            </a:extLst>
          </p:cNvPr>
          <p:cNvSpPr/>
          <p:nvPr/>
        </p:nvSpPr>
        <p:spPr bwMode="auto">
          <a:xfrm>
            <a:off x="6367310" y="4109834"/>
            <a:ext cx="1371600" cy="1143000"/>
          </a:xfrm>
          <a:prstGeom prst="wedgeRoundRectCallout">
            <a:avLst>
              <a:gd name="adj1" fmla="val -63183"/>
              <a:gd name="adj2" fmla="val 37758"/>
              <a:gd name="adj3" fmla="val 16667"/>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33333"/>
                </a:solidFill>
                <a:effectLst/>
                <a:uLnTx/>
                <a:uFillTx/>
                <a:ea typeface="+mn-ea"/>
                <a:cs typeface="Arial"/>
              </a:rPr>
              <a:t>Process Execution is assumed to be the responsibility of the Tower Lead, with IT Solution Design being the responsibility of IT </a:t>
            </a:r>
          </a:p>
        </p:txBody>
      </p:sp>
      <p:grpSp>
        <p:nvGrpSpPr>
          <p:cNvPr id="171" name="Group 170">
            <a:extLst>
              <a:ext uri="{FF2B5EF4-FFF2-40B4-BE49-F238E27FC236}">
                <a16:creationId xmlns:a16="http://schemas.microsoft.com/office/drawing/2014/main" id="{EC55A04B-B90B-5F9B-5351-22939B5AB08A}"/>
              </a:ext>
            </a:extLst>
          </p:cNvPr>
          <p:cNvGrpSpPr/>
          <p:nvPr/>
        </p:nvGrpSpPr>
        <p:grpSpPr>
          <a:xfrm>
            <a:off x="4632104" y="3603334"/>
            <a:ext cx="2240280" cy="1836374"/>
            <a:chOff x="4431783" y="2997594"/>
            <a:chExt cx="2240280" cy="1836374"/>
          </a:xfrm>
        </p:grpSpPr>
        <p:sp>
          <p:nvSpPr>
            <p:cNvPr id="172" name="Rectangle 171">
              <a:extLst>
                <a:ext uri="{FF2B5EF4-FFF2-40B4-BE49-F238E27FC236}">
                  <a16:creationId xmlns:a16="http://schemas.microsoft.com/office/drawing/2014/main" id="{2495B556-7F37-2865-38E2-F589CAA48646}"/>
                </a:ext>
              </a:extLst>
            </p:cNvPr>
            <p:cNvSpPr/>
            <p:nvPr/>
          </p:nvSpPr>
          <p:spPr>
            <a:xfrm>
              <a:off x="4614663" y="2998555"/>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GBS Process Governance</a:t>
              </a:r>
            </a:p>
          </p:txBody>
        </p:sp>
        <p:sp>
          <p:nvSpPr>
            <p:cNvPr id="173" name="Rectangle 172">
              <a:extLst>
                <a:ext uri="{FF2B5EF4-FFF2-40B4-BE49-F238E27FC236}">
                  <a16:creationId xmlns:a16="http://schemas.microsoft.com/office/drawing/2014/main" id="{25FC8890-7CDA-AA91-0442-29F61AC90C4E}"/>
                </a:ext>
              </a:extLst>
            </p:cNvPr>
            <p:cNvSpPr/>
            <p:nvPr/>
          </p:nvSpPr>
          <p:spPr>
            <a:xfrm>
              <a:off x="4614663" y="3545273"/>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Design</a:t>
              </a:r>
            </a:p>
          </p:txBody>
        </p:sp>
        <p:sp>
          <p:nvSpPr>
            <p:cNvPr id="174" name="Rectangle 173">
              <a:extLst>
                <a:ext uri="{FF2B5EF4-FFF2-40B4-BE49-F238E27FC236}">
                  <a16:creationId xmlns:a16="http://schemas.microsoft.com/office/drawing/2014/main" id="{21BB50F2-3FEF-2489-7A51-CD5157AB116A}"/>
                </a:ext>
              </a:extLst>
            </p:cNvPr>
            <p:cNvSpPr/>
            <p:nvPr/>
          </p:nvSpPr>
          <p:spPr>
            <a:xfrm>
              <a:off x="4614663" y="3271914"/>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Retained Process Governance</a:t>
              </a:r>
            </a:p>
          </p:txBody>
        </p:sp>
        <p:sp>
          <p:nvSpPr>
            <p:cNvPr id="175" name="Rectangle 174">
              <a:extLst>
                <a:ext uri="{FF2B5EF4-FFF2-40B4-BE49-F238E27FC236}">
                  <a16:creationId xmlns:a16="http://schemas.microsoft.com/office/drawing/2014/main" id="{F146F4C3-E5EC-DD32-AD3E-3BD3FB73311C}"/>
                </a:ext>
              </a:extLst>
            </p:cNvPr>
            <p:cNvSpPr/>
            <p:nvPr/>
          </p:nvSpPr>
          <p:spPr>
            <a:xfrm>
              <a:off x="4614663" y="3821807"/>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Build </a:t>
              </a:r>
            </a:p>
          </p:txBody>
        </p:sp>
        <p:sp>
          <p:nvSpPr>
            <p:cNvPr id="176" name="Rectangle 175">
              <a:extLst>
                <a:ext uri="{FF2B5EF4-FFF2-40B4-BE49-F238E27FC236}">
                  <a16:creationId xmlns:a16="http://schemas.microsoft.com/office/drawing/2014/main" id="{F4A59027-BF7A-95DF-3B39-D475CE12B804}"/>
                </a:ext>
              </a:extLst>
            </p:cNvPr>
            <p:cNvSpPr/>
            <p:nvPr/>
          </p:nvSpPr>
          <p:spPr>
            <a:xfrm>
              <a:off x="4614663" y="4098341"/>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Process Execution</a:t>
              </a:r>
            </a:p>
          </p:txBody>
        </p:sp>
        <p:sp>
          <p:nvSpPr>
            <p:cNvPr id="177" name="Rectangle 176">
              <a:extLst>
                <a:ext uri="{FF2B5EF4-FFF2-40B4-BE49-F238E27FC236}">
                  <a16:creationId xmlns:a16="http://schemas.microsoft.com/office/drawing/2014/main" id="{6A1F3EC3-8FCF-C153-A992-6C4697C620DA}"/>
                </a:ext>
              </a:extLst>
            </p:cNvPr>
            <p:cNvSpPr/>
            <p:nvPr/>
          </p:nvSpPr>
          <p:spPr>
            <a:xfrm>
              <a:off x="4614663" y="4374875"/>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IT Solution Design</a:t>
              </a:r>
            </a:p>
          </p:txBody>
        </p:sp>
        <p:sp>
          <p:nvSpPr>
            <p:cNvPr id="178" name="Oval 177">
              <a:extLst>
                <a:ext uri="{FF2B5EF4-FFF2-40B4-BE49-F238E27FC236}">
                  <a16:creationId xmlns:a16="http://schemas.microsoft.com/office/drawing/2014/main" id="{9AC759BE-0355-12EB-1A75-047D18242AA9}"/>
                </a:ext>
              </a:extLst>
            </p:cNvPr>
            <p:cNvSpPr/>
            <p:nvPr/>
          </p:nvSpPr>
          <p:spPr>
            <a:xfrm>
              <a:off x="4431783" y="2997594"/>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79" name="Oval 178">
              <a:extLst>
                <a:ext uri="{FF2B5EF4-FFF2-40B4-BE49-F238E27FC236}">
                  <a16:creationId xmlns:a16="http://schemas.microsoft.com/office/drawing/2014/main" id="{30537DE1-DD03-D178-5941-75405B8A0B72}"/>
                </a:ext>
              </a:extLst>
            </p:cNvPr>
            <p:cNvSpPr/>
            <p:nvPr/>
          </p:nvSpPr>
          <p:spPr>
            <a:xfrm>
              <a:off x="4431783" y="3271593"/>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80" name="Rectangle 179">
              <a:extLst>
                <a:ext uri="{FF2B5EF4-FFF2-40B4-BE49-F238E27FC236}">
                  <a16:creationId xmlns:a16="http://schemas.microsoft.com/office/drawing/2014/main" id="{5E1E15ED-786C-6245-1A2A-44B656EA134E}"/>
                </a:ext>
              </a:extLst>
            </p:cNvPr>
            <p:cNvSpPr/>
            <p:nvPr/>
          </p:nvSpPr>
          <p:spPr>
            <a:xfrm>
              <a:off x="4614663" y="4651409"/>
              <a:ext cx="2057400" cy="182239"/>
            </a:xfrm>
            <a:prstGeom prst="rect">
              <a:avLst/>
            </a:prstGeom>
            <a:no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rPr>
                <a:t>Outcome/Demand Steering</a:t>
              </a:r>
            </a:p>
          </p:txBody>
        </p:sp>
        <p:sp>
          <p:nvSpPr>
            <p:cNvPr id="181" name="Oval 180">
              <a:extLst>
                <a:ext uri="{FF2B5EF4-FFF2-40B4-BE49-F238E27FC236}">
                  <a16:creationId xmlns:a16="http://schemas.microsoft.com/office/drawing/2014/main" id="{F296E412-DADB-0ABF-49C5-FE1955D6F92E}"/>
                </a:ext>
              </a:extLst>
            </p:cNvPr>
            <p:cNvSpPr/>
            <p:nvPr/>
          </p:nvSpPr>
          <p:spPr>
            <a:xfrm>
              <a:off x="4431783" y="3545272"/>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82" name="Oval 181">
              <a:extLst>
                <a:ext uri="{FF2B5EF4-FFF2-40B4-BE49-F238E27FC236}">
                  <a16:creationId xmlns:a16="http://schemas.microsoft.com/office/drawing/2014/main" id="{8053166F-7597-B283-F6D5-A5A1EE11555F}"/>
                </a:ext>
              </a:extLst>
            </p:cNvPr>
            <p:cNvSpPr/>
            <p:nvPr/>
          </p:nvSpPr>
          <p:spPr>
            <a:xfrm>
              <a:off x="4431783" y="3822492"/>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83" name="Oval 182">
              <a:extLst>
                <a:ext uri="{FF2B5EF4-FFF2-40B4-BE49-F238E27FC236}">
                  <a16:creationId xmlns:a16="http://schemas.microsoft.com/office/drawing/2014/main" id="{F5456CEB-A7C6-E0E0-A5D9-62FF26F7924C}"/>
                </a:ext>
              </a:extLst>
            </p:cNvPr>
            <p:cNvSpPr/>
            <p:nvPr/>
          </p:nvSpPr>
          <p:spPr>
            <a:xfrm>
              <a:off x="4431783" y="4098060"/>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84" name="Oval 183">
              <a:extLst>
                <a:ext uri="{FF2B5EF4-FFF2-40B4-BE49-F238E27FC236}">
                  <a16:creationId xmlns:a16="http://schemas.microsoft.com/office/drawing/2014/main" id="{8FCC8F04-842F-B035-8D86-8981B543EA53}"/>
                </a:ext>
              </a:extLst>
            </p:cNvPr>
            <p:cNvSpPr/>
            <p:nvPr/>
          </p:nvSpPr>
          <p:spPr>
            <a:xfrm>
              <a:off x="4431783" y="4373549"/>
              <a:ext cx="182880" cy="182880"/>
            </a:xfrm>
            <a:prstGeom prst="ellipse">
              <a:avLst/>
            </a:prstGeom>
            <a:solidFill>
              <a:schemeClr val="tx1">
                <a:lumMod val="5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85" name="Oval 184">
              <a:extLst>
                <a:ext uri="{FF2B5EF4-FFF2-40B4-BE49-F238E27FC236}">
                  <a16:creationId xmlns:a16="http://schemas.microsoft.com/office/drawing/2014/main" id="{F0516E7A-5C0A-CA56-FF69-797BEE459C3A}"/>
                </a:ext>
              </a:extLst>
            </p:cNvPr>
            <p:cNvSpPr/>
            <p:nvPr/>
          </p:nvSpPr>
          <p:spPr>
            <a:xfrm>
              <a:off x="4431783" y="4651088"/>
              <a:ext cx="182880" cy="182880"/>
            </a:xfrm>
            <a:prstGeom prst="ellipse">
              <a:avLst/>
            </a:prstGeom>
            <a:solidFill>
              <a:schemeClr val="tx2">
                <a:lumMod val="60000"/>
                <a:lumOff val="40000"/>
              </a:schemeClr>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grpSp>
      <p:grpSp>
        <p:nvGrpSpPr>
          <p:cNvPr id="243" name="Group 242">
            <a:extLst>
              <a:ext uri="{FF2B5EF4-FFF2-40B4-BE49-F238E27FC236}">
                <a16:creationId xmlns:a16="http://schemas.microsoft.com/office/drawing/2014/main" id="{286951E8-91E7-E20B-667C-1BE27C449917}"/>
              </a:ext>
            </a:extLst>
          </p:cNvPr>
          <p:cNvGrpSpPr/>
          <p:nvPr/>
        </p:nvGrpSpPr>
        <p:grpSpPr>
          <a:xfrm>
            <a:off x="4450081" y="2327957"/>
            <a:ext cx="3291839" cy="1138084"/>
            <a:chOff x="4450081" y="2334452"/>
            <a:chExt cx="3291839" cy="1138084"/>
          </a:xfrm>
        </p:grpSpPr>
        <p:sp>
          <p:nvSpPr>
            <p:cNvPr id="156" name="Rectangle 155">
              <a:extLst>
                <a:ext uri="{FF2B5EF4-FFF2-40B4-BE49-F238E27FC236}">
                  <a16:creationId xmlns:a16="http://schemas.microsoft.com/office/drawing/2014/main" id="{72D3E11D-0B7F-B7CC-2362-0437AEB2A56B}"/>
                </a:ext>
              </a:extLst>
            </p:cNvPr>
            <p:cNvSpPr/>
            <p:nvPr/>
          </p:nvSpPr>
          <p:spPr>
            <a:xfrm>
              <a:off x="4450081" y="2649576"/>
              <a:ext cx="548639" cy="822960"/>
            </a:xfrm>
            <a:prstGeom prst="rect">
              <a:avLst/>
            </a:prstGeom>
            <a:solidFill>
              <a:schemeClr val="tx2"/>
            </a:solidFill>
            <a:ln w="3175" cap="flat" cmpd="sng" algn="ctr">
              <a:noFill/>
              <a:prstDash val="solid"/>
              <a:round/>
              <a:headEnd type="none" w="med" len="med"/>
              <a:tailEnd type="none" w="med" len="med"/>
            </a:ln>
            <a:effectLst/>
          </p:spPr>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57" name="Rectangle 156">
              <a:extLst>
                <a:ext uri="{FF2B5EF4-FFF2-40B4-BE49-F238E27FC236}">
                  <a16:creationId xmlns:a16="http://schemas.microsoft.com/office/drawing/2014/main" id="{D3E7E781-0F2E-1216-255E-871969DA4E7E}"/>
                </a:ext>
              </a:extLst>
            </p:cNvPr>
            <p:cNvSpPr/>
            <p:nvPr/>
          </p:nvSpPr>
          <p:spPr>
            <a:xfrm>
              <a:off x="4998720" y="2334452"/>
              <a:ext cx="1371600" cy="228600"/>
            </a:xfrm>
            <a:prstGeom prst="rect">
              <a:avLst/>
            </a:prstGeom>
            <a:noFill/>
            <a:ln w="317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cap="flat" cmpd="sng" algn="ctr">
                  <a:solidFill>
                    <a:srgbClr val="273142"/>
                  </a:solidFill>
                  <a:prstDash val="solid"/>
                  <a:round/>
                  <a:headEnd type="none" w="med" len="med"/>
                  <a:tailEnd type="none" w="med" len="med"/>
                </a14:hiddenLine>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SSC/BPO Org.</a:t>
              </a:r>
            </a:p>
          </p:txBody>
        </p:sp>
        <p:sp>
          <p:nvSpPr>
            <p:cNvPr id="158" name="Rectangle 157">
              <a:extLst>
                <a:ext uri="{FF2B5EF4-FFF2-40B4-BE49-F238E27FC236}">
                  <a16:creationId xmlns:a16="http://schemas.microsoft.com/office/drawing/2014/main" id="{DB35D8ED-BE3E-5756-0C59-FA74C0F9D9E0}"/>
                </a:ext>
              </a:extLst>
            </p:cNvPr>
            <p:cNvSpPr/>
            <p:nvPr/>
          </p:nvSpPr>
          <p:spPr>
            <a:xfrm>
              <a:off x="6370320" y="2334452"/>
              <a:ext cx="1371600" cy="22860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Retained Org.</a:t>
              </a:r>
            </a:p>
          </p:txBody>
        </p:sp>
        <p:sp>
          <p:nvSpPr>
            <p:cNvPr id="159" name="Rectangle 158">
              <a:extLst>
                <a:ext uri="{FF2B5EF4-FFF2-40B4-BE49-F238E27FC236}">
                  <a16:creationId xmlns:a16="http://schemas.microsoft.com/office/drawing/2014/main" id="{30753F7A-D6AF-BC90-1C7A-B94557AA4D8E}"/>
                </a:ext>
              </a:extLst>
            </p:cNvPr>
            <p:cNvSpPr/>
            <p:nvPr/>
          </p:nvSpPr>
          <p:spPr>
            <a:xfrm>
              <a:off x="6370316" y="2649576"/>
              <a:ext cx="1371600" cy="822960"/>
            </a:xfrm>
            <a:prstGeom prst="rect">
              <a:avLst/>
            </a:prstGeom>
            <a:solidFill>
              <a:schemeClr val="tx1">
                <a:lumMod val="85000"/>
              </a:schemeClr>
            </a:solidFill>
            <a:ln w="12700" cap="flat" cmpd="sng" algn="ctr">
              <a:noFill/>
              <a:prstDash val="solid"/>
              <a:round/>
              <a:headEnd type="none" w="med" len="med"/>
              <a:tailEnd type="none" w="med" len="med"/>
            </a:ln>
            <a:effectLst/>
          </p:spPr>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67" b="0" i="0" u="none" strike="noStrike" kern="0" cap="none" spc="0" normalizeH="0" baseline="0" noProof="0">
                <a:ln>
                  <a:noFill/>
                </a:ln>
                <a:solidFill>
                  <a:srgbClr val="333333"/>
                </a:solidFill>
                <a:effectLst/>
                <a:uLnTx/>
                <a:uFillTx/>
                <a:ea typeface="+mn-ea"/>
                <a:cs typeface="+mn-cs"/>
              </a:endParaRPr>
            </a:p>
          </p:txBody>
        </p:sp>
        <p:sp>
          <p:nvSpPr>
            <p:cNvPr id="160" name="Rectangle 159">
              <a:extLst>
                <a:ext uri="{FF2B5EF4-FFF2-40B4-BE49-F238E27FC236}">
                  <a16:creationId xmlns:a16="http://schemas.microsoft.com/office/drawing/2014/main" id="{3AA715A3-1C55-44B3-B904-4000362A5EB4}"/>
                </a:ext>
              </a:extLst>
            </p:cNvPr>
            <p:cNvSpPr/>
            <p:nvPr/>
          </p:nvSpPr>
          <p:spPr>
            <a:xfrm>
              <a:off x="4450082" y="2334452"/>
              <a:ext cx="548640" cy="22860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GPO</a:t>
              </a:r>
            </a:p>
          </p:txBody>
        </p:sp>
        <p:cxnSp>
          <p:nvCxnSpPr>
            <p:cNvPr id="219" name="Straight Connector 218">
              <a:extLst>
                <a:ext uri="{FF2B5EF4-FFF2-40B4-BE49-F238E27FC236}">
                  <a16:creationId xmlns:a16="http://schemas.microsoft.com/office/drawing/2014/main" id="{CC8A9847-AB84-5A3B-4D1B-0F5A85F53615}"/>
                </a:ext>
              </a:extLst>
            </p:cNvPr>
            <p:cNvCxnSpPr>
              <a:cxnSpLocks/>
            </p:cNvCxnSpPr>
            <p:nvPr/>
          </p:nvCxnSpPr>
          <p:spPr>
            <a:xfrm>
              <a:off x="4998720" y="2829297"/>
              <a:ext cx="2651760" cy="2548"/>
            </a:xfrm>
            <a:prstGeom prst="line">
              <a:avLst/>
            </a:prstGeom>
            <a:noFill/>
            <a:ln w="12700" cap="flat" cmpd="sng" algn="ctr">
              <a:solidFill>
                <a:schemeClr val="tx2">
                  <a:lumMod val="75000"/>
                </a:schemeClr>
              </a:solidFill>
              <a:prstDash val="solid"/>
              <a:round/>
              <a:headEnd type="none" w="sm" len="sm"/>
              <a:tailEnd type="oval" w="med" len="med"/>
            </a:ln>
            <a:effectLst/>
          </p:spPr>
        </p:cxnSp>
        <p:cxnSp>
          <p:nvCxnSpPr>
            <p:cNvPr id="222" name="Straight Connector 221">
              <a:extLst>
                <a:ext uri="{FF2B5EF4-FFF2-40B4-BE49-F238E27FC236}">
                  <a16:creationId xmlns:a16="http://schemas.microsoft.com/office/drawing/2014/main" id="{1E9C07CB-868E-A3D3-7CC8-376B5BD9AF19}"/>
                </a:ext>
              </a:extLst>
            </p:cNvPr>
            <p:cNvCxnSpPr>
              <a:cxnSpLocks/>
            </p:cNvCxnSpPr>
            <p:nvPr/>
          </p:nvCxnSpPr>
          <p:spPr>
            <a:xfrm>
              <a:off x="4998720" y="3283096"/>
              <a:ext cx="2651760" cy="2548"/>
            </a:xfrm>
            <a:prstGeom prst="line">
              <a:avLst/>
            </a:prstGeom>
            <a:noFill/>
            <a:ln w="12700" cap="flat" cmpd="sng" algn="ctr">
              <a:solidFill>
                <a:schemeClr val="tx2">
                  <a:lumMod val="75000"/>
                </a:schemeClr>
              </a:solidFill>
              <a:prstDash val="solid"/>
              <a:round/>
              <a:headEnd type="none" w="sm" len="sm"/>
              <a:tailEnd type="oval" w="med" len="med"/>
            </a:ln>
            <a:effectLst/>
          </p:spPr>
        </p:cxnSp>
        <p:sp>
          <p:nvSpPr>
            <p:cNvPr id="229" name="Rectangle 228">
              <a:extLst>
                <a:ext uri="{FF2B5EF4-FFF2-40B4-BE49-F238E27FC236}">
                  <a16:creationId xmlns:a16="http://schemas.microsoft.com/office/drawing/2014/main" id="{CC4AB733-7AF9-90E8-2B26-01E4D7CA414B}"/>
                </a:ext>
              </a:extLst>
            </p:cNvPr>
            <p:cNvSpPr/>
            <p:nvPr/>
          </p:nvSpPr>
          <p:spPr>
            <a:xfrm>
              <a:off x="5455918" y="2689450"/>
              <a:ext cx="45720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Design</a:t>
              </a:r>
            </a:p>
          </p:txBody>
        </p:sp>
        <p:sp>
          <p:nvSpPr>
            <p:cNvPr id="230" name="Rectangle 229">
              <a:extLst>
                <a:ext uri="{FF2B5EF4-FFF2-40B4-BE49-F238E27FC236}">
                  <a16:creationId xmlns:a16="http://schemas.microsoft.com/office/drawing/2014/main" id="{6223BE1C-24A0-93DF-D589-828111251CBF}"/>
                </a:ext>
              </a:extLst>
            </p:cNvPr>
            <p:cNvSpPr/>
            <p:nvPr/>
          </p:nvSpPr>
          <p:spPr>
            <a:xfrm>
              <a:off x="5455918" y="3145093"/>
              <a:ext cx="45720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Build</a:t>
              </a:r>
            </a:p>
          </p:txBody>
        </p:sp>
      </p:grpSp>
      <p:grpSp>
        <p:nvGrpSpPr>
          <p:cNvPr id="242" name="Group 241">
            <a:extLst>
              <a:ext uri="{FF2B5EF4-FFF2-40B4-BE49-F238E27FC236}">
                <a16:creationId xmlns:a16="http://schemas.microsoft.com/office/drawing/2014/main" id="{F817D841-AB9B-E2D0-8980-8DD7A96403F6}"/>
              </a:ext>
            </a:extLst>
          </p:cNvPr>
          <p:cNvGrpSpPr/>
          <p:nvPr/>
        </p:nvGrpSpPr>
        <p:grpSpPr>
          <a:xfrm>
            <a:off x="8221980" y="2327957"/>
            <a:ext cx="3291839" cy="1138084"/>
            <a:chOff x="8221980" y="2334452"/>
            <a:chExt cx="3291839" cy="1138084"/>
          </a:xfrm>
        </p:grpSpPr>
        <p:sp>
          <p:nvSpPr>
            <p:cNvPr id="164" name="Rectangle 163">
              <a:extLst>
                <a:ext uri="{FF2B5EF4-FFF2-40B4-BE49-F238E27FC236}">
                  <a16:creationId xmlns:a16="http://schemas.microsoft.com/office/drawing/2014/main" id="{C975949F-00B1-C796-7A18-E0840B320ADE}"/>
                </a:ext>
              </a:extLst>
            </p:cNvPr>
            <p:cNvSpPr/>
            <p:nvPr/>
          </p:nvSpPr>
          <p:spPr>
            <a:xfrm>
              <a:off x="8221980" y="2649576"/>
              <a:ext cx="548639" cy="822960"/>
            </a:xfrm>
            <a:prstGeom prst="rect">
              <a:avLst/>
            </a:prstGeom>
            <a:solidFill>
              <a:schemeClr val="tx2"/>
            </a:solidFill>
            <a:ln w="3175" cap="flat" cmpd="sng" algn="ctr">
              <a:noFill/>
              <a:prstDash val="solid"/>
              <a:round/>
              <a:headEnd type="none" w="med" len="med"/>
              <a:tailEnd type="none" w="med" len="med"/>
            </a:ln>
            <a:effectLst/>
          </p:spPr>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33333"/>
                </a:solidFill>
                <a:effectLst/>
                <a:uLnTx/>
                <a:uFillTx/>
                <a:ea typeface="Nokia Pure Text Light" panose="020B0403020202020204" pitchFamily="34" charset="0"/>
                <a:cs typeface="+mn-cs"/>
              </a:endParaRPr>
            </a:p>
          </p:txBody>
        </p:sp>
        <p:sp>
          <p:nvSpPr>
            <p:cNvPr id="165" name="Rectangle 164">
              <a:extLst>
                <a:ext uri="{FF2B5EF4-FFF2-40B4-BE49-F238E27FC236}">
                  <a16:creationId xmlns:a16="http://schemas.microsoft.com/office/drawing/2014/main" id="{6A51BBA8-6AA6-E0E4-9FEF-EA8725B91336}"/>
                </a:ext>
              </a:extLst>
            </p:cNvPr>
            <p:cNvSpPr/>
            <p:nvPr/>
          </p:nvSpPr>
          <p:spPr>
            <a:xfrm>
              <a:off x="8770619" y="2334452"/>
              <a:ext cx="1371600" cy="228600"/>
            </a:xfrm>
            <a:prstGeom prst="rect">
              <a:avLst/>
            </a:prstGeom>
            <a:noFill/>
            <a:ln w="317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cap="flat" cmpd="sng" algn="ctr">
                  <a:solidFill>
                    <a:srgbClr val="273142"/>
                  </a:solidFill>
                  <a:prstDash val="solid"/>
                  <a:round/>
                  <a:headEnd type="none" w="med" len="med"/>
                  <a:tailEnd type="none" w="med" len="med"/>
                </a14:hiddenLine>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SSC/BPO Org.</a:t>
              </a:r>
            </a:p>
          </p:txBody>
        </p:sp>
        <p:sp>
          <p:nvSpPr>
            <p:cNvPr id="166" name="Rectangle 165">
              <a:extLst>
                <a:ext uri="{FF2B5EF4-FFF2-40B4-BE49-F238E27FC236}">
                  <a16:creationId xmlns:a16="http://schemas.microsoft.com/office/drawing/2014/main" id="{4A1F4CF0-30C1-A53E-B160-A3A3A88AA8EA}"/>
                </a:ext>
              </a:extLst>
            </p:cNvPr>
            <p:cNvSpPr/>
            <p:nvPr/>
          </p:nvSpPr>
          <p:spPr>
            <a:xfrm>
              <a:off x="10142219" y="2334452"/>
              <a:ext cx="1371600" cy="22860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Retained Org.</a:t>
              </a:r>
            </a:p>
          </p:txBody>
        </p:sp>
        <p:sp>
          <p:nvSpPr>
            <p:cNvPr id="167" name="Rectangle 166">
              <a:extLst>
                <a:ext uri="{FF2B5EF4-FFF2-40B4-BE49-F238E27FC236}">
                  <a16:creationId xmlns:a16="http://schemas.microsoft.com/office/drawing/2014/main" id="{B9BF2CB8-64E8-AE5D-0CA4-9D9BCBFC8937}"/>
                </a:ext>
              </a:extLst>
            </p:cNvPr>
            <p:cNvSpPr/>
            <p:nvPr/>
          </p:nvSpPr>
          <p:spPr>
            <a:xfrm>
              <a:off x="10142215" y="2649576"/>
              <a:ext cx="1371600" cy="822960"/>
            </a:xfrm>
            <a:prstGeom prst="rect">
              <a:avLst/>
            </a:prstGeom>
            <a:solidFill>
              <a:schemeClr val="tx1">
                <a:lumMod val="85000"/>
              </a:schemeClr>
            </a:solidFill>
            <a:ln w="12700" cap="flat" cmpd="sng" algn="ctr">
              <a:noFill/>
              <a:prstDash val="solid"/>
              <a:round/>
              <a:headEnd type="none" w="med" len="med"/>
              <a:tailEnd type="none" w="med" len="med"/>
            </a:ln>
            <a:effectLst/>
          </p:spPr>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67" b="0" i="0" u="none" strike="noStrike" kern="0" cap="none" spc="0" normalizeH="0" baseline="0" noProof="0">
                <a:ln>
                  <a:noFill/>
                </a:ln>
                <a:solidFill>
                  <a:srgbClr val="333333"/>
                </a:solidFill>
                <a:effectLst/>
                <a:uLnTx/>
                <a:uFillTx/>
                <a:ea typeface="+mn-ea"/>
                <a:cs typeface="+mn-cs"/>
              </a:endParaRPr>
            </a:p>
          </p:txBody>
        </p:sp>
        <p:sp>
          <p:nvSpPr>
            <p:cNvPr id="168" name="Rectangle 167">
              <a:extLst>
                <a:ext uri="{FF2B5EF4-FFF2-40B4-BE49-F238E27FC236}">
                  <a16:creationId xmlns:a16="http://schemas.microsoft.com/office/drawing/2014/main" id="{8121A0FD-C0F4-9C07-4EC0-E1452FB09154}"/>
                </a:ext>
              </a:extLst>
            </p:cNvPr>
            <p:cNvSpPr/>
            <p:nvPr/>
          </p:nvSpPr>
          <p:spPr>
            <a:xfrm>
              <a:off x="8221981" y="2334452"/>
              <a:ext cx="548640" cy="22860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91440" tIns="48000" rIns="91440" bIns="48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333333"/>
                  </a:solidFill>
                  <a:effectLst/>
                  <a:uLnTx/>
                  <a:uFillTx/>
                  <a:ea typeface="+mn-ea"/>
                  <a:cs typeface="+mn-cs"/>
                </a:rPr>
                <a:t>GPO</a:t>
              </a:r>
            </a:p>
          </p:txBody>
        </p:sp>
        <p:cxnSp>
          <p:nvCxnSpPr>
            <p:cNvPr id="225" name="Straight Connector 224">
              <a:extLst>
                <a:ext uri="{FF2B5EF4-FFF2-40B4-BE49-F238E27FC236}">
                  <a16:creationId xmlns:a16="http://schemas.microsoft.com/office/drawing/2014/main" id="{982764E8-37CE-24C4-90BA-E99996CBAE0A}"/>
                </a:ext>
              </a:extLst>
            </p:cNvPr>
            <p:cNvCxnSpPr>
              <a:cxnSpLocks/>
            </p:cNvCxnSpPr>
            <p:nvPr/>
          </p:nvCxnSpPr>
          <p:spPr>
            <a:xfrm>
              <a:off x="8770619" y="3361533"/>
              <a:ext cx="2651760" cy="2548"/>
            </a:xfrm>
            <a:prstGeom prst="line">
              <a:avLst/>
            </a:prstGeom>
            <a:noFill/>
            <a:ln w="12700" cap="flat" cmpd="sng" algn="ctr">
              <a:solidFill>
                <a:schemeClr val="tx2">
                  <a:lumMod val="75000"/>
                </a:schemeClr>
              </a:solidFill>
              <a:prstDash val="solid"/>
              <a:round/>
              <a:headEnd type="none" w="sm" len="sm"/>
              <a:tailEnd type="oval" w="med" len="med"/>
            </a:ln>
            <a:effectLst/>
          </p:spPr>
        </p:cxnSp>
        <p:cxnSp>
          <p:nvCxnSpPr>
            <p:cNvPr id="223" name="Straight Connector 222">
              <a:extLst>
                <a:ext uri="{FF2B5EF4-FFF2-40B4-BE49-F238E27FC236}">
                  <a16:creationId xmlns:a16="http://schemas.microsoft.com/office/drawing/2014/main" id="{C9AE9F0E-7FC1-3800-819F-0C6318479681}"/>
                </a:ext>
              </a:extLst>
            </p:cNvPr>
            <p:cNvCxnSpPr>
              <a:cxnSpLocks/>
            </p:cNvCxnSpPr>
            <p:nvPr/>
          </p:nvCxnSpPr>
          <p:spPr>
            <a:xfrm>
              <a:off x="8770619" y="2758030"/>
              <a:ext cx="2651760" cy="2548"/>
            </a:xfrm>
            <a:prstGeom prst="line">
              <a:avLst/>
            </a:prstGeom>
            <a:noFill/>
            <a:ln w="12700" cap="flat" cmpd="sng" algn="ctr">
              <a:solidFill>
                <a:schemeClr val="tx2">
                  <a:lumMod val="75000"/>
                </a:schemeClr>
              </a:solidFill>
              <a:prstDash val="solid"/>
              <a:round/>
              <a:headEnd type="none" w="sm" len="sm"/>
              <a:tailEnd type="oval" w="med" len="med"/>
            </a:ln>
            <a:effectLst/>
          </p:spPr>
        </p:cxnSp>
        <p:cxnSp>
          <p:nvCxnSpPr>
            <p:cNvPr id="226" name="Straight Connector 225">
              <a:extLst>
                <a:ext uri="{FF2B5EF4-FFF2-40B4-BE49-F238E27FC236}">
                  <a16:creationId xmlns:a16="http://schemas.microsoft.com/office/drawing/2014/main" id="{645F1282-625E-62F2-FCBE-30E52D3B8572}"/>
                </a:ext>
              </a:extLst>
            </p:cNvPr>
            <p:cNvCxnSpPr>
              <a:cxnSpLocks/>
            </p:cNvCxnSpPr>
            <p:nvPr/>
          </p:nvCxnSpPr>
          <p:spPr>
            <a:xfrm>
              <a:off x="8770619" y="2956648"/>
              <a:ext cx="2651760" cy="2548"/>
            </a:xfrm>
            <a:prstGeom prst="line">
              <a:avLst/>
            </a:prstGeom>
            <a:noFill/>
            <a:ln w="12700" cap="flat" cmpd="sng" algn="ctr">
              <a:solidFill>
                <a:schemeClr val="tx2">
                  <a:lumMod val="75000"/>
                </a:schemeClr>
              </a:solidFill>
              <a:prstDash val="solid"/>
              <a:round/>
              <a:headEnd type="none" w="sm" len="sm"/>
              <a:tailEnd type="oval" w="med" len="med"/>
            </a:ln>
            <a:effectLst/>
          </p:spPr>
        </p:cxnSp>
        <p:cxnSp>
          <p:nvCxnSpPr>
            <p:cNvPr id="227" name="Straight Connector 226">
              <a:extLst>
                <a:ext uri="{FF2B5EF4-FFF2-40B4-BE49-F238E27FC236}">
                  <a16:creationId xmlns:a16="http://schemas.microsoft.com/office/drawing/2014/main" id="{24627484-4903-891C-7B7B-A16783BAB6BC}"/>
                </a:ext>
              </a:extLst>
            </p:cNvPr>
            <p:cNvCxnSpPr>
              <a:cxnSpLocks/>
            </p:cNvCxnSpPr>
            <p:nvPr/>
          </p:nvCxnSpPr>
          <p:spPr>
            <a:xfrm>
              <a:off x="8770619" y="3162915"/>
              <a:ext cx="2651760" cy="2548"/>
            </a:xfrm>
            <a:prstGeom prst="line">
              <a:avLst/>
            </a:prstGeom>
            <a:noFill/>
            <a:ln w="12700" cap="flat" cmpd="sng" algn="ctr">
              <a:solidFill>
                <a:schemeClr val="tx2">
                  <a:lumMod val="75000"/>
                </a:schemeClr>
              </a:solidFill>
              <a:prstDash val="solid"/>
              <a:round/>
              <a:headEnd type="none" w="sm" len="sm"/>
              <a:tailEnd type="oval" w="med" len="med"/>
            </a:ln>
            <a:effectLst/>
          </p:spPr>
        </p:cxnSp>
        <p:sp>
          <p:nvSpPr>
            <p:cNvPr id="231" name="Rectangle 230">
              <a:extLst>
                <a:ext uri="{FF2B5EF4-FFF2-40B4-BE49-F238E27FC236}">
                  <a16:creationId xmlns:a16="http://schemas.microsoft.com/office/drawing/2014/main" id="{CC567A7F-D02A-6FE8-DD46-0FFA64888661}"/>
                </a:ext>
              </a:extLst>
            </p:cNvPr>
            <p:cNvSpPr/>
            <p:nvPr/>
          </p:nvSpPr>
          <p:spPr>
            <a:xfrm>
              <a:off x="9227819" y="2620651"/>
              <a:ext cx="45720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Design</a:t>
              </a:r>
            </a:p>
          </p:txBody>
        </p:sp>
        <p:sp>
          <p:nvSpPr>
            <p:cNvPr id="232" name="Rectangle 231">
              <a:extLst>
                <a:ext uri="{FF2B5EF4-FFF2-40B4-BE49-F238E27FC236}">
                  <a16:creationId xmlns:a16="http://schemas.microsoft.com/office/drawing/2014/main" id="{58927B52-0559-74B9-D50E-C9AFA4E91596}"/>
                </a:ext>
              </a:extLst>
            </p:cNvPr>
            <p:cNvSpPr/>
            <p:nvPr/>
          </p:nvSpPr>
          <p:spPr>
            <a:xfrm>
              <a:off x="9227819" y="2819593"/>
              <a:ext cx="45720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Build</a:t>
              </a:r>
            </a:p>
          </p:txBody>
        </p:sp>
        <p:sp>
          <p:nvSpPr>
            <p:cNvPr id="233" name="Rectangle 232">
              <a:extLst>
                <a:ext uri="{FF2B5EF4-FFF2-40B4-BE49-F238E27FC236}">
                  <a16:creationId xmlns:a16="http://schemas.microsoft.com/office/drawing/2014/main" id="{C723B028-F11B-40C8-7A3B-D0F6A69F0ABB}"/>
                </a:ext>
              </a:extLst>
            </p:cNvPr>
            <p:cNvSpPr/>
            <p:nvPr/>
          </p:nvSpPr>
          <p:spPr>
            <a:xfrm>
              <a:off x="9182095" y="3025755"/>
              <a:ext cx="54864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Operate</a:t>
              </a:r>
            </a:p>
          </p:txBody>
        </p:sp>
        <p:sp>
          <p:nvSpPr>
            <p:cNvPr id="234" name="Rectangle 233">
              <a:extLst>
                <a:ext uri="{FF2B5EF4-FFF2-40B4-BE49-F238E27FC236}">
                  <a16:creationId xmlns:a16="http://schemas.microsoft.com/office/drawing/2014/main" id="{6EAF6526-EC67-EDBF-CA3D-94A816BE4DD0}"/>
                </a:ext>
              </a:extLst>
            </p:cNvPr>
            <p:cNvSpPr/>
            <p:nvPr/>
          </p:nvSpPr>
          <p:spPr>
            <a:xfrm>
              <a:off x="9227815" y="3223829"/>
              <a:ext cx="457200" cy="137160"/>
            </a:xfrm>
            <a:prstGeom prst="rect">
              <a:avLst/>
            </a:prstGeom>
            <a:noFill/>
            <a:ln w="3175" cap="flat" cmpd="sng" algn="ctr">
              <a:noFill/>
              <a:prstDash val="solid"/>
            </a:ln>
            <a:effectLst/>
            <a:extLst>
              <a:ext uri="{909E8E84-426E-40DD-AFC4-6F175D3DCCD1}">
                <a14:hiddenFill xmlns:a14="http://schemas.microsoft.com/office/drawing/2010/main">
                  <a:solidFill>
                    <a:schemeClr val="accent1"/>
                  </a:solidFill>
                </a14:hiddenFill>
              </a:ext>
            </a:extLst>
          </p:spPr>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0" cap="none" spc="0" normalizeH="0" baseline="0" noProof="0">
                  <a:ln>
                    <a:noFill/>
                  </a:ln>
                  <a:solidFill>
                    <a:srgbClr val="333333"/>
                  </a:solidFill>
                  <a:effectLst/>
                  <a:uLnTx/>
                  <a:uFillTx/>
                  <a:ea typeface="Nokia Pure Text Light" panose="020B0403020202020204" pitchFamily="34" charset="0"/>
                  <a:cs typeface="+mn-cs"/>
                </a:rPr>
                <a:t>IT</a:t>
              </a:r>
            </a:p>
          </p:txBody>
        </p:sp>
      </p:grpSp>
      <p:sp>
        <p:nvSpPr>
          <p:cNvPr id="241" name="Rectangle 240">
            <a:extLst>
              <a:ext uri="{FF2B5EF4-FFF2-40B4-BE49-F238E27FC236}">
                <a16:creationId xmlns:a16="http://schemas.microsoft.com/office/drawing/2014/main" id="{10A6B037-B9CB-7BD3-FC07-EEB559103B99}"/>
              </a:ext>
            </a:extLst>
          </p:cNvPr>
          <p:cNvSpPr/>
          <p:nvPr/>
        </p:nvSpPr>
        <p:spPr>
          <a:xfrm>
            <a:off x="4221480" y="1591095"/>
            <a:ext cx="3749040" cy="4754880"/>
          </a:xfrm>
          <a:prstGeom prst="rect">
            <a:avLst/>
          </a:prstGeom>
          <a:noFill/>
          <a:ln w="12700" cap="flat" cmpd="sng" algn="ctr">
            <a:solidFill>
              <a:schemeClr val="bg1"/>
            </a:solidFill>
            <a:prstDash val="solid"/>
            <a:miter lim="800000"/>
            <a:headEnd type="none" w="med" len="med"/>
            <a:tailEnd type="none" w="med" len="med"/>
          </a:ln>
          <a:effectLst/>
        </p:spPr>
        <p:txBody>
          <a:bodyPr lIns="108000" tIns="108000" rIns="108000" bIns="108000" rtlCol="0" anchor="t" anchorCtr="0"/>
          <a:lstStyle/>
          <a:p>
            <a: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pPr>
            <a:endParaRPr kumimoji="0" lang="en-IN" sz="2000" b="0" i="0" u="none" strike="noStrike" kern="0" cap="none" spc="0" normalizeH="0" baseline="0" noProof="0" err="1">
              <a:ln>
                <a:noFill/>
              </a:ln>
              <a:solidFill>
                <a:srgbClr val="1A1A24"/>
              </a:solidFill>
              <a:effectLst/>
              <a:uLnTx/>
              <a:uFillTx/>
              <a:latin typeface="EYInterstate Light"/>
              <a:ea typeface="+mn-ea"/>
              <a:cs typeface="+mn-cs"/>
            </a:endParaRPr>
          </a:p>
        </p:txBody>
      </p:sp>
    </p:spTree>
    <p:extLst>
      <p:ext uri="{BB962C8B-B14F-4D97-AF65-F5344CB8AC3E}">
        <p14:creationId xmlns:p14="http://schemas.microsoft.com/office/powerpoint/2010/main" val="2816045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954EF-4B56-F8CC-CDD7-8E8F099A2D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52E652D-F6C7-5F2B-9DA5-C3F8518836AA}"/>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Responsibilities of Global Process Owners (GPO)</a:t>
            </a:r>
          </a:p>
        </p:txBody>
      </p:sp>
      <p:sp>
        <p:nvSpPr>
          <p:cNvPr id="6" name="Date Placeholder 5">
            <a:extLst>
              <a:ext uri="{FF2B5EF4-FFF2-40B4-BE49-F238E27FC236}">
                <a16:creationId xmlns:a16="http://schemas.microsoft.com/office/drawing/2014/main" id="{13D9C94D-EAE1-B777-2BC2-7558242E51C6}"/>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4B21BCEE-DF2E-B9CF-0DC5-1D2AF3A9060B}"/>
              </a:ext>
            </a:extLst>
          </p:cNvPr>
          <p:cNvSpPr>
            <a:spLocks noGrp="1"/>
          </p:cNvSpPr>
          <p:nvPr>
            <p:ph type="sldNum" sz="quarter" idx="19"/>
          </p:nvPr>
        </p:nvSpPr>
        <p:spPr/>
        <p:txBody>
          <a:bodyPr/>
          <a:lstStyle/>
          <a:p>
            <a:fld id="{94FCA0F3-9F3A-694B-99BB-0E592A797735}" type="slidenum">
              <a:rPr lang="en-US" smtClean="0"/>
              <a:t>7</a:t>
            </a:fld>
            <a:endParaRPr lang="en-US"/>
          </a:p>
        </p:txBody>
      </p:sp>
      <p:sp>
        <p:nvSpPr>
          <p:cNvPr id="2" name="Text Placeholder 2">
            <a:extLst>
              <a:ext uri="{FF2B5EF4-FFF2-40B4-BE49-F238E27FC236}">
                <a16:creationId xmlns:a16="http://schemas.microsoft.com/office/drawing/2014/main" id="{4AFEDE05-CE10-A1CE-3F2D-8787D86EC887}"/>
              </a:ext>
            </a:extLst>
          </p:cNvPr>
          <p:cNvSpPr txBox="1">
            <a:spLocks/>
          </p:cNvSpPr>
          <p:nvPr/>
        </p:nvSpPr>
        <p:spPr>
          <a:xfrm>
            <a:off x="495300" y="914400"/>
            <a:ext cx="11201400" cy="822960"/>
          </a:xfrm>
          <a:prstGeom prst="rect">
            <a:avLst/>
          </a:prstGeom>
        </p:spPr>
        <p:txBody>
          <a:bodyPr vert="horz" lIns="45720" tIns="45720" rIns="45720" bIns="45720" rtlCol="0" anchor="ctr" anchorCtr="0">
            <a:noAutofit/>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216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432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spcBef>
                <a:spcPts val="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333333"/>
                </a:solidFill>
                <a:effectLst/>
                <a:uLnTx/>
                <a:uFillTx/>
              </a:rPr>
              <a:t>Global Process Owners</a:t>
            </a:r>
            <a:r>
              <a:rPr kumimoji="0" lang="en-GB" sz="1400" i="0" u="none" strike="noStrike" kern="1200" cap="none" spc="0" normalizeH="0" baseline="0" noProof="0">
                <a:ln>
                  <a:noFill/>
                </a:ln>
                <a:solidFill>
                  <a:srgbClr val="333333"/>
                </a:solidFill>
                <a:effectLst/>
                <a:uLnTx/>
                <a:uFillTx/>
              </a:rPr>
              <a:t> are executives who </a:t>
            </a:r>
            <a:r>
              <a:rPr kumimoji="0" lang="en-GB" sz="1400" b="1" i="0" u="none" strike="noStrike" kern="1200" cap="none" spc="0" normalizeH="0" baseline="0" noProof="0">
                <a:ln>
                  <a:noFill/>
                </a:ln>
                <a:solidFill>
                  <a:srgbClr val="333333"/>
                </a:solidFill>
                <a:effectLst/>
                <a:uLnTx/>
                <a:uFillTx/>
              </a:rPr>
              <a:t>owns the end-to-end processes </a:t>
            </a:r>
            <a:r>
              <a:rPr kumimoji="0" lang="en-GB" sz="1400" i="0" u="none" strike="noStrike" kern="1200" cap="none" spc="0" normalizeH="0" baseline="0" noProof="0">
                <a:ln>
                  <a:noFill/>
                </a:ln>
                <a:solidFill>
                  <a:srgbClr val="333333"/>
                </a:solidFill>
                <a:effectLst/>
                <a:uLnTx/>
                <a:uFillTx/>
              </a:rPr>
              <a:t>of their assigned workstreams across functions, geographic locations or business units. They are the </a:t>
            </a:r>
            <a:r>
              <a:rPr kumimoji="0" lang="en-GB" sz="1400" b="1" u="none" strike="noStrike" kern="1200" cap="none" spc="0" normalizeH="0" baseline="0" noProof="0">
                <a:ln>
                  <a:noFill/>
                </a:ln>
                <a:solidFill>
                  <a:srgbClr val="333333"/>
                </a:solidFill>
                <a:effectLst/>
                <a:uLnTx/>
                <a:uFillTx/>
              </a:rPr>
              <a:t>overall accountable for the business process on a global scale </a:t>
            </a:r>
            <a:r>
              <a:rPr kumimoji="0" lang="en-GB" sz="1400" i="0" u="none" strike="noStrike" kern="1200" cap="none" spc="0" normalizeH="0" baseline="0" noProof="0">
                <a:ln>
                  <a:noFill/>
                </a:ln>
                <a:solidFill>
                  <a:srgbClr val="333333"/>
                </a:solidFill>
                <a:effectLst/>
                <a:uLnTx/>
                <a:uFillTx/>
              </a:rPr>
              <a:t>and will be accountable for all process design and build activities as well as continuous improvement across the full solution including technology enablement.</a:t>
            </a:r>
          </a:p>
        </p:txBody>
      </p:sp>
      <p:graphicFrame>
        <p:nvGraphicFramePr>
          <p:cNvPr id="3" name="Table 88">
            <a:extLst>
              <a:ext uri="{FF2B5EF4-FFF2-40B4-BE49-F238E27FC236}">
                <a16:creationId xmlns:a16="http://schemas.microsoft.com/office/drawing/2014/main" id="{C34EE657-F41F-8BAB-8EDF-3D7471FC4852}"/>
              </a:ext>
            </a:extLst>
          </p:cNvPr>
          <p:cNvGraphicFramePr>
            <a:graphicFrameLocks noGrp="1"/>
          </p:cNvGraphicFramePr>
          <p:nvPr>
            <p:extLst>
              <p:ext uri="{D42A27DB-BD31-4B8C-83A1-F6EECF244321}">
                <p14:modId xmlns:p14="http://schemas.microsoft.com/office/powerpoint/2010/main" val="750495670"/>
              </p:ext>
            </p:extLst>
          </p:nvPr>
        </p:nvGraphicFramePr>
        <p:xfrm>
          <a:off x="495300" y="1874520"/>
          <a:ext cx="11201400" cy="41605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555040695"/>
                    </a:ext>
                  </a:extLst>
                </a:gridCol>
                <a:gridCol w="9829800">
                  <a:extLst>
                    <a:ext uri="{9D8B030D-6E8A-4147-A177-3AD203B41FA5}">
                      <a16:colId xmlns:a16="http://schemas.microsoft.com/office/drawing/2014/main" val="29919979"/>
                    </a:ext>
                  </a:extLst>
                </a:gridCol>
              </a:tblGrid>
              <a:tr h="320040">
                <a:tc>
                  <a:txBody>
                    <a:bodyPr/>
                    <a:lstStyle/>
                    <a:p>
                      <a:pPr algn="ctr"/>
                      <a:r>
                        <a:rPr lang="en-GB" sz="1200">
                          <a:solidFill>
                            <a:schemeClr val="bg1"/>
                          </a:solidFill>
                          <a:latin typeface="+mn-lt"/>
                        </a:rPr>
                        <a:t>Responsibilities</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a:solidFill>
                            <a:schemeClr val="bg1"/>
                          </a:solidFill>
                          <a:latin typeface="+mn-lt"/>
                        </a:rPr>
                        <a:t>Description</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846819905"/>
                  </a:ext>
                </a:extLst>
              </a:tr>
              <a:tr h="411480">
                <a:tc rowSpan="6">
                  <a:txBody>
                    <a:bodyPr/>
                    <a:lstStyle/>
                    <a:p>
                      <a:pPr lvl="0" algn="l"/>
                      <a:r>
                        <a:rPr lang="en-GB" sz="1200" b="1">
                          <a:solidFill>
                            <a:schemeClr val="bg1"/>
                          </a:solidFill>
                          <a:latin typeface="+mn-lt"/>
                        </a:rPr>
                        <a:t>Solution performance and improvement</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GB" sz="1100" kern="1200">
                          <a:solidFill>
                            <a:schemeClr val="bg1"/>
                          </a:solidFill>
                          <a:latin typeface="+mn-lt"/>
                          <a:ea typeface="+mn-ea"/>
                          <a:cs typeface="+mn-cs"/>
                        </a:rPr>
                        <a:t>Development of global process blueprint and standardisation across functions and ensure end-to-end process/solution adherence to implemented global standards across GBS centres and all sites</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24574565"/>
                  </a:ext>
                </a:extLst>
              </a:tr>
              <a:tr h="411480">
                <a:tc vMerge="1">
                  <a:txBody>
                    <a:bodyPr/>
                    <a:lstStyle/>
                    <a:p>
                      <a:pPr lvl="0" algn="l"/>
                      <a:endParaRPr lang="en-GB" sz="1000" b="1">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GB" sz="1100">
                          <a:solidFill>
                            <a:schemeClr val="bg1"/>
                          </a:solidFill>
                          <a:latin typeface="+mn-lt"/>
                        </a:rPr>
                        <a:t>Identify and propagate process/solution improvements and scope enhancements, ensuring proper controls are in place to mitigate any risks associated with the process (e.g. SOD)</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41579712"/>
                  </a:ext>
                </a:extLst>
              </a:tr>
              <a:tr h="274320">
                <a:tc vMerge="1">
                  <a:txBody>
                    <a:bodyPr/>
                    <a:lstStyle/>
                    <a:p>
                      <a:endParaRPr lang="en-GB"/>
                    </a:p>
                  </a:txBody>
                  <a:tcPr/>
                </a:tc>
                <a:tc>
                  <a:txBody>
                    <a:bodyPr/>
                    <a:lstStyle/>
                    <a:p>
                      <a:pPr marL="0" marR="0" indent="0" algn="l" defTabSz="914400" rtl="0" eaLnBrk="1" fontAlgn="auto" latinLnBrk="0" hangingPunct="1">
                        <a:lnSpc>
                          <a:spcPct val="100000"/>
                        </a:lnSpc>
                        <a:spcBef>
                          <a:spcPts val="1200"/>
                        </a:spcBef>
                        <a:spcAft>
                          <a:spcPts val="0"/>
                        </a:spcAft>
                        <a:buClrTx/>
                        <a:buSzTx/>
                        <a:buFontTx/>
                        <a:buNone/>
                        <a:tabLst/>
                        <a:defRPr/>
                      </a:pPr>
                      <a:r>
                        <a:rPr lang="en-GB" sz="1100">
                          <a:solidFill>
                            <a:schemeClr val="bg1"/>
                          </a:solidFill>
                          <a:latin typeface="+mn-lt"/>
                        </a:rPr>
                        <a:t>Identification of the key process owners and the skills required for a specific activity within their workstream</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26772628"/>
                  </a:ext>
                </a:extLst>
              </a:tr>
              <a:tr h="411480">
                <a:tc vMerge="1">
                  <a:txBody>
                    <a:bodyPr/>
                    <a:lstStyle/>
                    <a:p>
                      <a:pPr lvl="0" algn="l"/>
                      <a:endParaRPr lang="en-GB" sz="1000" b="1">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GB" sz="1100" kern="1200">
                          <a:solidFill>
                            <a:schemeClr val="bg1"/>
                          </a:solidFill>
                          <a:latin typeface="+mn-lt"/>
                          <a:ea typeface="+mn-ea"/>
                          <a:cs typeface="+mn-cs"/>
                        </a:rPr>
                        <a:t>Decide on the functional SLA/KPI targets that will measure the process’s efficiency and effectiveness, in alignment with functions/divisions;</a:t>
                      </a:r>
                      <a:r>
                        <a:rPr lang="en-GB" sz="1100" kern="1200" baseline="0">
                          <a:solidFill>
                            <a:schemeClr val="bg1"/>
                          </a:solidFill>
                          <a:latin typeface="+mn-lt"/>
                          <a:ea typeface="+mn-ea"/>
                          <a:cs typeface="+mn-cs"/>
                        </a:rPr>
                        <a:t> </a:t>
                      </a:r>
                      <a:br>
                        <a:rPr lang="en-GB" sz="1100" kern="1200" baseline="0">
                          <a:solidFill>
                            <a:schemeClr val="bg1"/>
                          </a:solidFill>
                          <a:latin typeface="+mn-lt"/>
                          <a:ea typeface="+mn-ea"/>
                          <a:cs typeface="+mn-cs"/>
                        </a:rPr>
                      </a:br>
                      <a:r>
                        <a:rPr lang="en-GB" sz="1100" kern="1200" baseline="0">
                          <a:solidFill>
                            <a:schemeClr val="bg1"/>
                          </a:solidFill>
                          <a:latin typeface="+mn-lt"/>
                          <a:ea typeface="+mn-ea"/>
                          <a:cs typeface="+mn-cs"/>
                        </a:rPr>
                        <a:t>Analyse</a:t>
                      </a:r>
                      <a:r>
                        <a:rPr lang="en-GB" sz="1100" kern="1200">
                          <a:solidFill>
                            <a:schemeClr val="bg1"/>
                          </a:solidFill>
                          <a:latin typeface="+mn-lt"/>
                          <a:ea typeface="+mn-ea"/>
                          <a:cs typeface="+mn-cs"/>
                        </a:rPr>
                        <a:t> and review</a:t>
                      </a:r>
                      <a:r>
                        <a:rPr lang="en-GB" sz="1100" kern="1200" baseline="0">
                          <a:solidFill>
                            <a:schemeClr val="bg1"/>
                          </a:solidFill>
                          <a:latin typeface="+mn-lt"/>
                          <a:ea typeface="+mn-ea"/>
                          <a:cs typeface="+mn-cs"/>
                        </a:rPr>
                        <a:t> </a:t>
                      </a:r>
                      <a:r>
                        <a:rPr lang="en-GB" sz="1100" kern="1200">
                          <a:solidFill>
                            <a:schemeClr val="bg1"/>
                          </a:solidFill>
                          <a:latin typeface="+mn-lt"/>
                          <a:ea typeface="+mn-ea"/>
                          <a:cs typeface="+mn-cs"/>
                        </a:rPr>
                        <a:t>the performance of their workstream</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70535349"/>
                  </a:ext>
                </a:extLst>
              </a:tr>
              <a:tr h="274320">
                <a:tc vMerge="1">
                  <a:txBody>
                    <a:bodyPr/>
                    <a:lstStyle/>
                    <a:p>
                      <a:endParaRPr lang="en-GB"/>
                    </a:p>
                  </a:txBody>
                  <a:tcPr/>
                </a:tc>
                <a:tc>
                  <a:txBody>
                    <a:bodyPr/>
                    <a:lstStyle/>
                    <a:p>
                      <a:pPr marL="0" marR="0" indent="0" algn="l" defTabSz="914400" rtl="0" eaLnBrk="1" fontAlgn="auto" latinLnBrk="0" hangingPunct="1">
                        <a:lnSpc>
                          <a:spcPct val="100000"/>
                        </a:lnSpc>
                        <a:spcBef>
                          <a:spcPts val="1200"/>
                        </a:spcBef>
                        <a:spcAft>
                          <a:spcPts val="0"/>
                        </a:spcAft>
                        <a:buClrTx/>
                        <a:buSzTx/>
                        <a:buFontTx/>
                        <a:buNone/>
                        <a:tabLst/>
                        <a:defRPr/>
                      </a:pPr>
                      <a:r>
                        <a:rPr lang="en-GB" sz="1100">
                          <a:solidFill>
                            <a:schemeClr val="bg1"/>
                          </a:solidFill>
                          <a:latin typeface="+mn-lt"/>
                        </a:rPr>
                        <a:t>Take ownership of </a:t>
                      </a:r>
                      <a:r>
                        <a:rPr lang="en-GB" sz="1100" baseline="0">
                          <a:solidFill>
                            <a:schemeClr val="bg1"/>
                          </a:solidFill>
                          <a:latin typeface="+mn-lt"/>
                        </a:rPr>
                        <a:t>improvement projects (including budgets), </a:t>
                      </a:r>
                      <a:r>
                        <a:rPr lang="en-US" sz="1100" baseline="0">
                          <a:solidFill>
                            <a:schemeClr val="bg1"/>
                          </a:solidFill>
                          <a:latin typeface="+mn-lt"/>
                        </a:rPr>
                        <a:t>along with scope and roadmap in alignment with functions/divisions</a:t>
                      </a:r>
                      <a:endParaRPr lang="en-GB" sz="1100">
                        <a:solidFill>
                          <a:schemeClr val="bg1"/>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6778271"/>
                  </a:ext>
                </a:extLst>
              </a:tr>
              <a:tr h="274320">
                <a:tc vMerge="1">
                  <a:txBody>
                    <a:bodyPr/>
                    <a:lstStyle/>
                    <a:p>
                      <a:pPr lvl="0" algn="l"/>
                      <a:endParaRPr lang="en-GB" sz="1000" b="1">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1200"/>
                        </a:spcBef>
                        <a:spcAft>
                          <a:spcPts val="0"/>
                        </a:spcAft>
                        <a:buClrTx/>
                        <a:buSzTx/>
                        <a:buFontTx/>
                        <a:buNone/>
                        <a:tabLst/>
                        <a:defRPr/>
                      </a:pPr>
                      <a:r>
                        <a:rPr lang="en-GB" sz="1100">
                          <a:solidFill>
                            <a:schemeClr val="bg1"/>
                          </a:solidFill>
                          <a:latin typeface="+mn-lt"/>
                        </a:rPr>
                        <a:t>Monitor market trends, learn new technologies and understand the disruptions affecting their processes, and adopt them to the company if useful  </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8680072"/>
                  </a:ext>
                </a:extLst>
              </a:tr>
              <a:tr h="274320">
                <a:tc rowSpan="3">
                  <a:txBody>
                    <a:bodyPr/>
                    <a:lstStyle/>
                    <a:p>
                      <a:pPr lvl="0" algn="l"/>
                      <a:r>
                        <a:rPr lang="en-GB" sz="1200" b="1">
                          <a:solidFill>
                            <a:schemeClr val="bg1"/>
                          </a:solidFill>
                          <a:latin typeface="+mn-lt"/>
                        </a:rPr>
                        <a:t>People Management</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200"/>
                        </a:spcAft>
                        <a:buClrTx/>
                        <a:buSzTx/>
                        <a:buFontTx/>
                        <a:buNone/>
                        <a:tabLst/>
                        <a:defRPr/>
                      </a:pPr>
                      <a:r>
                        <a:rPr lang="en-GB" sz="1100">
                          <a:solidFill>
                            <a:schemeClr val="bg1"/>
                          </a:solidFill>
                          <a:latin typeface="+mn-lt"/>
                        </a:rPr>
                        <a:t>Define talent development goals and hire key solution leadership positions</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47529213"/>
                  </a:ext>
                </a:extLst>
              </a:tr>
              <a:tr h="274320">
                <a:tc vMerge="1">
                  <a:txBody>
                    <a:bodyPr/>
                    <a:lstStyle/>
                    <a:p>
                      <a:pPr lvl="0" algn="l"/>
                      <a:endParaRPr lang="en-GB" sz="1000" b="1">
                        <a:solidFill>
                          <a:schemeClr val="tx1"/>
                        </a:solidFill>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200"/>
                        </a:spcAft>
                        <a:buClrTx/>
                        <a:buSzTx/>
                        <a:buFontTx/>
                        <a:buNone/>
                        <a:tabLst/>
                        <a:defRPr/>
                      </a:pPr>
                      <a:r>
                        <a:rPr lang="en-GB" sz="1100" baseline="0">
                          <a:solidFill>
                            <a:schemeClr val="bg1"/>
                          </a:solidFill>
                          <a:latin typeface="+mn-lt"/>
                        </a:rPr>
                        <a:t>Own and update the training agenda, cultivate digital competencies and leadership by coaching and guiding others</a:t>
                      </a:r>
                      <a:endParaRPr lang="en-GB" sz="1100">
                        <a:solidFill>
                          <a:schemeClr val="bg1"/>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89458906"/>
                  </a:ext>
                </a:extLst>
              </a:tr>
              <a:tr h="274320">
                <a:tc vMerge="1">
                  <a:txBody>
                    <a:bodyPr/>
                    <a:lstStyle/>
                    <a:p>
                      <a:pPr lvl="0" algn="l"/>
                      <a:endParaRPr lang="en-GB" sz="1000" b="1">
                        <a:solidFill>
                          <a:schemeClr val="tx1"/>
                        </a:solidFill>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100">
                          <a:solidFill>
                            <a:schemeClr val="bg1"/>
                          </a:solidFill>
                          <a:latin typeface="+mn-lt"/>
                        </a:rPr>
                        <a:t>Perform goal setting and performance review</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44725229"/>
                  </a:ext>
                </a:extLst>
              </a:tr>
              <a:tr h="274320">
                <a:tc rowSpan="3">
                  <a:txBody>
                    <a:bodyPr/>
                    <a:lstStyle/>
                    <a:p>
                      <a:pPr lvl="0" algn="l"/>
                      <a:r>
                        <a:rPr lang="en-GB" sz="1200" b="1">
                          <a:solidFill>
                            <a:schemeClr val="bg1"/>
                          </a:solidFill>
                          <a:latin typeface="+mn-lt"/>
                        </a:rPr>
                        <a:t>Governance and Stakeholder Management</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1200"/>
                        </a:spcBef>
                        <a:spcAft>
                          <a:spcPts val="0"/>
                        </a:spcAft>
                        <a:buClrTx/>
                        <a:buSzTx/>
                        <a:buFontTx/>
                        <a:buNone/>
                        <a:tabLst/>
                        <a:defRPr/>
                      </a:pPr>
                      <a:r>
                        <a:rPr lang="en-GB" sz="1100" kern="1200">
                          <a:solidFill>
                            <a:schemeClr val="bg1"/>
                          </a:solidFill>
                          <a:latin typeface="+mn-lt"/>
                          <a:ea typeface="+mn-ea"/>
                          <a:cs typeface="+mn-cs"/>
                        </a:rPr>
                        <a:t>Align solution scoping, design and SLA topics with the leadership  and with functions/divisions in governance committees</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72358632"/>
                  </a:ext>
                </a:extLst>
              </a:tr>
              <a:tr h="274320">
                <a:tc vMerge="1">
                  <a:txBody>
                    <a:bodyPr/>
                    <a:lstStyle/>
                    <a:p>
                      <a:pPr lvl="0" algn="l"/>
                      <a:endParaRPr lang="en-GB" sz="1000" b="1">
                        <a:solidFill>
                          <a:schemeClr val="tx1"/>
                        </a:solidFill>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1200"/>
                        </a:spcBef>
                        <a:spcAft>
                          <a:spcPts val="0"/>
                        </a:spcAft>
                        <a:buClrTx/>
                        <a:buSzTx/>
                        <a:buFontTx/>
                        <a:buNone/>
                        <a:tabLst/>
                        <a:defRPr/>
                      </a:pPr>
                      <a:r>
                        <a:rPr lang="en-GB" sz="1100" kern="1200">
                          <a:solidFill>
                            <a:schemeClr val="bg1"/>
                          </a:solidFill>
                          <a:latin typeface="+mn-lt"/>
                          <a:ea typeface="+mn-ea"/>
                          <a:cs typeface="+mn-cs"/>
                        </a:rPr>
                        <a:t>Represent and discuss solution with other major stakeholder groups, e.g. site, regional or global functional/divisional representatives  </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97698161"/>
                  </a:ext>
                </a:extLst>
              </a:tr>
              <a:tr h="411480">
                <a:tc vMerge="1">
                  <a:txBody>
                    <a:bodyPr/>
                    <a:lstStyle/>
                    <a:p>
                      <a:pPr lvl="0" algn="l"/>
                      <a:endParaRPr lang="en-GB" sz="1000" b="1">
                        <a:solidFill>
                          <a:schemeClr val="tx1"/>
                        </a:solidFill>
                        <a:latin typeface="+mj-lt"/>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1200"/>
                        </a:spcBef>
                        <a:spcAft>
                          <a:spcPts val="0"/>
                        </a:spcAft>
                        <a:buClrTx/>
                        <a:buSzTx/>
                        <a:buFontTx/>
                        <a:buNone/>
                        <a:tabLst/>
                        <a:defRPr/>
                      </a:pPr>
                      <a:r>
                        <a:rPr lang="en-GB" sz="1100" kern="1200">
                          <a:solidFill>
                            <a:schemeClr val="bg1"/>
                          </a:solidFill>
                          <a:latin typeface="+mn-lt"/>
                          <a:ea typeface="+mn-ea"/>
                          <a:cs typeface="+mn-cs"/>
                        </a:rPr>
                        <a:t>Closely coordinate all aspects of designing and operating of the solution with heads of functions and ensure all process related decision are aligned with the strategy and business objectives.</a:t>
                      </a: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73161996"/>
                  </a:ext>
                </a:extLst>
              </a:tr>
            </a:tbl>
          </a:graphicData>
        </a:graphic>
      </p:graphicFrame>
    </p:spTree>
    <p:extLst>
      <p:ext uri="{BB962C8B-B14F-4D97-AF65-F5344CB8AC3E}">
        <p14:creationId xmlns:p14="http://schemas.microsoft.com/office/powerpoint/2010/main" val="3310670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EEE2-C88B-E430-4B34-4AE805CAD6A2}"/>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D01840F7-67E1-4070-8514-D6DC43BAF19C}"/>
              </a:ext>
            </a:extLst>
          </p:cNvPr>
          <p:cNvSpPr/>
          <p:nvPr/>
        </p:nvSpPr>
        <p:spPr>
          <a:xfrm>
            <a:off x="3009900" y="1506114"/>
            <a:ext cx="4114800" cy="4160521"/>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Process Transformation: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Establish a clear guiding vision that directs and aligns all process transformation efforts across the organization.</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GBS Process Governance: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Define and manage the oversight structures for Global Business Services to ensure consistency and accountability.</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Retained Process Governance: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Maintain internal control over key processes that remain within the organization rather than being outsourced.</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Process Design: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Develop structured workflows and procedures that support operational efficiency and strategic goals.</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Process Implementation: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Roll out newly designed processes into the organization with appropriate planning and stakeholder engagement.</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Process Execution and </a:t>
            </a:r>
            <a:r>
              <a:rPr lang="en-US" sz="900" b="1" kern="0">
                <a:solidFill>
                  <a:srgbClr val="000000"/>
                </a:solidFill>
                <a:cs typeface="Arial" panose="020B0604020202020204" pitchFamily="34" charset="0"/>
              </a:rPr>
              <a:t>Performance </a:t>
            </a: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Measurement: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Operate business processes while tracking performance metrics to ensure they meet desired outcomes.</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Service Delivery Model: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Structure how services are delivered to customers or internal teams to ensure quality and efficiency.</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Technology Architecture and Roadmap: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Define the IT infrastructure and create a strategic plan for its evolution to support business needs.</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Sourcing Model: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Determine how goods and services are acquired, balancing internal capabilities with external partnerships.</a:t>
            </a:r>
          </a:p>
          <a:p>
            <a:pPr marL="137160" marR="0" lvl="0" indent="-137160" defTabSz="914400" eaLnBrk="1" fontAlgn="auto" latinLnBrk="0" hangingPunct="1">
              <a:spcBef>
                <a:spcPts val="900"/>
              </a:spcBef>
              <a:buClrTx/>
              <a:buSzTx/>
              <a:buFont typeface="Wingdings" panose="05000000000000000000" pitchFamily="2" charset="2"/>
              <a:buChar char="§"/>
              <a:tabLst>
                <a:tab pos="457200" algn="l"/>
              </a:tabLst>
              <a:defRPr/>
            </a:pPr>
            <a:r>
              <a:rPr kumimoji="0" lang="en-US" sz="900" b="1" i="0" u="none" strike="noStrike" kern="0" cap="none" spc="0" normalizeH="0" baseline="0" noProof="0">
                <a:ln>
                  <a:noFill/>
                </a:ln>
                <a:solidFill>
                  <a:srgbClr val="000000"/>
                </a:solidFill>
                <a:effectLst/>
                <a:uLnTx/>
                <a:uFillTx/>
                <a:ea typeface="+mn-ea"/>
                <a:cs typeface="Arial" panose="020B0604020202020204" pitchFamily="34" charset="0"/>
              </a:rPr>
              <a:t>Continuous Improvements: </a:t>
            </a:r>
            <a:r>
              <a:rPr kumimoji="0" lang="en-US" sz="900" b="0" i="0" u="none" strike="noStrike" kern="0" cap="none" spc="0" normalizeH="0" baseline="0" noProof="0">
                <a:ln>
                  <a:noFill/>
                </a:ln>
                <a:solidFill>
                  <a:srgbClr val="000000"/>
                </a:solidFill>
                <a:effectLst/>
                <a:uLnTx/>
                <a:uFillTx/>
                <a:ea typeface="+mn-ea"/>
                <a:cs typeface="Arial" panose="020B0604020202020204" pitchFamily="34" charset="0"/>
              </a:rPr>
              <a:t>Drive ongoing enhancements to processes and services through iterative changes and feedback loops.</a:t>
            </a:r>
          </a:p>
        </p:txBody>
      </p:sp>
      <p:sp>
        <p:nvSpPr>
          <p:cNvPr id="8" name="Title 7">
            <a:extLst>
              <a:ext uri="{FF2B5EF4-FFF2-40B4-BE49-F238E27FC236}">
                <a16:creationId xmlns:a16="http://schemas.microsoft.com/office/drawing/2014/main" id="{2A1FE85A-3232-F681-E03E-A851589A5C50}"/>
              </a:ext>
            </a:extLst>
          </p:cNvPr>
          <p:cNvSpPr>
            <a:spLocks noGrp="1"/>
          </p:cNvSpPr>
          <p:nvPr>
            <p:ph type="title"/>
          </p:nvPr>
        </p:nvSpPr>
        <p:spPr>
          <a:xfrm>
            <a:off x="495300" y="228600"/>
            <a:ext cx="11201400" cy="548640"/>
          </a:xfrm>
        </p:spPr>
        <p:txBody>
          <a:bodyPr lIns="91440" tIns="45720" rIns="91440"/>
          <a:lstStyle/>
          <a:p>
            <a:pPr>
              <a:lnSpc>
                <a:spcPct val="100000"/>
              </a:lnSpc>
            </a:pPr>
            <a:r>
              <a:rPr lang="en-IN"/>
              <a:t>GPO Responsibilities | Interaction Model</a:t>
            </a:r>
          </a:p>
        </p:txBody>
      </p:sp>
      <p:sp>
        <p:nvSpPr>
          <p:cNvPr id="6" name="Date Placeholder 5">
            <a:extLst>
              <a:ext uri="{FF2B5EF4-FFF2-40B4-BE49-F238E27FC236}">
                <a16:creationId xmlns:a16="http://schemas.microsoft.com/office/drawing/2014/main" id="{FAAB822E-64A1-9C02-B4E7-94C22944A73E}"/>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688CCA86-9AE6-7564-397A-53022F610F71}"/>
              </a:ext>
            </a:extLst>
          </p:cNvPr>
          <p:cNvSpPr>
            <a:spLocks noGrp="1"/>
          </p:cNvSpPr>
          <p:nvPr>
            <p:ph type="sldNum" sz="quarter" idx="19"/>
          </p:nvPr>
        </p:nvSpPr>
        <p:spPr/>
        <p:txBody>
          <a:bodyPr/>
          <a:lstStyle/>
          <a:p>
            <a:fld id="{94FCA0F3-9F3A-694B-99BB-0E592A797735}" type="slidenum">
              <a:rPr lang="en-US" smtClean="0"/>
              <a:t>8</a:t>
            </a:fld>
            <a:endParaRPr lang="en-US"/>
          </a:p>
        </p:txBody>
      </p:sp>
      <p:sp>
        <p:nvSpPr>
          <p:cNvPr id="4" name="Rectangle: Rounded Corners 3">
            <a:extLst>
              <a:ext uri="{FF2B5EF4-FFF2-40B4-BE49-F238E27FC236}">
                <a16:creationId xmlns:a16="http://schemas.microsoft.com/office/drawing/2014/main" id="{46BA3D4E-9223-51E5-9991-9CCC42D9B131}"/>
              </a:ext>
            </a:extLst>
          </p:cNvPr>
          <p:cNvSpPr/>
          <p:nvPr/>
        </p:nvSpPr>
        <p:spPr>
          <a:xfrm>
            <a:off x="495300" y="914400"/>
            <a:ext cx="2057400" cy="457200"/>
          </a:xfrm>
          <a:prstGeom prst="roundRect">
            <a:avLst>
              <a:gd name="adj" fmla="val 22840"/>
            </a:avLst>
          </a:prstGeom>
          <a:solidFill>
            <a:schemeClr val="bg1">
              <a:lumMod val="10000"/>
              <a:lumOff val="90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cs typeface="Arial" panose="020B0604020202020204" pitchFamily="34" charset="0"/>
              </a:rPr>
              <a:t>Business Requirements/Direction</a:t>
            </a:r>
            <a:endParaRPr kumimoji="0" lang="en-US" sz="1200" b="0" i="0" u="none" strike="noStrike" kern="0" cap="none" spc="0" normalizeH="0" baseline="0" noProof="0">
              <a:ln>
                <a:noFill/>
              </a:ln>
              <a:solidFill>
                <a:prstClr val="black"/>
              </a:solidFill>
              <a:effectLst/>
              <a:uLnTx/>
              <a:uFillTx/>
              <a:cs typeface="Arial" panose="020B0604020202020204" pitchFamily="34" charset="0"/>
            </a:endParaRPr>
          </a:p>
        </p:txBody>
      </p:sp>
      <p:sp>
        <p:nvSpPr>
          <p:cNvPr id="12" name="Rectangle: Rounded Corners 11">
            <a:extLst>
              <a:ext uri="{FF2B5EF4-FFF2-40B4-BE49-F238E27FC236}">
                <a16:creationId xmlns:a16="http://schemas.microsoft.com/office/drawing/2014/main" id="{DBE88D13-FD36-302C-FB54-ECFB4E9AEE16}"/>
              </a:ext>
            </a:extLst>
          </p:cNvPr>
          <p:cNvSpPr/>
          <p:nvPr/>
        </p:nvSpPr>
        <p:spPr>
          <a:xfrm>
            <a:off x="3009900" y="914400"/>
            <a:ext cx="4114800" cy="457200"/>
          </a:xfrm>
          <a:prstGeom prst="roundRect">
            <a:avLst>
              <a:gd name="adj" fmla="val 22840"/>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cs typeface="Arial" panose="020B0604020202020204" pitchFamily="34" charset="0"/>
              </a:rPr>
              <a:t>Global Process Owner</a:t>
            </a:r>
          </a:p>
        </p:txBody>
      </p:sp>
      <p:sp>
        <p:nvSpPr>
          <p:cNvPr id="13" name="Rectangle: Rounded Corners 12">
            <a:extLst>
              <a:ext uri="{FF2B5EF4-FFF2-40B4-BE49-F238E27FC236}">
                <a16:creationId xmlns:a16="http://schemas.microsoft.com/office/drawing/2014/main" id="{ECB5B763-6CFA-F8B8-DFD9-7764A4386EC6}"/>
              </a:ext>
            </a:extLst>
          </p:cNvPr>
          <p:cNvSpPr/>
          <p:nvPr/>
        </p:nvSpPr>
        <p:spPr>
          <a:xfrm>
            <a:off x="7581900" y="914400"/>
            <a:ext cx="4114800" cy="457200"/>
          </a:xfrm>
          <a:prstGeom prst="roundRect">
            <a:avLst>
              <a:gd name="adj" fmla="val 22840"/>
            </a:avLst>
          </a:prstGeom>
          <a:solidFill>
            <a:schemeClr val="tx1">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cs typeface="Arial" panose="020B0604020202020204" pitchFamily="34" charset="0"/>
              </a:rPr>
              <a:t>GBS Interaction</a:t>
            </a:r>
          </a:p>
        </p:txBody>
      </p:sp>
      <p:sp>
        <p:nvSpPr>
          <p:cNvPr id="16" name="Rectangle: Rounded Corners 15">
            <a:extLst>
              <a:ext uri="{FF2B5EF4-FFF2-40B4-BE49-F238E27FC236}">
                <a16:creationId xmlns:a16="http://schemas.microsoft.com/office/drawing/2014/main" id="{1AE28F93-0CB8-9AB3-600C-D79B522AB94F}"/>
              </a:ext>
            </a:extLst>
          </p:cNvPr>
          <p:cNvSpPr/>
          <p:nvPr/>
        </p:nvSpPr>
        <p:spPr>
          <a:xfrm>
            <a:off x="495300" y="1826154"/>
            <a:ext cx="2057400" cy="1005840"/>
          </a:xfrm>
          <a:prstGeom prst="roundRect">
            <a:avLst>
              <a:gd name="adj" fmla="val 13299"/>
            </a:avLst>
          </a:prstGeom>
          <a:solidFill>
            <a:schemeClr val="bg1">
              <a:lumMod val="10000"/>
              <a:lumOff val="90000"/>
            </a:schemeClr>
          </a:solidFill>
          <a:ln w="3175" cap="flat" cmpd="sng" algn="ctr">
            <a:noFill/>
            <a:prstDash val="solid"/>
            <a:miter lim="800000"/>
          </a:ln>
          <a:effectLst/>
        </p:spPr>
        <p:txBody>
          <a:bodyPr lIns="45720" rtlCol="0" anchor="ctr"/>
          <a:lstStyle/>
          <a:p>
            <a:pPr marL="137160" marR="0" lvl="0" indent="-137160" defTabSz="914400" eaLnBrk="1" fontAlgn="auto" latinLnBrk="0" hangingPunct="1">
              <a:spcBef>
                <a:spcPts val="600"/>
              </a:spcBef>
              <a:spcAft>
                <a:spcPts val="0"/>
              </a:spcAft>
              <a:buClrTx/>
              <a:buSzTx/>
              <a:buFont typeface="Wingdings" panose="05000000000000000000" pitchFamily="2" charset="2"/>
              <a:buChar char="§"/>
              <a:tabLst/>
              <a:defRPr/>
            </a:pPr>
            <a:r>
              <a:rPr kumimoji="0" lang="en-US" sz="900" b="0" i="0" u="none" strike="noStrike" kern="0" cap="none" spc="0" normalizeH="0" baseline="0" noProof="0">
                <a:ln>
                  <a:noFill/>
                </a:ln>
                <a:solidFill>
                  <a:prstClr val="black"/>
                </a:solidFill>
                <a:effectLst/>
                <a:uLnTx/>
                <a:uFillTx/>
                <a:ea typeface="+mn-ea"/>
                <a:cs typeface="Arial" panose="020B0604020202020204" pitchFamily="34" charset="0"/>
              </a:rPr>
              <a:t>Business leadership requests the use of new emerging technology</a:t>
            </a:r>
          </a:p>
          <a:p>
            <a:pPr marL="137160" marR="0" lvl="0" indent="-137160" defTabSz="914400" eaLnBrk="1" fontAlgn="auto" latinLnBrk="0" hangingPunct="1">
              <a:spcBef>
                <a:spcPts val="600"/>
              </a:spcBef>
              <a:spcAft>
                <a:spcPts val="0"/>
              </a:spcAft>
              <a:buClrTx/>
              <a:buSzTx/>
              <a:buFont typeface="Wingdings" panose="05000000000000000000" pitchFamily="2" charset="2"/>
              <a:buChar char="§"/>
              <a:tabLst/>
              <a:defRPr/>
            </a:pPr>
            <a:r>
              <a:rPr kumimoji="0" lang="en-US" sz="900" b="0" i="0" u="none" strike="noStrike" kern="0" cap="none" spc="0" normalizeH="0" baseline="0" noProof="0">
                <a:ln>
                  <a:noFill/>
                </a:ln>
                <a:solidFill>
                  <a:prstClr val="black"/>
                </a:solidFill>
                <a:effectLst/>
                <a:uLnTx/>
                <a:uFillTx/>
                <a:ea typeface="+mn-ea"/>
                <a:cs typeface="Arial" panose="020B0604020202020204" pitchFamily="34" charset="0"/>
              </a:rPr>
              <a:t>Vendors may have questions on current tech stack/payment terms</a:t>
            </a:r>
          </a:p>
        </p:txBody>
      </p:sp>
      <p:sp>
        <p:nvSpPr>
          <p:cNvPr id="18" name="Rectangle 17">
            <a:extLst>
              <a:ext uri="{FF2B5EF4-FFF2-40B4-BE49-F238E27FC236}">
                <a16:creationId xmlns:a16="http://schemas.microsoft.com/office/drawing/2014/main" id="{A7B739B2-90C0-DD33-04A3-328DE1A82F5A}"/>
              </a:ext>
            </a:extLst>
          </p:cNvPr>
          <p:cNvSpPr/>
          <p:nvPr/>
        </p:nvSpPr>
        <p:spPr>
          <a:xfrm>
            <a:off x="495300" y="2923432"/>
            <a:ext cx="2057400" cy="274320"/>
          </a:xfrm>
          <a:prstGeom prst="rect">
            <a:avLst/>
          </a:prstGeom>
          <a:solidFill>
            <a:schemeClr val="bg1">
              <a:lumMod val="10000"/>
              <a:lumOff val="90000"/>
            </a:schemeClr>
          </a:solidFill>
          <a:ln w="9525"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ea typeface="+mn-ea"/>
                <a:cs typeface="Arial" panose="020B0604020202020204" pitchFamily="34" charset="0"/>
              </a:rPr>
              <a:t>Internal Stakeholders</a:t>
            </a:r>
          </a:p>
        </p:txBody>
      </p:sp>
      <p:sp>
        <p:nvSpPr>
          <p:cNvPr id="19" name="Rectangle 18">
            <a:extLst>
              <a:ext uri="{FF2B5EF4-FFF2-40B4-BE49-F238E27FC236}">
                <a16:creationId xmlns:a16="http://schemas.microsoft.com/office/drawing/2014/main" id="{73C2DCF7-A6AA-F07B-F002-6DFB496EE8C1}"/>
              </a:ext>
            </a:extLst>
          </p:cNvPr>
          <p:cNvSpPr/>
          <p:nvPr/>
        </p:nvSpPr>
        <p:spPr>
          <a:xfrm>
            <a:off x="495300" y="1506114"/>
            <a:ext cx="2057400" cy="274320"/>
          </a:xfrm>
          <a:prstGeom prst="rect">
            <a:avLst/>
          </a:prstGeom>
          <a:solidFill>
            <a:schemeClr val="bg1">
              <a:lumMod val="10000"/>
              <a:lumOff val="90000"/>
            </a:schemeClr>
          </a:solidFill>
          <a:ln w="9525"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ea typeface="+mn-ea"/>
                <a:cs typeface="Arial" panose="020B0604020202020204" pitchFamily="34" charset="0"/>
              </a:rPr>
              <a:t>Leadership Team</a:t>
            </a:r>
          </a:p>
        </p:txBody>
      </p:sp>
      <p:sp>
        <p:nvSpPr>
          <p:cNvPr id="20" name="Rectangle 19">
            <a:extLst>
              <a:ext uri="{FF2B5EF4-FFF2-40B4-BE49-F238E27FC236}">
                <a16:creationId xmlns:a16="http://schemas.microsoft.com/office/drawing/2014/main" id="{D9D1AF71-3B21-2D8D-4284-841A3A41B681}"/>
              </a:ext>
            </a:extLst>
          </p:cNvPr>
          <p:cNvSpPr/>
          <p:nvPr/>
        </p:nvSpPr>
        <p:spPr>
          <a:xfrm>
            <a:off x="495300" y="4340753"/>
            <a:ext cx="2057400" cy="274320"/>
          </a:xfrm>
          <a:prstGeom prst="rect">
            <a:avLst/>
          </a:prstGeom>
          <a:solidFill>
            <a:schemeClr val="bg1">
              <a:lumMod val="10000"/>
              <a:lumOff val="90000"/>
            </a:schemeClr>
          </a:solidFill>
          <a:ln w="9525"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ea typeface="+mn-ea"/>
                <a:cs typeface="Arial" panose="020B0604020202020204" pitchFamily="34" charset="0"/>
              </a:rPr>
              <a:t>External Stakeholders</a:t>
            </a:r>
          </a:p>
        </p:txBody>
      </p:sp>
      <p:sp>
        <p:nvSpPr>
          <p:cNvPr id="25" name="Rectangle: Rounded Corners 24">
            <a:extLst>
              <a:ext uri="{FF2B5EF4-FFF2-40B4-BE49-F238E27FC236}">
                <a16:creationId xmlns:a16="http://schemas.microsoft.com/office/drawing/2014/main" id="{F0FD1963-18F9-9024-CE5E-C291D50087F4}"/>
              </a:ext>
            </a:extLst>
          </p:cNvPr>
          <p:cNvSpPr/>
          <p:nvPr/>
        </p:nvSpPr>
        <p:spPr>
          <a:xfrm>
            <a:off x="495300" y="3243473"/>
            <a:ext cx="2057400" cy="1005840"/>
          </a:xfrm>
          <a:prstGeom prst="roundRect">
            <a:avLst>
              <a:gd name="adj" fmla="val 13299"/>
            </a:avLst>
          </a:prstGeom>
          <a:solidFill>
            <a:schemeClr val="bg1">
              <a:lumMod val="10000"/>
              <a:lumOff val="90000"/>
            </a:schemeClr>
          </a:solidFill>
          <a:ln w="3175" cap="flat" cmpd="sng" algn="ctr">
            <a:noFill/>
            <a:prstDash val="solid"/>
            <a:miter lim="800000"/>
          </a:ln>
          <a:effectLst/>
        </p:spPr>
        <p:txBody>
          <a:bodyPr lIns="45720" rtlCol="0" anchor="ctr"/>
          <a:lstStyle/>
          <a:p>
            <a:pPr marL="137160" marR="0" lvl="0" indent="-137160" defTabSz="914400" eaLnBrk="1" fontAlgn="auto" latinLnBrk="0" hangingPunct="1">
              <a:spcBef>
                <a:spcPts val="600"/>
              </a:spcBef>
              <a:spcAft>
                <a:spcPts val="0"/>
              </a:spcAft>
              <a:buClrTx/>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ea typeface="+mn-ea"/>
                <a:cs typeface="Arial" panose="020B0604020202020204" pitchFamily="34" charset="0"/>
              </a:rPr>
              <a:t>Controller prioritizes financial accuracy and compliance</a:t>
            </a:r>
          </a:p>
          <a:p>
            <a:pPr marL="137160" marR="0" lvl="0" indent="-137160" defTabSz="914400" eaLnBrk="1" fontAlgn="auto" latinLnBrk="0" hangingPunct="1">
              <a:spcBef>
                <a:spcPts val="600"/>
              </a:spcBef>
              <a:spcAft>
                <a:spcPts val="0"/>
              </a:spcAft>
              <a:buClrTx/>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ea typeface="+mn-ea"/>
                <a:cs typeface="Arial" panose="020B0604020202020204" pitchFamily="34" charset="0"/>
              </a:rPr>
              <a:t>Planning &amp; Business Partnering needs to obtain accurate forecasts &amp; working day metrics</a:t>
            </a:r>
          </a:p>
        </p:txBody>
      </p:sp>
      <p:sp>
        <p:nvSpPr>
          <p:cNvPr id="26" name="Rectangle: Rounded Corners 25">
            <a:extLst>
              <a:ext uri="{FF2B5EF4-FFF2-40B4-BE49-F238E27FC236}">
                <a16:creationId xmlns:a16="http://schemas.microsoft.com/office/drawing/2014/main" id="{7138A104-F7D4-334B-C568-C76CEE8545DE}"/>
              </a:ext>
            </a:extLst>
          </p:cNvPr>
          <p:cNvSpPr/>
          <p:nvPr/>
        </p:nvSpPr>
        <p:spPr>
          <a:xfrm>
            <a:off x="495300" y="4660794"/>
            <a:ext cx="2057400" cy="1005840"/>
          </a:xfrm>
          <a:prstGeom prst="roundRect">
            <a:avLst>
              <a:gd name="adj" fmla="val 13299"/>
            </a:avLst>
          </a:prstGeom>
          <a:solidFill>
            <a:schemeClr val="bg1">
              <a:lumMod val="10000"/>
              <a:lumOff val="90000"/>
            </a:schemeClr>
          </a:solidFill>
          <a:ln w="3175" cap="flat" cmpd="sng" algn="ctr">
            <a:noFill/>
            <a:prstDash val="solid"/>
            <a:miter lim="800000"/>
          </a:ln>
          <a:effectLst/>
        </p:spPr>
        <p:txBody>
          <a:bodyPr lIns="45720" rtlCol="0" anchor="ctr"/>
          <a:lstStyle/>
          <a:p>
            <a:pPr marL="137160" marR="0" lvl="0" indent="-137160" defTabSz="914400" eaLnBrk="1" fontAlgn="auto" latinLnBrk="0" hangingPunct="1">
              <a:spcBef>
                <a:spcPts val="600"/>
              </a:spcBef>
              <a:spcAft>
                <a:spcPts val="0"/>
              </a:spcAft>
              <a:buClrTx/>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ea typeface="+mn-ea"/>
                <a:cs typeface="Arial" panose="020B0604020202020204" pitchFamily="34" charset="0"/>
              </a:rPr>
              <a:t>Customers may raise questions around billing/service delivery</a:t>
            </a:r>
          </a:p>
          <a:p>
            <a:pPr marL="137160" marR="0" lvl="0" indent="-137160" defTabSz="914400" eaLnBrk="1" fontAlgn="auto" latinLnBrk="0" hangingPunct="1">
              <a:spcBef>
                <a:spcPts val="600"/>
              </a:spcBef>
              <a:spcAft>
                <a:spcPts val="0"/>
              </a:spcAft>
              <a:buClrTx/>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ea typeface="+mn-ea"/>
                <a:cs typeface="Arial" panose="020B0604020202020204" pitchFamily="34" charset="0"/>
              </a:rPr>
              <a:t>Vendors request reliable payment processes and communication on invoice status</a:t>
            </a:r>
          </a:p>
        </p:txBody>
      </p:sp>
      <p:sp>
        <p:nvSpPr>
          <p:cNvPr id="30" name="Rectangle 29">
            <a:extLst>
              <a:ext uri="{FF2B5EF4-FFF2-40B4-BE49-F238E27FC236}">
                <a16:creationId xmlns:a16="http://schemas.microsoft.com/office/drawing/2014/main" id="{DC1DB477-1FE9-F349-4CA5-9066C540A33D}"/>
              </a:ext>
            </a:extLst>
          </p:cNvPr>
          <p:cNvSpPr/>
          <p:nvPr/>
        </p:nvSpPr>
        <p:spPr>
          <a:xfrm>
            <a:off x="3009900" y="5801149"/>
            <a:ext cx="4114800" cy="274320"/>
          </a:xfrm>
          <a:prstGeom prst="rect">
            <a:avLst/>
          </a:prstGeom>
          <a:solidFill>
            <a:schemeClr val="tx1">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100" b="1" i="0" u="none" strike="noStrike" kern="0" cap="none" spc="0" normalizeH="0" baseline="0" noProof="0">
                <a:ln>
                  <a:noFill/>
                </a:ln>
                <a:effectLst/>
                <a:uLnTx/>
                <a:uFillTx/>
                <a:cs typeface="Arial" panose="020B0604020202020204" pitchFamily="34" charset="0"/>
              </a:rPr>
              <a:t>Captive Teams</a:t>
            </a:r>
            <a:endParaRPr kumimoji="0" lang="en-US" sz="1100" b="0" i="0" u="none" strike="noStrike" kern="0" cap="none" spc="0" normalizeH="0" baseline="0" noProof="0">
              <a:ln>
                <a:noFill/>
              </a:ln>
              <a:effectLst/>
              <a:uLnTx/>
              <a:uFillTx/>
              <a:cs typeface="Arial" panose="020B0604020202020204" pitchFamily="34" charset="0"/>
            </a:endParaRPr>
          </a:p>
        </p:txBody>
      </p:sp>
      <p:sp>
        <p:nvSpPr>
          <p:cNvPr id="31" name="Rectangle: Rounded Corners 30">
            <a:extLst>
              <a:ext uri="{FF2B5EF4-FFF2-40B4-BE49-F238E27FC236}">
                <a16:creationId xmlns:a16="http://schemas.microsoft.com/office/drawing/2014/main" id="{DF8D32E5-F854-80B6-2A25-0015A4C697E4}"/>
              </a:ext>
            </a:extLst>
          </p:cNvPr>
          <p:cNvSpPr/>
          <p:nvPr/>
        </p:nvSpPr>
        <p:spPr>
          <a:xfrm>
            <a:off x="3009900" y="6121189"/>
            <a:ext cx="4114800" cy="548640"/>
          </a:xfrm>
          <a:prstGeom prst="roundRect">
            <a:avLst>
              <a:gd name="adj" fmla="val 25224"/>
            </a:avLst>
          </a:prstGeom>
          <a:solidFill>
            <a:schemeClr val="tx1">
              <a:lumMod val="50000"/>
            </a:schemeClr>
          </a:solidFill>
          <a:ln w="12700" cap="flat" cmpd="sng" algn="ctr">
            <a:noFill/>
            <a:prstDash val="solid"/>
            <a:miter lim="800000"/>
          </a:ln>
          <a:effectLst/>
        </p:spPr>
        <p:txBody>
          <a:bodyPr lIns="137160" rIns="137160" rtlCol="0" anchor="ctr"/>
          <a:lstStyle/>
          <a:p>
            <a:pPr marL="0" marR="0" lvl="0" indent="0" defTabSz="914400" eaLnBrk="1" fontAlgn="auto" latinLnBrk="0" hangingPunct="1">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Arial" panose="020B0604020202020204" pitchFamily="34" charset="0"/>
              </a:rPr>
              <a:t>Execute standardized processes and provide operational insights and feedback to support continuous improvement and alignment with GPO strategy</a:t>
            </a:r>
          </a:p>
        </p:txBody>
      </p:sp>
      <p:sp>
        <p:nvSpPr>
          <p:cNvPr id="37" name="Rectangle 36">
            <a:extLst>
              <a:ext uri="{FF2B5EF4-FFF2-40B4-BE49-F238E27FC236}">
                <a16:creationId xmlns:a16="http://schemas.microsoft.com/office/drawing/2014/main" id="{6715DD77-04BA-B8D5-EA7B-6EEF5FB1B32E}"/>
              </a:ext>
            </a:extLst>
          </p:cNvPr>
          <p:cNvSpPr/>
          <p:nvPr/>
        </p:nvSpPr>
        <p:spPr>
          <a:xfrm>
            <a:off x="7581900" y="1508760"/>
            <a:ext cx="4114800" cy="228600"/>
          </a:xfrm>
          <a:prstGeom prst="rect">
            <a:avLst/>
          </a:prstGeom>
          <a:solidFill>
            <a:schemeClr val="tx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cs typeface="Arial" panose="020B0604020202020204" pitchFamily="34" charset="0"/>
              </a:rPr>
              <a:t>Captive Teams</a:t>
            </a:r>
            <a:endParaRPr kumimoji="0" lang="en-US" sz="1000" b="0" i="0" u="none" strike="noStrike" kern="0" cap="none" spc="0" normalizeH="0" baseline="0" noProof="0">
              <a:ln>
                <a:noFill/>
              </a:ln>
              <a:solidFill>
                <a:schemeClr val="bg1"/>
              </a:solidFill>
              <a:effectLst/>
              <a:uLnTx/>
              <a:uFillTx/>
              <a:cs typeface="Arial" panose="020B0604020202020204" pitchFamily="34" charset="0"/>
            </a:endParaRPr>
          </a:p>
        </p:txBody>
      </p:sp>
      <p:sp>
        <p:nvSpPr>
          <p:cNvPr id="38" name="Rectangle: Rounded Corners 37">
            <a:extLst>
              <a:ext uri="{FF2B5EF4-FFF2-40B4-BE49-F238E27FC236}">
                <a16:creationId xmlns:a16="http://schemas.microsoft.com/office/drawing/2014/main" id="{3F59F4A6-CC35-71A6-02B5-4169ABDACE95}"/>
              </a:ext>
            </a:extLst>
          </p:cNvPr>
          <p:cNvSpPr/>
          <p:nvPr/>
        </p:nvSpPr>
        <p:spPr>
          <a:xfrm>
            <a:off x="7581900" y="1778429"/>
            <a:ext cx="4114800" cy="411480"/>
          </a:xfrm>
          <a:prstGeom prst="roundRect">
            <a:avLst>
              <a:gd name="adj" fmla="val 22553"/>
            </a:avLst>
          </a:prstGeom>
          <a:solidFill>
            <a:schemeClr val="tx1">
              <a:lumMod val="95000"/>
            </a:schemeClr>
          </a:solidFill>
          <a:ln w="12700" cap="flat" cmpd="sng" algn="ctr">
            <a:noFill/>
            <a:prstDash val="solid"/>
            <a:miter lim="800000"/>
          </a:ln>
          <a:effectLst/>
        </p:spPr>
        <p:txBody>
          <a:bodyPr lIns="91440" rIns="91440" rtlCol="0" anchor="ctr"/>
          <a:lstStyle/>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Execute standardized processes and escalate exceptions to GPOs</a:t>
            </a:r>
          </a:p>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Provide feedback on process pain points and improvement opportunities</a:t>
            </a:r>
          </a:p>
        </p:txBody>
      </p:sp>
      <p:sp>
        <p:nvSpPr>
          <p:cNvPr id="71" name="Rectangle 70">
            <a:extLst>
              <a:ext uri="{FF2B5EF4-FFF2-40B4-BE49-F238E27FC236}">
                <a16:creationId xmlns:a16="http://schemas.microsoft.com/office/drawing/2014/main" id="{A069AFDF-1CF9-1B79-90EC-0E9E5F9C22B3}"/>
              </a:ext>
            </a:extLst>
          </p:cNvPr>
          <p:cNvSpPr/>
          <p:nvPr/>
        </p:nvSpPr>
        <p:spPr>
          <a:xfrm>
            <a:off x="7581900" y="2285679"/>
            <a:ext cx="4114800" cy="228600"/>
          </a:xfrm>
          <a:prstGeom prst="rect">
            <a:avLst/>
          </a:prstGeom>
          <a:solidFill>
            <a:schemeClr val="tx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cs typeface="Arial" panose="020B0604020202020204" pitchFamily="34" charset="0"/>
              </a:rPr>
              <a:t>Process Improvement Team</a:t>
            </a:r>
          </a:p>
        </p:txBody>
      </p:sp>
      <p:sp>
        <p:nvSpPr>
          <p:cNvPr id="72" name="Rectangle: Rounded Corners 71">
            <a:extLst>
              <a:ext uri="{FF2B5EF4-FFF2-40B4-BE49-F238E27FC236}">
                <a16:creationId xmlns:a16="http://schemas.microsoft.com/office/drawing/2014/main" id="{80280FF3-A80A-F455-086C-66877A1BC160}"/>
              </a:ext>
            </a:extLst>
          </p:cNvPr>
          <p:cNvSpPr/>
          <p:nvPr/>
        </p:nvSpPr>
        <p:spPr>
          <a:xfrm>
            <a:off x="7581900" y="2555348"/>
            <a:ext cx="4114800" cy="411480"/>
          </a:xfrm>
          <a:prstGeom prst="roundRect">
            <a:avLst>
              <a:gd name="adj" fmla="val 22553"/>
            </a:avLst>
          </a:prstGeom>
          <a:solidFill>
            <a:schemeClr val="tx1">
              <a:lumMod val="85000"/>
            </a:schemeClr>
          </a:solidFill>
          <a:ln w="12700" cap="flat" cmpd="sng" algn="ctr">
            <a:noFill/>
            <a:prstDash val="solid"/>
            <a:miter lim="800000"/>
          </a:ln>
          <a:effectLst/>
        </p:spPr>
        <p:txBody>
          <a:bodyPr lIns="91440" rIns="91440" rtlCol="0" anchor="ctr"/>
          <a:lstStyle/>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Collaborates with GPOs to identify, design, and pilot process enhancements</a:t>
            </a:r>
          </a:p>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Supports change management and adoption of new practices</a:t>
            </a:r>
          </a:p>
        </p:txBody>
      </p:sp>
      <p:sp>
        <p:nvSpPr>
          <p:cNvPr id="74" name="Rectangle 73">
            <a:extLst>
              <a:ext uri="{FF2B5EF4-FFF2-40B4-BE49-F238E27FC236}">
                <a16:creationId xmlns:a16="http://schemas.microsoft.com/office/drawing/2014/main" id="{8B8BF1A7-6B1D-F3A6-8430-221A00A4F9A2}"/>
              </a:ext>
            </a:extLst>
          </p:cNvPr>
          <p:cNvSpPr/>
          <p:nvPr/>
        </p:nvSpPr>
        <p:spPr>
          <a:xfrm>
            <a:off x="7581900" y="3057318"/>
            <a:ext cx="4114800" cy="228600"/>
          </a:xfrm>
          <a:prstGeom prst="rect">
            <a:avLst/>
          </a:prstGeom>
          <a:solidFill>
            <a:schemeClr val="tx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cs typeface="Arial" panose="020B0604020202020204" pitchFamily="34" charset="0"/>
              </a:rPr>
              <a:t>Compliance &amp; Controls Leader</a:t>
            </a:r>
          </a:p>
        </p:txBody>
      </p:sp>
      <p:sp>
        <p:nvSpPr>
          <p:cNvPr id="75" name="Rectangle: Rounded Corners 74">
            <a:extLst>
              <a:ext uri="{FF2B5EF4-FFF2-40B4-BE49-F238E27FC236}">
                <a16:creationId xmlns:a16="http://schemas.microsoft.com/office/drawing/2014/main" id="{C832F5DC-31B9-A15F-8BCB-A3577AED7A3E}"/>
              </a:ext>
            </a:extLst>
          </p:cNvPr>
          <p:cNvSpPr/>
          <p:nvPr/>
        </p:nvSpPr>
        <p:spPr>
          <a:xfrm>
            <a:off x="7581900" y="3326987"/>
            <a:ext cx="4114800" cy="365760"/>
          </a:xfrm>
          <a:prstGeom prst="roundRect">
            <a:avLst>
              <a:gd name="adj" fmla="val 22553"/>
            </a:avLst>
          </a:prstGeom>
          <a:solidFill>
            <a:schemeClr val="tx1">
              <a:lumMod val="95000"/>
            </a:schemeClr>
          </a:solidFill>
          <a:ln w="12700" cap="flat" cmpd="sng" algn="ctr">
            <a:noFill/>
            <a:prstDash val="solid"/>
            <a:miter lim="800000"/>
          </a:ln>
          <a:effectLst/>
        </p:spPr>
        <p:txBody>
          <a:bodyPr lIns="91440" rIns="91440" rtlCol="0" anchor="ctr"/>
          <a:lstStyle/>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Ensures financial processes adhere to internal controls and regulatory compliance standards</a:t>
            </a:r>
          </a:p>
        </p:txBody>
      </p:sp>
      <p:sp>
        <p:nvSpPr>
          <p:cNvPr id="83" name="Rectangle 82">
            <a:extLst>
              <a:ext uri="{FF2B5EF4-FFF2-40B4-BE49-F238E27FC236}">
                <a16:creationId xmlns:a16="http://schemas.microsoft.com/office/drawing/2014/main" id="{588B7203-D388-DDB5-007F-D1D449587197}"/>
              </a:ext>
            </a:extLst>
          </p:cNvPr>
          <p:cNvSpPr/>
          <p:nvPr/>
        </p:nvSpPr>
        <p:spPr>
          <a:xfrm>
            <a:off x="7581900" y="3788517"/>
            <a:ext cx="4114800" cy="228600"/>
          </a:xfrm>
          <a:prstGeom prst="rect">
            <a:avLst/>
          </a:prstGeom>
          <a:solidFill>
            <a:schemeClr val="tx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cs typeface="Arial" panose="020B0604020202020204" pitchFamily="34" charset="0"/>
              </a:rPr>
              <a:t>Finance Operation Leads</a:t>
            </a:r>
          </a:p>
        </p:txBody>
      </p:sp>
      <p:sp>
        <p:nvSpPr>
          <p:cNvPr id="84" name="Rectangle: Rounded Corners 83">
            <a:extLst>
              <a:ext uri="{FF2B5EF4-FFF2-40B4-BE49-F238E27FC236}">
                <a16:creationId xmlns:a16="http://schemas.microsoft.com/office/drawing/2014/main" id="{27F3487F-C1DA-5546-AD3D-19714F517498}"/>
              </a:ext>
            </a:extLst>
          </p:cNvPr>
          <p:cNvSpPr/>
          <p:nvPr/>
        </p:nvSpPr>
        <p:spPr>
          <a:xfrm>
            <a:off x="7581900" y="4058186"/>
            <a:ext cx="4114800" cy="502920"/>
          </a:xfrm>
          <a:prstGeom prst="roundRect">
            <a:avLst>
              <a:gd name="adj" fmla="val 22553"/>
            </a:avLst>
          </a:prstGeom>
          <a:solidFill>
            <a:schemeClr val="tx1">
              <a:lumMod val="85000"/>
            </a:schemeClr>
          </a:solidFill>
          <a:ln w="12700" cap="flat" cmpd="sng" algn="ctr">
            <a:noFill/>
            <a:prstDash val="solid"/>
            <a:miter lim="800000"/>
          </a:ln>
          <a:effectLst/>
        </p:spPr>
        <p:txBody>
          <a:bodyPr lIns="91440" rIns="91440" rtlCol="0" anchor="ctr"/>
          <a:lstStyle/>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Manage day-to-day finance operations and ensure compliance with GPO policy and process, acting as the liaison between local teams and GPOs for alignment</a:t>
            </a:r>
          </a:p>
        </p:txBody>
      </p:sp>
      <p:sp>
        <p:nvSpPr>
          <p:cNvPr id="86" name="Rectangle 85">
            <a:extLst>
              <a:ext uri="{FF2B5EF4-FFF2-40B4-BE49-F238E27FC236}">
                <a16:creationId xmlns:a16="http://schemas.microsoft.com/office/drawing/2014/main" id="{6D9B255A-74CA-614E-9F40-B4CC93F8B6F6}"/>
              </a:ext>
            </a:extLst>
          </p:cNvPr>
          <p:cNvSpPr/>
          <p:nvPr/>
        </p:nvSpPr>
        <p:spPr>
          <a:xfrm>
            <a:off x="7581900" y="4652546"/>
            <a:ext cx="4114800" cy="228600"/>
          </a:xfrm>
          <a:prstGeom prst="rect">
            <a:avLst/>
          </a:prstGeom>
          <a:solidFill>
            <a:schemeClr val="tx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cs typeface="Arial" panose="020B0604020202020204" pitchFamily="34" charset="0"/>
              </a:rPr>
              <a:t>Service Delivery Leader/Managers</a:t>
            </a:r>
          </a:p>
        </p:txBody>
      </p:sp>
      <p:sp>
        <p:nvSpPr>
          <p:cNvPr id="87" name="Rectangle: Rounded Corners 86">
            <a:extLst>
              <a:ext uri="{FF2B5EF4-FFF2-40B4-BE49-F238E27FC236}">
                <a16:creationId xmlns:a16="http://schemas.microsoft.com/office/drawing/2014/main" id="{48167E79-1323-02A1-9FD1-06E29CC86051}"/>
              </a:ext>
            </a:extLst>
          </p:cNvPr>
          <p:cNvSpPr/>
          <p:nvPr/>
        </p:nvSpPr>
        <p:spPr>
          <a:xfrm>
            <a:off x="7581900" y="4922215"/>
            <a:ext cx="4114800" cy="411480"/>
          </a:xfrm>
          <a:prstGeom prst="roundRect">
            <a:avLst>
              <a:gd name="adj" fmla="val 22553"/>
            </a:avLst>
          </a:prstGeom>
          <a:solidFill>
            <a:schemeClr val="tx1">
              <a:lumMod val="95000"/>
            </a:schemeClr>
          </a:solidFill>
          <a:ln w="12700" cap="flat" cmpd="sng" algn="ctr">
            <a:noFill/>
            <a:prstDash val="solid"/>
            <a:miter lim="800000"/>
          </a:ln>
          <a:effectLst/>
        </p:spPr>
        <p:txBody>
          <a:bodyPr lIns="91440" rIns="91440" rtlCol="0" anchor="ctr"/>
          <a:lstStyle/>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Oversee service performance and ensure KPI/SLAs are met</a:t>
            </a:r>
          </a:p>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Coordinate with GPOs on escalations and service delivery improvements</a:t>
            </a:r>
          </a:p>
        </p:txBody>
      </p:sp>
      <p:sp>
        <p:nvSpPr>
          <p:cNvPr id="89" name="Rectangle 88">
            <a:extLst>
              <a:ext uri="{FF2B5EF4-FFF2-40B4-BE49-F238E27FC236}">
                <a16:creationId xmlns:a16="http://schemas.microsoft.com/office/drawing/2014/main" id="{7F5FDA4A-F763-904F-1887-5CA48DBC7B6C}"/>
              </a:ext>
            </a:extLst>
          </p:cNvPr>
          <p:cNvSpPr/>
          <p:nvPr/>
        </p:nvSpPr>
        <p:spPr>
          <a:xfrm>
            <a:off x="7581899" y="5429465"/>
            <a:ext cx="4114800" cy="228600"/>
          </a:xfrm>
          <a:prstGeom prst="rect">
            <a:avLst/>
          </a:prstGeom>
          <a:solidFill>
            <a:schemeClr val="tx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cs typeface="Arial" panose="020B0604020202020204" pitchFamily="34" charset="0"/>
              </a:rPr>
              <a:t>BPO Operations</a:t>
            </a:r>
          </a:p>
        </p:txBody>
      </p:sp>
      <p:sp>
        <p:nvSpPr>
          <p:cNvPr id="90" name="Rectangle: Rounded Corners 89">
            <a:extLst>
              <a:ext uri="{FF2B5EF4-FFF2-40B4-BE49-F238E27FC236}">
                <a16:creationId xmlns:a16="http://schemas.microsoft.com/office/drawing/2014/main" id="{FA5960F8-387D-2B6C-E656-13778262E314}"/>
              </a:ext>
            </a:extLst>
          </p:cNvPr>
          <p:cNvSpPr/>
          <p:nvPr/>
        </p:nvSpPr>
        <p:spPr>
          <a:xfrm>
            <a:off x="7581899" y="5699134"/>
            <a:ext cx="4114800" cy="548640"/>
          </a:xfrm>
          <a:prstGeom prst="roundRect">
            <a:avLst>
              <a:gd name="adj" fmla="val 22553"/>
            </a:avLst>
          </a:prstGeom>
          <a:solidFill>
            <a:schemeClr val="tx1">
              <a:lumMod val="85000"/>
            </a:schemeClr>
          </a:solidFill>
          <a:ln w="12700" cap="flat" cmpd="sng" algn="ctr">
            <a:noFill/>
            <a:prstDash val="solid"/>
            <a:miter lim="800000"/>
          </a:ln>
          <a:effectLst/>
        </p:spPr>
        <p:txBody>
          <a:bodyPr lIns="91440" rIns="91440" rtlCol="0" anchor="ctr"/>
          <a:lstStyle/>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Execute outsourced processes according to defined SLAs and KPIs</a:t>
            </a:r>
          </a:p>
          <a:p>
            <a:pPr marL="137160" indent="-137160">
              <a:spcBef>
                <a:spcPts val="300"/>
              </a:spcBef>
              <a:spcAft>
                <a:spcPts val="0"/>
              </a:spcAft>
              <a:buFont typeface="Wingdings" panose="05000000000000000000" pitchFamily="2" charset="2"/>
              <a:buChar char="§"/>
              <a:tabLst>
                <a:tab pos="457200" algn="l"/>
              </a:tabLst>
              <a:defRPr/>
            </a:pPr>
            <a:r>
              <a:rPr lang="en-IN" sz="850" kern="0">
                <a:solidFill>
                  <a:srgbClr val="000000"/>
                </a:solidFill>
                <a:cs typeface="Arial" panose="020B0604020202020204" pitchFamily="34" charset="0"/>
              </a:rPr>
              <a:t>Provide regular performance reporting and participate in governance reviews</a:t>
            </a:r>
          </a:p>
        </p:txBody>
      </p:sp>
      <p:sp>
        <p:nvSpPr>
          <p:cNvPr id="97" name="Rectangle 96">
            <a:extLst>
              <a:ext uri="{FF2B5EF4-FFF2-40B4-BE49-F238E27FC236}">
                <a16:creationId xmlns:a16="http://schemas.microsoft.com/office/drawing/2014/main" id="{EE72C181-14B7-D0D8-9581-9F43A72144F0}"/>
              </a:ext>
            </a:extLst>
          </p:cNvPr>
          <p:cNvSpPr/>
          <p:nvPr/>
        </p:nvSpPr>
        <p:spPr>
          <a:xfrm>
            <a:off x="2918459" y="1540826"/>
            <a:ext cx="4297680" cy="731520"/>
          </a:xfrm>
          <a:prstGeom prst="rect">
            <a:avLst/>
          </a:prstGeom>
          <a:noFill/>
          <a:ln w="6350" cap="flat" cmpd="sng" algn="ctr">
            <a:solidFill>
              <a:sysClr val="windowText" lastClr="000000"/>
            </a:solidFill>
            <a:prstDash val="lgDash"/>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Arial" panose="020B0604020202020204" pitchFamily="34" charset="0"/>
            </a:endParaRPr>
          </a:p>
        </p:txBody>
      </p:sp>
      <p:sp>
        <p:nvSpPr>
          <p:cNvPr id="98" name="Rectangle 97">
            <a:extLst>
              <a:ext uri="{FF2B5EF4-FFF2-40B4-BE49-F238E27FC236}">
                <a16:creationId xmlns:a16="http://schemas.microsoft.com/office/drawing/2014/main" id="{CD5C3858-22A1-DE7B-4954-BFE245C856E5}"/>
              </a:ext>
            </a:extLst>
          </p:cNvPr>
          <p:cNvSpPr/>
          <p:nvPr/>
        </p:nvSpPr>
        <p:spPr>
          <a:xfrm>
            <a:off x="2918459" y="2815797"/>
            <a:ext cx="4297680" cy="365760"/>
          </a:xfrm>
          <a:prstGeom prst="rect">
            <a:avLst/>
          </a:prstGeom>
          <a:noFill/>
          <a:ln w="6350" cap="flat" cmpd="sng" algn="ctr">
            <a:solidFill>
              <a:sysClr val="windowText" lastClr="000000"/>
            </a:solidFill>
            <a:prstDash val="lgDash"/>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Arial" panose="020B0604020202020204" pitchFamily="34" charset="0"/>
            </a:endParaRPr>
          </a:p>
        </p:txBody>
      </p:sp>
      <p:sp>
        <p:nvSpPr>
          <p:cNvPr id="99" name="Rectangle 98">
            <a:extLst>
              <a:ext uri="{FF2B5EF4-FFF2-40B4-BE49-F238E27FC236}">
                <a16:creationId xmlns:a16="http://schemas.microsoft.com/office/drawing/2014/main" id="{6FDAF058-F72C-4265-D004-B56E5FEBF3A0}"/>
              </a:ext>
            </a:extLst>
          </p:cNvPr>
          <p:cNvSpPr/>
          <p:nvPr/>
        </p:nvSpPr>
        <p:spPr>
          <a:xfrm>
            <a:off x="2918459" y="3236075"/>
            <a:ext cx="4297680" cy="841248"/>
          </a:xfrm>
          <a:prstGeom prst="rect">
            <a:avLst/>
          </a:prstGeom>
          <a:noFill/>
          <a:ln w="6350" cap="flat" cmpd="sng" algn="ctr">
            <a:solidFill>
              <a:sysClr val="windowText" lastClr="000000"/>
            </a:solidFill>
            <a:prstDash val="lgDash"/>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Arial" panose="020B0604020202020204" pitchFamily="34" charset="0"/>
            </a:endParaRPr>
          </a:p>
        </p:txBody>
      </p:sp>
      <p:sp>
        <p:nvSpPr>
          <p:cNvPr id="100" name="Rectangle 99">
            <a:extLst>
              <a:ext uri="{FF2B5EF4-FFF2-40B4-BE49-F238E27FC236}">
                <a16:creationId xmlns:a16="http://schemas.microsoft.com/office/drawing/2014/main" id="{D71EDF1F-BBB2-E488-9168-642280AD7284}"/>
              </a:ext>
            </a:extLst>
          </p:cNvPr>
          <p:cNvSpPr/>
          <p:nvPr/>
        </p:nvSpPr>
        <p:spPr>
          <a:xfrm>
            <a:off x="2918459" y="4129936"/>
            <a:ext cx="4297680" cy="365760"/>
          </a:xfrm>
          <a:prstGeom prst="rect">
            <a:avLst/>
          </a:prstGeom>
          <a:noFill/>
          <a:ln w="6350" cap="flat" cmpd="sng" algn="ctr">
            <a:solidFill>
              <a:sysClr val="windowText" lastClr="000000"/>
            </a:solidFill>
            <a:prstDash val="lgDash"/>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Arial" panose="020B0604020202020204" pitchFamily="34" charset="0"/>
            </a:endParaRPr>
          </a:p>
        </p:txBody>
      </p:sp>
      <p:sp>
        <p:nvSpPr>
          <p:cNvPr id="101" name="Rectangle 100">
            <a:extLst>
              <a:ext uri="{FF2B5EF4-FFF2-40B4-BE49-F238E27FC236}">
                <a16:creationId xmlns:a16="http://schemas.microsoft.com/office/drawing/2014/main" id="{92D07C59-E655-0027-AE65-260A2EFAA155}"/>
              </a:ext>
            </a:extLst>
          </p:cNvPr>
          <p:cNvSpPr/>
          <p:nvPr/>
        </p:nvSpPr>
        <p:spPr>
          <a:xfrm>
            <a:off x="2918459" y="4906546"/>
            <a:ext cx="4297680" cy="365760"/>
          </a:xfrm>
          <a:prstGeom prst="rect">
            <a:avLst/>
          </a:prstGeom>
          <a:noFill/>
          <a:ln w="6350" cap="flat" cmpd="sng" algn="ctr">
            <a:solidFill>
              <a:sysClr val="windowText" lastClr="000000"/>
            </a:solidFill>
            <a:prstDash val="lgDash"/>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Arial" panose="020B0604020202020204" pitchFamily="34" charset="0"/>
            </a:endParaRPr>
          </a:p>
        </p:txBody>
      </p:sp>
      <p:sp>
        <p:nvSpPr>
          <p:cNvPr id="102" name="Rectangle 101">
            <a:extLst>
              <a:ext uri="{FF2B5EF4-FFF2-40B4-BE49-F238E27FC236}">
                <a16:creationId xmlns:a16="http://schemas.microsoft.com/office/drawing/2014/main" id="{D6178245-3BC3-6FF0-1FDD-14080948B0C5}"/>
              </a:ext>
            </a:extLst>
          </p:cNvPr>
          <p:cNvSpPr/>
          <p:nvPr/>
        </p:nvSpPr>
        <p:spPr>
          <a:xfrm>
            <a:off x="7490459" y="1458217"/>
            <a:ext cx="4297680" cy="1554480"/>
          </a:xfrm>
          <a:prstGeom prst="rect">
            <a:avLst/>
          </a:prstGeom>
          <a:noFill/>
          <a:ln w="6350" cap="flat" cmpd="sng" algn="ctr">
            <a:solidFill>
              <a:sysClr val="windowText" lastClr="000000"/>
            </a:solidFill>
            <a:prstDash val="lgDash"/>
            <a:miter lim="800000"/>
          </a:ln>
          <a:effectLst/>
        </p:spPr>
        <p:txBody>
          <a:bodyPr rtlCol="0" anchor="ctr"/>
          <a:lstStyle/>
          <a:p>
            <a:pPr marL="0" marR="0" lvl="0" indent="0" algn="ctr" defTabSz="914400" eaLnBrk="1" fontAlgn="auto" latinLnBrk="0" hangingPunct="1">
              <a:spcBef>
                <a:spcPts val="0"/>
              </a:spcBef>
              <a:spcAft>
                <a:spcPts val="0"/>
              </a:spcAft>
              <a:buClrTx/>
              <a:buSzTx/>
              <a:buFontTx/>
              <a:buNone/>
              <a:tabLst/>
              <a:defRPr/>
            </a:pPr>
            <a:endParaRPr kumimoji="0" lang="en-US" sz="1000" b="0" i="0" u="none" strike="noStrike" kern="0" cap="none" spc="0" normalizeH="0" baseline="0" noProof="0">
              <a:ln>
                <a:noFill/>
              </a:ln>
              <a:solidFill>
                <a:sysClr val="windowText" lastClr="000000"/>
              </a:solidFill>
              <a:effectLst/>
              <a:uLnTx/>
              <a:uFillTx/>
              <a:ea typeface="+mn-ea"/>
              <a:cs typeface="Arial" panose="020B0604020202020204" pitchFamily="34" charset="0"/>
            </a:endParaRPr>
          </a:p>
        </p:txBody>
      </p:sp>
      <p:cxnSp>
        <p:nvCxnSpPr>
          <p:cNvPr id="105" name="Connector: Curved 104">
            <a:extLst>
              <a:ext uri="{FF2B5EF4-FFF2-40B4-BE49-F238E27FC236}">
                <a16:creationId xmlns:a16="http://schemas.microsoft.com/office/drawing/2014/main" id="{FBEB5767-AA41-A538-1B30-0FA3B05B2DEB}"/>
              </a:ext>
            </a:extLst>
          </p:cNvPr>
          <p:cNvCxnSpPr>
            <a:stCxn id="16" idx="3"/>
            <a:endCxn id="97" idx="1"/>
          </p:cNvCxnSpPr>
          <p:nvPr/>
        </p:nvCxnSpPr>
        <p:spPr>
          <a:xfrm flipV="1">
            <a:off x="2552700" y="1906586"/>
            <a:ext cx="365759" cy="422488"/>
          </a:xfrm>
          <a:prstGeom prst="curvedConnector3">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or: Curved 105">
            <a:extLst>
              <a:ext uri="{FF2B5EF4-FFF2-40B4-BE49-F238E27FC236}">
                <a16:creationId xmlns:a16="http://schemas.microsoft.com/office/drawing/2014/main" id="{0A569824-50E3-315F-C4CC-CFC10786D54D}"/>
              </a:ext>
            </a:extLst>
          </p:cNvPr>
          <p:cNvCxnSpPr>
            <a:cxnSpLocks/>
            <a:stCxn id="25" idx="3"/>
            <a:endCxn id="98" idx="1"/>
          </p:cNvCxnSpPr>
          <p:nvPr/>
        </p:nvCxnSpPr>
        <p:spPr>
          <a:xfrm flipV="1">
            <a:off x="2552700" y="2998677"/>
            <a:ext cx="365759" cy="747716"/>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nector: Curved 108">
            <a:extLst>
              <a:ext uri="{FF2B5EF4-FFF2-40B4-BE49-F238E27FC236}">
                <a16:creationId xmlns:a16="http://schemas.microsoft.com/office/drawing/2014/main" id="{E4DFCA0A-4861-1E9B-C1E0-7B2DB059E1BA}"/>
              </a:ext>
            </a:extLst>
          </p:cNvPr>
          <p:cNvCxnSpPr>
            <a:cxnSpLocks/>
            <a:stCxn id="25" idx="3"/>
            <a:endCxn id="99" idx="1"/>
          </p:cNvCxnSpPr>
          <p:nvPr/>
        </p:nvCxnSpPr>
        <p:spPr>
          <a:xfrm flipV="1">
            <a:off x="2552700" y="3656699"/>
            <a:ext cx="365759" cy="89694"/>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Curved 111">
            <a:extLst>
              <a:ext uri="{FF2B5EF4-FFF2-40B4-BE49-F238E27FC236}">
                <a16:creationId xmlns:a16="http://schemas.microsoft.com/office/drawing/2014/main" id="{D21EFA7A-D116-B785-E46B-B04BB909630B}"/>
              </a:ext>
            </a:extLst>
          </p:cNvPr>
          <p:cNvCxnSpPr>
            <a:cxnSpLocks/>
            <a:stCxn id="25" idx="3"/>
            <a:endCxn id="100" idx="1"/>
          </p:cNvCxnSpPr>
          <p:nvPr/>
        </p:nvCxnSpPr>
        <p:spPr>
          <a:xfrm>
            <a:off x="2552700" y="3746393"/>
            <a:ext cx="365759" cy="566423"/>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nector: Curved 114">
            <a:extLst>
              <a:ext uri="{FF2B5EF4-FFF2-40B4-BE49-F238E27FC236}">
                <a16:creationId xmlns:a16="http://schemas.microsoft.com/office/drawing/2014/main" id="{8FA87703-1858-878E-548F-ED095D78ED8F}"/>
              </a:ext>
            </a:extLst>
          </p:cNvPr>
          <p:cNvCxnSpPr>
            <a:cxnSpLocks/>
            <a:stCxn id="26" idx="3"/>
            <a:endCxn id="101" idx="1"/>
          </p:cNvCxnSpPr>
          <p:nvPr/>
        </p:nvCxnSpPr>
        <p:spPr>
          <a:xfrm flipV="1">
            <a:off x="2552700" y="5089426"/>
            <a:ext cx="365759" cy="74288"/>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nector: Curved 117">
            <a:extLst>
              <a:ext uri="{FF2B5EF4-FFF2-40B4-BE49-F238E27FC236}">
                <a16:creationId xmlns:a16="http://schemas.microsoft.com/office/drawing/2014/main" id="{3D473B3E-A5B9-7885-C5DE-F9E1998CB352}"/>
              </a:ext>
            </a:extLst>
          </p:cNvPr>
          <p:cNvCxnSpPr>
            <a:cxnSpLocks/>
            <a:stCxn id="26" idx="3"/>
            <a:endCxn id="31" idx="1"/>
          </p:cNvCxnSpPr>
          <p:nvPr/>
        </p:nvCxnSpPr>
        <p:spPr>
          <a:xfrm>
            <a:off x="2552700" y="5163714"/>
            <a:ext cx="457200" cy="1231795"/>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or: Curved 120">
            <a:extLst>
              <a:ext uri="{FF2B5EF4-FFF2-40B4-BE49-F238E27FC236}">
                <a16:creationId xmlns:a16="http://schemas.microsoft.com/office/drawing/2014/main" id="{D4DF89BE-9FCC-FF24-30A4-C6B6FE5C1C2F}"/>
              </a:ext>
            </a:extLst>
          </p:cNvPr>
          <p:cNvCxnSpPr>
            <a:cxnSpLocks/>
            <a:stCxn id="97" idx="3"/>
            <a:endCxn id="102" idx="1"/>
          </p:cNvCxnSpPr>
          <p:nvPr/>
        </p:nvCxnSpPr>
        <p:spPr>
          <a:xfrm>
            <a:off x="7216139" y="1906586"/>
            <a:ext cx="274320" cy="328871"/>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Curved 123">
            <a:extLst>
              <a:ext uri="{FF2B5EF4-FFF2-40B4-BE49-F238E27FC236}">
                <a16:creationId xmlns:a16="http://schemas.microsoft.com/office/drawing/2014/main" id="{DAA0507B-80E5-95A4-55ED-F2C477C8C5F5}"/>
              </a:ext>
            </a:extLst>
          </p:cNvPr>
          <p:cNvCxnSpPr>
            <a:cxnSpLocks/>
            <a:stCxn id="98" idx="3"/>
            <a:endCxn id="102" idx="1"/>
          </p:cNvCxnSpPr>
          <p:nvPr/>
        </p:nvCxnSpPr>
        <p:spPr>
          <a:xfrm flipV="1">
            <a:off x="7216139" y="2235457"/>
            <a:ext cx="274320" cy="763220"/>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nector: Curved 126">
            <a:extLst>
              <a:ext uri="{FF2B5EF4-FFF2-40B4-BE49-F238E27FC236}">
                <a16:creationId xmlns:a16="http://schemas.microsoft.com/office/drawing/2014/main" id="{F8FEA9DE-092F-9939-63A7-F23CA62AA15D}"/>
              </a:ext>
            </a:extLst>
          </p:cNvPr>
          <p:cNvCxnSpPr>
            <a:cxnSpLocks/>
            <a:stCxn id="98" idx="3"/>
            <a:endCxn id="75" idx="1"/>
          </p:cNvCxnSpPr>
          <p:nvPr/>
        </p:nvCxnSpPr>
        <p:spPr>
          <a:xfrm>
            <a:off x="7216139" y="2998677"/>
            <a:ext cx="365761" cy="511190"/>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Curved 129">
            <a:extLst>
              <a:ext uri="{FF2B5EF4-FFF2-40B4-BE49-F238E27FC236}">
                <a16:creationId xmlns:a16="http://schemas.microsoft.com/office/drawing/2014/main" id="{E712977E-6BC4-FF5C-8597-DB8EDA982C3C}"/>
              </a:ext>
            </a:extLst>
          </p:cNvPr>
          <p:cNvCxnSpPr>
            <a:cxnSpLocks/>
            <a:stCxn id="99" idx="3"/>
            <a:endCxn id="84" idx="1"/>
          </p:cNvCxnSpPr>
          <p:nvPr/>
        </p:nvCxnSpPr>
        <p:spPr>
          <a:xfrm>
            <a:off x="7216139" y="3656699"/>
            <a:ext cx="365761" cy="652947"/>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Curved 132">
            <a:extLst>
              <a:ext uri="{FF2B5EF4-FFF2-40B4-BE49-F238E27FC236}">
                <a16:creationId xmlns:a16="http://schemas.microsoft.com/office/drawing/2014/main" id="{37514982-A27C-4A2B-098C-EBDAB5CDD16E}"/>
              </a:ext>
            </a:extLst>
          </p:cNvPr>
          <p:cNvCxnSpPr>
            <a:cxnSpLocks/>
            <a:stCxn id="100" idx="3"/>
            <a:endCxn id="87" idx="1"/>
          </p:cNvCxnSpPr>
          <p:nvPr/>
        </p:nvCxnSpPr>
        <p:spPr>
          <a:xfrm>
            <a:off x="7216139" y="4312816"/>
            <a:ext cx="365761" cy="815139"/>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Connector: Curved 135">
            <a:extLst>
              <a:ext uri="{FF2B5EF4-FFF2-40B4-BE49-F238E27FC236}">
                <a16:creationId xmlns:a16="http://schemas.microsoft.com/office/drawing/2014/main" id="{08987D4E-CF9F-8B11-8119-AA6E29197DF3}"/>
              </a:ext>
            </a:extLst>
          </p:cNvPr>
          <p:cNvCxnSpPr>
            <a:cxnSpLocks/>
            <a:stCxn id="101" idx="3"/>
            <a:endCxn id="90" idx="1"/>
          </p:cNvCxnSpPr>
          <p:nvPr/>
        </p:nvCxnSpPr>
        <p:spPr>
          <a:xfrm>
            <a:off x="7216139" y="5089426"/>
            <a:ext cx="365760" cy="884028"/>
          </a:xfrm>
          <a:prstGeom prst="curvedConnector3">
            <a:avLst>
              <a:gd name="adj1" fmla="val 5000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Connector: Curved 138">
            <a:extLst>
              <a:ext uri="{FF2B5EF4-FFF2-40B4-BE49-F238E27FC236}">
                <a16:creationId xmlns:a16="http://schemas.microsoft.com/office/drawing/2014/main" id="{43F7D298-342D-02A9-B127-7A5762830056}"/>
              </a:ext>
            </a:extLst>
          </p:cNvPr>
          <p:cNvCxnSpPr>
            <a:cxnSpLocks/>
            <a:stCxn id="31" idx="3"/>
            <a:endCxn id="101" idx="3"/>
          </p:cNvCxnSpPr>
          <p:nvPr/>
        </p:nvCxnSpPr>
        <p:spPr>
          <a:xfrm flipV="1">
            <a:off x="7124700" y="5089426"/>
            <a:ext cx="91439" cy="1306083"/>
          </a:xfrm>
          <a:prstGeom prst="curvedConnector3">
            <a:avLst>
              <a:gd name="adj1" fmla="val 238890"/>
            </a:avLst>
          </a:prstGeom>
          <a:ln w="63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961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562B-26E4-E815-A878-C2EBE113AC98}"/>
              </a:ext>
            </a:extLst>
          </p:cNvPr>
          <p:cNvSpPr>
            <a:spLocks noGrp="1"/>
          </p:cNvSpPr>
          <p:nvPr>
            <p:ph type="title"/>
          </p:nvPr>
        </p:nvSpPr>
        <p:spPr/>
        <p:txBody>
          <a:bodyPr/>
          <a:lstStyle/>
          <a:p>
            <a:r>
              <a:rPr lang="en-US" dirty="0"/>
              <a:t>Taxonomy Review | R2R (updated)</a:t>
            </a:r>
            <a:br>
              <a:rPr lang="en-US" dirty="0"/>
            </a:br>
            <a:r>
              <a:rPr lang="en-US" sz="1400" dirty="0">
                <a:solidFill>
                  <a:prstClr val="black"/>
                </a:solidFill>
              </a:rPr>
              <a:t>Confirming the in-scope activities performed today so that sub-functional benchmarking can be like for like</a:t>
            </a:r>
            <a:br>
              <a:rPr lang="en-US" dirty="0">
                <a:gradFill flip="none" rotWithShape="1">
                  <a:gsLst>
                    <a:gs pos="0">
                      <a:srgbClr val="C41974"/>
                    </a:gs>
                    <a:gs pos="50000">
                      <a:srgbClr val="FF007F"/>
                    </a:gs>
                    <a:gs pos="100000">
                      <a:srgbClr val="FF593D"/>
                    </a:gs>
                  </a:gsLst>
                  <a:lin ang="18900000" scaled="1"/>
                  <a:tileRect/>
                </a:gradFill>
                <a:latin typeface="Energy"/>
              </a:rPr>
            </a:br>
            <a:endParaRPr lang="en-IN" dirty="0"/>
          </a:p>
        </p:txBody>
      </p:sp>
      <p:sp>
        <p:nvSpPr>
          <p:cNvPr id="5" name="Slide Number Placeholder 4">
            <a:extLst>
              <a:ext uri="{FF2B5EF4-FFF2-40B4-BE49-F238E27FC236}">
                <a16:creationId xmlns:a16="http://schemas.microsoft.com/office/drawing/2014/main" id="{EBAD234B-4484-A75C-D070-9E08B2C6516D}"/>
              </a:ext>
            </a:extLst>
          </p:cNvPr>
          <p:cNvSpPr>
            <a:spLocks noGrp="1"/>
          </p:cNvSpPr>
          <p:nvPr>
            <p:ph type="sldNum" sz="quarter" idx="12"/>
          </p:nvPr>
        </p:nvSpPr>
        <p:spPr/>
        <p:txBody>
          <a:bodyPr/>
          <a:lstStyle/>
          <a:p>
            <a:fld id="{94FCA0F3-9F3A-694B-99BB-0E592A797735}" type="slidenum">
              <a:rPr lang="en-US" smtClean="0"/>
              <a:t>9</a:t>
            </a:fld>
            <a:endParaRPr lang="en-US"/>
          </a:p>
        </p:txBody>
      </p:sp>
      <p:sp>
        <p:nvSpPr>
          <p:cNvPr id="6" name="Date Placeholder 5">
            <a:extLst>
              <a:ext uri="{FF2B5EF4-FFF2-40B4-BE49-F238E27FC236}">
                <a16:creationId xmlns:a16="http://schemas.microsoft.com/office/drawing/2014/main" id="{6CA34DC2-164C-EA38-D0F5-CECC1CDE20E6}"/>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DAEE7FF2-BF6A-D71C-5C61-08400657AA66}"/>
              </a:ext>
            </a:extLst>
          </p:cNvPr>
          <p:cNvSpPr>
            <a:spLocks noGrp="1"/>
          </p:cNvSpPr>
          <p:nvPr>
            <p:ph type="dgm" sz="quarter" idx="17"/>
          </p:nvPr>
        </p:nvSpPr>
        <p:spPr/>
        <p:txBody>
          <a:bodyPr/>
          <a:lstStyle/>
          <a:p>
            <a:endParaRPr lang="en-IN"/>
          </a:p>
        </p:txBody>
      </p:sp>
      <p:sp>
        <p:nvSpPr>
          <p:cNvPr id="57" name="Rectangle 56">
            <a:extLst>
              <a:ext uri="{FF2B5EF4-FFF2-40B4-BE49-F238E27FC236}">
                <a16:creationId xmlns:a16="http://schemas.microsoft.com/office/drawing/2014/main" id="{86E2F8AF-0C6B-956C-6056-7FDF6B556AD1}"/>
              </a:ext>
            </a:extLst>
          </p:cNvPr>
          <p:cNvSpPr/>
          <p:nvPr/>
        </p:nvSpPr>
        <p:spPr>
          <a:xfrm>
            <a:off x="322288" y="1507687"/>
            <a:ext cx="367122" cy="27683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lumMod val="65000"/>
                  </a:srgbClr>
                </a:solidFill>
                <a:effectLst/>
                <a:uLnTx/>
                <a:uFillTx/>
                <a:latin typeface="Energy"/>
                <a:ea typeface="+mn-ea"/>
                <a:cs typeface="+mn-cs"/>
              </a:rPr>
              <a:t>L3</a:t>
            </a:r>
          </a:p>
        </p:txBody>
      </p:sp>
      <p:sp>
        <p:nvSpPr>
          <p:cNvPr id="58" name="TextBox 57">
            <a:extLst>
              <a:ext uri="{FF2B5EF4-FFF2-40B4-BE49-F238E27FC236}">
                <a16:creationId xmlns:a16="http://schemas.microsoft.com/office/drawing/2014/main" id="{99B58089-8FB0-2C8A-85E5-5ED48EDA4384}"/>
              </a:ext>
            </a:extLst>
          </p:cNvPr>
          <p:cNvSpPr txBox="1"/>
          <p:nvPr/>
        </p:nvSpPr>
        <p:spPr>
          <a:xfrm>
            <a:off x="735130" y="2400976"/>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Revenue Accounting</a:t>
            </a:r>
          </a:p>
        </p:txBody>
      </p:sp>
      <p:sp>
        <p:nvSpPr>
          <p:cNvPr id="59" name="TextBox 58">
            <a:extLst>
              <a:ext uri="{FF2B5EF4-FFF2-40B4-BE49-F238E27FC236}">
                <a16:creationId xmlns:a16="http://schemas.microsoft.com/office/drawing/2014/main" id="{AAA2260A-32C4-428D-83E9-9C2529212763}"/>
              </a:ext>
            </a:extLst>
          </p:cNvPr>
          <p:cNvSpPr txBox="1"/>
          <p:nvPr/>
        </p:nvSpPr>
        <p:spPr>
          <a:xfrm>
            <a:off x="735130" y="2794952"/>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Lease Accounting</a:t>
            </a:r>
          </a:p>
        </p:txBody>
      </p:sp>
      <p:sp>
        <p:nvSpPr>
          <p:cNvPr id="60" name="TextBox 59">
            <a:extLst>
              <a:ext uri="{FF2B5EF4-FFF2-40B4-BE49-F238E27FC236}">
                <a16:creationId xmlns:a16="http://schemas.microsoft.com/office/drawing/2014/main" id="{66014053-37D2-4775-130A-DD73FC6D2803}"/>
              </a:ext>
            </a:extLst>
          </p:cNvPr>
          <p:cNvSpPr txBox="1"/>
          <p:nvPr/>
        </p:nvSpPr>
        <p:spPr>
          <a:xfrm>
            <a:off x="735130" y="3185121"/>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Inventory Accounting</a:t>
            </a:r>
          </a:p>
        </p:txBody>
      </p:sp>
      <p:sp>
        <p:nvSpPr>
          <p:cNvPr id="61" name="TextBox 60">
            <a:extLst>
              <a:ext uri="{FF2B5EF4-FFF2-40B4-BE49-F238E27FC236}">
                <a16:creationId xmlns:a16="http://schemas.microsoft.com/office/drawing/2014/main" id="{EF18E6D3-37A1-A1C5-BC30-3766CCE543DD}"/>
              </a:ext>
            </a:extLst>
          </p:cNvPr>
          <p:cNvSpPr txBox="1"/>
          <p:nvPr/>
        </p:nvSpPr>
        <p:spPr>
          <a:xfrm>
            <a:off x="735130" y="3575290"/>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Journal Preparation</a:t>
            </a:r>
          </a:p>
        </p:txBody>
      </p:sp>
      <p:sp>
        <p:nvSpPr>
          <p:cNvPr id="62" name="TextBox 61">
            <a:extLst>
              <a:ext uri="{FF2B5EF4-FFF2-40B4-BE49-F238E27FC236}">
                <a16:creationId xmlns:a16="http://schemas.microsoft.com/office/drawing/2014/main" id="{A20597E6-342F-E0F4-0426-67BC698BF015}"/>
              </a:ext>
            </a:extLst>
          </p:cNvPr>
          <p:cNvSpPr txBox="1"/>
          <p:nvPr/>
        </p:nvSpPr>
        <p:spPr>
          <a:xfrm>
            <a:off x="735130" y="3965459"/>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Journal Processing</a:t>
            </a:r>
          </a:p>
        </p:txBody>
      </p:sp>
      <p:sp>
        <p:nvSpPr>
          <p:cNvPr id="63" name="TextBox 62">
            <a:extLst>
              <a:ext uri="{FF2B5EF4-FFF2-40B4-BE49-F238E27FC236}">
                <a16:creationId xmlns:a16="http://schemas.microsoft.com/office/drawing/2014/main" id="{EB376EA9-BC2A-6CA4-F4C1-4CEB4C55D4FA}"/>
              </a:ext>
            </a:extLst>
          </p:cNvPr>
          <p:cNvSpPr txBox="1"/>
          <p:nvPr/>
        </p:nvSpPr>
        <p:spPr>
          <a:xfrm>
            <a:off x="735130" y="4355628"/>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General Ledger Reconciliations</a:t>
            </a:r>
          </a:p>
        </p:txBody>
      </p:sp>
      <p:sp>
        <p:nvSpPr>
          <p:cNvPr id="64" name="TextBox 63">
            <a:extLst>
              <a:ext uri="{FF2B5EF4-FFF2-40B4-BE49-F238E27FC236}">
                <a16:creationId xmlns:a16="http://schemas.microsoft.com/office/drawing/2014/main" id="{3FD10CD7-58FE-0B4D-8083-144F43C4C6D4}"/>
              </a:ext>
            </a:extLst>
          </p:cNvPr>
          <p:cNvSpPr txBox="1"/>
          <p:nvPr/>
        </p:nvSpPr>
        <p:spPr>
          <a:xfrm>
            <a:off x="5003175" y="3575290"/>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Intercompany Settlements</a:t>
            </a:r>
          </a:p>
        </p:txBody>
      </p:sp>
      <p:sp>
        <p:nvSpPr>
          <p:cNvPr id="65" name="TextBox 64">
            <a:extLst>
              <a:ext uri="{FF2B5EF4-FFF2-40B4-BE49-F238E27FC236}">
                <a16:creationId xmlns:a16="http://schemas.microsoft.com/office/drawing/2014/main" id="{9A8A9B94-CE63-30B7-ACC4-8A10C9DE449C}"/>
              </a:ext>
            </a:extLst>
          </p:cNvPr>
          <p:cNvSpPr txBox="1"/>
          <p:nvPr/>
        </p:nvSpPr>
        <p:spPr>
          <a:xfrm>
            <a:off x="5003175" y="3185121"/>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Intercompany Reconciliation</a:t>
            </a:r>
          </a:p>
        </p:txBody>
      </p:sp>
      <p:sp>
        <p:nvSpPr>
          <p:cNvPr id="66" name="TextBox 65">
            <a:extLst>
              <a:ext uri="{FF2B5EF4-FFF2-40B4-BE49-F238E27FC236}">
                <a16:creationId xmlns:a16="http://schemas.microsoft.com/office/drawing/2014/main" id="{1283AEEC-88B8-DFAB-CA5D-8985997FC0D2}"/>
              </a:ext>
            </a:extLst>
          </p:cNvPr>
          <p:cNvSpPr txBox="1"/>
          <p:nvPr/>
        </p:nvSpPr>
        <p:spPr>
          <a:xfrm>
            <a:off x="5003175" y="2794952"/>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Intercompany Recharges</a:t>
            </a:r>
          </a:p>
        </p:txBody>
      </p:sp>
      <p:sp>
        <p:nvSpPr>
          <p:cNvPr id="67" name="TextBox 66">
            <a:extLst>
              <a:ext uri="{FF2B5EF4-FFF2-40B4-BE49-F238E27FC236}">
                <a16:creationId xmlns:a16="http://schemas.microsoft.com/office/drawing/2014/main" id="{037D5334-37D7-A0F2-445C-3278FC098771}"/>
              </a:ext>
            </a:extLst>
          </p:cNvPr>
          <p:cNvSpPr txBox="1"/>
          <p:nvPr/>
        </p:nvSpPr>
        <p:spPr>
          <a:xfrm>
            <a:off x="5003175" y="2404783"/>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dirty="0">
                <a:ln>
                  <a:noFill/>
                </a:ln>
                <a:solidFill>
                  <a:sysClr val="windowText" lastClr="000000"/>
                </a:solidFill>
                <a:effectLst/>
                <a:uLnTx/>
                <a:uFillTx/>
                <a:latin typeface="Energy"/>
                <a:ea typeface="+mn-ea"/>
                <a:cs typeface="+mn-cs"/>
              </a:rPr>
              <a:t>Intercompany Route Management</a:t>
            </a:r>
          </a:p>
        </p:txBody>
      </p:sp>
      <p:sp>
        <p:nvSpPr>
          <p:cNvPr id="68" name="TextBox 67">
            <a:extLst>
              <a:ext uri="{FF2B5EF4-FFF2-40B4-BE49-F238E27FC236}">
                <a16:creationId xmlns:a16="http://schemas.microsoft.com/office/drawing/2014/main" id="{13E846C5-E270-AFCD-54D8-48FA5115A9D9}"/>
              </a:ext>
            </a:extLst>
          </p:cNvPr>
          <p:cNvSpPr txBox="1"/>
          <p:nvPr/>
        </p:nvSpPr>
        <p:spPr>
          <a:xfrm>
            <a:off x="5003175" y="3965459"/>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Disputes Resolution</a:t>
            </a:r>
          </a:p>
        </p:txBody>
      </p:sp>
      <p:sp>
        <p:nvSpPr>
          <p:cNvPr id="69" name="Arrow: Chevron 68">
            <a:extLst>
              <a:ext uri="{FF2B5EF4-FFF2-40B4-BE49-F238E27FC236}">
                <a16:creationId xmlns:a16="http://schemas.microsoft.com/office/drawing/2014/main" id="{F3345B72-9D3A-2C2C-5716-FD491851D718}"/>
              </a:ext>
            </a:extLst>
          </p:cNvPr>
          <p:cNvSpPr/>
          <p:nvPr/>
        </p:nvSpPr>
        <p:spPr>
          <a:xfrm>
            <a:off x="735130" y="1796494"/>
            <a:ext cx="2160000" cy="440423"/>
          </a:xfrm>
          <a:prstGeom prst="chevron">
            <a:avLst>
              <a:gd name="adj" fmla="val 29048"/>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all" spc="0" normalizeH="0" baseline="0" noProof="0">
                <a:ln>
                  <a:noFill/>
                </a:ln>
                <a:solidFill>
                  <a:prstClr val="black"/>
                </a:solidFill>
                <a:effectLst/>
                <a:uLnTx/>
                <a:uFillTx/>
                <a:latin typeface="Energy"/>
                <a:ea typeface="+mn-ea"/>
                <a:cs typeface="+mn-cs"/>
              </a:rPr>
              <a:t>Financial Accounting</a:t>
            </a:r>
          </a:p>
        </p:txBody>
      </p:sp>
      <p:sp>
        <p:nvSpPr>
          <p:cNvPr id="70" name="Arrow: Chevron 69">
            <a:extLst>
              <a:ext uri="{FF2B5EF4-FFF2-40B4-BE49-F238E27FC236}">
                <a16:creationId xmlns:a16="http://schemas.microsoft.com/office/drawing/2014/main" id="{1271543F-2D72-5C54-3203-849A2EA0491E}"/>
              </a:ext>
            </a:extLst>
          </p:cNvPr>
          <p:cNvSpPr/>
          <p:nvPr/>
        </p:nvSpPr>
        <p:spPr>
          <a:xfrm>
            <a:off x="5003175" y="1796494"/>
            <a:ext cx="2160000" cy="440423"/>
          </a:xfrm>
          <a:prstGeom prst="chevron">
            <a:avLst>
              <a:gd name="adj" fmla="val 29048"/>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all" spc="0" normalizeH="0" baseline="0" noProof="0">
                <a:ln>
                  <a:noFill/>
                </a:ln>
                <a:solidFill>
                  <a:prstClr val="black"/>
                </a:solidFill>
                <a:effectLst/>
                <a:uLnTx/>
                <a:uFillTx/>
                <a:latin typeface="Energy"/>
                <a:ea typeface="+mn-ea"/>
                <a:cs typeface="+mn-cs"/>
              </a:rPr>
              <a:t>Intercompany</a:t>
            </a:r>
          </a:p>
        </p:txBody>
      </p:sp>
      <p:sp>
        <p:nvSpPr>
          <p:cNvPr id="71" name="Arrow: Chevron 70">
            <a:extLst>
              <a:ext uri="{FF2B5EF4-FFF2-40B4-BE49-F238E27FC236}">
                <a16:creationId xmlns:a16="http://schemas.microsoft.com/office/drawing/2014/main" id="{6D7208F9-4ED0-7DC2-64AF-F4F1E5D4E1E0}"/>
              </a:ext>
            </a:extLst>
          </p:cNvPr>
          <p:cNvSpPr/>
          <p:nvPr/>
        </p:nvSpPr>
        <p:spPr>
          <a:xfrm>
            <a:off x="9316939" y="1796494"/>
            <a:ext cx="2160000" cy="440423"/>
          </a:xfrm>
          <a:prstGeom prst="chevron">
            <a:avLst>
              <a:gd name="adj" fmla="val 29048"/>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all" spc="0" normalizeH="0" baseline="0" noProof="0" dirty="0">
                <a:ln>
                  <a:noFill/>
                </a:ln>
                <a:solidFill>
                  <a:prstClr val="black"/>
                </a:solidFill>
                <a:effectLst/>
                <a:uLnTx/>
                <a:uFillTx/>
                <a:latin typeface="Energy"/>
                <a:ea typeface="+mn-ea"/>
                <a:cs typeface="+mn-cs"/>
              </a:rPr>
              <a:t>Close and consolidation</a:t>
            </a:r>
          </a:p>
        </p:txBody>
      </p:sp>
      <p:sp>
        <p:nvSpPr>
          <p:cNvPr id="72" name="Rectangle 71">
            <a:extLst>
              <a:ext uri="{FF2B5EF4-FFF2-40B4-BE49-F238E27FC236}">
                <a16:creationId xmlns:a16="http://schemas.microsoft.com/office/drawing/2014/main" id="{D9E3539E-DF8B-0698-3B6E-D6765AA7FA4C}"/>
              </a:ext>
            </a:extLst>
          </p:cNvPr>
          <p:cNvSpPr/>
          <p:nvPr/>
        </p:nvSpPr>
        <p:spPr>
          <a:xfrm>
            <a:off x="322288" y="1892971"/>
            <a:ext cx="367122" cy="27683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lumMod val="65000"/>
                  </a:srgbClr>
                </a:solidFill>
                <a:effectLst/>
                <a:uLnTx/>
                <a:uFillTx/>
                <a:latin typeface="Energy"/>
                <a:ea typeface="+mn-ea"/>
                <a:cs typeface="+mn-cs"/>
              </a:rPr>
              <a:t>L4</a:t>
            </a:r>
          </a:p>
        </p:txBody>
      </p:sp>
      <p:sp>
        <p:nvSpPr>
          <p:cNvPr id="73" name="Speech Bubble: Rectangle 72">
            <a:extLst>
              <a:ext uri="{FF2B5EF4-FFF2-40B4-BE49-F238E27FC236}">
                <a16:creationId xmlns:a16="http://schemas.microsoft.com/office/drawing/2014/main" id="{ECC3B388-B622-AF36-EF6B-2FD65AB29004}"/>
              </a:ext>
            </a:extLst>
          </p:cNvPr>
          <p:cNvSpPr/>
          <p:nvPr/>
        </p:nvSpPr>
        <p:spPr>
          <a:xfrm rot="10800000">
            <a:off x="689409" y="2327967"/>
            <a:ext cx="10911552" cy="3180620"/>
          </a:xfrm>
          <a:prstGeom prst="wedgeRectCallout">
            <a:avLst>
              <a:gd name="adj1" fmla="val -4427"/>
              <a:gd name="adj2" fmla="val -4148"/>
            </a:avLst>
          </a:prstGeom>
          <a:noFill/>
          <a:ln w="12700" cap="flat" cmpd="sng" algn="ctr">
            <a:solidFill>
              <a:srgbClr val="00A6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Energy"/>
              <a:ea typeface="+mn-ea"/>
              <a:cs typeface="+mn-cs"/>
            </a:endParaRPr>
          </a:p>
        </p:txBody>
      </p:sp>
      <p:sp>
        <p:nvSpPr>
          <p:cNvPr id="74" name="Rectangle 73">
            <a:extLst>
              <a:ext uri="{FF2B5EF4-FFF2-40B4-BE49-F238E27FC236}">
                <a16:creationId xmlns:a16="http://schemas.microsoft.com/office/drawing/2014/main" id="{C1E5AB27-FD73-8368-E582-A92B4C4BF7A9}"/>
              </a:ext>
            </a:extLst>
          </p:cNvPr>
          <p:cNvSpPr/>
          <p:nvPr/>
        </p:nvSpPr>
        <p:spPr>
          <a:xfrm>
            <a:off x="639735" y="1733721"/>
            <a:ext cx="10961226" cy="538539"/>
          </a:xfrm>
          <a:prstGeom prst="rect">
            <a:avLst/>
          </a:prstGeom>
          <a:noFill/>
          <a:ln w="12700" cap="flat" cmpd="sng" algn="ctr">
            <a:solidFill>
              <a:srgbClr val="F08C2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ysClr val="windowText" lastClr="000000"/>
              </a:solidFill>
              <a:effectLst/>
              <a:uLnTx/>
              <a:uFillTx/>
              <a:latin typeface="Energy"/>
              <a:ea typeface="+mn-ea"/>
              <a:cs typeface="+mn-cs"/>
            </a:endParaRPr>
          </a:p>
        </p:txBody>
      </p:sp>
      <p:sp>
        <p:nvSpPr>
          <p:cNvPr id="75" name="Arrow: Chevron 74">
            <a:extLst>
              <a:ext uri="{FF2B5EF4-FFF2-40B4-BE49-F238E27FC236}">
                <a16:creationId xmlns:a16="http://schemas.microsoft.com/office/drawing/2014/main" id="{FE75D7EB-E85E-6B28-D9CD-1DDAF4BBEDEB}"/>
              </a:ext>
            </a:extLst>
          </p:cNvPr>
          <p:cNvSpPr/>
          <p:nvPr/>
        </p:nvSpPr>
        <p:spPr>
          <a:xfrm>
            <a:off x="689408" y="1448467"/>
            <a:ext cx="10362753" cy="207423"/>
          </a:xfrm>
          <a:prstGeom prst="chevron">
            <a:avLst>
              <a:gd name="adj" fmla="val 29048"/>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all" spc="110" normalizeH="0" baseline="0" noProof="0" dirty="0">
                <a:ln>
                  <a:noFill/>
                </a:ln>
                <a:solidFill>
                  <a:srgbClr val="415A6C"/>
                </a:solidFill>
                <a:effectLst/>
                <a:uLnTx/>
                <a:uFillTx/>
                <a:latin typeface="Energy"/>
                <a:ea typeface="+mn-ea"/>
                <a:cs typeface="+mn-cs"/>
              </a:rPr>
              <a:t>Perform General Accounting</a:t>
            </a:r>
            <a:endParaRPr kumimoji="0" lang="en-US" sz="800" b="1" i="0" u="none" strike="noStrike" kern="0" cap="all" spc="0" normalizeH="0" baseline="0" noProof="0" dirty="0">
              <a:ln>
                <a:noFill/>
              </a:ln>
              <a:solidFill>
                <a:srgbClr val="415A6C"/>
              </a:solidFill>
              <a:effectLst/>
              <a:uLnTx/>
              <a:uFillTx/>
              <a:latin typeface="Energy"/>
              <a:ea typeface="+mn-ea"/>
              <a:cs typeface="+mn-cs"/>
            </a:endParaRPr>
          </a:p>
        </p:txBody>
      </p:sp>
      <p:sp>
        <p:nvSpPr>
          <p:cNvPr id="76" name="TextBox 75">
            <a:extLst>
              <a:ext uri="{FF2B5EF4-FFF2-40B4-BE49-F238E27FC236}">
                <a16:creationId xmlns:a16="http://schemas.microsoft.com/office/drawing/2014/main" id="{A1949FF6-CB2D-FEE3-D833-DCE2BC1B1879}"/>
              </a:ext>
            </a:extLst>
          </p:cNvPr>
          <p:cNvSpPr txBox="1"/>
          <p:nvPr/>
        </p:nvSpPr>
        <p:spPr>
          <a:xfrm>
            <a:off x="9316939" y="3575290"/>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Period Close Transactions</a:t>
            </a:r>
          </a:p>
        </p:txBody>
      </p:sp>
      <p:sp>
        <p:nvSpPr>
          <p:cNvPr id="77" name="TextBox 76">
            <a:extLst>
              <a:ext uri="{FF2B5EF4-FFF2-40B4-BE49-F238E27FC236}">
                <a16:creationId xmlns:a16="http://schemas.microsoft.com/office/drawing/2014/main" id="{BAA5EF68-0B9F-8CF5-326D-A1D4F02CF09D}"/>
              </a:ext>
            </a:extLst>
          </p:cNvPr>
          <p:cNvSpPr txBox="1"/>
          <p:nvPr/>
        </p:nvSpPr>
        <p:spPr>
          <a:xfrm>
            <a:off x="9316939" y="3185121"/>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Monitor Close Process</a:t>
            </a:r>
          </a:p>
        </p:txBody>
      </p:sp>
      <p:sp>
        <p:nvSpPr>
          <p:cNvPr id="78" name="TextBox 77">
            <a:extLst>
              <a:ext uri="{FF2B5EF4-FFF2-40B4-BE49-F238E27FC236}">
                <a16:creationId xmlns:a16="http://schemas.microsoft.com/office/drawing/2014/main" id="{F5DF0EF6-E1A3-E082-DC9A-0D0349B68CFB}"/>
              </a:ext>
            </a:extLst>
          </p:cNvPr>
          <p:cNvSpPr txBox="1"/>
          <p:nvPr/>
        </p:nvSpPr>
        <p:spPr>
          <a:xfrm>
            <a:off x="9316939" y="2794952"/>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Open / Close Periods</a:t>
            </a:r>
          </a:p>
        </p:txBody>
      </p:sp>
      <p:sp>
        <p:nvSpPr>
          <p:cNvPr id="79" name="TextBox 78">
            <a:extLst>
              <a:ext uri="{FF2B5EF4-FFF2-40B4-BE49-F238E27FC236}">
                <a16:creationId xmlns:a16="http://schemas.microsoft.com/office/drawing/2014/main" id="{0C8DCF26-5B63-2AA9-2660-E6848A8F6ABC}"/>
              </a:ext>
            </a:extLst>
          </p:cNvPr>
          <p:cNvSpPr txBox="1"/>
          <p:nvPr/>
        </p:nvSpPr>
        <p:spPr>
          <a:xfrm>
            <a:off x="9316939" y="2404783"/>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dirty="0">
                <a:ln>
                  <a:noFill/>
                </a:ln>
                <a:solidFill>
                  <a:sysClr val="windowText" lastClr="000000"/>
                </a:solidFill>
                <a:effectLst/>
                <a:uLnTx/>
                <a:uFillTx/>
                <a:latin typeface="Energy"/>
                <a:ea typeface="+mn-ea"/>
                <a:cs typeface="+mn-cs"/>
              </a:rPr>
              <a:t>Establish &amp; Maintain Closing Calendar</a:t>
            </a:r>
          </a:p>
        </p:txBody>
      </p:sp>
      <p:sp>
        <p:nvSpPr>
          <p:cNvPr id="80" name="TextBox 79">
            <a:extLst>
              <a:ext uri="{FF2B5EF4-FFF2-40B4-BE49-F238E27FC236}">
                <a16:creationId xmlns:a16="http://schemas.microsoft.com/office/drawing/2014/main" id="{4F98ED5A-FE05-0680-CCFE-C49D62CF670B}"/>
              </a:ext>
            </a:extLst>
          </p:cNvPr>
          <p:cNvSpPr txBox="1"/>
          <p:nvPr/>
        </p:nvSpPr>
        <p:spPr>
          <a:xfrm>
            <a:off x="9316939" y="3965459"/>
            <a:ext cx="2160000" cy="320040"/>
          </a:xfrm>
          <a:prstGeom prst="roundRect">
            <a:avLst/>
          </a:prstGeom>
          <a:solidFill>
            <a:srgbClr val="BBE7F9"/>
          </a:solidFill>
          <a:ln w="12700" cap="flat" cmpd="sng" algn="ctr">
            <a:solidFill>
              <a:sysClr val="windowText" lastClr="000000"/>
            </a:solidFill>
            <a:prstDash val="solid"/>
            <a:miter lim="800000"/>
          </a:ln>
          <a:effectLst/>
        </p:spPr>
        <p:txBody>
          <a:bodyPr rIns="91440" rtlCol="0" anchor="ctr"/>
          <a:lstStyle>
            <a:defPPr>
              <a:defRPr lang="en-US"/>
            </a:defPPr>
            <a:lvl1pPr algn="ct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0" i="0" u="none" strike="noStrike" kern="0" cap="none" spc="0" normalizeH="0" baseline="0" noProof="0">
                <a:ln>
                  <a:noFill/>
                </a:ln>
                <a:solidFill>
                  <a:sysClr val="windowText" lastClr="000000"/>
                </a:solidFill>
                <a:effectLst/>
                <a:uLnTx/>
                <a:uFillTx/>
                <a:latin typeface="Energy"/>
                <a:ea typeface="+mn-ea"/>
                <a:cs typeface="+mn-cs"/>
              </a:rPr>
              <a:t>Consolidation</a:t>
            </a:r>
          </a:p>
        </p:txBody>
      </p:sp>
      <p:sp>
        <p:nvSpPr>
          <p:cNvPr id="81" name="Oval 80">
            <a:extLst>
              <a:ext uri="{FF2B5EF4-FFF2-40B4-BE49-F238E27FC236}">
                <a16:creationId xmlns:a16="http://schemas.microsoft.com/office/drawing/2014/main" id="{30C2B4E6-885F-DA6F-409E-441F2BF10BF3}"/>
              </a:ext>
            </a:extLst>
          </p:cNvPr>
          <p:cNvSpPr/>
          <p:nvPr/>
        </p:nvSpPr>
        <p:spPr>
          <a:xfrm>
            <a:off x="10310748" y="5227937"/>
            <a:ext cx="274320" cy="274320"/>
          </a:xfrm>
          <a:prstGeom prst="ellipse">
            <a:avLst/>
          </a:prstGeom>
          <a:solidFill>
            <a:srgbClr val="415A6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E</a:t>
            </a:r>
          </a:p>
        </p:txBody>
      </p:sp>
      <p:sp>
        <p:nvSpPr>
          <p:cNvPr id="82" name="Oval 81">
            <a:extLst>
              <a:ext uri="{FF2B5EF4-FFF2-40B4-BE49-F238E27FC236}">
                <a16:creationId xmlns:a16="http://schemas.microsoft.com/office/drawing/2014/main" id="{691C3ABA-B6AF-DD58-0BB5-B032DAE16183}"/>
              </a:ext>
            </a:extLst>
          </p:cNvPr>
          <p:cNvSpPr/>
          <p:nvPr/>
        </p:nvSpPr>
        <p:spPr>
          <a:xfrm>
            <a:off x="11242431" y="5232157"/>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83" name="Oval 82">
            <a:extLst>
              <a:ext uri="{FF2B5EF4-FFF2-40B4-BE49-F238E27FC236}">
                <a16:creationId xmlns:a16="http://schemas.microsoft.com/office/drawing/2014/main" id="{3194AA8E-4DAD-DA80-1222-AC1B85A51B41}"/>
              </a:ext>
            </a:extLst>
          </p:cNvPr>
          <p:cNvSpPr/>
          <p:nvPr/>
        </p:nvSpPr>
        <p:spPr>
          <a:xfrm>
            <a:off x="10621309" y="5234267"/>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sp>
        <p:nvSpPr>
          <p:cNvPr id="84" name="Oval 83">
            <a:extLst>
              <a:ext uri="{FF2B5EF4-FFF2-40B4-BE49-F238E27FC236}">
                <a16:creationId xmlns:a16="http://schemas.microsoft.com/office/drawing/2014/main" id="{57B22F6A-D891-3FDA-10AD-ACB57052CBA2}"/>
              </a:ext>
            </a:extLst>
          </p:cNvPr>
          <p:cNvSpPr/>
          <p:nvPr/>
        </p:nvSpPr>
        <p:spPr>
          <a:xfrm>
            <a:off x="10931870" y="5230047"/>
            <a:ext cx="274320" cy="274320"/>
          </a:xfrm>
          <a:prstGeom prst="ellipse">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sp>
        <p:nvSpPr>
          <p:cNvPr id="85" name="Oval 84">
            <a:extLst>
              <a:ext uri="{FF2B5EF4-FFF2-40B4-BE49-F238E27FC236}">
                <a16:creationId xmlns:a16="http://schemas.microsoft.com/office/drawing/2014/main" id="{BC25098A-1D02-F840-A0A3-5DF7491CD397}"/>
              </a:ext>
            </a:extLst>
          </p:cNvPr>
          <p:cNvSpPr/>
          <p:nvPr/>
        </p:nvSpPr>
        <p:spPr>
          <a:xfrm>
            <a:off x="686433" y="2025242"/>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grpSp>
        <p:nvGrpSpPr>
          <p:cNvPr id="86" name="Group 85">
            <a:extLst>
              <a:ext uri="{FF2B5EF4-FFF2-40B4-BE49-F238E27FC236}">
                <a16:creationId xmlns:a16="http://schemas.microsoft.com/office/drawing/2014/main" id="{D0A9A727-7109-1CF0-91C1-CB1B831F5B18}"/>
              </a:ext>
            </a:extLst>
          </p:cNvPr>
          <p:cNvGrpSpPr/>
          <p:nvPr/>
        </p:nvGrpSpPr>
        <p:grpSpPr>
          <a:xfrm>
            <a:off x="352054" y="2480339"/>
            <a:ext cx="550233" cy="274320"/>
            <a:chOff x="35179" y="2239707"/>
            <a:chExt cx="550233" cy="274320"/>
          </a:xfrm>
        </p:grpSpPr>
        <p:sp>
          <p:nvSpPr>
            <p:cNvPr id="87" name="Oval 86">
              <a:extLst>
                <a:ext uri="{FF2B5EF4-FFF2-40B4-BE49-F238E27FC236}">
                  <a16:creationId xmlns:a16="http://schemas.microsoft.com/office/drawing/2014/main" id="{951F091D-9917-04F4-F42B-2AAA5FE95EBB}"/>
                </a:ext>
              </a:extLst>
            </p:cNvPr>
            <p:cNvSpPr/>
            <p:nvPr/>
          </p:nvSpPr>
          <p:spPr>
            <a:xfrm>
              <a:off x="311092" y="2239707"/>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88" name="Oval 87">
              <a:extLst>
                <a:ext uri="{FF2B5EF4-FFF2-40B4-BE49-F238E27FC236}">
                  <a16:creationId xmlns:a16="http://schemas.microsoft.com/office/drawing/2014/main" id="{F05F9F03-F9E4-E929-C1FE-4E166A82D5E4}"/>
                </a:ext>
              </a:extLst>
            </p:cNvPr>
            <p:cNvSpPr/>
            <p:nvPr/>
          </p:nvSpPr>
          <p:spPr>
            <a:xfrm>
              <a:off x="35179" y="2239707"/>
              <a:ext cx="274320" cy="274320"/>
            </a:xfrm>
            <a:prstGeom prst="ellipse">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grpSp>
      <p:sp>
        <p:nvSpPr>
          <p:cNvPr id="89" name="Oval 88">
            <a:extLst>
              <a:ext uri="{FF2B5EF4-FFF2-40B4-BE49-F238E27FC236}">
                <a16:creationId xmlns:a16="http://schemas.microsoft.com/office/drawing/2014/main" id="{8C1197D6-8AE9-2092-5F95-3B3D16654B0F}"/>
              </a:ext>
            </a:extLst>
          </p:cNvPr>
          <p:cNvSpPr/>
          <p:nvPr/>
        </p:nvSpPr>
        <p:spPr>
          <a:xfrm>
            <a:off x="4872769" y="3089853"/>
            <a:ext cx="274320" cy="274320"/>
          </a:xfrm>
          <a:prstGeom prst="ellipse">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Energy"/>
                <a:ea typeface="+mn-ea"/>
                <a:cs typeface="+mn-cs"/>
              </a:rPr>
              <a:t>S</a:t>
            </a:r>
          </a:p>
        </p:txBody>
      </p:sp>
      <p:sp>
        <p:nvSpPr>
          <p:cNvPr id="90" name="Oval 89">
            <a:extLst>
              <a:ext uri="{FF2B5EF4-FFF2-40B4-BE49-F238E27FC236}">
                <a16:creationId xmlns:a16="http://schemas.microsoft.com/office/drawing/2014/main" id="{CA8613B0-0DB0-5CA9-ACE7-D9ADA008CC78}"/>
              </a:ext>
            </a:extLst>
          </p:cNvPr>
          <p:cNvSpPr/>
          <p:nvPr/>
        </p:nvSpPr>
        <p:spPr>
          <a:xfrm>
            <a:off x="4872769" y="3342273"/>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91" name="Oval 90">
            <a:extLst>
              <a:ext uri="{FF2B5EF4-FFF2-40B4-BE49-F238E27FC236}">
                <a16:creationId xmlns:a16="http://schemas.microsoft.com/office/drawing/2014/main" id="{7A28F41C-6516-637E-C9CB-B2DD8F96E3A2}"/>
              </a:ext>
            </a:extLst>
          </p:cNvPr>
          <p:cNvSpPr/>
          <p:nvPr/>
        </p:nvSpPr>
        <p:spPr>
          <a:xfrm>
            <a:off x="9195099" y="2313734"/>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Energy"/>
                <a:ea typeface="+mn-ea"/>
                <a:cs typeface="+mn-cs"/>
              </a:rPr>
              <a:t>S</a:t>
            </a:r>
          </a:p>
        </p:txBody>
      </p:sp>
      <p:sp>
        <p:nvSpPr>
          <p:cNvPr id="92" name="Oval 91">
            <a:extLst>
              <a:ext uri="{FF2B5EF4-FFF2-40B4-BE49-F238E27FC236}">
                <a16:creationId xmlns:a16="http://schemas.microsoft.com/office/drawing/2014/main" id="{87A0A7F3-377F-C326-2F2B-1B35DE88D257}"/>
              </a:ext>
            </a:extLst>
          </p:cNvPr>
          <p:cNvSpPr/>
          <p:nvPr/>
        </p:nvSpPr>
        <p:spPr>
          <a:xfrm>
            <a:off x="9195099" y="2780529"/>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sp>
        <p:nvSpPr>
          <p:cNvPr id="93" name="Oval 92">
            <a:extLst>
              <a:ext uri="{FF2B5EF4-FFF2-40B4-BE49-F238E27FC236}">
                <a16:creationId xmlns:a16="http://schemas.microsoft.com/office/drawing/2014/main" id="{5E533E9E-3BB9-3AE6-FE92-050F3D032781}"/>
              </a:ext>
            </a:extLst>
          </p:cNvPr>
          <p:cNvSpPr/>
          <p:nvPr/>
        </p:nvSpPr>
        <p:spPr>
          <a:xfrm>
            <a:off x="9195099" y="3155485"/>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sp>
        <p:nvSpPr>
          <p:cNvPr id="94" name="Oval 93">
            <a:extLst>
              <a:ext uri="{FF2B5EF4-FFF2-40B4-BE49-F238E27FC236}">
                <a16:creationId xmlns:a16="http://schemas.microsoft.com/office/drawing/2014/main" id="{F830CB69-C4AA-F6DE-94EF-118751488827}"/>
              </a:ext>
            </a:extLst>
          </p:cNvPr>
          <p:cNvSpPr/>
          <p:nvPr/>
        </p:nvSpPr>
        <p:spPr>
          <a:xfrm>
            <a:off x="9195099" y="3575290"/>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Energy"/>
                <a:ea typeface="+mn-ea"/>
                <a:cs typeface="+mn-cs"/>
              </a:rPr>
              <a:t>S</a:t>
            </a:r>
          </a:p>
        </p:txBody>
      </p:sp>
      <p:sp>
        <p:nvSpPr>
          <p:cNvPr id="95" name="Oval 94">
            <a:extLst>
              <a:ext uri="{FF2B5EF4-FFF2-40B4-BE49-F238E27FC236}">
                <a16:creationId xmlns:a16="http://schemas.microsoft.com/office/drawing/2014/main" id="{823BE654-9CD7-2BB0-49EA-054E642F7CD6}"/>
              </a:ext>
            </a:extLst>
          </p:cNvPr>
          <p:cNvSpPr/>
          <p:nvPr/>
        </p:nvSpPr>
        <p:spPr>
          <a:xfrm>
            <a:off x="4994284" y="2007506"/>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96" name="Oval 95">
            <a:extLst>
              <a:ext uri="{FF2B5EF4-FFF2-40B4-BE49-F238E27FC236}">
                <a16:creationId xmlns:a16="http://schemas.microsoft.com/office/drawing/2014/main" id="{0F4915B7-3B9F-062F-939A-F5D2426C73AB}"/>
              </a:ext>
            </a:extLst>
          </p:cNvPr>
          <p:cNvSpPr/>
          <p:nvPr/>
        </p:nvSpPr>
        <p:spPr>
          <a:xfrm>
            <a:off x="4994284" y="1736761"/>
            <a:ext cx="274320" cy="274320"/>
          </a:xfrm>
          <a:prstGeom prst="ellipse">
            <a:avLst/>
          </a:prstGeom>
          <a:solidFill>
            <a:srgbClr val="F08C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Energy"/>
                <a:ea typeface="+mn-ea"/>
                <a:cs typeface="+mn-cs"/>
              </a:rPr>
              <a:t>S</a:t>
            </a:r>
          </a:p>
        </p:txBody>
      </p:sp>
      <p:grpSp>
        <p:nvGrpSpPr>
          <p:cNvPr id="97" name="Group 96">
            <a:extLst>
              <a:ext uri="{FF2B5EF4-FFF2-40B4-BE49-F238E27FC236}">
                <a16:creationId xmlns:a16="http://schemas.microsoft.com/office/drawing/2014/main" id="{C3008942-3212-48AC-34FC-340E40828352}"/>
              </a:ext>
            </a:extLst>
          </p:cNvPr>
          <p:cNvGrpSpPr/>
          <p:nvPr/>
        </p:nvGrpSpPr>
        <p:grpSpPr>
          <a:xfrm>
            <a:off x="352054" y="3598150"/>
            <a:ext cx="550233" cy="274320"/>
            <a:chOff x="35179" y="2239707"/>
            <a:chExt cx="550233" cy="274320"/>
          </a:xfrm>
        </p:grpSpPr>
        <p:sp>
          <p:nvSpPr>
            <p:cNvPr id="98" name="Oval 97">
              <a:extLst>
                <a:ext uri="{FF2B5EF4-FFF2-40B4-BE49-F238E27FC236}">
                  <a16:creationId xmlns:a16="http://schemas.microsoft.com/office/drawing/2014/main" id="{2AF7DF06-C75C-A89B-A4ED-72B5131DB1B4}"/>
                </a:ext>
              </a:extLst>
            </p:cNvPr>
            <p:cNvSpPr/>
            <p:nvPr/>
          </p:nvSpPr>
          <p:spPr>
            <a:xfrm>
              <a:off x="311092" y="2239707"/>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99" name="Oval 98">
              <a:extLst>
                <a:ext uri="{FF2B5EF4-FFF2-40B4-BE49-F238E27FC236}">
                  <a16:creationId xmlns:a16="http://schemas.microsoft.com/office/drawing/2014/main" id="{125BDCE6-9F4C-ABF0-4C88-099F7DD5E764}"/>
                </a:ext>
              </a:extLst>
            </p:cNvPr>
            <p:cNvSpPr/>
            <p:nvPr/>
          </p:nvSpPr>
          <p:spPr>
            <a:xfrm>
              <a:off x="35179" y="2239707"/>
              <a:ext cx="274320" cy="274320"/>
            </a:xfrm>
            <a:prstGeom prst="ellipse">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grpSp>
      <p:grpSp>
        <p:nvGrpSpPr>
          <p:cNvPr id="100" name="Group 99">
            <a:extLst>
              <a:ext uri="{FF2B5EF4-FFF2-40B4-BE49-F238E27FC236}">
                <a16:creationId xmlns:a16="http://schemas.microsoft.com/office/drawing/2014/main" id="{4B11F8CA-FE60-55BF-0BC1-E0EE7154CBDB}"/>
              </a:ext>
            </a:extLst>
          </p:cNvPr>
          <p:cNvGrpSpPr/>
          <p:nvPr/>
        </p:nvGrpSpPr>
        <p:grpSpPr>
          <a:xfrm>
            <a:off x="352054" y="3965245"/>
            <a:ext cx="550233" cy="274320"/>
            <a:chOff x="35179" y="2239707"/>
            <a:chExt cx="550233" cy="274320"/>
          </a:xfrm>
        </p:grpSpPr>
        <p:sp>
          <p:nvSpPr>
            <p:cNvPr id="101" name="Oval 100">
              <a:extLst>
                <a:ext uri="{FF2B5EF4-FFF2-40B4-BE49-F238E27FC236}">
                  <a16:creationId xmlns:a16="http://schemas.microsoft.com/office/drawing/2014/main" id="{B84C2C15-D458-1ACB-1AA3-0E6AD50420CB}"/>
                </a:ext>
              </a:extLst>
            </p:cNvPr>
            <p:cNvSpPr/>
            <p:nvPr/>
          </p:nvSpPr>
          <p:spPr>
            <a:xfrm>
              <a:off x="311092" y="2239707"/>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102" name="Oval 101">
              <a:extLst>
                <a:ext uri="{FF2B5EF4-FFF2-40B4-BE49-F238E27FC236}">
                  <a16:creationId xmlns:a16="http://schemas.microsoft.com/office/drawing/2014/main" id="{6D0B0E12-5E0D-2CF2-1E22-88304659DA83}"/>
                </a:ext>
              </a:extLst>
            </p:cNvPr>
            <p:cNvSpPr/>
            <p:nvPr/>
          </p:nvSpPr>
          <p:spPr>
            <a:xfrm>
              <a:off x="35179" y="2239707"/>
              <a:ext cx="274320" cy="274320"/>
            </a:xfrm>
            <a:prstGeom prst="ellipse">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grpSp>
      <p:grpSp>
        <p:nvGrpSpPr>
          <p:cNvPr id="103" name="Group 102">
            <a:extLst>
              <a:ext uri="{FF2B5EF4-FFF2-40B4-BE49-F238E27FC236}">
                <a16:creationId xmlns:a16="http://schemas.microsoft.com/office/drawing/2014/main" id="{614E1117-6B73-2FC2-CDF2-91219094EA49}"/>
              </a:ext>
            </a:extLst>
          </p:cNvPr>
          <p:cNvGrpSpPr/>
          <p:nvPr/>
        </p:nvGrpSpPr>
        <p:grpSpPr>
          <a:xfrm>
            <a:off x="352054" y="4378488"/>
            <a:ext cx="550233" cy="274320"/>
            <a:chOff x="35179" y="2239707"/>
            <a:chExt cx="550233" cy="274320"/>
          </a:xfrm>
        </p:grpSpPr>
        <p:sp>
          <p:nvSpPr>
            <p:cNvPr id="104" name="Oval 103">
              <a:extLst>
                <a:ext uri="{FF2B5EF4-FFF2-40B4-BE49-F238E27FC236}">
                  <a16:creationId xmlns:a16="http://schemas.microsoft.com/office/drawing/2014/main" id="{FCCE3683-AE96-D62D-45A2-CB98F7F620F8}"/>
                </a:ext>
              </a:extLst>
            </p:cNvPr>
            <p:cNvSpPr/>
            <p:nvPr/>
          </p:nvSpPr>
          <p:spPr>
            <a:xfrm>
              <a:off x="311092" y="2239707"/>
              <a:ext cx="274320" cy="274320"/>
            </a:xfrm>
            <a:prstGeom prst="ellipse">
              <a:avLst/>
            </a:prstGeom>
            <a:solidFill>
              <a:srgbClr val="55C3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A</a:t>
              </a:r>
            </a:p>
          </p:txBody>
        </p:sp>
        <p:sp>
          <p:nvSpPr>
            <p:cNvPr id="105" name="Oval 104">
              <a:extLst>
                <a:ext uri="{FF2B5EF4-FFF2-40B4-BE49-F238E27FC236}">
                  <a16:creationId xmlns:a16="http://schemas.microsoft.com/office/drawing/2014/main" id="{7B4F78D9-440E-067D-3E74-C9F25F4735D1}"/>
                </a:ext>
              </a:extLst>
            </p:cNvPr>
            <p:cNvSpPr/>
            <p:nvPr/>
          </p:nvSpPr>
          <p:spPr>
            <a:xfrm>
              <a:off x="35179" y="2239707"/>
              <a:ext cx="274320" cy="274320"/>
            </a:xfrm>
            <a:prstGeom prst="ellipse">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Energy"/>
                  <a:ea typeface="+mn-ea"/>
                  <a:cs typeface="+mn-cs"/>
                </a:rPr>
                <a:t>S</a:t>
              </a:r>
            </a:p>
          </p:txBody>
        </p:sp>
      </p:grpSp>
    </p:spTree>
    <p:extLst>
      <p:ext uri="{BB962C8B-B14F-4D97-AF65-F5344CB8AC3E}">
        <p14:creationId xmlns:p14="http://schemas.microsoft.com/office/powerpoint/2010/main" val="3866730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4ABE-B248-6F6E-F7A3-A5069F81893D}"/>
              </a:ext>
            </a:extLst>
          </p:cNvPr>
          <p:cNvSpPr>
            <a:spLocks noGrp="1"/>
          </p:cNvSpPr>
          <p:nvPr>
            <p:ph type="title"/>
          </p:nvPr>
        </p:nvSpPr>
        <p:spPr/>
        <p:txBody>
          <a:bodyPr/>
          <a:lstStyle/>
          <a:p>
            <a:r>
              <a:rPr kumimoji="0" lang="en-US" i="0" u="none" strike="noStrike" kern="1200" cap="all" spc="0" normalizeH="0" baseline="0" noProof="0" dirty="0">
                <a:ln>
                  <a:noFill/>
                </a:ln>
                <a:effectLst/>
                <a:uLnTx/>
                <a:uFillTx/>
                <a:cs typeface="Energy Display" panose="020B0508050000020004" pitchFamily="34" charset="0"/>
              </a:rPr>
              <a:t>Taxonomy Review | Design Principles</a:t>
            </a:r>
            <a:br>
              <a:rPr kumimoji="0" lang="en-US" i="0" u="none" strike="noStrike" kern="1200" cap="all" spc="0" normalizeH="0" baseline="0" noProof="0" dirty="0">
                <a:ln>
                  <a:noFill/>
                </a:ln>
                <a:effectLst/>
                <a:uLnTx/>
                <a:uFillTx/>
                <a:cs typeface="Energy Display" panose="020B0508050000020004" pitchFamily="34" charset="0"/>
              </a:rPr>
            </a:br>
            <a:r>
              <a:rPr lang="en-US" sz="1400" dirty="0"/>
              <a:t>Four key design principles used to evaluate current state organization</a:t>
            </a:r>
            <a:br>
              <a:rPr lang="en-US" sz="1400" dirty="0"/>
            </a:br>
            <a:endParaRPr lang="en-IN" sz="1400" dirty="0">
              <a:latin typeface="+mj-lt"/>
            </a:endParaRPr>
          </a:p>
        </p:txBody>
      </p:sp>
      <p:sp>
        <p:nvSpPr>
          <p:cNvPr id="5" name="Slide Number Placeholder 4">
            <a:extLst>
              <a:ext uri="{FF2B5EF4-FFF2-40B4-BE49-F238E27FC236}">
                <a16:creationId xmlns:a16="http://schemas.microsoft.com/office/drawing/2014/main" id="{B823744A-38D5-4845-0E61-5491DCE73B82}"/>
              </a:ext>
            </a:extLst>
          </p:cNvPr>
          <p:cNvSpPr>
            <a:spLocks noGrp="1"/>
          </p:cNvSpPr>
          <p:nvPr>
            <p:ph type="sldNum" sz="quarter" idx="12"/>
          </p:nvPr>
        </p:nvSpPr>
        <p:spPr/>
        <p:txBody>
          <a:bodyPr/>
          <a:lstStyle/>
          <a:p>
            <a:fld id="{94FCA0F3-9F3A-694B-99BB-0E592A797735}" type="slidenum">
              <a:rPr lang="en-US" smtClean="0"/>
              <a:t>10</a:t>
            </a:fld>
            <a:endParaRPr lang="en-US"/>
          </a:p>
        </p:txBody>
      </p:sp>
      <p:sp>
        <p:nvSpPr>
          <p:cNvPr id="6" name="Date Placeholder 5">
            <a:extLst>
              <a:ext uri="{FF2B5EF4-FFF2-40B4-BE49-F238E27FC236}">
                <a16:creationId xmlns:a16="http://schemas.microsoft.com/office/drawing/2014/main" id="{7E002449-F773-B281-144A-DB982DB420E2}"/>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36CE8D6F-C4C4-794D-5424-4113A528C5E4}"/>
              </a:ext>
            </a:extLst>
          </p:cNvPr>
          <p:cNvSpPr>
            <a:spLocks noGrp="1"/>
          </p:cNvSpPr>
          <p:nvPr>
            <p:ph type="dgm" sz="quarter" idx="17"/>
          </p:nvPr>
        </p:nvSpPr>
        <p:spPr/>
        <p:txBody>
          <a:bodyPr/>
          <a:lstStyle/>
          <a:p>
            <a:endParaRPr lang="en-IN"/>
          </a:p>
        </p:txBody>
      </p:sp>
      <p:sp>
        <p:nvSpPr>
          <p:cNvPr id="24" name="Rectangle 23">
            <a:extLst>
              <a:ext uri="{FF2B5EF4-FFF2-40B4-BE49-F238E27FC236}">
                <a16:creationId xmlns:a16="http://schemas.microsoft.com/office/drawing/2014/main" id="{082BBE8C-2C35-09A5-E016-E10FA450E43E}"/>
              </a:ext>
            </a:extLst>
          </p:cNvPr>
          <p:cNvSpPr/>
          <p:nvPr/>
        </p:nvSpPr>
        <p:spPr>
          <a:xfrm>
            <a:off x="249406" y="2431067"/>
            <a:ext cx="1211024" cy="1836421"/>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ysClr val="windowText" lastClr="000000"/>
              </a:solidFill>
              <a:effectLst/>
              <a:uLnTx/>
              <a:uFillTx/>
              <a:latin typeface="Energy"/>
              <a:ea typeface="+mn-ea"/>
              <a:cs typeface="+mn-cs"/>
            </a:endParaRPr>
          </a:p>
        </p:txBody>
      </p:sp>
      <p:pic>
        <p:nvPicPr>
          <p:cNvPr id="25" name="Graphic 24" descr="Clipboard with solid fill">
            <a:extLst>
              <a:ext uri="{FF2B5EF4-FFF2-40B4-BE49-F238E27FC236}">
                <a16:creationId xmlns:a16="http://schemas.microsoft.com/office/drawing/2014/main" id="{BB67D7DB-7FD8-04DF-8AF5-AED6CE8D45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297" y="3312798"/>
            <a:ext cx="830997" cy="830997"/>
          </a:xfrm>
          <a:prstGeom prst="rect">
            <a:avLst/>
          </a:prstGeom>
        </p:spPr>
      </p:pic>
      <p:sp>
        <p:nvSpPr>
          <p:cNvPr id="26" name="TextBox 25">
            <a:extLst>
              <a:ext uri="{FF2B5EF4-FFF2-40B4-BE49-F238E27FC236}">
                <a16:creationId xmlns:a16="http://schemas.microsoft.com/office/drawing/2014/main" id="{B624108B-C7DE-4178-A190-3DA121601370}"/>
              </a:ext>
            </a:extLst>
          </p:cNvPr>
          <p:cNvSpPr txBox="1"/>
          <p:nvPr/>
        </p:nvSpPr>
        <p:spPr>
          <a:xfrm>
            <a:off x="249405" y="2488942"/>
            <a:ext cx="1211025" cy="830997"/>
          </a:xfrm>
          <a:prstGeom prst="rect">
            <a:avLst/>
          </a:prstGeom>
          <a:noFill/>
        </p:spPr>
        <p:txBody>
          <a:bodyPr wrap="square">
            <a:spAutoFit/>
          </a:bodyPr>
          <a:lstStyle/>
          <a:p>
            <a:pPr algn="ctr">
              <a:defRPr/>
            </a:pPr>
            <a:r>
              <a:rPr lang="en-US" sz="1600">
                <a:solidFill>
                  <a:srgbClr val="000000"/>
                </a:solidFill>
                <a:latin typeface="Energy"/>
              </a:rPr>
              <a:t>Current </a:t>
            </a:r>
          </a:p>
          <a:p>
            <a:pPr algn="ctr">
              <a:defRPr/>
            </a:pPr>
            <a:r>
              <a:rPr lang="en-US" sz="1600">
                <a:solidFill>
                  <a:srgbClr val="000000"/>
                </a:solidFill>
                <a:latin typeface="Energy"/>
              </a:rPr>
              <a:t>Process </a:t>
            </a:r>
          </a:p>
          <a:p>
            <a:pPr algn="ctr">
              <a:defRPr/>
            </a:pPr>
            <a:r>
              <a:rPr lang="en-US" sz="1600">
                <a:solidFill>
                  <a:srgbClr val="000000"/>
                </a:solidFill>
                <a:latin typeface="Energy"/>
              </a:rPr>
              <a:t>(“as-is”)</a:t>
            </a:r>
            <a:endParaRPr lang="en-US" sz="1600">
              <a:solidFill>
                <a:prstClr val="black"/>
              </a:solidFill>
              <a:latin typeface="Energy"/>
            </a:endParaRPr>
          </a:p>
        </p:txBody>
      </p:sp>
      <p:sp>
        <p:nvSpPr>
          <p:cNvPr id="27" name="Rectangle 26">
            <a:extLst>
              <a:ext uri="{FF2B5EF4-FFF2-40B4-BE49-F238E27FC236}">
                <a16:creationId xmlns:a16="http://schemas.microsoft.com/office/drawing/2014/main" id="{7FDC25FC-1E04-A394-BD89-DAFF1E24354A}"/>
              </a:ext>
            </a:extLst>
          </p:cNvPr>
          <p:cNvSpPr/>
          <p:nvPr/>
        </p:nvSpPr>
        <p:spPr>
          <a:xfrm>
            <a:off x="1869551" y="1907079"/>
            <a:ext cx="2017571" cy="2743200"/>
          </a:xfrm>
          <a:prstGeom prst="rect">
            <a:avLst/>
          </a:prstGeom>
          <a:solidFill>
            <a:srgbClr val="E7E9EE">
              <a:lumMod val="90000"/>
            </a:srgbClr>
          </a:solidFill>
          <a:ln w="19050" cap="flat" cmpd="sng" algn="ctr">
            <a:solidFill>
              <a:srgbClr val="415A6C"/>
            </a:solidFill>
            <a:prstDash val="solid"/>
            <a:miter lim="800000"/>
          </a:ln>
          <a:effectLst/>
        </p:spPr>
        <p:txBody>
          <a:bodyPr tIns="182880"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Duplication or redundancy</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Nonvalue added or low-value added activities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Performed by another function</a:t>
            </a:r>
          </a:p>
        </p:txBody>
      </p:sp>
      <p:sp>
        <p:nvSpPr>
          <p:cNvPr id="28" name="Rectangle 27">
            <a:extLst>
              <a:ext uri="{FF2B5EF4-FFF2-40B4-BE49-F238E27FC236}">
                <a16:creationId xmlns:a16="http://schemas.microsoft.com/office/drawing/2014/main" id="{64F871BF-1E5F-1394-FE1B-E60354B8E526}"/>
              </a:ext>
            </a:extLst>
          </p:cNvPr>
          <p:cNvSpPr/>
          <p:nvPr/>
        </p:nvSpPr>
        <p:spPr>
          <a:xfrm>
            <a:off x="6126206" y="1907079"/>
            <a:ext cx="2016456" cy="2743200"/>
          </a:xfrm>
          <a:prstGeom prst="rect">
            <a:avLst/>
          </a:prstGeom>
          <a:solidFill>
            <a:srgbClr val="FF007F">
              <a:lumMod val="20000"/>
              <a:lumOff val="80000"/>
            </a:srgbClr>
          </a:solidFill>
          <a:ln w="19050" cap="flat" cmpd="sng" algn="ctr">
            <a:solidFill>
              <a:srgbClr val="FF007F"/>
            </a:solidFill>
            <a:prstDash val="solid"/>
            <a:miter lim="800000"/>
          </a:ln>
          <a:effectLst/>
        </p:spPr>
        <p:txBody>
          <a:bodyPr tIns="182880"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Process/ report </a:t>
            </a:r>
            <a:r>
              <a:rPr kumimoji="0" lang="en-US" sz="1300" b="0" i="0" u="sng" strike="noStrike" kern="0" cap="none" spc="0" normalizeH="0" baseline="0" noProof="0">
                <a:ln>
                  <a:noFill/>
                </a:ln>
                <a:solidFill>
                  <a:sysClr val="windowText" lastClr="000000"/>
                </a:solidFill>
                <a:effectLst/>
                <a:uLnTx/>
                <a:uFillTx/>
                <a:latin typeface="Energy"/>
                <a:ea typeface="+mn-ea"/>
                <a:cs typeface="+mn-cs"/>
              </a:rPr>
              <a:t>complexity</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sng" strike="noStrike" kern="0" cap="none" spc="0" normalizeH="0" baseline="0" noProof="0">
                <a:ln>
                  <a:noFill/>
                </a:ln>
                <a:solidFill>
                  <a:sysClr val="windowText" lastClr="000000"/>
                </a:solidFill>
                <a:effectLst/>
                <a:uLnTx/>
                <a:uFillTx/>
                <a:latin typeface="Energy"/>
                <a:ea typeface="+mn-ea"/>
                <a:cs typeface="+mn-cs"/>
              </a:rPr>
              <a:t>Recurring</a:t>
            </a:r>
            <a:r>
              <a:rPr kumimoji="0" lang="en-US" sz="1300" b="0" i="0" u="none" strike="noStrike" kern="0" cap="none" spc="0" normalizeH="0" baseline="0" noProof="0">
                <a:ln>
                  <a:noFill/>
                </a:ln>
                <a:solidFill>
                  <a:sysClr val="windowText" lastClr="000000"/>
                </a:solidFill>
                <a:effectLst/>
                <a:uLnTx/>
                <a:uFillTx/>
                <a:latin typeface="Energy"/>
                <a:ea typeface="+mn-ea"/>
                <a:cs typeface="+mn-cs"/>
              </a:rPr>
              <a:t> and identical processes/ reports </a:t>
            </a:r>
            <a:endParaRPr kumimoji="0" lang="en-US" sz="1300" b="0" i="0" u="sng" strike="noStrike" kern="0" cap="none" spc="0" normalizeH="0" baseline="0" noProof="0">
              <a:ln>
                <a:noFill/>
              </a:ln>
              <a:solidFill>
                <a:sysClr val="windowText" lastClr="000000"/>
              </a:solidFill>
              <a:effectLst/>
              <a:uLnTx/>
              <a:uFillTx/>
              <a:latin typeface="Energy"/>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Reduce information overload</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rgbClr val="000000"/>
                </a:solidFill>
                <a:effectLst/>
                <a:uLnTx/>
                <a:uFillTx/>
                <a:latin typeface="Energy"/>
                <a:ea typeface="+mn-ea"/>
                <a:cs typeface="+mn-cs"/>
              </a:rPr>
              <a:t>Integrate teams into a streamlined delivery structure</a:t>
            </a:r>
          </a:p>
        </p:txBody>
      </p:sp>
      <p:sp>
        <p:nvSpPr>
          <p:cNvPr id="29" name="Rectangle 28">
            <a:extLst>
              <a:ext uri="{FF2B5EF4-FFF2-40B4-BE49-F238E27FC236}">
                <a16:creationId xmlns:a16="http://schemas.microsoft.com/office/drawing/2014/main" id="{9043CD2D-B400-9AB9-0866-ABF668E46981}"/>
              </a:ext>
            </a:extLst>
          </p:cNvPr>
          <p:cNvSpPr/>
          <p:nvPr/>
        </p:nvSpPr>
        <p:spPr>
          <a:xfrm>
            <a:off x="8253977" y="1907079"/>
            <a:ext cx="2016456" cy="2743200"/>
          </a:xfrm>
          <a:prstGeom prst="rect">
            <a:avLst/>
          </a:prstGeom>
          <a:solidFill>
            <a:srgbClr val="55C3F0">
              <a:lumMod val="20000"/>
              <a:lumOff val="80000"/>
            </a:srgbClr>
          </a:solidFill>
          <a:ln w="19050" cap="flat" cmpd="sng" algn="ctr">
            <a:solidFill>
              <a:srgbClr val="55C3F0"/>
            </a:solidFill>
            <a:prstDash val="solid"/>
            <a:miter lim="800000"/>
          </a:ln>
          <a:effectLst/>
        </p:spPr>
        <p:txBody>
          <a:bodyPr tIns="182880"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Application of tech to complex activities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sng" strike="noStrike" kern="0" cap="none" spc="0" normalizeH="0" baseline="0" noProof="0">
                <a:ln>
                  <a:noFill/>
                </a:ln>
                <a:solidFill>
                  <a:sysClr val="windowText" lastClr="000000"/>
                </a:solidFill>
                <a:effectLst/>
                <a:uLnTx/>
                <a:uFillTx/>
                <a:latin typeface="Energy"/>
                <a:ea typeface="+mn-ea"/>
                <a:cs typeface="+mn-cs"/>
              </a:rPr>
              <a:t>High volume </a:t>
            </a:r>
            <a:r>
              <a:rPr kumimoji="0" lang="en-US" sz="1300" b="0" i="0" u="none" strike="noStrike" kern="0" cap="none" spc="0" normalizeH="0" baseline="0" noProof="0">
                <a:ln>
                  <a:noFill/>
                </a:ln>
                <a:solidFill>
                  <a:sysClr val="windowText" lastClr="000000"/>
                </a:solidFill>
                <a:effectLst/>
                <a:uLnTx/>
                <a:uFillTx/>
                <a:latin typeface="Energy"/>
                <a:ea typeface="+mn-ea"/>
                <a:cs typeface="+mn-cs"/>
              </a:rPr>
              <a:t>activities and transactions that are highly definable</a:t>
            </a:r>
          </a:p>
        </p:txBody>
      </p:sp>
      <p:sp>
        <p:nvSpPr>
          <p:cNvPr id="30" name="Rectangle: Rounded Corners 29">
            <a:extLst>
              <a:ext uri="{FF2B5EF4-FFF2-40B4-BE49-F238E27FC236}">
                <a16:creationId xmlns:a16="http://schemas.microsoft.com/office/drawing/2014/main" id="{26DEDFBE-D1E5-5D68-B871-BCADBDBFCDC3}"/>
              </a:ext>
            </a:extLst>
          </p:cNvPr>
          <p:cNvSpPr/>
          <p:nvPr/>
        </p:nvSpPr>
        <p:spPr>
          <a:xfrm>
            <a:off x="1862362" y="1377510"/>
            <a:ext cx="2020824" cy="548640"/>
          </a:xfrm>
          <a:prstGeom prst="roundRect">
            <a:avLst/>
          </a:prstGeom>
          <a:noFill/>
          <a:ln w="12700" cap="flat" cmpd="sng" algn="ctr">
            <a:noFill/>
            <a:prstDash val="solid"/>
            <a:miter lim="800000"/>
          </a:ln>
          <a:effectLst/>
        </p:spPr>
        <p:txBody>
          <a:bodyPr lIns="109728"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50" normalizeH="0" baseline="0" noProof="0">
                <a:ln>
                  <a:noFill/>
                </a:ln>
                <a:solidFill>
                  <a:srgbClr val="415A6C"/>
                </a:solidFill>
                <a:effectLst/>
                <a:uLnTx/>
                <a:uFillTx/>
                <a:latin typeface="Energy"/>
                <a:ea typeface="+mn-ea"/>
                <a:cs typeface="+mn-cs"/>
              </a:rPr>
              <a:t>Eliminate</a:t>
            </a:r>
          </a:p>
        </p:txBody>
      </p:sp>
      <p:sp>
        <p:nvSpPr>
          <p:cNvPr id="31" name="Rectangle: Rounded Corners 30">
            <a:extLst>
              <a:ext uri="{FF2B5EF4-FFF2-40B4-BE49-F238E27FC236}">
                <a16:creationId xmlns:a16="http://schemas.microsoft.com/office/drawing/2014/main" id="{24401D40-4108-08A4-D368-12604F440062}"/>
              </a:ext>
            </a:extLst>
          </p:cNvPr>
          <p:cNvSpPr/>
          <p:nvPr/>
        </p:nvSpPr>
        <p:spPr>
          <a:xfrm>
            <a:off x="6123438" y="1377510"/>
            <a:ext cx="2020824" cy="548640"/>
          </a:xfrm>
          <a:prstGeom prst="roundRect">
            <a:avLst/>
          </a:prstGeom>
          <a:noFill/>
          <a:ln w="12700" cap="flat" cmpd="sng" algn="ctr">
            <a:noFill/>
            <a:prstDash val="solid"/>
            <a:miter lim="800000"/>
          </a:ln>
          <a:effectLst/>
        </p:spPr>
        <p:txBody>
          <a:bodyPr lIns="109728"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50" normalizeH="0" baseline="0" noProof="0">
                <a:ln>
                  <a:noFill/>
                </a:ln>
                <a:solidFill>
                  <a:srgbClr val="FF007F"/>
                </a:solidFill>
                <a:effectLst/>
                <a:uLnTx/>
                <a:uFillTx/>
                <a:latin typeface="Energy"/>
                <a:ea typeface="+mn-ea"/>
                <a:cs typeface="+mn-cs"/>
              </a:rPr>
              <a:t> Standardize </a:t>
            </a:r>
          </a:p>
        </p:txBody>
      </p:sp>
      <p:sp>
        <p:nvSpPr>
          <p:cNvPr id="32" name="Rectangle: Rounded Corners 31">
            <a:extLst>
              <a:ext uri="{FF2B5EF4-FFF2-40B4-BE49-F238E27FC236}">
                <a16:creationId xmlns:a16="http://schemas.microsoft.com/office/drawing/2014/main" id="{617455C4-65F6-5BFE-386D-F39183C88F43}"/>
              </a:ext>
            </a:extLst>
          </p:cNvPr>
          <p:cNvSpPr/>
          <p:nvPr/>
        </p:nvSpPr>
        <p:spPr>
          <a:xfrm>
            <a:off x="8253976" y="1377510"/>
            <a:ext cx="2020824" cy="548640"/>
          </a:xfrm>
          <a:prstGeom prst="roundRect">
            <a:avLst/>
          </a:prstGeom>
          <a:noFill/>
          <a:ln w="12700" cap="flat" cmpd="sng" algn="ctr">
            <a:noFill/>
            <a:prstDash val="solid"/>
            <a:miter lim="800000"/>
          </a:ln>
          <a:effectLst/>
        </p:spPr>
        <p:txBody>
          <a:bodyPr lIns="109728"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50" normalizeH="0" baseline="0" noProof="0">
                <a:ln>
                  <a:noFill/>
                </a:ln>
                <a:solidFill>
                  <a:srgbClr val="55C3F0"/>
                </a:solidFill>
                <a:effectLst/>
                <a:uLnTx/>
                <a:uFillTx/>
                <a:latin typeface="Energy"/>
                <a:ea typeface="+mn-ea"/>
                <a:cs typeface="+mn-cs"/>
              </a:rPr>
              <a:t>Automate</a:t>
            </a:r>
          </a:p>
        </p:txBody>
      </p:sp>
      <p:sp>
        <p:nvSpPr>
          <p:cNvPr id="33" name="Rectangle 32">
            <a:extLst>
              <a:ext uri="{FF2B5EF4-FFF2-40B4-BE49-F238E27FC236}">
                <a16:creationId xmlns:a16="http://schemas.microsoft.com/office/drawing/2014/main" id="{37EBA48C-8923-C6B9-8DCC-B3EA18ECE6D0}"/>
              </a:ext>
            </a:extLst>
          </p:cNvPr>
          <p:cNvSpPr/>
          <p:nvPr/>
        </p:nvSpPr>
        <p:spPr>
          <a:xfrm>
            <a:off x="10745167" y="2436186"/>
            <a:ext cx="1174837" cy="1836421"/>
          </a:xfrm>
          <a:prstGeom prst="rect">
            <a:avLst/>
          </a:prstGeom>
          <a:solidFill>
            <a:srgbClr val="FF007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ysClr val="windowText" lastClr="000000"/>
              </a:solidFill>
              <a:effectLst/>
              <a:uLnTx/>
              <a:uFillTx/>
              <a:latin typeface="Energy"/>
              <a:ea typeface="+mn-ea"/>
              <a:cs typeface="+mn-cs"/>
            </a:endParaRPr>
          </a:p>
        </p:txBody>
      </p:sp>
      <p:sp>
        <p:nvSpPr>
          <p:cNvPr id="34" name="TextBox 33">
            <a:extLst>
              <a:ext uri="{FF2B5EF4-FFF2-40B4-BE49-F238E27FC236}">
                <a16:creationId xmlns:a16="http://schemas.microsoft.com/office/drawing/2014/main" id="{3F2BA4E3-5458-C3A0-D3CC-BF3B79B07E1E}"/>
              </a:ext>
            </a:extLst>
          </p:cNvPr>
          <p:cNvSpPr txBox="1"/>
          <p:nvPr/>
        </p:nvSpPr>
        <p:spPr>
          <a:xfrm>
            <a:off x="10758536" y="2431067"/>
            <a:ext cx="1150502" cy="830997"/>
          </a:xfrm>
          <a:prstGeom prst="rect">
            <a:avLst/>
          </a:prstGeom>
          <a:noFill/>
        </p:spPr>
        <p:txBody>
          <a:bodyPr wrap="square">
            <a:spAutoFit/>
          </a:bodyPr>
          <a:lstStyle/>
          <a:p>
            <a:pPr algn="ctr">
              <a:defRPr/>
            </a:pPr>
            <a:r>
              <a:rPr lang="en-US" sz="1600">
                <a:solidFill>
                  <a:srgbClr val="FFFFFF"/>
                </a:solidFill>
                <a:latin typeface="Energy"/>
              </a:rPr>
              <a:t>Future </a:t>
            </a:r>
          </a:p>
          <a:p>
            <a:pPr algn="ctr">
              <a:defRPr/>
            </a:pPr>
            <a:r>
              <a:rPr lang="en-US" sz="1600">
                <a:solidFill>
                  <a:srgbClr val="FFFFFF"/>
                </a:solidFill>
                <a:latin typeface="Energy"/>
              </a:rPr>
              <a:t>Process </a:t>
            </a:r>
          </a:p>
          <a:p>
            <a:pPr algn="ctr">
              <a:defRPr/>
            </a:pPr>
            <a:r>
              <a:rPr lang="en-US" sz="1600">
                <a:solidFill>
                  <a:srgbClr val="FFFFFF"/>
                </a:solidFill>
                <a:latin typeface="Energy"/>
              </a:rPr>
              <a:t>(“to-be”)</a:t>
            </a:r>
          </a:p>
        </p:txBody>
      </p:sp>
      <p:pic>
        <p:nvPicPr>
          <p:cNvPr id="35" name="Graphic 34" descr="Blockchain with solid fill">
            <a:extLst>
              <a:ext uri="{FF2B5EF4-FFF2-40B4-BE49-F238E27FC236}">
                <a16:creationId xmlns:a16="http://schemas.microsoft.com/office/drawing/2014/main" id="{39C21AC4-795A-F206-392D-3835EC4ECB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34650" y="3319939"/>
            <a:ext cx="830997" cy="830997"/>
          </a:xfrm>
          <a:prstGeom prst="rect">
            <a:avLst/>
          </a:prstGeom>
        </p:spPr>
      </p:pic>
      <p:sp>
        <p:nvSpPr>
          <p:cNvPr id="36" name="Isosceles Triangle 35">
            <a:extLst>
              <a:ext uri="{FF2B5EF4-FFF2-40B4-BE49-F238E27FC236}">
                <a16:creationId xmlns:a16="http://schemas.microsoft.com/office/drawing/2014/main" id="{3503448D-FB98-D0DF-0FCD-304715825C99}"/>
              </a:ext>
            </a:extLst>
          </p:cNvPr>
          <p:cNvSpPr/>
          <p:nvPr/>
        </p:nvSpPr>
        <p:spPr>
          <a:xfrm rot="5400000">
            <a:off x="1095644" y="3189832"/>
            <a:ext cx="1143657" cy="236588"/>
          </a:xfrm>
          <a:prstGeom prst="triangle">
            <a:avLst/>
          </a:prstGeom>
          <a:solidFill>
            <a:srgbClr val="415A6C">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ysClr val="windowText" lastClr="000000"/>
              </a:solidFill>
              <a:effectLst/>
              <a:uLnTx/>
              <a:uFillTx/>
              <a:latin typeface="Energy"/>
              <a:ea typeface="+mn-ea"/>
              <a:cs typeface="+mn-cs"/>
            </a:endParaRPr>
          </a:p>
        </p:txBody>
      </p:sp>
      <p:sp>
        <p:nvSpPr>
          <p:cNvPr id="37" name="Isosceles Triangle 36">
            <a:extLst>
              <a:ext uri="{FF2B5EF4-FFF2-40B4-BE49-F238E27FC236}">
                <a16:creationId xmlns:a16="http://schemas.microsoft.com/office/drawing/2014/main" id="{8B94658F-3702-8FF5-E257-328871CE0CC8}"/>
              </a:ext>
            </a:extLst>
          </p:cNvPr>
          <p:cNvSpPr/>
          <p:nvPr/>
        </p:nvSpPr>
        <p:spPr>
          <a:xfrm rot="5400000">
            <a:off x="9942656" y="3189832"/>
            <a:ext cx="1143657" cy="236588"/>
          </a:xfrm>
          <a:prstGeom prst="triangle">
            <a:avLst/>
          </a:prstGeom>
          <a:solidFill>
            <a:srgbClr val="415A6C">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ysClr val="windowText" lastClr="000000"/>
              </a:solidFill>
              <a:effectLst/>
              <a:uLnTx/>
              <a:uFillTx/>
              <a:latin typeface="Energy"/>
              <a:ea typeface="+mn-ea"/>
              <a:cs typeface="+mn-cs"/>
            </a:endParaRPr>
          </a:p>
        </p:txBody>
      </p:sp>
      <p:sp>
        <p:nvSpPr>
          <p:cNvPr id="38" name="Rectangle 37">
            <a:extLst>
              <a:ext uri="{FF2B5EF4-FFF2-40B4-BE49-F238E27FC236}">
                <a16:creationId xmlns:a16="http://schemas.microsoft.com/office/drawing/2014/main" id="{9389CA13-4ED7-8517-3EBF-BDD457CC2BEF}"/>
              </a:ext>
            </a:extLst>
          </p:cNvPr>
          <p:cNvSpPr/>
          <p:nvPr/>
        </p:nvSpPr>
        <p:spPr>
          <a:xfrm>
            <a:off x="3998436" y="1907079"/>
            <a:ext cx="2016456" cy="2743200"/>
          </a:xfrm>
          <a:prstGeom prst="rect">
            <a:avLst/>
          </a:prstGeom>
          <a:solidFill>
            <a:srgbClr val="F08C2A">
              <a:lumMod val="20000"/>
              <a:lumOff val="80000"/>
            </a:srgbClr>
          </a:solidFill>
          <a:ln w="19050" cap="flat" cmpd="sng" algn="ctr">
            <a:solidFill>
              <a:srgbClr val="F08C2A"/>
            </a:solidFill>
            <a:prstDash val="solid"/>
            <a:miter lim="800000"/>
          </a:ln>
          <a:effectLst/>
        </p:spPr>
        <p:txBody>
          <a:bodyPr tIns="182880"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0" cap="none" spc="0" normalizeH="0" baseline="0" noProof="0">
                <a:ln>
                  <a:noFill/>
                </a:ln>
                <a:solidFill>
                  <a:sysClr val="windowText" lastClr="000000"/>
                </a:solidFill>
                <a:effectLst/>
                <a:uLnTx/>
                <a:uFillTx/>
                <a:latin typeface="Energy"/>
                <a:ea typeface="+mn-ea"/>
                <a:cs typeface="+mn-cs"/>
              </a:rPr>
              <a:t>Repurpose / shift activity to an alternative team or sector</a:t>
            </a:r>
          </a:p>
        </p:txBody>
      </p:sp>
      <p:sp>
        <p:nvSpPr>
          <p:cNvPr id="39" name="Rectangle: Rounded Corners 38">
            <a:extLst>
              <a:ext uri="{FF2B5EF4-FFF2-40B4-BE49-F238E27FC236}">
                <a16:creationId xmlns:a16="http://schemas.microsoft.com/office/drawing/2014/main" id="{DE527929-60A3-1F90-87FA-FD0688521275}"/>
              </a:ext>
            </a:extLst>
          </p:cNvPr>
          <p:cNvSpPr/>
          <p:nvPr/>
        </p:nvSpPr>
        <p:spPr>
          <a:xfrm>
            <a:off x="3992900" y="1377510"/>
            <a:ext cx="2020824" cy="548640"/>
          </a:xfrm>
          <a:prstGeom prst="roundRect">
            <a:avLst/>
          </a:prstGeom>
          <a:noFill/>
          <a:ln w="12700" cap="flat" cmpd="sng" algn="ctr">
            <a:noFill/>
            <a:prstDash val="solid"/>
            <a:miter lim="800000"/>
          </a:ln>
          <a:effectLst/>
        </p:spPr>
        <p:txBody>
          <a:bodyPr lIns="109728"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50" normalizeH="0" baseline="0" noProof="0">
                <a:ln>
                  <a:noFill/>
                </a:ln>
                <a:solidFill>
                  <a:srgbClr val="F08C2A"/>
                </a:solidFill>
                <a:effectLst/>
                <a:uLnTx/>
                <a:uFillTx/>
                <a:latin typeface="Energy"/>
                <a:ea typeface="+mn-ea"/>
                <a:cs typeface="+mn-cs"/>
              </a:rPr>
              <a:t>Shift</a:t>
            </a:r>
          </a:p>
        </p:txBody>
      </p:sp>
    </p:spTree>
    <p:extLst>
      <p:ext uri="{BB962C8B-B14F-4D97-AF65-F5344CB8AC3E}">
        <p14:creationId xmlns:p14="http://schemas.microsoft.com/office/powerpoint/2010/main" val="925789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887E7-96A1-9A9D-EA43-813069010D7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A6BE1E8-EECC-754D-661B-49079EE89922}"/>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3E5DB85C-BCA0-5BE6-1059-DBABC9F8854D}"/>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6CD3D0A9-EF76-DFBC-E326-999B7CB0C9E5}"/>
              </a:ext>
            </a:extLst>
          </p:cNvPr>
          <p:cNvSpPr>
            <a:spLocks noGrp="1"/>
          </p:cNvSpPr>
          <p:nvPr>
            <p:ph type="sldNum" sz="quarter" idx="19"/>
          </p:nvPr>
        </p:nvSpPr>
        <p:spPr/>
        <p:txBody>
          <a:bodyPr/>
          <a:lstStyle/>
          <a:p>
            <a:fld id="{94FCA0F3-9F3A-694B-99BB-0E592A797735}" type="slidenum">
              <a:rPr lang="en-US" smtClean="0"/>
              <a:t>11</a:t>
            </a:fld>
            <a:endParaRPr lang="en-US"/>
          </a:p>
        </p:txBody>
      </p:sp>
      <p:pic>
        <p:nvPicPr>
          <p:cNvPr id="3" name="Picture 2">
            <a:extLst>
              <a:ext uri="{FF2B5EF4-FFF2-40B4-BE49-F238E27FC236}">
                <a16:creationId xmlns:a16="http://schemas.microsoft.com/office/drawing/2014/main" id="{AD82EFFA-A65C-8582-19A3-19D090BDBA9E}"/>
              </a:ext>
            </a:extLst>
          </p:cNvPr>
          <p:cNvPicPr>
            <a:picLocks noChangeAspect="1"/>
          </p:cNvPicPr>
          <p:nvPr/>
        </p:nvPicPr>
        <p:blipFill>
          <a:blip r:embed="rId2"/>
          <a:stretch>
            <a:fillRect/>
          </a:stretch>
        </p:blipFill>
        <p:spPr>
          <a:xfrm>
            <a:off x="2130221" y="1189912"/>
            <a:ext cx="7931558" cy="4766046"/>
          </a:xfrm>
          <a:prstGeom prst="rect">
            <a:avLst/>
          </a:prstGeom>
        </p:spPr>
      </p:pic>
    </p:spTree>
    <p:extLst>
      <p:ext uri="{BB962C8B-B14F-4D97-AF65-F5344CB8AC3E}">
        <p14:creationId xmlns:p14="http://schemas.microsoft.com/office/powerpoint/2010/main" val="2004261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9DA35-4DFD-EB6F-49CB-E140C3A0A47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8AF196B-74A4-CDD0-9959-728B673EB70E}"/>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2D0D9F23-4F5B-C0A7-1C08-757F554E57BD}"/>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5FCA7FA0-D780-4FB8-AF11-CCB5EC44820E}"/>
              </a:ext>
            </a:extLst>
          </p:cNvPr>
          <p:cNvSpPr>
            <a:spLocks noGrp="1"/>
          </p:cNvSpPr>
          <p:nvPr>
            <p:ph type="sldNum" sz="quarter" idx="19"/>
          </p:nvPr>
        </p:nvSpPr>
        <p:spPr/>
        <p:txBody>
          <a:bodyPr/>
          <a:lstStyle/>
          <a:p>
            <a:fld id="{94FCA0F3-9F3A-694B-99BB-0E592A797735}" type="slidenum">
              <a:rPr lang="en-US" smtClean="0"/>
              <a:t>12</a:t>
            </a:fld>
            <a:endParaRPr lang="en-US"/>
          </a:p>
        </p:txBody>
      </p:sp>
      <p:pic>
        <p:nvPicPr>
          <p:cNvPr id="4" name="Picture 3">
            <a:extLst>
              <a:ext uri="{FF2B5EF4-FFF2-40B4-BE49-F238E27FC236}">
                <a16:creationId xmlns:a16="http://schemas.microsoft.com/office/drawing/2014/main" id="{41ABDB16-CB46-4535-DC4B-62C23041F562}"/>
              </a:ext>
            </a:extLst>
          </p:cNvPr>
          <p:cNvPicPr>
            <a:picLocks noChangeAspect="1"/>
          </p:cNvPicPr>
          <p:nvPr/>
        </p:nvPicPr>
        <p:blipFill>
          <a:blip r:embed="rId2"/>
          <a:stretch>
            <a:fillRect/>
          </a:stretch>
        </p:blipFill>
        <p:spPr>
          <a:xfrm>
            <a:off x="1989460" y="777240"/>
            <a:ext cx="8026813" cy="5450225"/>
          </a:xfrm>
          <a:prstGeom prst="rect">
            <a:avLst/>
          </a:prstGeom>
        </p:spPr>
      </p:pic>
    </p:spTree>
    <p:extLst>
      <p:ext uri="{BB962C8B-B14F-4D97-AF65-F5344CB8AC3E}">
        <p14:creationId xmlns:p14="http://schemas.microsoft.com/office/powerpoint/2010/main" val="894706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D672-AB67-849F-2EBD-98F72F4B2DE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5704D8B-6DD7-18BE-89FE-D54579642190}"/>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615263A7-D517-200B-B32E-CC141668CCDD}"/>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B167D117-7B2B-9832-FCE6-0720640EFB1F}"/>
              </a:ext>
            </a:extLst>
          </p:cNvPr>
          <p:cNvSpPr>
            <a:spLocks noGrp="1"/>
          </p:cNvSpPr>
          <p:nvPr>
            <p:ph type="sldNum" sz="quarter" idx="19"/>
          </p:nvPr>
        </p:nvSpPr>
        <p:spPr/>
        <p:txBody>
          <a:bodyPr/>
          <a:lstStyle/>
          <a:p>
            <a:fld id="{94FCA0F3-9F3A-694B-99BB-0E592A797735}" type="slidenum">
              <a:rPr lang="en-US" smtClean="0"/>
              <a:t>13</a:t>
            </a:fld>
            <a:endParaRPr lang="en-US"/>
          </a:p>
        </p:txBody>
      </p:sp>
      <p:pic>
        <p:nvPicPr>
          <p:cNvPr id="3" name="Picture 2">
            <a:extLst>
              <a:ext uri="{FF2B5EF4-FFF2-40B4-BE49-F238E27FC236}">
                <a16:creationId xmlns:a16="http://schemas.microsoft.com/office/drawing/2014/main" id="{96F3B1FF-4ACD-6A0B-BAAE-405B650A7628}"/>
              </a:ext>
            </a:extLst>
          </p:cNvPr>
          <p:cNvPicPr>
            <a:picLocks noChangeAspect="1"/>
          </p:cNvPicPr>
          <p:nvPr/>
        </p:nvPicPr>
        <p:blipFill>
          <a:blip r:embed="rId2"/>
          <a:stretch>
            <a:fillRect/>
          </a:stretch>
        </p:blipFill>
        <p:spPr>
          <a:xfrm>
            <a:off x="2095294" y="926756"/>
            <a:ext cx="8001411" cy="5351085"/>
          </a:xfrm>
          <a:prstGeom prst="rect">
            <a:avLst/>
          </a:prstGeom>
        </p:spPr>
      </p:pic>
    </p:spTree>
    <p:extLst>
      <p:ext uri="{BB962C8B-B14F-4D97-AF65-F5344CB8AC3E}">
        <p14:creationId xmlns:p14="http://schemas.microsoft.com/office/powerpoint/2010/main" val="3377040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E911-CD20-98CB-17EE-33A8D962E4D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F8B2935-266A-516A-F1E9-804622E1E6D5}"/>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264CCA81-D210-97C4-F87E-30EAD9033B09}"/>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85063268-898B-1E3D-3524-58B8AD95333F}"/>
              </a:ext>
            </a:extLst>
          </p:cNvPr>
          <p:cNvSpPr>
            <a:spLocks noGrp="1"/>
          </p:cNvSpPr>
          <p:nvPr>
            <p:ph type="sldNum" sz="quarter" idx="19"/>
          </p:nvPr>
        </p:nvSpPr>
        <p:spPr/>
        <p:txBody>
          <a:bodyPr/>
          <a:lstStyle/>
          <a:p>
            <a:fld id="{94FCA0F3-9F3A-694B-99BB-0E592A797735}" type="slidenum">
              <a:rPr lang="en-US" smtClean="0"/>
              <a:t>14</a:t>
            </a:fld>
            <a:endParaRPr lang="en-US"/>
          </a:p>
        </p:txBody>
      </p:sp>
      <p:pic>
        <p:nvPicPr>
          <p:cNvPr id="3" name="Picture 2">
            <a:extLst>
              <a:ext uri="{FF2B5EF4-FFF2-40B4-BE49-F238E27FC236}">
                <a16:creationId xmlns:a16="http://schemas.microsoft.com/office/drawing/2014/main" id="{4BD28CAB-2176-1ADE-ED55-A1BEE9D41CC0}"/>
              </a:ext>
            </a:extLst>
          </p:cNvPr>
          <p:cNvPicPr>
            <a:picLocks noChangeAspect="1"/>
          </p:cNvPicPr>
          <p:nvPr/>
        </p:nvPicPr>
        <p:blipFill>
          <a:blip r:embed="rId2"/>
          <a:stretch>
            <a:fillRect/>
          </a:stretch>
        </p:blipFill>
        <p:spPr>
          <a:xfrm>
            <a:off x="2095294" y="926756"/>
            <a:ext cx="8001411" cy="5351085"/>
          </a:xfrm>
          <a:prstGeom prst="rect">
            <a:avLst/>
          </a:prstGeom>
        </p:spPr>
      </p:pic>
    </p:spTree>
    <p:extLst>
      <p:ext uri="{BB962C8B-B14F-4D97-AF65-F5344CB8AC3E}">
        <p14:creationId xmlns:p14="http://schemas.microsoft.com/office/powerpoint/2010/main" val="2561393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A8D15-2D4B-FF44-0258-669617EBE73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39F63E1-E6B6-D1DC-ED59-3B35A80F5B0E}"/>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B1EC5771-B68F-EA3E-0882-10261F20D858}"/>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09157134-9961-FD27-77ED-6414446FDB77}"/>
              </a:ext>
            </a:extLst>
          </p:cNvPr>
          <p:cNvSpPr>
            <a:spLocks noGrp="1"/>
          </p:cNvSpPr>
          <p:nvPr>
            <p:ph type="sldNum" sz="quarter" idx="19"/>
          </p:nvPr>
        </p:nvSpPr>
        <p:spPr/>
        <p:txBody>
          <a:bodyPr/>
          <a:lstStyle/>
          <a:p>
            <a:fld id="{94FCA0F3-9F3A-694B-99BB-0E592A797735}" type="slidenum">
              <a:rPr lang="en-US" smtClean="0"/>
              <a:t>15</a:t>
            </a:fld>
            <a:endParaRPr lang="en-US"/>
          </a:p>
        </p:txBody>
      </p:sp>
      <p:pic>
        <p:nvPicPr>
          <p:cNvPr id="4" name="Picture 3">
            <a:extLst>
              <a:ext uri="{FF2B5EF4-FFF2-40B4-BE49-F238E27FC236}">
                <a16:creationId xmlns:a16="http://schemas.microsoft.com/office/drawing/2014/main" id="{729D1852-581F-8549-CE4E-9A117224CF0E}"/>
              </a:ext>
            </a:extLst>
          </p:cNvPr>
          <p:cNvPicPr>
            <a:picLocks noChangeAspect="1"/>
          </p:cNvPicPr>
          <p:nvPr/>
        </p:nvPicPr>
        <p:blipFill>
          <a:blip r:embed="rId2"/>
          <a:stretch>
            <a:fillRect/>
          </a:stretch>
        </p:blipFill>
        <p:spPr>
          <a:xfrm>
            <a:off x="2082593" y="905933"/>
            <a:ext cx="8026813" cy="5526771"/>
          </a:xfrm>
          <a:prstGeom prst="rect">
            <a:avLst/>
          </a:prstGeom>
        </p:spPr>
      </p:pic>
    </p:spTree>
    <p:extLst>
      <p:ext uri="{BB962C8B-B14F-4D97-AF65-F5344CB8AC3E}">
        <p14:creationId xmlns:p14="http://schemas.microsoft.com/office/powerpoint/2010/main" val="2650990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A207D-CC2B-79D7-ED44-FB9D3CE40B5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AA14DA-D848-09E6-ED3E-37551E59C78D}"/>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CC917332-72E1-C8CD-3D26-901181F19A78}"/>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7280AE1C-ED36-E4CC-4E64-D231A0113CEF}"/>
              </a:ext>
            </a:extLst>
          </p:cNvPr>
          <p:cNvSpPr>
            <a:spLocks noGrp="1"/>
          </p:cNvSpPr>
          <p:nvPr>
            <p:ph type="sldNum" sz="quarter" idx="19"/>
          </p:nvPr>
        </p:nvSpPr>
        <p:spPr/>
        <p:txBody>
          <a:bodyPr/>
          <a:lstStyle/>
          <a:p>
            <a:fld id="{94FCA0F3-9F3A-694B-99BB-0E592A797735}" type="slidenum">
              <a:rPr lang="en-US" smtClean="0"/>
              <a:t>16</a:t>
            </a:fld>
            <a:endParaRPr lang="en-US"/>
          </a:p>
        </p:txBody>
      </p:sp>
      <p:pic>
        <p:nvPicPr>
          <p:cNvPr id="3" name="Picture 2">
            <a:extLst>
              <a:ext uri="{FF2B5EF4-FFF2-40B4-BE49-F238E27FC236}">
                <a16:creationId xmlns:a16="http://schemas.microsoft.com/office/drawing/2014/main" id="{8C38A120-96C9-5498-2EBC-98AC49257650}"/>
              </a:ext>
            </a:extLst>
          </p:cNvPr>
          <p:cNvPicPr>
            <a:picLocks noChangeAspect="1"/>
          </p:cNvPicPr>
          <p:nvPr/>
        </p:nvPicPr>
        <p:blipFill>
          <a:blip r:embed="rId2"/>
          <a:stretch>
            <a:fillRect/>
          </a:stretch>
        </p:blipFill>
        <p:spPr>
          <a:xfrm>
            <a:off x="2120695" y="875956"/>
            <a:ext cx="7950609" cy="5395535"/>
          </a:xfrm>
          <a:prstGeom prst="rect">
            <a:avLst/>
          </a:prstGeom>
        </p:spPr>
      </p:pic>
    </p:spTree>
    <p:extLst>
      <p:ext uri="{BB962C8B-B14F-4D97-AF65-F5344CB8AC3E}">
        <p14:creationId xmlns:p14="http://schemas.microsoft.com/office/powerpoint/2010/main" val="426325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0D3AD-713F-0579-B9C3-10BE309DF3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73A45F9-CACA-B0FB-76BB-2A8911DF87C3}"/>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470A774C-F826-E7DA-3116-81BA57A070C1}"/>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1518CC4E-D227-1EDC-9896-D52F65D282BC}"/>
              </a:ext>
            </a:extLst>
          </p:cNvPr>
          <p:cNvSpPr>
            <a:spLocks noGrp="1"/>
          </p:cNvSpPr>
          <p:nvPr>
            <p:ph type="sldNum" sz="quarter" idx="19"/>
          </p:nvPr>
        </p:nvSpPr>
        <p:spPr/>
        <p:txBody>
          <a:bodyPr/>
          <a:lstStyle/>
          <a:p>
            <a:fld id="{94FCA0F3-9F3A-694B-99BB-0E592A797735}" type="slidenum">
              <a:rPr lang="en-US" smtClean="0"/>
              <a:t>17</a:t>
            </a:fld>
            <a:endParaRPr lang="en-US"/>
          </a:p>
        </p:txBody>
      </p:sp>
      <p:pic>
        <p:nvPicPr>
          <p:cNvPr id="4" name="Picture 3">
            <a:extLst>
              <a:ext uri="{FF2B5EF4-FFF2-40B4-BE49-F238E27FC236}">
                <a16:creationId xmlns:a16="http://schemas.microsoft.com/office/drawing/2014/main" id="{90DD7725-8DFF-E612-439E-3F7AB886E96A}"/>
              </a:ext>
            </a:extLst>
          </p:cNvPr>
          <p:cNvPicPr>
            <a:picLocks noChangeAspect="1"/>
          </p:cNvPicPr>
          <p:nvPr/>
        </p:nvPicPr>
        <p:blipFill>
          <a:blip r:embed="rId2"/>
          <a:stretch>
            <a:fillRect/>
          </a:stretch>
        </p:blipFill>
        <p:spPr>
          <a:xfrm>
            <a:off x="2270531" y="982133"/>
            <a:ext cx="7588640" cy="5208207"/>
          </a:xfrm>
          <a:prstGeom prst="rect">
            <a:avLst/>
          </a:prstGeom>
        </p:spPr>
      </p:pic>
    </p:spTree>
    <p:extLst>
      <p:ext uri="{BB962C8B-B14F-4D97-AF65-F5344CB8AC3E}">
        <p14:creationId xmlns:p14="http://schemas.microsoft.com/office/powerpoint/2010/main" val="2427864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44A6B-84ED-42CF-F710-51B3761EA3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F19758F-4F18-5CC6-5784-8805808B0DDD}"/>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Process Maps</a:t>
            </a:r>
          </a:p>
        </p:txBody>
      </p:sp>
      <p:sp>
        <p:nvSpPr>
          <p:cNvPr id="6" name="Date Placeholder 5">
            <a:extLst>
              <a:ext uri="{FF2B5EF4-FFF2-40B4-BE49-F238E27FC236}">
                <a16:creationId xmlns:a16="http://schemas.microsoft.com/office/drawing/2014/main" id="{037C657C-AFAF-5D2B-2D3F-05153505B5E2}"/>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3C267E9B-7DB2-C975-2A2F-905F042FDA68}"/>
              </a:ext>
            </a:extLst>
          </p:cNvPr>
          <p:cNvSpPr>
            <a:spLocks noGrp="1"/>
          </p:cNvSpPr>
          <p:nvPr>
            <p:ph type="sldNum" sz="quarter" idx="19"/>
          </p:nvPr>
        </p:nvSpPr>
        <p:spPr/>
        <p:txBody>
          <a:bodyPr/>
          <a:lstStyle/>
          <a:p>
            <a:fld id="{94FCA0F3-9F3A-694B-99BB-0E592A797735}" type="slidenum">
              <a:rPr lang="en-US" smtClean="0"/>
              <a:t>18</a:t>
            </a:fld>
            <a:endParaRPr lang="en-US"/>
          </a:p>
        </p:txBody>
      </p:sp>
      <p:pic>
        <p:nvPicPr>
          <p:cNvPr id="3" name="Picture 2">
            <a:extLst>
              <a:ext uri="{FF2B5EF4-FFF2-40B4-BE49-F238E27FC236}">
                <a16:creationId xmlns:a16="http://schemas.microsoft.com/office/drawing/2014/main" id="{36F11C18-5EB8-5EE1-D602-284C8593D82B}"/>
              </a:ext>
            </a:extLst>
          </p:cNvPr>
          <p:cNvPicPr>
            <a:picLocks noChangeAspect="1"/>
          </p:cNvPicPr>
          <p:nvPr/>
        </p:nvPicPr>
        <p:blipFill>
          <a:blip r:embed="rId2"/>
          <a:stretch>
            <a:fillRect/>
          </a:stretch>
        </p:blipFill>
        <p:spPr>
          <a:xfrm>
            <a:off x="2170437" y="1028356"/>
            <a:ext cx="7969660" cy="5163756"/>
          </a:xfrm>
          <a:prstGeom prst="rect">
            <a:avLst/>
          </a:prstGeom>
        </p:spPr>
      </p:pic>
    </p:spTree>
    <p:extLst>
      <p:ext uri="{BB962C8B-B14F-4D97-AF65-F5344CB8AC3E}">
        <p14:creationId xmlns:p14="http://schemas.microsoft.com/office/powerpoint/2010/main" val="1683886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9FCB1-6889-CC6F-9971-9A370ED6E0E3}"/>
              </a:ext>
            </a:extLst>
          </p:cNvPr>
          <p:cNvSpPr>
            <a:spLocks noGrp="1"/>
          </p:cNvSpPr>
          <p:nvPr>
            <p:ph type="title"/>
          </p:nvPr>
        </p:nvSpPr>
        <p:spPr/>
        <p:txBody>
          <a:bodyPr/>
          <a:lstStyle/>
          <a:p>
            <a:r>
              <a:rPr lang="en-IN" dirty="0"/>
              <a:t>Placement of General Accounting Activities (1/2)</a:t>
            </a:r>
          </a:p>
        </p:txBody>
      </p:sp>
      <p:sp>
        <p:nvSpPr>
          <p:cNvPr id="5" name="Slide Number Placeholder 4">
            <a:extLst>
              <a:ext uri="{FF2B5EF4-FFF2-40B4-BE49-F238E27FC236}">
                <a16:creationId xmlns:a16="http://schemas.microsoft.com/office/drawing/2014/main" id="{1A7D487E-AA7C-D486-1DF0-89DCA2B7DFCB}"/>
              </a:ext>
            </a:extLst>
          </p:cNvPr>
          <p:cNvSpPr>
            <a:spLocks noGrp="1"/>
          </p:cNvSpPr>
          <p:nvPr>
            <p:ph type="sldNum" sz="quarter" idx="12"/>
          </p:nvPr>
        </p:nvSpPr>
        <p:spPr/>
        <p:txBody>
          <a:bodyPr/>
          <a:lstStyle/>
          <a:p>
            <a:fld id="{94FCA0F3-9F3A-694B-99BB-0E592A797735}" type="slidenum">
              <a:rPr lang="en-US" smtClean="0"/>
              <a:t>19</a:t>
            </a:fld>
            <a:endParaRPr lang="en-US"/>
          </a:p>
        </p:txBody>
      </p:sp>
      <p:sp>
        <p:nvSpPr>
          <p:cNvPr id="6" name="Date Placeholder 5">
            <a:extLst>
              <a:ext uri="{FF2B5EF4-FFF2-40B4-BE49-F238E27FC236}">
                <a16:creationId xmlns:a16="http://schemas.microsoft.com/office/drawing/2014/main" id="{9347BD28-5DA2-58DA-6B49-0FB935DA38DE}"/>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049044EC-6DA9-34C8-9984-0C5FC180EE61}"/>
              </a:ext>
            </a:extLst>
          </p:cNvPr>
          <p:cNvSpPr>
            <a:spLocks noGrp="1"/>
          </p:cNvSpPr>
          <p:nvPr>
            <p:ph type="dgm" sz="quarter" idx="17"/>
          </p:nvPr>
        </p:nvSpPr>
        <p:spPr/>
        <p:txBody>
          <a:bodyPr/>
          <a:lstStyle/>
          <a:p>
            <a:endParaRPr lang="en-IN"/>
          </a:p>
        </p:txBody>
      </p:sp>
      <p:graphicFrame>
        <p:nvGraphicFramePr>
          <p:cNvPr id="10" name="Table 9">
            <a:extLst>
              <a:ext uri="{FF2B5EF4-FFF2-40B4-BE49-F238E27FC236}">
                <a16:creationId xmlns:a16="http://schemas.microsoft.com/office/drawing/2014/main" id="{745CFA1D-41B5-22A1-8F2E-194F8FC1B484}"/>
              </a:ext>
            </a:extLst>
          </p:cNvPr>
          <p:cNvGraphicFramePr>
            <a:graphicFrameLocks noGrp="1"/>
          </p:cNvGraphicFramePr>
          <p:nvPr>
            <p:extLst>
              <p:ext uri="{D42A27DB-BD31-4B8C-83A1-F6EECF244321}">
                <p14:modId xmlns:p14="http://schemas.microsoft.com/office/powerpoint/2010/main" val="2029503962"/>
              </p:ext>
            </p:extLst>
          </p:nvPr>
        </p:nvGraphicFramePr>
        <p:xfrm>
          <a:off x="368595" y="1201731"/>
          <a:ext cx="11382202" cy="1065194"/>
        </p:xfrm>
        <a:graphic>
          <a:graphicData uri="http://schemas.openxmlformats.org/drawingml/2006/table">
            <a:tbl>
              <a:tblPr firstRow="1" bandRow="1"/>
              <a:tblGrid>
                <a:gridCol w="2153390">
                  <a:extLst>
                    <a:ext uri="{9D8B030D-6E8A-4147-A177-3AD203B41FA5}">
                      <a16:colId xmlns:a16="http://schemas.microsoft.com/office/drawing/2014/main" val="66434585"/>
                    </a:ext>
                  </a:extLst>
                </a:gridCol>
                <a:gridCol w="9228812">
                  <a:extLst>
                    <a:ext uri="{9D8B030D-6E8A-4147-A177-3AD203B41FA5}">
                      <a16:colId xmlns:a16="http://schemas.microsoft.com/office/drawing/2014/main" val="1175183258"/>
                    </a:ext>
                  </a:extLst>
                </a:gridCol>
              </a:tblGrid>
              <a:tr h="232609">
                <a:tc gridSpan="2">
                  <a:txBody>
                    <a:bodyPr/>
                    <a:lstStyle>
                      <a:lvl1pPr marL="0" algn="l" defTabSz="914400" rtl="0" eaLnBrk="1" latinLnBrk="0" hangingPunct="1">
                        <a:defRPr sz="1800" b="1" kern="1200">
                          <a:solidFill>
                            <a:schemeClr val="lt1"/>
                          </a:solidFill>
                          <a:latin typeface="Energy"/>
                        </a:defRPr>
                      </a:lvl1pPr>
                      <a:lvl2pPr marL="457200" algn="l" defTabSz="914400" rtl="0" eaLnBrk="1" latinLnBrk="0" hangingPunct="1">
                        <a:defRPr sz="1800" b="1" kern="1200">
                          <a:solidFill>
                            <a:schemeClr val="lt1"/>
                          </a:solidFill>
                          <a:latin typeface="Energy"/>
                        </a:defRPr>
                      </a:lvl2pPr>
                      <a:lvl3pPr marL="914400" algn="l" defTabSz="914400" rtl="0" eaLnBrk="1" latinLnBrk="0" hangingPunct="1">
                        <a:defRPr sz="1800" b="1" kern="1200">
                          <a:solidFill>
                            <a:schemeClr val="lt1"/>
                          </a:solidFill>
                          <a:latin typeface="Energy"/>
                        </a:defRPr>
                      </a:lvl3pPr>
                      <a:lvl4pPr marL="1371600" algn="l" defTabSz="914400" rtl="0" eaLnBrk="1" latinLnBrk="0" hangingPunct="1">
                        <a:defRPr sz="1800" b="1" kern="1200">
                          <a:solidFill>
                            <a:schemeClr val="lt1"/>
                          </a:solidFill>
                          <a:latin typeface="Energy"/>
                        </a:defRPr>
                      </a:lvl4pPr>
                      <a:lvl5pPr marL="1828800" algn="l" defTabSz="914400" rtl="0" eaLnBrk="1" latinLnBrk="0" hangingPunct="1">
                        <a:defRPr sz="1800" b="1" kern="1200">
                          <a:solidFill>
                            <a:schemeClr val="lt1"/>
                          </a:solidFill>
                          <a:latin typeface="Energy"/>
                        </a:defRPr>
                      </a:lvl5pPr>
                      <a:lvl6pPr marL="2286000" algn="l" defTabSz="914400" rtl="0" eaLnBrk="1" latinLnBrk="0" hangingPunct="1">
                        <a:defRPr sz="1800" b="1" kern="1200">
                          <a:solidFill>
                            <a:schemeClr val="lt1"/>
                          </a:solidFill>
                          <a:latin typeface="Energy"/>
                        </a:defRPr>
                      </a:lvl6pPr>
                      <a:lvl7pPr marL="2743200" algn="l" defTabSz="914400" rtl="0" eaLnBrk="1" latinLnBrk="0" hangingPunct="1">
                        <a:defRPr sz="1800" b="1" kern="1200">
                          <a:solidFill>
                            <a:schemeClr val="lt1"/>
                          </a:solidFill>
                          <a:latin typeface="Energy"/>
                        </a:defRPr>
                      </a:lvl7pPr>
                      <a:lvl8pPr marL="3200400" algn="l" defTabSz="914400" rtl="0" eaLnBrk="1" latinLnBrk="0" hangingPunct="1">
                        <a:defRPr sz="1800" b="1" kern="1200">
                          <a:solidFill>
                            <a:schemeClr val="lt1"/>
                          </a:solidFill>
                          <a:latin typeface="Energy"/>
                        </a:defRPr>
                      </a:lvl8pPr>
                      <a:lvl9pPr marL="3657600" algn="l" defTabSz="914400" rtl="0" eaLnBrk="1" latinLnBrk="0" hangingPunct="1">
                        <a:defRPr sz="1800" b="1" kern="1200">
                          <a:solidFill>
                            <a:schemeClr val="lt1"/>
                          </a:solidFill>
                          <a:latin typeface="Energy"/>
                        </a:defRPr>
                      </a:lvl9pPr>
                    </a:lstStyle>
                    <a:p>
                      <a:pPr algn="ctr"/>
                      <a:r>
                        <a:rPr lang="en-US" sz="1100" dirty="0"/>
                        <a:t>Key Components of the Service Delivery Model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tx2"/>
                    </a:solidFill>
                  </a:tcPr>
                </a:tc>
                <a:tc hMerge="1">
                  <a:txBody>
                    <a:bodyPr/>
                    <a:lstStyle/>
                    <a:p>
                      <a:endParaRPr lang="en-US"/>
                    </a:p>
                  </a:txBody>
                  <a:tcPr/>
                </a:tc>
                <a:extLst>
                  <a:ext uri="{0D108BD9-81ED-4DB2-BD59-A6C34878D82A}">
                    <a16:rowId xmlns:a16="http://schemas.microsoft.com/office/drawing/2014/main" val="3158577883"/>
                  </a:ext>
                </a:extLst>
              </a:tr>
              <a:tr h="347385">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r>
                        <a:rPr lang="en-US" sz="1200" b="1" u="sng" dirty="0">
                          <a:solidFill>
                            <a:schemeClr val="bg1"/>
                          </a:solidFill>
                        </a:rPr>
                        <a:t>Process Taxonomy</a:t>
                      </a:r>
                      <a:endParaRPr lang="en-US" sz="1200" b="1" dirty="0">
                        <a:solidFill>
                          <a:schemeClr val="bg1"/>
                        </a:solidFill>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40000"/>
                        <a:lumOff val="60000"/>
                      </a:scheme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r>
                        <a:rPr lang="en-US" sz="1200" dirty="0">
                          <a:solidFill>
                            <a:schemeClr val="bg1"/>
                          </a:solidFill>
                        </a:rPr>
                        <a:t>A hierarchical framework within the Service Delivery Model which standardizes and </a:t>
                      </a:r>
                      <a:r>
                        <a:rPr lang="en-US" sz="1200" dirty="0" err="1">
                          <a:solidFill>
                            <a:schemeClr val="bg1"/>
                          </a:solidFill>
                        </a:rPr>
                        <a:t>categorises</a:t>
                      </a:r>
                      <a:r>
                        <a:rPr lang="en-US" sz="1200" dirty="0">
                          <a:solidFill>
                            <a:schemeClr val="bg1"/>
                          </a:solidFill>
                        </a:rPr>
                        <a:t> all business processes/services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2444487225"/>
                  </a:ext>
                </a:extLst>
              </a:tr>
              <a:tr h="348914">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r>
                        <a:rPr lang="en-US" sz="1200" b="1" u="sng" dirty="0">
                          <a:solidFill>
                            <a:schemeClr val="bg1"/>
                          </a:solidFill>
                        </a:rPr>
                        <a:t>Accountability</a:t>
                      </a:r>
                      <a:endParaRPr lang="en-US" sz="1200" b="0" dirty="0">
                        <a:solidFill>
                          <a:schemeClr val="bg1"/>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r>
                        <a:rPr lang="en-US" sz="1200" dirty="0">
                          <a:solidFill>
                            <a:schemeClr val="bg1"/>
                          </a:solidFill>
                        </a:rPr>
                        <a:t>A section within the Service Delivery Model which provides information on who has ultimate accountability for the services </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082046523"/>
                  </a:ext>
                </a:extLst>
              </a:tr>
            </a:tbl>
          </a:graphicData>
        </a:graphic>
      </p:graphicFrame>
      <p:graphicFrame>
        <p:nvGraphicFramePr>
          <p:cNvPr id="11" name="Table 10">
            <a:extLst>
              <a:ext uri="{FF2B5EF4-FFF2-40B4-BE49-F238E27FC236}">
                <a16:creationId xmlns:a16="http://schemas.microsoft.com/office/drawing/2014/main" id="{C58E6541-59F2-FFA1-B64A-998657A4EE19}"/>
              </a:ext>
            </a:extLst>
          </p:cNvPr>
          <p:cNvGraphicFramePr>
            <a:graphicFrameLocks noGrp="1"/>
          </p:cNvGraphicFramePr>
          <p:nvPr>
            <p:extLst>
              <p:ext uri="{D42A27DB-BD31-4B8C-83A1-F6EECF244321}">
                <p14:modId xmlns:p14="http://schemas.microsoft.com/office/powerpoint/2010/main" val="3620651337"/>
              </p:ext>
            </p:extLst>
          </p:nvPr>
        </p:nvGraphicFramePr>
        <p:xfrm>
          <a:off x="368595" y="2495487"/>
          <a:ext cx="11382203" cy="3724493"/>
        </p:xfrm>
        <a:graphic>
          <a:graphicData uri="http://schemas.openxmlformats.org/drawingml/2006/table">
            <a:tbl>
              <a:tblPr firstRow="1" bandRow="1"/>
              <a:tblGrid>
                <a:gridCol w="5838721">
                  <a:extLst>
                    <a:ext uri="{9D8B030D-6E8A-4147-A177-3AD203B41FA5}">
                      <a16:colId xmlns:a16="http://schemas.microsoft.com/office/drawing/2014/main" val="855661973"/>
                    </a:ext>
                  </a:extLst>
                </a:gridCol>
                <a:gridCol w="2771741">
                  <a:extLst>
                    <a:ext uri="{9D8B030D-6E8A-4147-A177-3AD203B41FA5}">
                      <a16:colId xmlns:a16="http://schemas.microsoft.com/office/drawing/2014/main" val="258757042"/>
                    </a:ext>
                  </a:extLst>
                </a:gridCol>
                <a:gridCol w="2771741">
                  <a:extLst>
                    <a:ext uri="{9D8B030D-6E8A-4147-A177-3AD203B41FA5}">
                      <a16:colId xmlns:a16="http://schemas.microsoft.com/office/drawing/2014/main" val="3911946296"/>
                    </a:ext>
                  </a:extLst>
                </a:gridCol>
              </a:tblGrid>
              <a:tr h="405221">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a:r>
                        <a:rPr lang="en-US" sz="1200" b="1" dirty="0">
                          <a:solidFill>
                            <a:schemeClr val="bg1"/>
                          </a:solidFill>
                        </a:rPr>
                        <a:t>L4 Activities</a:t>
                      </a:r>
                    </a:p>
                  </a:txBody>
                  <a:tcPr marL="0" marR="0" marT="9144" marB="914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a:r>
                        <a:rPr lang="en-US" sz="1200" b="1">
                          <a:solidFill>
                            <a:schemeClr val="bg1"/>
                          </a:solidFill>
                        </a:rPr>
                        <a:t>Ultimate Accountability for L4 performance</a:t>
                      </a:r>
                    </a:p>
                  </a:txBody>
                  <a:tcPr marL="0" marR="0" marT="9144" marB="914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a:r>
                        <a:rPr lang="en-US" sz="1200" b="1" dirty="0">
                          <a:solidFill>
                            <a:schemeClr val="bg1"/>
                          </a:solidFill>
                        </a:rPr>
                        <a:t>Delivery Location</a:t>
                      </a:r>
                    </a:p>
                  </a:txBody>
                  <a:tcPr marL="0" marR="0" marT="9144" marB="914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077893759"/>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Revenue accounting</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2374768103"/>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Lease accounting</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2626039154"/>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Inventory accounting</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1422830995"/>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Journal preparation</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2186952623"/>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Journal processing</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2785207107"/>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General Ledger reconciliations</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105732920"/>
                  </a:ext>
                </a:extLst>
              </a:tr>
              <a:tr h="301752">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l" fontAlgn="t"/>
                      <a:r>
                        <a:rPr lang="en-US" sz="1100" b="0" i="0" u="none" strike="noStrike">
                          <a:solidFill>
                            <a:srgbClr val="000000"/>
                          </a:solidFill>
                          <a:effectLst/>
                          <a:latin typeface="+mn-lt"/>
                        </a:rPr>
                        <a:t>Post bank statement to General Ledger</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fontAlgn="ctr"/>
                      <a:r>
                        <a:rPr lang="en-US" sz="1100" b="0" i="0" u="none" strike="noStrike" dirty="0">
                          <a:solidFill>
                            <a:srgbClr val="000000"/>
                          </a:solidFill>
                          <a:effectLst/>
                          <a:latin typeface="+mn-lt"/>
                        </a:rPr>
                        <a:t>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1367237244"/>
                  </a:ext>
                </a:extLst>
              </a:tr>
              <a:tr h="301752">
                <a:tc>
                  <a:txBody>
                    <a:bodyPr/>
                    <a:lstStyle/>
                    <a:p>
                      <a:pPr algn="l" fontAlgn="t"/>
                      <a:r>
                        <a:rPr lang="en-US" sz="1100" b="0" i="0" u="none" strike="noStrike" dirty="0">
                          <a:solidFill>
                            <a:srgbClr val="000000"/>
                          </a:solidFill>
                          <a:effectLst/>
                          <a:latin typeface="+mn-lt"/>
                        </a:rPr>
                        <a:t>Intercompany route management</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dirty="0">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 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1240831708"/>
                  </a:ext>
                </a:extLst>
              </a:tr>
              <a:tr h="301752">
                <a:tc>
                  <a:txBody>
                    <a:bodyPr/>
                    <a:lstStyle/>
                    <a:p>
                      <a:pPr algn="l" fontAlgn="t"/>
                      <a:r>
                        <a:rPr lang="en-US" sz="1100" b="0" i="0" u="none" strike="noStrike" dirty="0">
                          <a:solidFill>
                            <a:srgbClr val="000000"/>
                          </a:solidFill>
                          <a:effectLst/>
                          <a:latin typeface="+mn-lt"/>
                        </a:rPr>
                        <a:t>Intercompany recharges</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359756996"/>
                  </a:ext>
                </a:extLst>
              </a:tr>
              <a:tr h="301752">
                <a:tc>
                  <a:txBody>
                    <a:bodyPr/>
                    <a:lstStyle/>
                    <a:p>
                      <a:pPr algn="l" fontAlgn="t"/>
                      <a:r>
                        <a:rPr lang="en-US" sz="1100" b="0" i="0" u="none" strike="noStrike" dirty="0">
                          <a:solidFill>
                            <a:srgbClr val="000000"/>
                          </a:solidFill>
                          <a:effectLst/>
                          <a:latin typeface="+mn-lt"/>
                        </a:rPr>
                        <a:t>Intercompany reconciliation</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dirty="0">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4123488810"/>
                  </a:ext>
                </a:extLst>
              </a:tr>
              <a:tr h="301752">
                <a:tc>
                  <a:txBody>
                    <a:bodyPr/>
                    <a:lstStyle/>
                    <a:p>
                      <a:pPr algn="l" fontAlgn="t"/>
                      <a:r>
                        <a:rPr lang="en-US" sz="1100" b="0" i="0" u="none" strike="noStrike" dirty="0">
                          <a:solidFill>
                            <a:srgbClr val="000000"/>
                          </a:solidFill>
                          <a:effectLst/>
                          <a:latin typeface="+mn-lt"/>
                        </a:rPr>
                        <a:t>Intercompany settlements </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3536651502"/>
                  </a:ext>
                </a:extLst>
              </a:tr>
            </a:tbl>
          </a:graphicData>
        </a:graphic>
      </p:graphicFrame>
    </p:spTree>
    <p:extLst>
      <p:ext uri="{BB962C8B-B14F-4D97-AF65-F5344CB8AC3E}">
        <p14:creationId xmlns:p14="http://schemas.microsoft.com/office/powerpoint/2010/main" val="4008896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609FE-6703-B287-6E50-5A8097E9E5B7}"/>
              </a:ext>
            </a:extLst>
          </p:cNvPr>
          <p:cNvSpPr>
            <a:spLocks noGrp="1"/>
          </p:cNvSpPr>
          <p:nvPr>
            <p:ph type="title"/>
          </p:nvPr>
        </p:nvSpPr>
        <p:spPr/>
        <p:txBody>
          <a:bodyPr/>
          <a:lstStyle/>
          <a:p>
            <a:r>
              <a:rPr lang="en-IN" dirty="0"/>
              <a:t>Placement of General Accounting Activities (2/2)</a:t>
            </a:r>
          </a:p>
        </p:txBody>
      </p:sp>
      <p:sp>
        <p:nvSpPr>
          <p:cNvPr id="5" name="Slide Number Placeholder 4">
            <a:extLst>
              <a:ext uri="{FF2B5EF4-FFF2-40B4-BE49-F238E27FC236}">
                <a16:creationId xmlns:a16="http://schemas.microsoft.com/office/drawing/2014/main" id="{9EBCDF2A-33B9-1164-AF75-0863A92DAF05}"/>
              </a:ext>
            </a:extLst>
          </p:cNvPr>
          <p:cNvSpPr>
            <a:spLocks noGrp="1"/>
          </p:cNvSpPr>
          <p:nvPr>
            <p:ph type="sldNum" sz="quarter" idx="12"/>
          </p:nvPr>
        </p:nvSpPr>
        <p:spPr/>
        <p:txBody>
          <a:bodyPr/>
          <a:lstStyle/>
          <a:p>
            <a:fld id="{94FCA0F3-9F3A-694B-99BB-0E592A797735}" type="slidenum">
              <a:rPr lang="en-US" smtClean="0"/>
              <a:t>20</a:t>
            </a:fld>
            <a:endParaRPr lang="en-US"/>
          </a:p>
        </p:txBody>
      </p:sp>
      <p:sp>
        <p:nvSpPr>
          <p:cNvPr id="6" name="Date Placeholder 5">
            <a:extLst>
              <a:ext uri="{FF2B5EF4-FFF2-40B4-BE49-F238E27FC236}">
                <a16:creationId xmlns:a16="http://schemas.microsoft.com/office/drawing/2014/main" id="{D8E122A7-6739-8E69-8BE1-C30188B40302}"/>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7BC83934-C29B-0BDC-A971-7D65D222026F}"/>
              </a:ext>
            </a:extLst>
          </p:cNvPr>
          <p:cNvSpPr>
            <a:spLocks noGrp="1"/>
          </p:cNvSpPr>
          <p:nvPr>
            <p:ph type="dgm" sz="quarter" idx="17"/>
          </p:nvPr>
        </p:nvSpPr>
        <p:spPr/>
        <p:txBody>
          <a:bodyPr/>
          <a:lstStyle/>
          <a:p>
            <a:endParaRPr lang="en-IN"/>
          </a:p>
        </p:txBody>
      </p:sp>
      <p:graphicFrame>
        <p:nvGraphicFramePr>
          <p:cNvPr id="8" name="Table 7">
            <a:extLst>
              <a:ext uri="{FF2B5EF4-FFF2-40B4-BE49-F238E27FC236}">
                <a16:creationId xmlns:a16="http://schemas.microsoft.com/office/drawing/2014/main" id="{C68C838C-8192-6274-B08D-6E45327A095D}"/>
              </a:ext>
            </a:extLst>
          </p:cNvPr>
          <p:cNvGraphicFramePr>
            <a:graphicFrameLocks noGrp="1"/>
          </p:cNvGraphicFramePr>
          <p:nvPr>
            <p:extLst>
              <p:ext uri="{D42A27DB-BD31-4B8C-83A1-F6EECF244321}">
                <p14:modId xmlns:p14="http://schemas.microsoft.com/office/powerpoint/2010/main" val="3739856358"/>
              </p:ext>
            </p:extLst>
          </p:nvPr>
        </p:nvGraphicFramePr>
        <p:xfrm>
          <a:off x="368595" y="1446334"/>
          <a:ext cx="11382203" cy="2215733"/>
        </p:xfrm>
        <a:graphic>
          <a:graphicData uri="http://schemas.openxmlformats.org/drawingml/2006/table">
            <a:tbl>
              <a:tblPr firstRow="1" bandRow="1"/>
              <a:tblGrid>
                <a:gridCol w="5838721">
                  <a:extLst>
                    <a:ext uri="{9D8B030D-6E8A-4147-A177-3AD203B41FA5}">
                      <a16:colId xmlns:a16="http://schemas.microsoft.com/office/drawing/2014/main" val="855661973"/>
                    </a:ext>
                  </a:extLst>
                </a:gridCol>
                <a:gridCol w="2771741">
                  <a:extLst>
                    <a:ext uri="{9D8B030D-6E8A-4147-A177-3AD203B41FA5}">
                      <a16:colId xmlns:a16="http://schemas.microsoft.com/office/drawing/2014/main" val="258757042"/>
                    </a:ext>
                  </a:extLst>
                </a:gridCol>
                <a:gridCol w="2771741">
                  <a:extLst>
                    <a:ext uri="{9D8B030D-6E8A-4147-A177-3AD203B41FA5}">
                      <a16:colId xmlns:a16="http://schemas.microsoft.com/office/drawing/2014/main" val="3911946296"/>
                    </a:ext>
                  </a:extLst>
                </a:gridCol>
              </a:tblGrid>
              <a:tr h="405221">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a:r>
                        <a:rPr lang="en-US" sz="1200" b="1" dirty="0">
                          <a:solidFill>
                            <a:schemeClr val="bg1"/>
                          </a:solidFill>
                        </a:rPr>
                        <a:t>L4 Activities</a:t>
                      </a:r>
                    </a:p>
                  </a:txBody>
                  <a:tcPr marL="0" marR="0" marT="9144" marB="914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a:r>
                        <a:rPr lang="en-US" sz="1200" b="1">
                          <a:solidFill>
                            <a:schemeClr val="bg1"/>
                          </a:solidFill>
                        </a:rPr>
                        <a:t>Ultimate Accountability for L4 performance</a:t>
                      </a:r>
                    </a:p>
                  </a:txBody>
                  <a:tcPr marL="0" marR="0" marT="9144" marB="914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Energy"/>
                        </a:defRPr>
                      </a:lvl1pPr>
                      <a:lvl2pPr marL="457200" algn="l" defTabSz="914400" rtl="0" eaLnBrk="1" latinLnBrk="0" hangingPunct="1">
                        <a:defRPr sz="1800" kern="1200">
                          <a:solidFill>
                            <a:schemeClr val="tx1"/>
                          </a:solidFill>
                          <a:latin typeface="Energy"/>
                        </a:defRPr>
                      </a:lvl2pPr>
                      <a:lvl3pPr marL="914400" algn="l" defTabSz="914400" rtl="0" eaLnBrk="1" latinLnBrk="0" hangingPunct="1">
                        <a:defRPr sz="1800" kern="1200">
                          <a:solidFill>
                            <a:schemeClr val="tx1"/>
                          </a:solidFill>
                          <a:latin typeface="Energy"/>
                        </a:defRPr>
                      </a:lvl3pPr>
                      <a:lvl4pPr marL="1371600" algn="l" defTabSz="914400" rtl="0" eaLnBrk="1" latinLnBrk="0" hangingPunct="1">
                        <a:defRPr sz="1800" kern="1200">
                          <a:solidFill>
                            <a:schemeClr val="tx1"/>
                          </a:solidFill>
                          <a:latin typeface="Energy"/>
                        </a:defRPr>
                      </a:lvl4pPr>
                      <a:lvl5pPr marL="1828800" algn="l" defTabSz="914400" rtl="0" eaLnBrk="1" latinLnBrk="0" hangingPunct="1">
                        <a:defRPr sz="1800" kern="1200">
                          <a:solidFill>
                            <a:schemeClr val="tx1"/>
                          </a:solidFill>
                          <a:latin typeface="Energy"/>
                        </a:defRPr>
                      </a:lvl5pPr>
                      <a:lvl6pPr marL="2286000" algn="l" defTabSz="914400" rtl="0" eaLnBrk="1" latinLnBrk="0" hangingPunct="1">
                        <a:defRPr sz="1800" kern="1200">
                          <a:solidFill>
                            <a:schemeClr val="tx1"/>
                          </a:solidFill>
                          <a:latin typeface="Energy"/>
                        </a:defRPr>
                      </a:lvl6pPr>
                      <a:lvl7pPr marL="2743200" algn="l" defTabSz="914400" rtl="0" eaLnBrk="1" latinLnBrk="0" hangingPunct="1">
                        <a:defRPr sz="1800" kern="1200">
                          <a:solidFill>
                            <a:schemeClr val="tx1"/>
                          </a:solidFill>
                          <a:latin typeface="Energy"/>
                        </a:defRPr>
                      </a:lvl7pPr>
                      <a:lvl8pPr marL="3200400" algn="l" defTabSz="914400" rtl="0" eaLnBrk="1" latinLnBrk="0" hangingPunct="1">
                        <a:defRPr sz="1800" kern="1200">
                          <a:solidFill>
                            <a:schemeClr val="tx1"/>
                          </a:solidFill>
                          <a:latin typeface="Energy"/>
                        </a:defRPr>
                      </a:lvl8pPr>
                      <a:lvl9pPr marL="3657600" algn="l" defTabSz="914400" rtl="0" eaLnBrk="1" latinLnBrk="0" hangingPunct="1">
                        <a:defRPr sz="1800" kern="1200">
                          <a:solidFill>
                            <a:schemeClr val="tx1"/>
                          </a:solidFill>
                          <a:latin typeface="Energy"/>
                        </a:defRPr>
                      </a:lvl9pPr>
                    </a:lstStyle>
                    <a:p>
                      <a:pPr algn="ctr"/>
                      <a:r>
                        <a:rPr lang="en-US" sz="1200" b="1" dirty="0">
                          <a:solidFill>
                            <a:schemeClr val="bg1"/>
                          </a:solidFill>
                        </a:rPr>
                        <a:t>Delivery Location</a:t>
                      </a:r>
                    </a:p>
                  </a:txBody>
                  <a:tcPr marL="0" marR="0" marT="9144" marB="914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077893759"/>
                  </a:ext>
                </a:extLst>
              </a:tr>
              <a:tr h="301752">
                <a:tc>
                  <a:txBody>
                    <a:bodyPr/>
                    <a:lstStyle/>
                    <a:p>
                      <a:pPr algn="l" fontAlgn="t"/>
                      <a:r>
                        <a:rPr lang="en-US" sz="1100" b="0" i="0" u="none" strike="noStrike" dirty="0">
                          <a:solidFill>
                            <a:srgbClr val="000000"/>
                          </a:solidFill>
                          <a:effectLst/>
                          <a:latin typeface="+mn-lt"/>
                        </a:rPr>
                        <a:t>Intercompany profit calculation</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GBS – Captive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2374768103"/>
                  </a:ext>
                </a:extLst>
              </a:tr>
              <a:tr h="301752">
                <a:tc>
                  <a:txBody>
                    <a:bodyPr/>
                    <a:lstStyle/>
                    <a:p>
                      <a:pPr algn="l" fontAlgn="t"/>
                      <a:r>
                        <a:rPr lang="en-US" sz="1100" b="0" i="0" u="none" strike="noStrike" dirty="0">
                          <a:solidFill>
                            <a:srgbClr val="000000"/>
                          </a:solidFill>
                          <a:effectLst/>
                          <a:latin typeface="+mn-lt"/>
                        </a:rPr>
                        <a:t>Disputes resolution</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dirty="0">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Market  / 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2626039154"/>
                  </a:ext>
                </a:extLst>
              </a:tr>
              <a:tr h="301752">
                <a:tc>
                  <a:txBody>
                    <a:bodyPr/>
                    <a:lstStyle/>
                    <a:p>
                      <a:pPr algn="l" fontAlgn="t"/>
                      <a:r>
                        <a:rPr lang="en-US" sz="1100" b="0" i="0" u="none" strike="noStrike" dirty="0">
                          <a:solidFill>
                            <a:srgbClr val="000000"/>
                          </a:solidFill>
                          <a:effectLst/>
                          <a:latin typeface="+mn-lt"/>
                        </a:rPr>
                        <a:t>Open/close periods</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1638340873"/>
                  </a:ext>
                </a:extLst>
              </a:tr>
              <a:tr h="301752">
                <a:tc>
                  <a:txBody>
                    <a:bodyPr/>
                    <a:lstStyle/>
                    <a:p>
                      <a:pPr algn="l" fontAlgn="t"/>
                      <a:r>
                        <a:rPr lang="en-US" sz="1100" b="0" i="0" u="none" strike="noStrike" dirty="0">
                          <a:solidFill>
                            <a:srgbClr val="000000"/>
                          </a:solidFill>
                          <a:effectLst/>
                          <a:latin typeface="+mn-lt"/>
                        </a:rPr>
                        <a:t>Monitor close process</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68862180"/>
                  </a:ext>
                </a:extLst>
              </a:tr>
              <a:tr h="301752">
                <a:tc>
                  <a:txBody>
                    <a:bodyPr/>
                    <a:lstStyle/>
                    <a:p>
                      <a:pPr algn="l" fontAlgn="t"/>
                      <a:r>
                        <a:rPr lang="en-US" sz="1100" b="0" i="0" u="none" strike="noStrike">
                          <a:solidFill>
                            <a:srgbClr val="000000"/>
                          </a:solidFill>
                          <a:effectLst/>
                          <a:latin typeface="+mn-lt"/>
                        </a:rPr>
                        <a:t>Period close transactions </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dirty="0">
                          <a:solidFill>
                            <a:srgbClr val="000000"/>
                          </a:solidFill>
                          <a:effectLst/>
                          <a:latin typeface="+mn-lt"/>
                        </a:rPr>
                        <a:t>Area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GBS - Captive / IBM</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4046106726"/>
                  </a:ext>
                </a:extLst>
              </a:tr>
              <a:tr h="301752">
                <a:tc>
                  <a:txBody>
                    <a:bodyPr/>
                    <a:lstStyle/>
                    <a:p>
                      <a:pPr algn="l" fontAlgn="t"/>
                      <a:r>
                        <a:rPr lang="en-US" sz="1100" b="0" i="0" u="none" strike="noStrike">
                          <a:solidFill>
                            <a:srgbClr val="000000"/>
                          </a:solidFill>
                          <a:effectLst/>
                          <a:latin typeface="+mn-lt"/>
                        </a:rPr>
                        <a:t>Consolidation</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r>
                        <a:rPr lang="en-US" sz="1100" b="0" i="0" u="none" strike="noStrike">
                          <a:solidFill>
                            <a:srgbClr val="000000"/>
                          </a:solidFill>
                          <a:effectLst/>
                          <a:latin typeface="+mn-lt"/>
                        </a:rPr>
                        <a:t>Group Finance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tc>
                  <a:txBody>
                    <a:bodyPr/>
                    <a:lstStyle/>
                    <a:p>
                      <a:pPr algn="ctr" fontAlgn="ctr"/>
                      <a:r>
                        <a:rPr lang="en-US" sz="1100" b="0" i="0" u="none" strike="noStrike" dirty="0">
                          <a:solidFill>
                            <a:srgbClr val="000000"/>
                          </a:solidFill>
                          <a:effectLst/>
                          <a:latin typeface="+mn-lt"/>
                        </a:rPr>
                        <a:t>GBS - Captive / Corporate</a:t>
                      </a:r>
                    </a:p>
                  </a:txBody>
                  <a:tcPr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08C2A">
                        <a:lumMod val="20000"/>
                        <a:lumOff val="80000"/>
                      </a:srgbClr>
                    </a:solidFill>
                  </a:tcPr>
                </a:tc>
                <a:extLst>
                  <a:ext uri="{0D108BD9-81ED-4DB2-BD59-A6C34878D82A}">
                    <a16:rowId xmlns:a16="http://schemas.microsoft.com/office/drawing/2014/main" val="716588690"/>
                  </a:ext>
                </a:extLst>
              </a:tr>
            </a:tbl>
          </a:graphicData>
        </a:graphic>
      </p:graphicFrame>
    </p:spTree>
    <p:extLst>
      <p:ext uri="{BB962C8B-B14F-4D97-AF65-F5344CB8AC3E}">
        <p14:creationId xmlns:p14="http://schemas.microsoft.com/office/powerpoint/2010/main" val="4250030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AFCD3-7E00-F936-E8BB-8E057A89883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D3824E-7E06-BA21-34C7-CFC3FC1DD66E}"/>
              </a:ext>
            </a:extLst>
          </p:cNvPr>
          <p:cNvSpPr>
            <a:spLocks noGrp="1"/>
          </p:cNvSpPr>
          <p:nvPr>
            <p:ph type="title"/>
          </p:nvPr>
        </p:nvSpPr>
        <p:spPr>
          <a:xfrm>
            <a:off x="495300" y="228600"/>
            <a:ext cx="11201400" cy="548640"/>
          </a:xfrm>
        </p:spPr>
        <p:txBody>
          <a:bodyPr lIns="91440" tIns="45720" rIns="91440"/>
          <a:lstStyle/>
          <a:p>
            <a:pPr>
              <a:lnSpc>
                <a:spcPct val="100000"/>
              </a:lnSpc>
            </a:pPr>
            <a:r>
              <a:rPr lang="en-US" dirty="0"/>
              <a:t>RACI Definitions and Rules</a:t>
            </a:r>
            <a:endParaRPr lang="en-IN" dirty="0"/>
          </a:p>
        </p:txBody>
      </p:sp>
      <p:sp>
        <p:nvSpPr>
          <p:cNvPr id="6" name="Date Placeholder 5">
            <a:extLst>
              <a:ext uri="{FF2B5EF4-FFF2-40B4-BE49-F238E27FC236}">
                <a16:creationId xmlns:a16="http://schemas.microsoft.com/office/drawing/2014/main" id="{A1A47A81-E1BD-C96D-C7F7-FB5D570372CB}"/>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F83DF17D-E343-BC4D-F3B4-29005053EDE1}"/>
              </a:ext>
            </a:extLst>
          </p:cNvPr>
          <p:cNvSpPr>
            <a:spLocks noGrp="1"/>
          </p:cNvSpPr>
          <p:nvPr>
            <p:ph type="sldNum" sz="quarter" idx="19"/>
          </p:nvPr>
        </p:nvSpPr>
        <p:spPr/>
        <p:txBody>
          <a:bodyPr/>
          <a:lstStyle/>
          <a:p>
            <a:fld id="{94FCA0F3-9F3A-694B-99BB-0E592A797735}" type="slidenum">
              <a:rPr lang="en-US" smtClean="0"/>
              <a:t>21</a:t>
            </a:fld>
            <a:endParaRPr lang="en-US"/>
          </a:p>
        </p:txBody>
      </p:sp>
      <p:sp>
        <p:nvSpPr>
          <p:cNvPr id="68" name="Rectangle 67">
            <a:extLst>
              <a:ext uri="{FF2B5EF4-FFF2-40B4-BE49-F238E27FC236}">
                <a16:creationId xmlns:a16="http://schemas.microsoft.com/office/drawing/2014/main" id="{C37FC057-3138-C18F-399A-82CA4BEAA916}"/>
              </a:ext>
            </a:extLst>
          </p:cNvPr>
          <p:cNvSpPr/>
          <p:nvPr/>
        </p:nvSpPr>
        <p:spPr>
          <a:xfrm>
            <a:off x="2781300" y="910516"/>
            <a:ext cx="2743200" cy="365760"/>
          </a:xfrm>
          <a:prstGeom prst="rect">
            <a:avLst/>
          </a:prstGeom>
          <a:noFill/>
          <a:ln w="9525" cap="flat" cmpd="sng" algn="ctr">
            <a:noFill/>
            <a:prstDash val="solid"/>
          </a:ln>
          <a:effectLst/>
        </p:spPr>
        <p:txBody>
          <a:bodyPr lIns="91440" tIns="45720" rIns="91440" bIns="4572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1A1A24"/>
                </a:solidFill>
                <a:effectLst/>
                <a:uLnTx/>
                <a:uFillTx/>
                <a:ea typeface="+mn-ea"/>
                <a:cs typeface="+mn-cs"/>
              </a:rPr>
              <a:t>SHORT</a:t>
            </a:r>
          </a:p>
        </p:txBody>
      </p:sp>
      <p:sp>
        <p:nvSpPr>
          <p:cNvPr id="76" name="Rectangle 75">
            <a:extLst>
              <a:ext uri="{FF2B5EF4-FFF2-40B4-BE49-F238E27FC236}">
                <a16:creationId xmlns:a16="http://schemas.microsoft.com/office/drawing/2014/main" id="{250BC42D-EC34-9786-2AD4-064CEE31480A}"/>
              </a:ext>
            </a:extLst>
          </p:cNvPr>
          <p:cNvSpPr/>
          <p:nvPr/>
        </p:nvSpPr>
        <p:spPr>
          <a:xfrm>
            <a:off x="5524500" y="910516"/>
            <a:ext cx="6172200" cy="365760"/>
          </a:xfrm>
          <a:prstGeom prst="rect">
            <a:avLst/>
          </a:prstGeom>
          <a:noFill/>
          <a:ln w="9525" cap="flat" cmpd="sng" algn="ctr">
            <a:noFill/>
            <a:prstDash val="solid"/>
          </a:ln>
          <a:effectLst/>
        </p:spPr>
        <p:txBody>
          <a:bodyPr lIns="91440" tIns="45720" rIns="91440" bIns="4572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1A1A24"/>
                </a:solidFill>
                <a:effectLst/>
                <a:uLnTx/>
                <a:uFillTx/>
                <a:ea typeface="+mn-ea"/>
                <a:cs typeface="+mn-cs"/>
              </a:rPr>
              <a:t>LONG</a:t>
            </a:r>
          </a:p>
        </p:txBody>
      </p:sp>
      <p:cxnSp>
        <p:nvCxnSpPr>
          <p:cNvPr id="135" name="Straight Connector 134">
            <a:extLst>
              <a:ext uri="{FF2B5EF4-FFF2-40B4-BE49-F238E27FC236}">
                <a16:creationId xmlns:a16="http://schemas.microsoft.com/office/drawing/2014/main" id="{AB75C277-CEC8-79C4-8DEE-F4A343A46944}"/>
              </a:ext>
            </a:extLst>
          </p:cNvPr>
          <p:cNvCxnSpPr>
            <a:cxnSpLocks/>
          </p:cNvCxnSpPr>
          <p:nvPr/>
        </p:nvCxnSpPr>
        <p:spPr>
          <a:xfrm>
            <a:off x="7924800" y="1276276"/>
            <a:ext cx="1371600" cy="0"/>
          </a:xfrm>
          <a:prstGeom prst="line">
            <a:avLst/>
          </a:prstGeom>
          <a:ln w="9525">
            <a:solidFill>
              <a:schemeClr val="bg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7DD10AA-F853-0632-7670-4E72B7670B07}"/>
              </a:ext>
            </a:extLst>
          </p:cNvPr>
          <p:cNvCxnSpPr>
            <a:cxnSpLocks/>
          </p:cNvCxnSpPr>
          <p:nvPr/>
        </p:nvCxnSpPr>
        <p:spPr>
          <a:xfrm>
            <a:off x="3467100" y="1276276"/>
            <a:ext cx="1371600" cy="0"/>
          </a:xfrm>
          <a:prstGeom prst="line">
            <a:avLst/>
          </a:prstGeom>
          <a:ln w="9525">
            <a:solidFill>
              <a:schemeClr val="bg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07AC503-3A80-75DE-234D-5E75D32ABEAE}"/>
              </a:ext>
            </a:extLst>
          </p:cNvPr>
          <p:cNvSpPr/>
          <p:nvPr/>
        </p:nvSpPr>
        <p:spPr>
          <a:xfrm>
            <a:off x="495300" y="3940037"/>
            <a:ext cx="2971800" cy="2286000"/>
          </a:xfrm>
          <a:prstGeom prst="rect">
            <a:avLst/>
          </a:prstGeom>
          <a:noFill/>
          <a:ln w="9525" cap="flat" cmpd="sng" algn="ctr">
            <a:solidFill>
              <a:schemeClr val="tx1">
                <a:lumMod val="50000"/>
              </a:schemeClr>
            </a:solidFill>
            <a:prstDash val="solid"/>
          </a:ln>
          <a:effectLst/>
        </p:spPr>
        <p:txBody>
          <a:bodyPr wrap="square" lIns="137160" rIns="137160" rtlCol="0" anchor="ctr" anchorCtr="0"/>
          <a:lstStyle/>
          <a:p>
            <a:pPr marL="0" marR="0" lvl="0" indent="0" algn="ctr" defTabSz="914400" rtl="0" eaLnBrk="1" fontAlgn="auto" latinLnBrk="0" hangingPunct="1">
              <a:lnSpc>
                <a:spcPct val="100000"/>
              </a:lnSpc>
              <a:buClr>
                <a:srgbClr val="1A9AFA"/>
              </a:buClr>
              <a:buSzPct val="75000"/>
              <a:buFontTx/>
              <a:buNone/>
              <a:tabLst/>
              <a:defRPr/>
            </a:pPr>
            <a:r>
              <a:rPr kumimoji="0" lang="en-US" sz="1400" b="1" i="0" u="sng" strike="noStrike" kern="0" cap="none" spc="0" normalizeH="0" baseline="0" noProof="0" dirty="0">
                <a:ln>
                  <a:noFill/>
                </a:ln>
                <a:solidFill>
                  <a:srgbClr val="1A1A24"/>
                </a:solidFill>
                <a:effectLst/>
                <a:uLnTx/>
                <a:uFillTx/>
                <a:ea typeface="+mn-ea"/>
                <a:cs typeface="+mn-cs"/>
              </a:rPr>
              <a:t>RULES</a:t>
            </a:r>
            <a:endParaRPr kumimoji="0" lang="en-US" sz="1400" b="1" i="0" u="none" strike="noStrike" kern="0" cap="none" spc="0" normalizeH="0" baseline="0" noProof="0" dirty="0">
              <a:ln>
                <a:noFill/>
              </a:ln>
              <a:solidFill>
                <a:srgbClr val="1A1A24"/>
              </a:solidFill>
              <a:effectLst/>
              <a:uLnTx/>
              <a:uFillTx/>
              <a:ea typeface="+mn-ea"/>
              <a:cs typeface="+mn-cs"/>
            </a:endParaRPr>
          </a:p>
          <a:p>
            <a:pPr marL="228600" marR="0" lvl="0" indent="-228600" algn="l" defTabSz="914400" rtl="0" eaLnBrk="1" fontAlgn="auto" latinLnBrk="0" hangingPunct="1">
              <a:lnSpc>
                <a:spcPct val="100000"/>
              </a:lnSpc>
              <a:spcBef>
                <a:spcPts val="1200"/>
              </a:spcBef>
              <a:spcAft>
                <a:spcPts val="0"/>
              </a:spcAft>
              <a:buClr>
                <a:schemeClr val="tx2"/>
              </a:buClr>
              <a:buSzPct val="80000"/>
              <a:buFont typeface="Wingdings 3" panose="05040102010807070707" pitchFamily="18" charset="2"/>
              <a:buChar char=""/>
              <a:tabLst/>
              <a:defRPr/>
            </a:pPr>
            <a:r>
              <a:rPr kumimoji="0" lang="en-US" sz="1200" b="1" i="0" u="none" strike="noStrike" kern="0" cap="none" spc="0" normalizeH="0" baseline="0" noProof="0" dirty="0">
                <a:ln>
                  <a:noFill/>
                </a:ln>
                <a:solidFill>
                  <a:srgbClr val="0070C0"/>
                </a:solidFill>
                <a:effectLst/>
                <a:uLnTx/>
                <a:uFillTx/>
                <a:ea typeface="+mn-ea"/>
                <a:cs typeface="+mn-cs"/>
              </a:rPr>
              <a:t>A</a:t>
            </a:r>
            <a:r>
              <a:rPr kumimoji="0" lang="en-US" sz="1200" b="1" i="0" u="none" strike="noStrike" kern="0" cap="none" spc="0" normalizeH="0" baseline="0" noProof="0" dirty="0">
                <a:ln>
                  <a:noFill/>
                </a:ln>
                <a:solidFill>
                  <a:srgbClr val="2A9DFF"/>
                </a:solidFill>
                <a:effectLst/>
                <a:uLnTx/>
                <a:uFillTx/>
                <a:ea typeface="+mn-ea"/>
                <a:cs typeface="+mn-cs"/>
              </a:rPr>
              <a:t> </a:t>
            </a:r>
            <a:r>
              <a:rPr kumimoji="0" lang="en-US" sz="1200" b="1" i="0" u="none" strike="noStrike" kern="0" cap="none" spc="0" normalizeH="0" baseline="0" noProof="0" dirty="0">
                <a:ln>
                  <a:noFill/>
                </a:ln>
                <a:solidFill>
                  <a:srgbClr val="1A1A24"/>
                </a:solidFill>
                <a:effectLst/>
                <a:uLnTx/>
                <a:uFillTx/>
                <a:ea typeface="+mn-ea"/>
                <a:cs typeface="+mn-cs"/>
              </a:rPr>
              <a:t>can only be used once</a:t>
            </a:r>
            <a:br>
              <a:rPr kumimoji="0" lang="en-US" sz="1200" b="1" i="0" u="none" strike="noStrike" kern="0" cap="none" spc="0" normalizeH="0" baseline="0" noProof="0" dirty="0">
                <a:ln>
                  <a:noFill/>
                </a:ln>
                <a:solidFill>
                  <a:srgbClr val="1A1A24"/>
                </a:solidFill>
                <a:effectLst/>
                <a:uLnTx/>
                <a:uFillTx/>
                <a:ea typeface="+mn-ea"/>
                <a:cs typeface="+mn-cs"/>
              </a:rPr>
            </a:br>
            <a:r>
              <a:rPr kumimoji="0" lang="en-US" sz="1200" b="0" i="0" u="none" strike="noStrike" kern="0" cap="none" spc="0" normalizeH="0" baseline="0" noProof="0" dirty="0">
                <a:ln>
                  <a:noFill/>
                </a:ln>
                <a:solidFill>
                  <a:srgbClr val="1A1A24"/>
                </a:solidFill>
                <a:effectLst/>
                <a:uLnTx/>
                <a:uFillTx/>
                <a:ea typeface="+mn-ea"/>
                <a:cs typeface="+mn-cs"/>
              </a:rPr>
              <a:t>(ultimate owner of the step)</a:t>
            </a:r>
          </a:p>
          <a:p>
            <a:pPr marL="228600" marR="0" lvl="0" indent="-228600" algn="l" defTabSz="914400" rtl="0" eaLnBrk="1" fontAlgn="auto" latinLnBrk="0" hangingPunct="1">
              <a:lnSpc>
                <a:spcPct val="100000"/>
              </a:lnSpc>
              <a:spcBef>
                <a:spcPts val="1200"/>
              </a:spcBef>
              <a:spcAft>
                <a:spcPts val="0"/>
              </a:spcAft>
              <a:buClr>
                <a:schemeClr val="tx2"/>
              </a:buClr>
              <a:buSzPct val="80000"/>
              <a:buFont typeface="Wingdings 3" panose="05040102010807070707" pitchFamily="18" charset="2"/>
              <a:buChar char=""/>
              <a:tabLst/>
              <a:defRPr/>
            </a:pPr>
            <a:r>
              <a:rPr kumimoji="0" lang="en-US" sz="1200" b="1" i="0" u="none" strike="noStrike" kern="0" cap="none" spc="0" normalizeH="0" baseline="0" noProof="0" dirty="0">
                <a:ln>
                  <a:noFill/>
                </a:ln>
                <a:solidFill>
                  <a:srgbClr val="0070C0"/>
                </a:solidFill>
                <a:effectLst/>
                <a:uLnTx/>
                <a:uFillTx/>
                <a:ea typeface="+mn-ea"/>
                <a:cs typeface="+mn-cs"/>
              </a:rPr>
              <a:t>A</a:t>
            </a:r>
            <a:r>
              <a:rPr kumimoji="0" lang="en-US" sz="1200" b="1" i="0" u="none" strike="noStrike" kern="0" cap="none" spc="0" normalizeH="0" baseline="0" noProof="0" dirty="0">
                <a:ln>
                  <a:noFill/>
                </a:ln>
                <a:solidFill>
                  <a:srgbClr val="2A9DFF"/>
                </a:solidFill>
                <a:effectLst/>
                <a:uLnTx/>
                <a:uFillTx/>
                <a:ea typeface="+mn-ea"/>
                <a:cs typeface="+mn-cs"/>
              </a:rPr>
              <a:t> </a:t>
            </a:r>
            <a:r>
              <a:rPr kumimoji="0" lang="en-US" sz="1200" b="1" i="0" u="none" strike="noStrike" kern="0" cap="none" spc="0" normalizeH="0" baseline="0" noProof="0" dirty="0">
                <a:ln>
                  <a:noFill/>
                </a:ln>
                <a:solidFill>
                  <a:srgbClr val="1A1A24"/>
                </a:solidFill>
                <a:effectLst/>
                <a:uLnTx/>
                <a:uFillTx/>
                <a:ea typeface="+mn-ea"/>
                <a:cs typeface="+mn-cs"/>
              </a:rPr>
              <a:t>and </a:t>
            </a:r>
            <a:r>
              <a:rPr kumimoji="0" lang="en-US" sz="1200" b="1" i="0" u="none" strike="noStrike" kern="0" cap="none" spc="0" normalizeH="0" baseline="0" noProof="0" dirty="0">
                <a:ln>
                  <a:noFill/>
                </a:ln>
                <a:solidFill>
                  <a:srgbClr val="0070C0"/>
                </a:solidFill>
                <a:effectLst/>
                <a:uLnTx/>
                <a:uFillTx/>
                <a:ea typeface="+mn-ea"/>
                <a:cs typeface="+mn-cs"/>
              </a:rPr>
              <a:t>R</a:t>
            </a:r>
            <a:r>
              <a:rPr kumimoji="0" lang="en-US" sz="1200" b="1" i="0" u="none" strike="noStrike" kern="0" cap="none" spc="0" normalizeH="0" baseline="0" noProof="0" dirty="0">
                <a:ln>
                  <a:noFill/>
                </a:ln>
                <a:solidFill>
                  <a:srgbClr val="1A1A24"/>
                </a:solidFill>
                <a:effectLst/>
                <a:uLnTx/>
                <a:uFillTx/>
                <a:ea typeface="+mn-ea"/>
                <a:cs typeface="+mn-cs"/>
              </a:rPr>
              <a:t> can be the same </a:t>
            </a:r>
            <a:r>
              <a:rPr kumimoji="0" lang="en-US" sz="1200" b="0" i="0" u="none" strike="noStrike" kern="0" cap="none" spc="0" normalizeH="0" baseline="0" noProof="0" dirty="0">
                <a:ln>
                  <a:noFill/>
                </a:ln>
                <a:solidFill>
                  <a:srgbClr val="1A1A24"/>
                </a:solidFill>
                <a:effectLst/>
                <a:uLnTx/>
                <a:uFillTx/>
                <a:ea typeface="+mn-ea"/>
                <a:cs typeface="+mn-cs"/>
              </a:rPr>
              <a:t>on a function level, on a person level it would usually be different</a:t>
            </a:r>
          </a:p>
          <a:p>
            <a:pPr marL="228600" marR="0" lvl="0" indent="-228600" algn="l" defTabSz="914400" rtl="0" eaLnBrk="1" fontAlgn="auto" latinLnBrk="0" hangingPunct="1">
              <a:lnSpc>
                <a:spcPct val="100000"/>
              </a:lnSpc>
              <a:spcBef>
                <a:spcPts val="1200"/>
              </a:spcBef>
              <a:spcAft>
                <a:spcPts val="0"/>
              </a:spcAft>
              <a:buClr>
                <a:schemeClr val="tx2"/>
              </a:buClr>
              <a:buSzPct val="80000"/>
              <a:buFont typeface="Wingdings 3" panose="05040102010807070707" pitchFamily="18" charset="2"/>
              <a:buChar char=""/>
              <a:tabLst/>
              <a:defRPr/>
            </a:pPr>
            <a:r>
              <a:rPr kumimoji="0" lang="en-US" sz="1200" b="1" i="0" u="none" strike="noStrike" kern="0" cap="none" spc="0" normalizeH="0" baseline="0" noProof="0" dirty="0">
                <a:ln>
                  <a:noFill/>
                </a:ln>
                <a:solidFill>
                  <a:srgbClr val="0070C0"/>
                </a:solidFill>
                <a:effectLst/>
                <a:uLnTx/>
                <a:uFillTx/>
                <a:ea typeface="+mn-ea"/>
                <a:cs typeface="+mn-cs"/>
              </a:rPr>
              <a:t>R/C/I</a:t>
            </a:r>
            <a:r>
              <a:rPr kumimoji="0" lang="en-US" sz="1200" b="1" i="0" u="none" strike="noStrike" kern="0" cap="none" spc="0" normalizeH="0" baseline="0" noProof="0" dirty="0">
                <a:ln>
                  <a:noFill/>
                </a:ln>
                <a:solidFill>
                  <a:srgbClr val="2A9DFF"/>
                </a:solidFill>
                <a:effectLst/>
                <a:uLnTx/>
                <a:uFillTx/>
                <a:ea typeface="+mn-ea"/>
                <a:cs typeface="+mn-cs"/>
              </a:rPr>
              <a:t> </a:t>
            </a:r>
            <a:r>
              <a:rPr kumimoji="0" lang="en-US" sz="1200" b="0" i="0" u="none" strike="noStrike" kern="0" cap="none" spc="0" normalizeH="0" baseline="0" noProof="0" dirty="0">
                <a:ln>
                  <a:noFill/>
                </a:ln>
                <a:solidFill>
                  <a:srgbClr val="1A1A24"/>
                </a:solidFill>
                <a:effectLst/>
                <a:uLnTx/>
                <a:uFillTx/>
                <a:ea typeface="+mn-ea"/>
                <a:cs typeface="+mn-cs"/>
              </a:rPr>
              <a:t>can be used several times per step</a:t>
            </a:r>
          </a:p>
        </p:txBody>
      </p:sp>
      <p:sp>
        <p:nvSpPr>
          <p:cNvPr id="150" name="TextBox 149">
            <a:extLst>
              <a:ext uri="{FF2B5EF4-FFF2-40B4-BE49-F238E27FC236}">
                <a16:creationId xmlns:a16="http://schemas.microsoft.com/office/drawing/2014/main" id="{18E5B109-BE6A-5679-9943-829C173E4D9E}"/>
              </a:ext>
            </a:extLst>
          </p:cNvPr>
          <p:cNvSpPr txBox="1"/>
          <p:nvPr/>
        </p:nvSpPr>
        <p:spPr>
          <a:xfrm>
            <a:off x="3694642" y="3940037"/>
            <a:ext cx="8001000" cy="2286000"/>
          </a:xfrm>
          <a:prstGeom prst="rect">
            <a:avLst/>
          </a:prstGeom>
          <a:noFill/>
          <a:ln>
            <a:solidFill>
              <a:schemeClr val="tx1">
                <a:lumMod val="50000"/>
              </a:schemeClr>
            </a:solidFill>
            <a:prstDash val="solid"/>
          </a:ln>
        </p:spPr>
        <p:txBody>
          <a:bodyPr wrap="square" lIns="137160" rIns="137160" anchor="ctr" anchorCtr="0">
            <a:noAutofit/>
          </a:bodyPr>
          <a:lstStyle/>
          <a:p>
            <a:pPr marL="0" marR="0" lvl="0" indent="0" algn="l" defTabSz="914400" rtl="0" eaLnBrk="1" fontAlgn="auto" latinLnBrk="0" hangingPunct="1">
              <a:lnSpc>
                <a:spcPct val="100000"/>
              </a:lnSpc>
              <a:spcAft>
                <a:spcPts val="300"/>
              </a:spcAft>
              <a:buClrTx/>
              <a:buSzTx/>
              <a:buFontTx/>
              <a:buNone/>
              <a:tabLst/>
              <a:defRPr/>
            </a:pPr>
            <a:r>
              <a:rPr kumimoji="0" lang="en-IN" sz="1400" b="1" i="0" u="none" strike="noStrike" kern="1200" cap="none" spc="0" normalizeH="0" baseline="0" noProof="0" dirty="0">
                <a:ln>
                  <a:noFill/>
                </a:ln>
                <a:solidFill>
                  <a:srgbClr val="1A1A24"/>
                </a:solidFill>
                <a:effectLst/>
                <a:uLnTx/>
                <a:uFillTx/>
                <a:ea typeface="+mn-ea"/>
                <a:cs typeface="+mn-cs"/>
              </a:rPr>
              <a:t>Role Mapping Assumptions</a:t>
            </a:r>
          </a:p>
          <a:p>
            <a:pPr marL="228600" indent="-228600" fontAlgn="base">
              <a:spcBef>
                <a:spcPts val="900"/>
              </a:spcBef>
              <a:spcAft>
                <a:spcPct val="0"/>
              </a:spcAft>
              <a:buClr>
                <a:schemeClr val="tx2"/>
              </a:buClr>
              <a:buSzPct val="80000"/>
              <a:buFont typeface="Arial" panose="020B0604020202020204" pitchFamily="34" charset="0"/>
              <a:buChar char="►"/>
              <a:defRPr/>
            </a:pPr>
            <a:r>
              <a:rPr lang="en-IN" sz="1200" b="1" kern="0" dirty="0">
                <a:solidFill>
                  <a:srgbClr val="1A1A24"/>
                </a:solidFill>
              </a:rPr>
              <a:t>GBS </a:t>
            </a:r>
            <a:r>
              <a:rPr lang="en-IN" sz="1200" kern="0" dirty="0">
                <a:solidFill>
                  <a:srgbClr val="1A1A24"/>
                </a:solidFill>
              </a:rPr>
              <a:t>→ Primary executor for operational accounting steps (journal entries, reconciliations, MDM, etc.)</a:t>
            </a:r>
          </a:p>
          <a:p>
            <a:pPr marL="228600" indent="-228600" fontAlgn="base">
              <a:spcBef>
                <a:spcPts val="900"/>
              </a:spcBef>
              <a:spcAft>
                <a:spcPct val="0"/>
              </a:spcAft>
              <a:buClr>
                <a:schemeClr val="tx2"/>
              </a:buClr>
              <a:buSzPct val="80000"/>
              <a:buFont typeface="Arial" panose="020B0604020202020204" pitchFamily="34" charset="0"/>
              <a:buChar char="►"/>
              <a:defRPr/>
            </a:pPr>
            <a:r>
              <a:rPr lang="en-IN" sz="1200" b="1" kern="0" dirty="0">
                <a:solidFill>
                  <a:srgbClr val="1A1A24"/>
                </a:solidFill>
              </a:rPr>
              <a:t>Corp Finance </a:t>
            </a:r>
            <a:r>
              <a:rPr lang="en-IN" sz="1200" kern="0" dirty="0">
                <a:solidFill>
                  <a:srgbClr val="1A1A24"/>
                </a:solidFill>
              </a:rPr>
              <a:t>→ Accountable for policy, governance, and consolidated group reporting</a:t>
            </a:r>
          </a:p>
          <a:p>
            <a:pPr marL="228600" indent="-228600" fontAlgn="base">
              <a:spcBef>
                <a:spcPts val="900"/>
              </a:spcBef>
              <a:spcAft>
                <a:spcPct val="0"/>
              </a:spcAft>
              <a:buClr>
                <a:schemeClr val="tx2"/>
              </a:buClr>
              <a:buSzPct val="80000"/>
              <a:buFont typeface="Arial" panose="020B0604020202020204" pitchFamily="34" charset="0"/>
              <a:buChar char="►"/>
              <a:defRPr/>
            </a:pPr>
            <a:r>
              <a:rPr lang="en-IN" sz="1200" b="1" kern="0" dirty="0">
                <a:solidFill>
                  <a:srgbClr val="1A1A24"/>
                </a:solidFill>
              </a:rPr>
              <a:t>Regional Finance </a:t>
            </a:r>
            <a:r>
              <a:rPr lang="en-IN" sz="1200" kern="0" dirty="0">
                <a:solidFill>
                  <a:srgbClr val="1A1A24"/>
                </a:solidFill>
              </a:rPr>
              <a:t>→ Accountable for regional adjustments, reporting, and allocations</a:t>
            </a:r>
          </a:p>
          <a:p>
            <a:pPr marL="228600" indent="-228600" fontAlgn="base">
              <a:spcBef>
                <a:spcPts val="900"/>
              </a:spcBef>
              <a:spcAft>
                <a:spcPct val="0"/>
              </a:spcAft>
              <a:buClr>
                <a:schemeClr val="tx2"/>
              </a:buClr>
              <a:buSzPct val="80000"/>
              <a:buFont typeface="Arial" panose="020B0604020202020204" pitchFamily="34" charset="0"/>
              <a:buChar char="►"/>
              <a:defRPr/>
            </a:pPr>
            <a:r>
              <a:rPr lang="en-IN" sz="1200" b="1" kern="0" dirty="0">
                <a:solidFill>
                  <a:srgbClr val="1A1A24"/>
                </a:solidFill>
              </a:rPr>
              <a:t>Commercial Finance </a:t>
            </a:r>
            <a:r>
              <a:rPr lang="en-IN" sz="1200" kern="0" dirty="0">
                <a:solidFill>
                  <a:srgbClr val="1A1A24"/>
                </a:solidFill>
              </a:rPr>
              <a:t>→ Responsible/Consulted for business insights, project financials</a:t>
            </a:r>
          </a:p>
          <a:p>
            <a:pPr marL="228600" indent="-228600" fontAlgn="base">
              <a:spcBef>
                <a:spcPts val="900"/>
              </a:spcBef>
              <a:spcAft>
                <a:spcPct val="0"/>
              </a:spcAft>
              <a:buClr>
                <a:schemeClr val="tx2"/>
              </a:buClr>
              <a:buSzPct val="80000"/>
              <a:buFont typeface="Arial" panose="020B0604020202020204" pitchFamily="34" charset="0"/>
              <a:buChar char="►"/>
              <a:defRPr/>
            </a:pPr>
            <a:r>
              <a:rPr lang="en-IN" sz="1200" b="1" kern="0" dirty="0" err="1">
                <a:solidFill>
                  <a:srgbClr val="1A1A24"/>
                </a:solidFill>
              </a:rPr>
              <a:t>CoE</a:t>
            </a:r>
            <a:r>
              <a:rPr lang="en-IN" sz="1200" b="1" kern="0" dirty="0">
                <a:solidFill>
                  <a:srgbClr val="1A1A24"/>
                </a:solidFill>
              </a:rPr>
              <a:t> </a:t>
            </a:r>
            <a:r>
              <a:rPr lang="en-IN" sz="1200" kern="0" dirty="0">
                <a:solidFill>
                  <a:srgbClr val="1A1A24"/>
                </a:solidFill>
              </a:rPr>
              <a:t>→ Accountable for technical/specialized areas (e.g., fixed assets, cost management)</a:t>
            </a:r>
          </a:p>
          <a:p>
            <a:pPr marL="228600" indent="-228600" fontAlgn="base">
              <a:spcBef>
                <a:spcPts val="900"/>
              </a:spcBef>
              <a:spcAft>
                <a:spcPct val="0"/>
              </a:spcAft>
              <a:buClr>
                <a:schemeClr val="tx2"/>
              </a:buClr>
              <a:buSzPct val="80000"/>
              <a:buFont typeface="Arial" panose="020B0604020202020204" pitchFamily="34" charset="0"/>
              <a:buChar char="►"/>
              <a:defRPr/>
            </a:pPr>
            <a:r>
              <a:rPr lang="en-IN" sz="1200" b="1" kern="0" dirty="0">
                <a:solidFill>
                  <a:srgbClr val="1A1A24"/>
                </a:solidFill>
              </a:rPr>
              <a:t>Sales </a:t>
            </a:r>
            <a:r>
              <a:rPr lang="en-IN" sz="1200" kern="0" dirty="0">
                <a:solidFill>
                  <a:srgbClr val="1A1A24"/>
                </a:solidFill>
              </a:rPr>
              <a:t>→ Consulted/Informed for data inputs, rarely accountable</a:t>
            </a:r>
          </a:p>
        </p:txBody>
      </p:sp>
      <p:sp>
        <p:nvSpPr>
          <p:cNvPr id="186" name="Rectangle 185">
            <a:extLst>
              <a:ext uri="{FF2B5EF4-FFF2-40B4-BE49-F238E27FC236}">
                <a16:creationId xmlns:a16="http://schemas.microsoft.com/office/drawing/2014/main" id="{8DC682CE-711F-5630-89AB-736FFDD1DA7D}"/>
              </a:ext>
            </a:extLst>
          </p:cNvPr>
          <p:cNvSpPr/>
          <p:nvPr/>
        </p:nvSpPr>
        <p:spPr>
          <a:xfrm>
            <a:off x="5524500" y="1416293"/>
            <a:ext cx="61722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228600" marR="0" lvl="0" indent="-228600" algn="l" defTabSz="914400" rtl="0" eaLnBrk="1" fontAlgn="base" latinLnBrk="0" hangingPunct="1">
              <a:lnSpc>
                <a:spcPct val="100000"/>
              </a:lnSpc>
              <a:spcAft>
                <a:spcPct val="0"/>
              </a:spcAft>
              <a:buClr>
                <a:schemeClr val="tx2"/>
              </a:buClr>
              <a:buSzPct val="80000"/>
              <a:buFont typeface="Arial" panose="020B0604020202020204" pitchFamily="34" charset="0"/>
              <a:buChar char="►"/>
              <a:tabLst/>
              <a:defRPr/>
            </a:pPr>
            <a:r>
              <a:rPr kumimoji="0" lang="en-US" sz="1200" b="0" i="0" u="none" strike="noStrike" kern="0" cap="none" spc="0" normalizeH="0" baseline="0" noProof="0" dirty="0">
                <a:ln>
                  <a:noFill/>
                </a:ln>
                <a:solidFill>
                  <a:srgbClr val="1A1A24"/>
                </a:solidFill>
                <a:effectLst/>
                <a:uLnTx/>
                <a:uFillTx/>
                <a:ea typeface="+mn-ea"/>
                <a:cs typeface="+mn-cs"/>
                <a:sym typeface="Wingdings" panose="05000000000000000000" pitchFamily="2" charset="2"/>
              </a:rPr>
              <a:t>Stakeholders who do the work – either complete the task or make the decision</a:t>
            </a:r>
          </a:p>
        </p:txBody>
      </p:sp>
      <p:sp>
        <p:nvSpPr>
          <p:cNvPr id="187" name="Rectangle 186">
            <a:extLst>
              <a:ext uri="{FF2B5EF4-FFF2-40B4-BE49-F238E27FC236}">
                <a16:creationId xmlns:a16="http://schemas.microsoft.com/office/drawing/2014/main" id="{400E2351-83C8-E80E-3D5E-F339EB67ECFC}"/>
              </a:ext>
            </a:extLst>
          </p:cNvPr>
          <p:cNvSpPr/>
          <p:nvPr/>
        </p:nvSpPr>
        <p:spPr>
          <a:xfrm>
            <a:off x="5524500" y="2028941"/>
            <a:ext cx="61722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228600" marR="0" lvl="0" indent="-228600" algn="l" defTabSz="914400" rtl="0" eaLnBrk="1" fontAlgn="base" latinLnBrk="0" hangingPunct="1">
              <a:lnSpc>
                <a:spcPct val="100000"/>
              </a:lnSpc>
              <a:spcBef>
                <a:spcPts val="0"/>
              </a:spcBef>
              <a:spcAft>
                <a:spcPct val="0"/>
              </a:spcAft>
              <a:buClr>
                <a:schemeClr val="tx2"/>
              </a:buClr>
              <a:buSzPct val="80000"/>
              <a:buFont typeface="Arial" panose="020B0604020202020204" pitchFamily="34" charset="0"/>
              <a:buChar char="►"/>
              <a:tabLst/>
              <a:defRPr/>
            </a:pPr>
            <a:r>
              <a:rPr kumimoji="0" lang="en-US" altLang="en-US" sz="1200" b="0" i="0" u="none" strike="noStrike" kern="0" cap="none" spc="0" normalizeH="0" baseline="0" noProof="0" dirty="0">
                <a:ln>
                  <a:noFill/>
                </a:ln>
                <a:solidFill>
                  <a:srgbClr val="1A1A24"/>
                </a:solidFill>
                <a:effectLst/>
                <a:uLnTx/>
                <a:uFillTx/>
                <a:ea typeface="+mn-ea"/>
                <a:cs typeface="+mn-cs"/>
              </a:rPr>
              <a:t>Stakeholders who is the ‘owner’ of the work – signs off or approves when the task, objective or decision is complete</a:t>
            </a:r>
          </a:p>
        </p:txBody>
      </p:sp>
      <p:sp>
        <p:nvSpPr>
          <p:cNvPr id="188" name="Rectangle 187">
            <a:extLst>
              <a:ext uri="{FF2B5EF4-FFF2-40B4-BE49-F238E27FC236}">
                <a16:creationId xmlns:a16="http://schemas.microsoft.com/office/drawing/2014/main" id="{AB0A9C83-8FE6-9836-8A43-4662BE20AA60}"/>
              </a:ext>
            </a:extLst>
          </p:cNvPr>
          <p:cNvSpPr/>
          <p:nvPr/>
        </p:nvSpPr>
        <p:spPr>
          <a:xfrm>
            <a:off x="5524500" y="2641589"/>
            <a:ext cx="61722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228600" marR="0" lvl="0" indent="-228600" algn="l" defTabSz="914400" rtl="0" eaLnBrk="1" fontAlgn="base" latinLnBrk="0" hangingPunct="1">
              <a:lnSpc>
                <a:spcPct val="100000"/>
              </a:lnSpc>
              <a:spcBef>
                <a:spcPts val="0"/>
              </a:spcBef>
              <a:spcAft>
                <a:spcPct val="0"/>
              </a:spcAft>
              <a:buClr>
                <a:schemeClr val="tx2"/>
              </a:buClr>
              <a:buSzPct val="80000"/>
              <a:buFont typeface="Arial" panose="020B0604020202020204" pitchFamily="34" charset="0"/>
              <a:buChar char="►"/>
              <a:tabLst/>
              <a:defRPr/>
            </a:pPr>
            <a:r>
              <a:rPr kumimoji="0" lang="en-US" sz="1200" b="0" i="0" u="none" strike="noStrike" kern="0" cap="none" spc="0" normalizeH="0" baseline="0" noProof="0" dirty="0">
                <a:ln>
                  <a:noFill/>
                </a:ln>
                <a:solidFill>
                  <a:srgbClr val="1A1A24"/>
                </a:solidFill>
                <a:effectLst/>
                <a:uLnTx/>
                <a:uFillTx/>
                <a:ea typeface="+mn-ea"/>
                <a:cs typeface="+mn-cs"/>
                <a:sym typeface="Wingdings" pitchFamily="2" charset="2"/>
              </a:rPr>
              <a:t>Stakeholders who need to give input before the work can be done and signed-off on. They are active participants.</a:t>
            </a:r>
          </a:p>
        </p:txBody>
      </p:sp>
      <p:sp>
        <p:nvSpPr>
          <p:cNvPr id="189" name="Rectangle 188">
            <a:extLst>
              <a:ext uri="{FF2B5EF4-FFF2-40B4-BE49-F238E27FC236}">
                <a16:creationId xmlns:a16="http://schemas.microsoft.com/office/drawing/2014/main" id="{AF5169BF-321F-75A8-636D-6166AEB659B9}"/>
              </a:ext>
            </a:extLst>
          </p:cNvPr>
          <p:cNvSpPr/>
          <p:nvPr/>
        </p:nvSpPr>
        <p:spPr>
          <a:xfrm>
            <a:off x="5523442" y="3254237"/>
            <a:ext cx="61722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228600" marR="0" lvl="0" indent="-228600" algn="l" defTabSz="914400" rtl="0" eaLnBrk="1" fontAlgn="base" latinLnBrk="0" hangingPunct="1">
              <a:lnSpc>
                <a:spcPct val="100000"/>
              </a:lnSpc>
              <a:spcBef>
                <a:spcPts val="0"/>
              </a:spcBef>
              <a:spcAft>
                <a:spcPct val="0"/>
              </a:spcAft>
              <a:buClr>
                <a:schemeClr val="tx2"/>
              </a:buClr>
              <a:buSzPct val="80000"/>
              <a:buFont typeface="Arial" panose="020B0604020202020204" pitchFamily="34" charset="0"/>
              <a:buChar char="►"/>
              <a:tabLst/>
              <a:defRPr/>
            </a:pPr>
            <a:r>
              <a:rPr kumimoji="0" lang="en-US" sz="1200" b="0" i="0" u="none" strike="noStrike" kern="0" cap="none" spc="0" normalizeH="0" baseline="0" noProof="0" dirty="0">
                <a:ln>
                  <a:noFill/>
                </a:ln>
                <a:solidFill>
                  <a:srgbClr val="1A1A24"/>
                </a:solidFill>
                <a:effectLst/>
                <a:uLnTx/>
                <a:uFillTx/>
                <a:ea typeface="+mn-ea"/>
                <a:cs typeface="+mn-cs"/>
              </a:rPr>
              <a:t>They receive information, but neither need to be formally consulted, nor contribute to or influence the step</a:t>
            </a:r>
          </a:p>
        </p:txBody>
      </p:sp>
      <p:sp>
        <p:nvSpPr>
          <p:cNvPr id="191" name="Rectangle 190">
            <a:extLst>
              <a:ext uri="{FF2B5EF4-FFF2-40B4-BE49-F238E27FC236}">
                <a16:creationId xmlns:a16="http://schemas.microsoft.com/office/drawing/2014/main" id="{6ED3A0DF-7668-7DDB-1D0E-90A4069FB4CF}"/>
              </a:ext>
            </a:extLst>
          </p:cNvPr>
          <p:cNvSpPr/>
          <p:nvPr/>
        </p:nvSpPr>
        <p:spPr>
          <a:xfrm>
            <a:off x="3009900" y="1418685"/>
            <a:ext cx="22860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300" b="1" i="0" u="none" strike="noStrike" kern="0" cap="none" spc="0" normalizeH="0" baseline="0" noProof="0" dirty="0">
                <a:ln>
                  <a:noFill/>
                </a:ln>
                <a:solidFill>
                  <a:srgbClr val="1A1A24"/>
                </a:solidFill>
                <a:effectLst/>
                <a:uLnTx/>
                <a:uFillTx/>
                <a:ea typeface="+mn-ea"/>
                <a:cs typeface="+mn-cs"/>
                <a:sym typeface="Wingdings" panose="05000000000000000000" pitchFamily="2" charset="2"/>
              </a:rPr>
              <a:t>Does the work</a:t>
            </a:r>
          </a:p>
        </p:txBody>
      </p:sp>
      <p:sp>
        <p:nvSpPr>
          <p:cNvPr id="192" name="Rectangle 191">
            <a:extLst>
              <a:ext uri="{FF2B5EF4-FFF2-40B4-BE49-F238E27FC236}">
                <a16:creationId xmlns:a16="http://schemas.microsoft.com/office/drawing/2014/main" id="{72F2EF5C-F9C8-7524-213D-5ADDE150C2C6}"/>
              </a:ext>
            </a:extLst>
          </p:cNvPr>
          <p:cNvSpPr/>
          <p:nvPr/>
        </p:nvSpPr>
        <p:spPr>
          <a:xfrm>
            <a:off x="3009900" y="2028941"/>
            <a:ext cx="22860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altLang="en-US" sz="1300" b="1" i="0" u="none" strike="noStrike" kern="0" cap="none" spc="0" normalizeH="0" baseline="0" noProof="0" dirty="0">
                <a:ln>
                  <a:noFill/>
                </a:ln>
                <a:solidFill>
                  <a:srgbClr val="1A1A24"/>
                </a:solidFill>
                <a:effectLst/>
                <a:uLnTx/>
                <a:uFillTx/>
                <a:ea typeface="+mn-ea"/>
                <a:cs typeface="+mn-cs"/>
              </a:rPr>
              <a:t>Is accountable for outcomes</a:t>
            </a:r>
          </a:p>
        </p:txBody>
      </p:sp>
      <p:sp>
        <p:nvSpPr>
          <p:cNvPr id="193" name="Rectangle 192">
            <a:extLst>
              <a:ext uri="{FF2B5EF4-FFF2-40B4-BE49-F238E27FC236}">
                <a16:creationId xmlns:a16="http://schemas.microsoft.com/office/drawing/2014/main" id="{439F77F7-D769-479E-0A76-78702D2CA500}"/>
              </a:ext>
            </a:extLst>
          </p:cNvPr>
          <p:cNvSpPr/>
          <p:nvPr/>
        </p:nvSpPr>
        <p:spPr>
          <a:xfrm>
            <a:off x="3009900" y="2639197"/>
            <a:ext cx="22860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300" b="1" i="0" u="none" strike="noStrike" kern="0" cap="none" spc="0" normalizeH="0" baseline="0" noProof="0" dirty="0">
                <a:ln>
                  <a:noFill/>
                </a:ln>
                <a:solidFill>
                  <a:srgbClr val="1A1A24"/>
                </a:solidFill>
                <a:effectLst/>
                <a:uLnTx/>
                <a:uFillTx/>
                <a:ea typeface="+mn-ea"/>
                <a:cs typeface="+mn-cs"/>
                <a:sym typeface="Wingdings" pitchFamily="2" charset="2"/>
              </a:rPr>
              <a:t>Gives input and influences the output</a:t>
            </a:r>
          </a:p>
        </p:txBody>
      </p:sp>
      <p:sp>
        <p:nvSpPr>
          <p:cNvPr id="194" name="Rectangle 193">
            <a:extLst>
              <a:ext uri="{FF2B5EF4-FFF2-40B4-BE49-F238E27FC236}">
                <a16:creationId xmlns:a16="http://schemas.microsoft.com/office/drawing/2014/main" id="{47F12FFA-7C27-4A6F-351D-1369E749785B}"/>
              </a:ext>
            </a:extLst>
          </p:cNvPr>
          <p:cNvSpPr/>
          <p:nvPr/>
        </p:nvSpPr>
        <p:spPr>
          <a:xfrm>
            <a:off x="3009900" y="3254533"/>
            <a:ext cx="2286000" cy="502920"/>
          </a:xfrm>
          <a:prstGeom prst="rect">
            <a:avLst/>
          </a:prstGeom>
          <a:noFill/>
          <a:ln w="9525" cap="flat" cmpd="sng" algn="ctr">
            <a:noFill/>
            <a:prstDash val="solid"/>
            <a:miter lim="800000"/>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300" b="1" i="0" u="none" strike="noStrike" kern="0" cap="none" spc="0" normalizeH="0" baseline="0" noProof="0" dirty="0">
                <a:ln>
                  <a:noFill/>
                </a:ln>
                <a:solidFill>
                  <a:srgbClr val="1A1A24"/>
                </a:solidFill>
                <a:effectLst/>
                <a:uLnTx/>
                <a:uFillTx/>
                <a:ea typeface="+mn-ea"/>
                <a:cs typeface="+mn-cs"/>
              </a:rPr>
              <a:t>Receives the output</a:t>
            </a:r>
          </a:p>
        </p:txBody>
      </p:sp>
      <p:grpSp>
        <p:nvGrpSpPr>
          <p:cNvPr id="204" name="Group 203">
            <a:extLst>
              <a:ext uri="{FF2B5EF4-FFF2-40B4-BE49-F238E27FC236}">
                <a16:creationId xmlns:a16="http://schemas.microsoft.com/office/drawing/2014/main" id="{AD226E0A-C1D9-9305-4A43-32DAEB8CBF31}"/>
              </a:ext>
            </a:extLst>
          </p:cNvPr>
          <p:cNvGrpSpPr/>
          <p:nvPr/>
        </p:nvGrpSpPr>
        <p:grpSpPr>
          <a:xfrm>
            <a:off x="649708" y="1484873"/>
            <a:ext cx="1965960" cy="365760"/>
            <a:chOff x="-727261" y="2182872"/>
            <a:chExt cx="1965960" cy="457680"/>
          </a:xfrm>
        </p:grpSpPr>
        <p:sp>
          <p:nvSpPr>
            <p:cNvPr id="205" name="Rectangle 204">
              <a:extLst>
                <a:ext uri="{FF2B5EF4-FFF2-40B4-BE49-F238E27FC236}">
                  <a16:creationId xmlns:a16="http://schemas.microsoft.com/office/drawing/2014/main" id="{8D515818-1A98-536A-681E-06FFF24A6A74}"/>
                </a:ext>
              </a:extLst>
            </p:cNvPr>
            <p:cNvSpPr/>
            <p:nvPr/>
          </p:nvSpPr>
          <p:spPr>
            <a:xfrm>
              <a:off x="-361501" y="2182872"/>
              <a:ext cx="1600200" cy="45720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400" b="0" i="0" u="none" strike="noStrike" kern="1200" cap="none" spc="0" normalizeH="0" baseline="0" noProof="0" dirty="0">
                  <a:ln>
                    <a:noFill/>
                  </a:ln>
                  <a:solidFill>
                    <a:srgbClr val="1A1A24"/>
                  </a:solidFill>
                  <a:effectLst/>
                  <a:uLnTx/>
                  <a:uFillTx/>
                  <a:ea typeface="+mn-ea"/>
                  <a:cs typeface="+mn-cs"/>
                </a:rPr>
                <a:t>Responsible</a:t>
              </a:r>
            </a:p>
          </p:txBody>
        </p:sp>
        <p:sp>
          <p:nvSpPr>
            <p:cNvPr id="206" name="Rectangle 205">
              <a:extLst>
                <a:ext uri="{FF2B5EF4-FFF2-40B4-BE49-F238E27FC236}">
                  <a16:creationId xmlns:a16="http://schemas.microsoft.com/office/drawing/2014/main" id="{580B9981-2BBD-B0D4-4BF9-E44D7BB506C4}"/>
                </a:ext>
              </a:extLst>
            </p:cNvPr>
            <p:cNvSpPr/>
            <p:nvPr/>
          </p:nvSpPr>
          <p:spPr>
            <a:xfrm>
              <a:off x="-727261" y="2183352"/>
              <a:ext cx="365760" cy="457200"/>
            </a:xfrm>
            <a:prstGeom prst="rect">
              <a:avLst/>
            </a:prstGeom>
            <a:noFill/>
            <a:ln w="9525" cap="flat" cmpd="sng" algn="ctr">
              <a:noFill/>
              <a:prstDash val="solid"/>
              <a:miter lim="800000"/>
            </a:ln>
            <a:effectLst/>
          </p:spPr>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ct val="0"/>
                </a:spcAft>
                <a:buClr>
                  <a:srgbClr val="FFB500"/>
                </a:buClr>
                <a:buSzPct val="75000"/>
                <a:buFontTx/>
                <a:buNone/>
                <a:tabLst/>
                <a:defRPr/>
              </a:pPr>
              <a:r>
                <a:rPr kumimoji="0" lang="en-US" b="1" i="0" u="none" strike="noStrike" kern="1200" cap="none" spc="0" normalizeH="0" baseline="0" noProof="0" dirty="0">
                  <a:ln>
                    <a:noFill/>
                  </a:ln>
                  <a:solidFill>
                    <a:srgbClr val="0070C0"/>
                  </a:solidFill>
                  <a:effectLst/>
                  <a:uLnTx/>
                  <a:uFillTx/>
                  <a:ea typeface="+mn-ea"/>
                  <a:cs typeface="+mn-cs"/>
                </a:rPr>
                <a:t>R</a:t>
              </a:r>
            </a:p>
          </p:txBody>
        </p:sp>
      </p:grpSp>
      <p:grpSp>
        <p:nvGrpSpPr>
          <p:cNvPr id="207" name="Group 206">
            <a:extLst>
              <a:ext uri="{FF2B5EF4-FFF2-40B4-BE49-F238E27FC236}">
                <a16:creationId xmlns:a16="http://schemas.microsoft.com/office/drawing/2014/main" id="{23E7AB51-8CD7-E230-A960-5FC73065CE0A}"/>
              </a:ext>
            </a:extLst>
          </p:cNvPr>
          <p:cNvGrpSpPr/>
          <p:nvPr/>
        </p:nvGrpSpPr>
        <p:grpSpPr>
          <a:xfrm>
            <a:off x="649708" y="2097521"/>
            <a:ext cx="1965960" cy="365760"/>
            <a:chOff x="-604268" y="3249856"/>
            <a:chExt cx="1965960" cy="457200"/>
          </a:xfrm>
        </p:grpSpPr>
        <p:sp>
          <p:nvSpPr>
            <p:cNvPr id="208" name="Rectangle 207">
              <a:extLst>
                <a:ext uri="{FF2B5EF4-FFF2-40B4-BE49-F238E27FC236}">
                  <a16:creationId xmlns:a16="http://schemas.microsoft.com/office/drawing/2014/main" id="{3C85CD1E-F8D0-B2D3-D4F4-C76A0C8F4A42}"/>
                </a:ext>
              </a:extLst>
            </p:cNvPr>
            <p:cNvSpPr/>
            <p:nvPr/>
          </p:nvSpPr>
          <p:spPr>
            <a:xfrm>
              <a:off x="-238508" y="3249856"/>
              <a:ext cx="1600200" cy="45720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400" b="0" i="0" u="none" strike="noStrike" kern="1200" cap="none" spc="0" normalizeH="0" baseline="0" noProof="0" dirty="0">
                  <a:ln>
                    <a:noFill/>
                  </a:ln>
                  <a:solidFill>
                    <a:srgbClr val="1A1A24"/>
                  </a:solidFill>
                  <a:effectLst/>
                  <a:uLnTx/>
                  <a:uFillTx/>
                  <a:ea typeface="+mn-ea"/>
                  <a:cs typeface="+mn-cs"/>
                </a:rPr>
                <a:t>Accountable</a:t>
              </a:r>
            </a:p>
          </p:txBody>
        </p:sp>
        <p:sp>
          <p:nvSpPr>
            <p:cNvPr id="209" name="Rectangle 208">
              <a:extLst>
                <a:ext uri="{FF2B5EF4-FFF2-40B4-BE49-F238E27FC236}">
                  <a16:creationId xmlns:a16="http://schemas.microsoft.com/office/drawing/2014/main" id="{EB28DBE3-ABCE-FB4F-337D-1720B163ED89}"/>
                </a:ext>
              </a:extLst>
            </p:cNvPr>
            <p:cNvSpPr/>
            <p:nvPr/>
          </p:nvSpPr>
          <p:spPr>
            <a:xfrm>
              <a:off x="-604268" y="3249856"/>
              <a:ext cx="365760" cy="457200"/>
            </a:xfrm>
            <a:prstGeom prst="rect">
              <a:avLst/>
            </a:prstGeom>
            <a:noFill/>
            <a:ln w="9525" cap="flat" cmpd="sng" algn="ctr">
              <a:noFill/>
              <a:prstDash val="solid"/>
              <a:miter lim="800000"/>
            </a:ln>
            <a:effectLst/>
          </p:spPr>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ct val="0"/>
                </a:spcAft>
                <a:buClr>
                  <a:srgbClr val="FFB500"/>
                </a:buClr>
                <a:buSzPct val="75000"/>
                <a:buFontTx/>
                <a:buNone/>
                <a:tabLst/>
                <a:defRPr/>
              </a:pPr>
              <a:r>
                <a:rPr kumimoji="0" lang="en-US" b="1" i="0" u="none" strike="noStrike" kern="1200" cap="none" spc="0" normalizeH="0" baseline="0" noProof="0" dirty="0">
                  <a:ln>
                    <a:noFill/>
                  </a:ln>
                  <a:solidFill>
                    <a:schemeClr val="tx2"/>
                  </a:solidFill>
                  <a:effectLst/>
                  <a:uLnTx/>
                  <a:uFillTx/>
                  <a:ea typeface="+mn-ea"/>
                  <a:cs typeface="+mn-cs"/>
                </a:rPr>
                <a:t>A</a:t>
              </a:r>
            </a:p>
          </p:txBody>
        </p:sp>
      </p:grpSp>
      <p:grpSp>
        <p:nvGrpSpPr>
          <p:cNvPr id="210" name="Group 209">
            <a:extLst>
              <a:ext uri="{FF2B5EF4-FFF2-40B4-BE49-F238E27FC236}">
                <a16:creationId xmlns:a16="http://schemas.microsoft.com/office/drawing/2014/main" id="{19DEC8C0-7FC3-098C-C358-D6E2757C9B6D}"/>
              </a:ext>
            </a:extLst>
          </p:cNvPr>
          <p:cNvGrpSpPr/>
          <p:nvPr/>
        </p:nvGrpSpPr>
        <p:grpSpPr>
          <a:xfrm>
            <a:off x="649708" y="2710169"/>
            <a:ext cx="1965960" cy="365760"/>
            <a:chOff x="-553071" y="4045704"/>
            <a:chExt cx="1965960" cy="460669"/>
          </a:xfrm>
        </p:grpSpPr>
        <p:sp>
          <p:nvSpPr>
            <p:cNvPr id="211" name="Rectangle 210">
              <a:extLst>
                <a:ext uri="{FF2B5EF4-FFF2-40B4-BE49-F238E27FC236}">
                  <a16:creationId xmlns:a16="http://schemas.microsoft.com/office/drawing/2014/main" id="{975EA445-D47F-3784-BBFE-E82533F922C6}"/>
                </a:ext>
              </a:extLst>
            </p:cNvPr>
            <p:cNvSpPr/>
            <p:nvPr/>
          </p:nvSpPr>
          <p:spPr>
            <a:xfrm>
              <a:off x="-187311" y="4045704"/>
              <a:ext cx="1600200" cy="45720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400" b="0" i="0" u="none" strike="noStrike" kern="1200" cap="none" spc="0" normalizeH="0" baseline="0" noProof="0" dirty="0">
                  <a:ln>
                    <a:noFill/>
                  </a:ln>
                  <a:solidFill>
                    <a:srgbClr val="1A1A24"/>
                  </a:solidFill>
                  <a:effectLst/>
                  <a:uLnTx/>
                  <a:uFillTx/>
                  <a:ea typeface="+mn-ea"/>
                  <a:cs typeface="+mn-cs"/>
                </a:rPr>
                <a:t>Consulted</a:t>
              </a:r>
            </a:p>
          </p:txBody>
        </p:sp>
        <p:sp>
          <p:nvSpPr>
            <p:cNvPr id="212" name="Rectangle 211">
              <a:extLst>
                <a:ext uri="{FF2B5EF4-FFF2-40B4-BE49-F238E27FC236}">
                  <a16:creationId xmlns:a16="http://schemas.microsoft.com/office/drawing/2014/main" id="{769E069D-DC21-E231-FF86-1E27AEC08843}"/>
                </a:ext>
              </a:extLst>
            </p:cNvPr>
            <p:cNvSpPr/>
            <p:nvPr/>
          </p:nvSpPr>
          <p:spPr>
            <a:xfrm>
              <a:off x="-553071" y="4049173"/>
              <a:ext cx="365760" cy="457200"/>
            </a:xfrm>
            <a:prstGeom prst="rect">
              <a:avLst/>
            </a:prstGeom>
            <a:noFill/>
            <a:ln w="9525" cap="flat" cmpd="sng" algn="ctr">
              <a:noFill/>
              <a:prstDash val="solid"/>
              <a:miter lim="800000"/>
            </a:ln>
            <a:effectLst/>
          </p:spPr>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ct val="0"/>
                </a:spcAft>
                <a:buClr>
                  <a:srgbClr val="FFB500"/>
                </a:buClr>
                <a:buSzPct val="75000"/>
                <a:buFontTx/>
                <a:buNone/>
                <a:tabLst/>
                <a:defRPr/>
              </a:pPr>
              <a:r>
                <a:rPr kumimoji="0" lang="en-US" b="1" i="0" u="none" strike="noStrike" kern="1200" cap="none" spc="0" normalizeH="0" baseline="0" noProof="0" dirty="0">
                  <a:ln>
                    <a:noFill/>
                  </a:ln>
                  <a:solidFill>
                    <a:srgbClr val="0070C0"/>
                  </a:solidFill>
                  <a:effectLst/>
                  <a:uLnTx/>
                  <a:uFillTx/>
                  <a:ea typeface="+mn-ea"/>
                  <a:cs typeface="+mn-cs"/>
                </a:rPr>
                <a:t>C</a:t>
              </a:r>
            </a:p>
          </p:txBody>
        </p:sp>
      </p:grpSp>
      <p:grpSp>
        <p:nvGrpSpPr>
          <p:cNvPr id="213" name="Group 212">
            <a:extLst>
              <a:ext uri="{FF2B5EF4-FFF2-40B4-BE49-F238E27FC236}">
                <a16:creationId xmlns:a16="http://schemas.microsoft.com/office/drawing/2014/main" id="{AA466A12-259B-AF8D-D2B1-92B741A63C5F}"/>
              </a:ext>
            </a:extLst>
          </p:cNvPr>
          <p:cNvGrpSpPr/>
          <p:nvPr/>
        </p:nvGrpSpPr>
        <p:grpSpPr>
          <a:xfrm>
            <a:off x="649708" y="3322817"/>
            <a:ext cx="1965960" cy="365760"/>
            <a:chOff x="-544381" y="4903111"/>
            <a:chExt cx="1965960" cy="460669"/>
          </a:xfrm>
        </p:grpSpPr>
        <p:sp>
          <p:nvSpPr>
            <p:cNvPr id="214" name="Rectangle 213">
              <a:extLst>
                <a:ext uri="{FF2B5EF4-FFF2-40B4-BE49-F238E27FC236}">
                  <a16:creationId xmlns:a16="http://schemas.microsoft.com/office/drawing/2014/main" id="{3FA70B4E-FCAE-4216-246B-2F0C5C747FEB}"/>
                </a:ext>
              </a:extLst>
            </p:cNvPr>
            <p:cNvSpPr/>
            <p:nvPr/>
          </p:nvSpPr>
          <p:spPr>
            <a:xfrm>
              <a:off x="-178621" y="4903111"/>
              <a:ext cx="1600200" cy="457200"/>
            </a:xfrm>
            <a:prstGeom prst="rect">
              <a:avLst/>
            </a:prstGeom>
            <a:no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ts val="0"/>
                </a:spcBef>
                <a:spcAft>
                  <a:spcPct val="0"/>
                </a:spcAft>
                <a:buClr>
                  <a:srgbClr val="FFB500"/>
                </a:buClr>
                <a:buSzPct val="75000"/>
                <a:buFontTx/>
                <a:buNone/>
                <a:tabLst/>
                <a:defRPr/>
              </a:pPr>
              <a:r>
                <a:rPr kumimoji="0" lang="en-US" sz="1400" b="0" i="0" u="none" strike="noStrike" kern="1200" cap="none" spc="0" normalizeH="0" baseline="0" noProof="0" dirty="0">
                  <a:ln>
                    <a:noFill/>
                  </a:ln>
                  <a:solidFill>
                    <a:srgbClr val="1A1A24"/>
                  </a:solidFill>
                  <a:effectLst/>
                  <a:uLnTx/>
                  <a:uFillTx/>
                  <a:ea typeface="+mn-ea"/>
                  <a:cs typeface="+mn-cs"/>
                </a:rPr>
                <a:t>Informed</a:t>
              </a:r>
            </a:p>
          </p:txBody>
        </p:sp>
        <p:sp>
          <p:nvSpPr>
            <p:cNvPr id="215" name="Rectangle 214">
              <a:extLst>
                <a:ext uri="{FF2B5EF4-FFF2-40B4-BE49-F238E27FC236}">
                  <a16:creationId xmlns:a16="http://schemas.microsoft.com/office/drawing/2014/main" id="{0B45F91C-6972-4406-AA22-7037C8666ECC}"/>
                </a:ext>
              </a:extLst>
            </p:cNvPr>
            <p:cNvSpPr/>
            <p:nvPr/>
          </p:nvSpPr>
          <p:spPr>
            <a:xfrm>
              <a:off x="-544381" y="4906580"/>
              <a:ext cx="365760" cy="457200"/>
            </a:xfrm>
            <a:prstGeom prst="rect">
              <a:avLst/>
            </a:prstGeom>
            <a:noFill/>
            <a:ln w="9525" cap="flat" cmpd="sng" algn="ctr">
              <a:noFill/>
              <a:prstDash val="solid"/>
              <a:miter lim="800000"/>
            </a:ln>
            <a:effectLst/>
          </p:spPr>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ct val="0"/>
                </a:spcAft>
                <a:buClr>
                  <a:srgbClr val="FFB500"/>
                </a:buClr>
                <a:buSzPct val="75000"/>
                <a:buFontTx/>
                <a:buNone/>
                <a:tabLst/>
                <a:defRPr/>
              </a:pPr>
              <a:r>
                <a:rPr kumimoji="0" lang="en-US" b="1" i="0" u="none" strike="noStrike" kern="1200" cap="none" spc="0" normalizeH="0" baseline="0" noProof="0" dirty="0">
                  <a:ln>
                    <a:noFill/>
                  </a:ln>
                  <a:solidFill>
                    <a:srgbClr val="0070C0"/>
                  </a:solidFill>
                  <a:effectLst/>
                  <a:uLnTx/>
                  <a:uFillTx/>
                  <a:ea typeface="+mn-ea"/>
                  <a:cs typeface="+mn-cs"/>
                </a:rPr>
                <a:t>I</a:t>
              </a:r>
            </a:p>
          </p:txBody>
        </p:sp>
      </p:grpSp>
      <p:cxnSp>
        <p:nvCxnSpPr>
          <p:cNvPr id="216" name="Straight Connector 215">
            <a:extLst>
              <a:ext uri="{FF2B5EF4-FFF2-40B4-BE49-F238E27FC236}">
                <a16:creationId xmlns:a16="http://schemas.microsoft.com/office/drawing/2014/main" id="{0D5E6967-29F6-693C-D7AC-F3CD128BC3B0}"/>
              </a:ext>
            </a:extLst>
          </p:cNvPr>
          <p:cNvCxnSpPr>
            <a:cxnSpLocks/>
          </p:cNvCxnSpPr>
          <p:nvPr/>
        </p:nvCxnSpPr>
        <p:spPr>
          <a:xfrm>
            <a:off x="2781300" y="1430044"/>
            <a:ext cx="0" cy="2331720"/>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94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367DE-19D4-BC39-85F0-3B003B0A974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60D380A-9FA9-D801-0371-DD729F0D9CA1}"/>
              </a:ext>
            </a:extLst>
          </p:cNvPr>
          <p:cNvSpPr>
            <a:spLocks noGrp="1"/>
          </p:cNvSpPr>
          <p:nvPr>
            <p:ph type="title"/>
          </p:nvPr>
        </p:nvSpPr>
        <p:spPr>
          <a:xfrm>
            <a:off x="495300" y="228600"/>
            <a:ext cx="11201400" cy="548640"/>
          </a:xfrm>
        </p:spPr>
        <p:txBody>
          <a:bodyPr lIns="91440" tIns="45720" rIns="91440"/>
          <a:lstStyle/>
          <a:p>
            <a:pPr>
              <a:lnSpc>
                <a:spcPct val="100000"/>
              </a:lnSpc>
            </a:pPr>
            <a:r>
              <a:rPr lang="en-US" dirty="0"/>
              <a:t>GL | RACI Matrix (1/3)</a:t>
            </a:r>
            <a:endParaRPr lang="en-IN" dirty="0"/>
          </a:p>
        </p:txBody>
      </p:sp>
      <p:sp>
        <p:nvSpPr>
          <p:cNvPr id="6" name="Date Placeholder 5">
            <a:extLst>
              <a:ext uri="{FF2B5EF4-FFF2-40B4-BE49-F238E27FC236}">
                <a16:creationId xmlns:a16="http://schemas.microsoft.com/office/drawing/2014/main" id="{479399D2-F3C3-80AA-9373-D4D18F3DECE3}"/>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C940A3D5-34F4-BE00-FC86-0524C0D543C8}"/>
              </a:ext>
            </a:extLst>
          </p:cNvPr>
          <p:cNvSpPr>
            <a:spLocks noGrp="1"/>
          </p:cNvSpPr>
          <p:nvPr>
            <p:ph type="sldNum" sz="quarter" idx="19"/>
          </p:nvPr>
        </p:nvSpPr>
        <p:spPr/>
        <p:txBody>
          <a:bodyPr/>
          <a:lstStyle/>
          <a:p>
            <a:fld id="{94FCA0F3-9F3A-694B-99BB-0E592A797735}" type="slidenum">
              <a:rPr lang="en-US" smtClean="0"/>
              <a:t>22</a:t>
            </a:fld>
            <a:endParaRPr lang="en-US"/>
          </a:p>
        </p:txBody>
      </p:sp>
      <p:graphicFrame>
        <p:nvGraphicFramePr>
          <p:cNvPr id="34" name="Table 33">
            <a:extLst>
              <a:ext uri="{FF2B5EF4-FFF2-40B4-BE49-F238E27FC236}">
                <a16:creationId xmlns:a16="http://schemas.microsoft.com/office/drawing/2014/main" id="{361D8DA2-4E1B-F0CE-A749-D1B2547089C6}"/>
              </a:ext>
            </a:extLst>
          </p:cNvPr>
          <p:cNvGraphicFramePr>
            <a:graphicFrameLocks noGrp="1"/>
          </p:cNvGraphicFramePr>
          <p:nvPr>
            <p:extLst>
              <p:ext uri="{D42A27DB-BD31-4B8C-83A1-F6EECF244321}">
                <p14:modId xmlns:p14="http://schemas.microsoft.com/office/powerpoint/2010/main" val="456895847"/>
              </p:ext>
            </p:extLst>
          </p:nvPr>
        </p:nvGraphicFramePr>
        <p:xfrm>
          <a:off x="495300" y="914400"/>
          <a:ext cx="11201400" cy="5321808"/>
        </p:xfrm>
        <a:graphic>
          <a:graphicData uri="http://schemas.openxmlformats.org/drawingml/2006/table">
            <a:tbl>
              <a:tblPr/>
              <a:tblGrid>
                <a:gridCol w="5486400">
                  <a:extLst>
                    <a:ext uri="{9D8B030D-6E8A-4147-A177-3AD203B41FA5}">
                      <a16:colId xmlns:a16="http://schemas.microsoft.com/office/drawing/2014/main" val="3470923224"/>
                    </a:ext>
                  </a:extLst>
                </a:gridCol>
                <a:gridCol w="914400">
                  <a:extLst>
                    <a:ext uri="{9D8B030D-6E8A-4147-A177-3AD203B41FA5}">
                      <a16:colId xmlns:a16="http://schemas.microsoft.com/office/drawing/2014/main" val="3159260032"/>
                    </a:ext>
                  </a:extLst>
                </a:gridCol>
                <a:gridCol w="914400">
                  <a:extLst>
                    <a:ext uri="{9D8B030D-6E8A-4147-A177-3AD203B41FA5}">
                      <a16:colId xmlns:a16="http://schemas.microsoft.com/office/drawing/2014/main" val="1587623123"/>
                    </a:ext>
                  </a:extLst>
                </a:gridCol>
                <a:gridCol w="960120">
                  <a:extLst>
                    <a:ext uri="{9D8B030D-6E8A-4147-A177-3AD203B41FA5}">
                      <a16:colId xmlns:a16="http://schemas.microsoft.com/office/drawing/2014/main" val="2768751536"/>
                    </a:ext>
                  </a:extLst>
                </a:gridCol>
                <a:gridCol w="1051560">
                  <a:extLst>
                    <a:ext uri="{9D8B030D-6E8A-4147-A177-3AD203B41FA5}">
                      <a16:colId xmlns:a16="http://schemas.microsoft.com/office/drawing/2014/main" val="540288641"/>
                    </a:ext>
                  </a:extLst>
                </a:gridCol>
                <a:gridCol w="960120">
                  <a:extLst>
                    <a:ext uri="{9D8B030D-6E8A-4147-A177-3AD203B41FA5}">
                      <a16:colId xmlns:a16="http://schemas.microsoft.com/office/drawing/2014/main" val="800495708"/>
                    </a:ext>
                  </a:extLst>
                </a:gridCol>
                <a:gridCol w="914400">
                  <a:extLst>
                    <a:ext uri="{9D8B030D-6E8A-4147-A177-3AD203B41FA5}">
                      <a16:colId xmlns:a16="http://schemas.microsoft.com/office/drawing/2014/main" val="4260416985"/>
                    </a:ext>
                  </a:extLst>
                </a:gridCol>
              </a:tblGrid>
              <a:tr h="457200">
                <a:tc>
                  <a:txBody>
                    <a:bodyPr/>
                    <a:lstStyle/>
                    <a:p>
                      <a:r>
                        <a:rPr lang="en-IN" sz="1200" b="1" dirty="0">
                          <a:solidFill>
                            <a:schemeClr val="tx2"/>
                          </a:solidFill>
                          <a:latin typeface="+mn-lt"/>
                        </a:rPr>
                        <a:t>Process Step</a:t>
                      </a:r>
                    </a:p>
                  </a:txBody>
                  <a:tcPr marT="18288" marB="18288" anchor="ctr">
                    <a:lnL w="12700" cap="flat" cmpd="sng" algn="ctr">
                      <a:solidFill>
                        <a:schemeClr val="bg1">
                          <a:lumMod val="50000"/>
                          <a:lumOff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Sales</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GBS</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Regional Finance</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Commercial Finance</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Corporate Finance</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err="1">
                          <a:solidFill>
                            <a:schemeClr val="tx2"/>
                          </a:solidFill>
                          <a:latin typeface="+mn-lt"/>
                        </a:rPr>
                        <a:t>CoE</a:t>
                      </a:r>
                      <a:endParaRPr lang="en-IN" sz="1200" b="1" dirty="0">
                        <a:solidFill>
                          <a:schemeClr val="tx2"/>
                        </a:solidFill>
                        <a:latin typeface="+mn-lt"/>
                      </a:endParaRPr>
                    </a:p>
                  </a:txBody>
                  <a:tcPr marT="18288" marB="18288" anchor="ctr">
                    <a:lnL w="6350" cap="flat" cmpd="sng" algn="ctr">
                      <a:solidFill>
                        <a:schemeClr val="tx1"/>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3507023484"/>
                  </a:ext>
                </a:extLst>
              </a:tr>
              <a:tr h="274320">
                <a:tc>
                  <a:txBody>
                    <a:bodyPr/>
                    <a:lstStyle/>
                    <a:p>
                      <a:r>
                        <a:rPr lang="en-IN" sz="1100" b="1" dirty="0">
                          <a:solidFill>
                            <a:schemeClr val="bg1"/>
                          </a:solidFill>
                          <a:latin typeface="+mn-lt"/>
                        </a:rPr>
                        <a:t>Maintain accounting master data</a:t>
                      </a: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021392822"/>
                  </a:ext>
                </a:extLst>
              </a:tr>
              <a:tr h="237744">
                <a:tc>
                  <a:txBody>
                    <a:bodyPr/>
                    <a:lstStyle/>
                    <a:p>
                      <a:r>
                        <a:rPr lang="en-IN" sz="1050" dirty="0">
                          <a:solidFill>
                            <a:schemeClr val="bg1"/>
                          </a:solidFill>
                          <a:latin typeface="+mn-lt"/>
                        </a:rPr>
                        <a:t>Design accounting master data structure</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16970981"/>
                  </a:ext>
                </a:extLst>
              </a:tr>
              <a:tr h="237744">
                <a:tc>
                  <a:txBody>
                    <a:bodyPr/>
                    <a:lstStyle/>
                    <a:p>
                      <a:r>
                        <a:rPr lang="en-IN" sz="1050" dirty="0">
                          <a:solidFill>
                            <a:schemeClr val="bg1"/>
                          </a:solidFill>
                          <a:latin typeface="+mn-lt"/>
                        </a:rPr>
                        <a:t>Establish, maintain, and communicate accounting master data policies &amp; procedures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941502698"/>
                  </a:ext>
                </a:extLst>
              </a:tr>
              <a:tr h="237744">
                <a:tc>
                  <a:txBody>
                    <a:bodyPr/>
                    <a:lstStyle/>
                    <a:p>
                      <a:r>
                        <a:rPr lang="en-IN" sz="1050" dirty="0">
                          <a:solidFill>
                            <a:schemeClr val="bg1"/>
                          </a:solidFill>
                          <a:latin typeface="+mn-lt"/>
                        </a:rPr>
                        <a:t>Update / maintain accounting master data</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A/R</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67121962"/>
                  </a:ext>
                </a:extLst>
              </a:tr>
              <a:tr h="274320">
                <a:tc>
                  <a:txBody>
                    <a:bodyPr/>
                    <a:lstStyle/>
                    <a:p>
                      <a:r>
                        <a:rPr lang="en-IN" sz="1200" b="1" dirty="0">
                          <a:solidFill>
                            <a:schemeClr val="bg1"/>
                          </a:solidFill>
                          <a:latin typeface="+mn-lt"/>
                        </a:rPr>
                        <a:t>Manage policy &amp; procedures</a:t>
                      </a:r>
                      <a:endParaRPr lang="en-IN" sz="12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243312635"/>
                  </a:ext>
                </a:extLst>
              </a:tr>
              <a:tr h="237744">
                <a:tc>
                  <a:txBody>
                    <a:bodyPr/>
                    <a:lstStyle/>
                    <a:p>
                      <a:r>
                        <a:rPr lang="en-IN" sz="1050" dirty="0">
                          <a:solidFill>
                            <a:schemeClr val="bg1"/>
                          </a:solidFill>
                          <a:latin typeface="+mn-lt"/>
                        </a:rPr>
                        <a:t>Negotiate service-level agreements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A/R</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7202429"/>
                  </a:ext>
                </a:extLst>
              </a:tr>
              <a:tr h="237744">
                <a:tc>
                  <a:txBody>
                    <a:bodyPr/>
                    <a:lstStyle/>
                    <a:p>
                      <a:r>
                        <a:rPr lang="en-IN" sz="1050" dirty="0">
                          <a:solidFill>
                            <a:schemeClr val="bg1"/>
                          </a:solidFill>
                          <a:latin typeface="+mn-lt"/>
                        </a:rPr>
                        <a:t>Establish accounting policies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18855944"/>
                  </a:ext>
                </a:extLst>
              </a:tr>
              <a:tr h="237744">
                <a:tc>
                  <a:txBody>
                    <a:bodyPr/>
                    <a:lstStyle/>
                    <a:p>
                      <a:r>
                        <a:rPr lang="en-IN" sz="1050" dirty="0">
                          <a:solidFill>
                            <a:schemeClr val="bg1"/>
                          </a:solidFill>
                          <a:latin typeface="+mn-lt"/>
                        </a:rPr>
                        <a:t>Publish accounting policies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641880745"/>
                  </a:ext>
                </a:extLst>
              </a:tr>
              <a:tr h="237744">
                <a:tc>
                  <a:txBody>
                    <a:bodyPr/>
                    <a:lstStyle/>
                    <a:p>
                      <a:r>
                        <a:rPr lang="en-IN" sz="1050" dirty="0">
                          <a:solidFill>
                            <a:schemeClr val="bg1"/>
                          </a:solidFill>
                          <a:latin typeface="+mn-lt"/>
                        </a:rPr>
                        <a:t>Set and enforce approval limits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40619712"/>
                  </a:ext>
                </a:extLst>
              </a:tr>
              <a:tr h="237744">
                <a:tc>
                  <a:txBody>
                    <a:bodyPr/>
                    <a:lstStyle/>
                    <a:p>
                      <a:r>
                        <a:rPr lang="en-IN" sz="1050" dirty="0">
                          <a:solidFill>
                            <a:schemeClr val="bg1"/>
                          </a:solidFill>
                          <a:latin typeface="+mn-lt"/>
                        </a:rPr>
                        <a:t>Establish common financial systems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30682294"/>
                  </a:ext>
                </a:extLst>
              </a:tr>
              <a:tr h="274320">
                <a:tc>
                  <a:txBody>
                    <a:bodyPr/>
                    <a:lstStyle/>
                    <a:p>
                      <a:r>
                        <a:rPr lang="en-IN" sz="1100" b="1" dirty="0">
                          <a:solidFill>
                            <a:schemeClr val="bg1"/>
                          </a:solidFill>
                          <a:latin typeface="+mn-lt"/>
                        </a:rPr>
                        <a:t>Perform general accounting</a:t>
                      </a: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634101916"/>
                  </a:ext>
                </a:extLst>
              </a:tr>
              <a:tr h="237744">
                <a:tc>
                  <a:txBody>
                    <a:bodyPr/>
                    <a:lstStyle/>
                    <a:p>
                      <a:r>
                        <a:rPr lang="en-IN" sz="1050" dirty="0">
                          <a:solidFill>
                            <a:schemeClr val="bg1"/>
                          </a:solidFill>
                          <a:latin typeface="+mn-lt"/>
                        </a:rPr>
                        <a:t>Maintain chart of accounts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A/R</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02395822"/>
                  </a:ext>
                </a:extLst>
              </a:tr>
              <a:tr h="237744">
                <a:tc>
                  <a:txBody>
                    <a:bodyPr/>
                    <a:lstStyle/>
                    <a:p>
                      <a:r>
                        <a:rPr lang="en-IN" sz="1050" dirty="0">
                          <a:solidFill>
                            <a:schemeClr val="bg1"/>
                          </a:solidFill>
                          <a:latin typeface="+mn-lt"/>
                        </a:rPr>
                        <a:t>Process journal entries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A/R</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60171008"/>
                  </a:ext>
                </a:extLst>
              </a:tr>
              <a:tr h="237744">
                <a:tc>
                  <a:txBody>
                    <a:bodyPr/>
                    <a:lstStyle/>
                    <a:p>
                      <a:r>
                        <a:rPr lang="en-IN" sz="1050" dirty="0">
                          <a:solidFill>
                            <a:schemeClr val="bg1"/>
                          </a:solidFill>
                          <a:latin typeface="+mn-lt"/>
                        </a:rPr>
                        <a:t>Provide inputs for updating allocations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518166779"/>
                  </a:ext>
                </a:extLst>
              </a:tr>
              <a:tr h="237744">
                <a:tc>
                  <a:txBody>
                    <a:bodyPr/>
                    <a:lstStyle/>
                    <a:p>
                      <a:r>
                        <a:rPr lang="en-IN" sz="1050">
                          <a:solidFill>
                            <a:schemeClr val="bg1"/>
                          </a:solidFill>
                          <a:latin typeface="+mn-lt"/>
                        </a:rPr>
                        <a:t>Process allocations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95444092"/>
                  </a:ext>
                </a:extLst>
              </a:tr>
              <a:tr h="237744">
                <a:tc>
                  <a:txBody>
                    <a:bodyPr/>
                    <a:lstStyle/>
                    <a:p>
                      <a:r>
                        <a:rPr lang="en-IN" sz="1050" dirty="0">
                          <a:solidFill>
                            <a:schemeClr val="bg1"/>
                          </a:solidFill>
                          <a:latin typeface="+mn-lt"/>
                        </a:rPr>
                        <a:t>Provide inputs for period-end adjustments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70511971"/>
                  </a:ext>
                </a:extLst>
              </a:tr>
              <a:tr h="237744">
                <a:tc>
                  <a:txBody>
                    <a:bodyPr/>
                    <a:lstStyle/>
                    <a:p>
                      <a:r>
                        <a:rPr lang="en-IN" sz="1050">
                          <a:solidFill>
                            <a:schemeClr val="bg1"/>
                          </a:solidFill>
                          <a:latin typeface="+mn-lt"/>
                        </a:rPr>
                        <a:t>Process period-end adjustments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90894237"/>
                  </a:ext>
                </a:extLst>
              </a:tr>
              <a:tr h="237744">
                <a:tc>
                  <a:txBody>
                    <a:bodyPr/>
                    <a:lstStyle/>
                    <a:p>
                      <a:r>
                        <a:rPr lang="en-IN" sz="1050" dirty="0">
                          <a:solidFill>
                            <a:schemeClr val="bg1"/>
                          </a:solidFill>
                          <a:latin typeface="+mn-lt"/>
                        </a:rPr>
                        <a:t>Post &amp; reconcile intercompany transactions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A/R</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163292918"/>
                  </a:ext>
                </a:extLst>
              </a:tr>
              <a:tr h="237744">
                <a:tc>
                  <a:txBody>
                    <a:bodyPr/>
                    <a:lstStyle/>
                    <a:p>
                      <a:r>
                        <a:rPr lang="en-IN" sz="1050" dirty="0">
                          <a:solidFill>
                            <a:schemeClr val="bg1"/>
                          </a:solidFill>
                          <a:latin typeface="+mn-lt"/>
                        </a:rPr>
                        <a:t>Reconcile general ledger accounts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A/R</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0586224"/>
                  </a:ext>
                </a:extLst>
              </a:tr>
              <a:tr h="237744">
                <a:tc>
                  <a:txBody>
                    <a:bodyPr/>
                    <a:lstStyle/>
                    <a:p>
                      <a:r>
                        <a:rPr lang="en-IN" sz="1050" dirty="0">
                          <a:solidFill>
                            <a:schemeClr val="bg1"/>
                          </a:solidFill>
                          <a:latin typeface="+mn-lt"/>
                        </a:rPr>
                        <a:t>Perform consolidations and process eliminations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40904170"/>
                  </a:ext>
                </a:extLst>
              </a:tr>
            </a:tbl>
          </a:graphicData>
        </a:graphic>
      </p:graphicFrame>
    </p:spTree>
    <p:extLst>
      <p:ext uri="{BB962C8B-B14F-4D97-AF65-F5344CB8AC3E}">
        <p14:creationId xmlns:p14="http://schemas.microsoft.com/office/powerpoint/2010/main" val="4062119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42ACB-CB29-A70A-5EB3-BB01F3EE14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0149789-6904-B449-5105-BA47619F130E}"/>
              </a:ext>
            </a:extLst>
          </p:cNvPr>
          <p:cNvSpPr>
            <a:spLocks noGrp="1"/>
          </p:cNvSpPr>
          <p:nvPr>
            <p:ph type="title"/>
          </p:nvPr>
        </p:nvSpPr>
        <p:spPr>
          <a:xfrm>
            <a:off x="495300" y="228600"/>
            <a:ext cx="11201400" cy="548640"/>
          </a:xfrm>
        </p:spPr>
        <p:txBody>
          <a:bodyPr lIns="91440" tIns="45720" rIns="91440"/>
          <a:lstStyle/>
          <a:p>
            <a:pPr>
              <a:lnSpc>
                <a:spcPct val="100000"/>
              </a:lnSpc>
            </a:pPr>
            <a:r>
              <a:rPr lang="en-US" dirty="0"/>
              <a:t>GL | RACI Matrix (2/3)</a:t>
            </a:r>
            <a:endParaRPr lang="en-IN" dirty="0"/>
          </a:p>
        </p:txBody>
      </p:sp>
      <p:sp>
        <p:nvSpPr>
          <p:cNvPr id="6" name="Date Placeholder 5">
            <a:extLst>
              <a:ext uri="{FF2B5EF4-FFF2-40B4-BE49-F238E27FC236}">
                <a16:creationId xmlns:a16="http://schemas.microsoft.com/office/drawing/2014/main" id="{0432D74A-5F68-565A-D0AB-BE5AF31B2B34}"/>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FE09A345-6079-1F64-B8BD-C7622DE36CE2}"/>
              </a:ext>
            </a:extLst>
          </p:cNvPr>
          <p:cNvSpPr>
            <a:spLocks noGrp="1"/>
          </p:cNvSpPr>
          <p:nvPr>
            <p:ph type="sldNum" sz="quarter" idx="19"/>
          </p:nvPr>
        </p:nvSpPr>
        <p:spPr/>
        <p:txBody>
          <a:bodyPr/>
          <a:lstStyle/>
          <a:p>
            <a:fld id="{94FCA0F3-9F3A-694B-99BB-0E592A797735}" type="slidenum">
              <a:rPr lang="en-US" smtClean="0"/>
              <a:t>23</a:t>
            </a:fld>
            <a:endParaRPr lang="en-US"/>
          </a:p>
        </p:txBody>
      </p:sp>
      <p:graphicFrame>
        <p:nvGraphicFramePr>
          <p:cNvPr id="2" name="Table 1">
            <a:extLst>
              <a:ext uri="{FF2B5EF4-FFF2-40B4-BE49-F238E27FC236}">
                <a16:creationId xmlns:a16="http://schemas.microsoft.com/office/drawing/2014/main" id="{CE909F8F-CE78-38BA-0BC3-12BB144546CC}"/>
              </a:ext>
            </a:extLst>
          </p:cNvPr>
          <p:cNvGraphicFramePr>
            <a:graphicFrameLocks noGrp="1"/>
          </p:cNvGraphicFramePr>
          <p:nvPr>
            <p:extLst>
              <p:ext uri="{D42A27DB-BD31-4B8C-83A1-F6EECF244321}">
                <p14:modId xmlns:p14="http://schemas.microsoft.com/office/powerpoint/2010/main" val="2557095070"/>
              </p:ext>
            </p:extLst>
          </p:nvPr>
        </p:nvGraphicFramePr>
        <p:xfrm>
          <a:off x="495300" y="914400"/>
          <a:ext cx="11201400" cy="3858768"/>
        </p:xfrm>
        <a:graphic>
          <a:graphicData uri="http://schemas.openxmlformats.org/drawingml/2006/table">
            <a:tbl>
              <a:tblPr/>
              <a:tblGrid>
                <a:gridCol w="5486400">
                  <a:extLst>
                    <a:ext uri="{9D8B030D-6E8A-4147-A177-3AD203B41FA5}">
                      <a16:colId xmlns:a16="http://schemas.microsoft.com/office/drawing/2014/main" val="3470923224"/>
                    </a:ext>
                  </a:extLst>
                </a:gridCol>
                <a:gridCol w="914400">
                  <a:extLst>
                    <a:ext uri="{9D8B030D-6E8A-4147-A177-3AD203B41FA5}">
                      <a16:colId xmlns:a16="http://schemas.microsoft.com/office/drawing/2014/main" val="3159260032"/>
                    </a:ext>
                  </a:extLst>
                </a:gridCol>
                <a:gridCol w="914400">
                  <a:extLst>
                    <a:ext uri="{9D8B030D-6E8A-4147-A177-3AD203B41FA5}">
                      <a16:colId xmlns:a16="http://schemas.microsoft.com/office/drawing/2014/main" val="1587623123"/>
                    </a:ext>
                  </a:extLst>
                </a:gridCol>
                <a:gridCol w="960120">
                  <a:extLst>
                    <a:ext uri="{9D8B030D-6E8A-4147-A177-3AD203B41FA5}">
                      <a16:colId xmlns:a16="http://schemas.microsoft.com/office/drawing/2014/main" val="2768751536"/>
                    </a:ext>
                  </a:extLst>
                </a:gridCol>
                <a:gridCol w="1051560">
                  <a:extLst>
                    <a:ext uri="{9D8B030D-6E8A-4147-A177-3AD203B41FA5}">
                      <a16:colId xmlns:a16="http://schemas.microsoft.com/office/drawing/2014/main" val="540288641"/>
                    </a:ext>
                  </a:extLst>
                </a:gridCol>
                <a:gridCol w="960120">
                  <a:extLst>
                    <a:ext uri="{9D8B030D-6E8A-4147-A177-3AD203B41FA5}">
                      <a16:colId xmlns:a16="http://schemas.microsoft.com/office/drawing/2014/main" val="800495708"/>
                    </a:ext>
                  </a:extLst>
                </a:gridCol>
                <a:gridCol w="914400">
                  <a:extLst>
                    <a:ext uri="{9D8B030D-6E8A-4147-A177-3AD203B41FA5}">
                      <a16:colId xmlns:a16="http://schemas.microsoft.com/office/drawing/2014/main" val="4260416985"/>
                    </a:ext>
                  </a:extLst>
                </a:gridCol>
              </a:tblGrid>
              <a:tr h="457200">
                <a:tc>
                  <a:txBody>
                    <a:bodyPr/>
                    <a:lstStyle/>
                    <a:p>
                      <a:r>
                        <a:rPr lang="en-IN" sz="1200" b="1" dirty="0">
                          <a:solidFill>
                            <a:schemeClr val="tx2"/>
                          </a:solidFill>
                          <a:latin typeface="+mn-lt"/>
                        </a:rPr>
                        <a:t>Process Step</a:t>
                      </a:r>
                    </a:p>
                  </a:txBody>
                  <a:tcPr marT="18288" marB="18288" anchor="ctr">
                    <a:lnL w="12700" cap="flat" cmpd="sng" algn="ctr">
                      <a:solidFill>
                        <a:schemeClr val="bg1">
                          <a:lumMod val="50000"/>
                          <a:lumOff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Sales</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GBS</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Regional Finance</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Commercial Finance</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a:solidFill>
                            <a:schemeClr val="tx2"/>
                          </a:solidFill>
                          <a:latin typeface="+mn-lt"/>
                        </a:rPr>
                        <a:t>Corporate Finance</a:t>
                      </a:r>
                    </a:p>
                  </a:txBody>
                  <a:tcPr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tc>
                  <a:txBody>
                    <a:bodyPr/>
                    <a:lstStyle/>
                    <a:p>
                      <a:pPr algn="ctr"/>
                      <a:r>
                        <a:rPr lang="en-IN" sz="1200" b="1" dirty="0" err="1">
                          <a:solidFill>
                            <a:schemeClr val="tx2"/>
                          </a:solidFill>
                          <a:latin typeface="+mn-lt"/>
                        </a:rPr>
                        <a:t>CoE</a:t>
                      </a:r>
                      <a:endParaRPr lang="en-IN" sz="1200" b="1" dirty="0">
                        <a:solidFill>
                          <a:schemeClr val="tx2"/>
                        </a:solidFill>
                        <a:latin typeface="+mn-lt"/>
                      </a:endParaRPr>
                    </a:p>
                  </a:txBody>
                  <a:tcPr marT="18288" marB="18288" anchor="ctr">
                    <a:lnL w="6350" cap="flat" cmpd="sng" algn="ctr">
                      <a:solidFill>
                        <a:schemeClr val="tx1"/>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3507023484"/>
                  </a:ext>
                </a:extLst>
              </a:tr>
              <a:tr h="274320">
                <a:tc>
                  <a:txBody>
                    <a:bodyPr/>
                    <a:lstStyle/>
                    <a:p>
                      <a:r>
                        <a:rPr lang="en-IN" sz="1100" b="1" dirty="0">
                          <a:solidFill>
                            <a:schemeClr val="bg1"/>
                          </a:solidFill>
                          <a:latin typeface="+mn-lt"/>
                        </a:rPr>
                        <a:t>Perform general accounting</a:t>
                      </a: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1634101916"/>
                  </a:ext>
                </a:extLst>
              </a:tr>
              <a:tr h="237744">
                <a:tc>
                  <a:txBody>
                    <a:bodyPr/>
                    <a:lstStyle/>
                    <a:p>
                      <a:r>
                        <a:rPr lang="en-IN" sz="1050" dirty="0">
                          <a:solidFill>
                            <a:schemeClr val="bg1"/>
                          </a:solidFill>
                          <a:latin typeface="+mn-lt"/>
                        </a:rPr>
                        <a:t>Prepare trial balance</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A/R</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r h="237744">
                <a:tc>
                  <a:txBody>
                    <a:bodyPr/>
                    <a:lstStyle/>
                    <a:p>
                      <a:r>
                        <a:rPr lang="en-IN" sz="1050" dirty="0">
                          <a:solidFill>
                            <a:schemeClr val="bg1"/>
                          </a:solidFill>
                          <a:latin typeface="+mn-lt"/>
                        </a:rPr>
                        <a:t>Prepare and post management adjustments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25228143"/>
                  </a:ext>
                </a:extLst>
              </a:tr>
              <a:tr h="274320">
                <a:tc>
                  <a:txBody>
                    <a:bodyPr/>
                    <a:lstStyle/>
                    <a:p>
                      <a:r>
                        <a:rPr lang="en-IN" sz="1100" b="1" dirty="0">
                          <a:solidFill>
                            <a:schemeClr val="bg1"/>
                          </a:solidFill>
                          <a:latin typeface="+mn-lt"/>
                        </a:rPr>
                        <a:t>Perform fixed asset accounting</a:t>
                      </a: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tc>
                  <a:txBody>
                    <a:bodyPr/>
                    <a:lstStyle/>
                    <a:p>
                      <a:pPr algn="ctr"/>
                      <a:endParaRPr lang="en-IN" sz="1100" dirty="0">
                        <a:solidFill>
                          <a:schemeClr val="bg1"/>
                        </a:solidFill>
                        <a:latin typeface="+mn-lt"/>
                      </a:endParaRPr>
                    </a:p>
                  </a:txBody>
                  <a:tcPr marT="18288" marB="18288" anchor="ctr">
                    <a:lnL w="3175" cap="flat" cmpd="sng" algn="ctr">
                      <a:no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2872012867"/>
                  </a:ext>
                </a:extLst>
              </a:tr>
              <a:tr h="237744">
                <a:tc>
                  <a:txBody>
                    <a:bodyPr/>
                    <a:lstStyle/>
                    <a:p>
                      <a:r>
                        <a:rPr lang="en-IN" sz="1050" dirty="0">
                          <a:solidFill>
                            <a:schemeClr val="bg1"/>
                          </a:solidFill>
                          <a:latin typeface="+mn-lt"/>
                        </a:rPr>
                        <a:t>Establish fixed-asset policies &amp; procedures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568794"/>
                  </a:ext>
                </a:extLst>
              </a:tr>
              <a:tr h="237744">
                <a:tc>
                  <a:txBody>
                    <a:bodyPr/>
                    <a:lstStyle/>
                    <a:p>
                      <a:r>
                        <a:rPr lang="en-IN" sz="1050" dirty="0">
                          <a:solidFill>
                            <a:schemeClr val="bg1"/>
                          </a:solidFill>
                          <a:latin typeface="+mn-lt"/>
                        </a:rPr>
                        <a:t>Establish (tax and book) depreciation policies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92418573"/>
                  </a:ext>
                </a:extLst>
              </a:tr>
              <a:tr h="237744">
                <a:tc>
                  <a:txBody>
                    <a:bodyPr/>
                    <a:lstStyle/>
                    <a:p>
                      <a:r>
                        <a:rPr lang="en-IN" sz="1050" dirty="0">
                          <a:solidFill>
                            <a:schemeClr val="bg1"/>
                          </a:solidFill>
                          <a:latin typeface="+mn-lt"/>
                        </a:rPr>
                        <a:t>Maintain fixed-asset master data files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A/R</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C</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91237892"/>
                  </a:ext>
                </a:extLst>
              </a:tr>
              <a:tr h="237744">
                <a:tc>
                  <a:txBody>
                    <a:bodyPr/>
                    <a:lstStyle/>
                    <a:p>
                      <a:r>
                        <a:rPr lang="en-IN" sz="1050" dirty="0">
                          <a:solidFill>
                            <a:schemeClr val="bg1"/>
                          </a:solidFill>
                          <a:latin typeface="+mn-lt"/>
                        </a:rPr>
                        <a:t>Process and record fixed-asset additions and retires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50060112"/>
                  </a:ext>
                </a:extLst>
              </a:tr>
              <a:tr h="237744">
                <a:tc>
                  <a:txBody>
                    <a:bodyPr/>
                    <a:lstStyle/>
                    <a:p>
                      <a:r>
                        <a:rPr lang="en-IN" sz="1050" dirty="0">
                          <a:solidFill>
                            <a:schemeClr val="bg1"/>
                          </a:solidFill>
                          <a:latin typeface="+mn-lt"/>
                        </a:rPr>
                        <a:t>Process and record fixed-asset adjustments/enhancements/revaluations/transfers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22803313"/>
                  </a:ext>
                </a:extLst>
              </a:tr>
              <a:tr h="237744">
                <a:tc>
                  <a:txBody>
                    <a:bodyPr/>
                    <a:lstStyle/>
                    <a:p>
                      <a:r>
                        <a:rPr lang="en-IN" sz="1050" dirty="0">
                          <a:solidFill>
                            <a:schemeClr val="bg1"/>
                          </a:solidFill>
                          <a:latin typeface="+mn-lt"/>
                        </a:rPr>
                        <a:t>Process and record fixed-asset maintenance &amp; repair expenses</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latin typeface="+mn-lt"/>
                        </a:rPr>
                        <a:t>A</a:t>
                      </a:r>
                      <a:endParaRPr lang="en-IN" sz="110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8619106"/>
                  </a:ext>
                </a:extLst>
              </a:tr>
              <a:tr h="237744">
                <a:tc>
                  <a:txBody>
                    <a:bodyPr/>
                    <a:lstStyle/>
                    <a:p>
                      <a:r>
                        <a:rPr lang="en-IN" sz="1050" dirty="0">
                          <a:solidFill>
                            <a:schemeClr val="bg1"/>
                          </a:solidFill>
                          <a:latin typeface="+mn-lt"/>
                        </a:rPr>
                        <a:t>Calculate and record depreciation expense</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790130372"/>
                  </a:ext>
                </a:extLst>
              </a:tr>
              <a:tr h="237744">
                <a:tc>
                  <a:txBody>
                    <a:bodyPr/>
                    <a:lstStyle/>
                    <a:p>
                      <a:r>
                        <a:rPr lang="en-IN" sz="1050" dirty="0">
                          <a:solidFill>
                            <a:schemeClr val="bg1"/>
                          </a:solidFill>
                          <a:latin typeface="+mn-lt"/>
                        </a:rPr>
                        <a:t>Reconcile fixed-asset ledger</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19473626"/>
                  </a:ext>
                </a:extLst>
              </a:tr>
              <a:tr h="237744">
                <a:tc>
                  <a:txBody>
                    <a:bodyPr/>
                    <a:lstStyle/>
                    <a:p>
                      <a:r>
                        <a:rPr lang="en-IN" sz="1050" dirty="0">
                          <a:solidFill>
                            <a:schemeClr val="bg1"/>
                          </a:solidFill>
                          <a:latin typeface="+mn-lt"/>
                        </a:rPr>
                        <a:t>Track fixed assets incl. physical inventory</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91276196"/>
                  </a:ext>
                </a:extLst>
              </a:tr>
              <a:tr h="237744">
                <a:tc>
                  <a:txBody>
                    <a:bodyPr/>
                    <a:lstStyle/>
                    <a:p>
                      <a:r>
                        <a:rPr lang="en-IN" sz="1050" dirty="0">
                          <a:solidFill>
                            <a:schemeClr val="bg1"/>
                          </a:solidFill>
                          <a:latin typeface="+mn-lt"/>
                        </a:rPr>
                        <a:t>Provide fixed-asset data for reporting</a:t>
                      </a:r>
                    </a:p>
                  </a:txBody>
                  <a:tcPr marT="18288" marB="18288"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12700"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R</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dirty="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a:solidFill>
                            <a:schemeClr val="bg1"/>
                          </a:solidFill>
                          <a:latin typeface="+mn-lt"/>
                        </a:rPr>
                        <a:t>I</a:t>
                      </a:r>
                    </a:p>
                  </a:txBody>
                  <a:tcPr marT="18288" marB="18288" anchor="ctr">
                    <a:lnL w="3175" cap="flat" cmpd="sng" algn="ctr">
                      <a:solidFill>
                        <a:schemeClr val="bg1">
                          <a:lumMod val="50000"/>
                          <a:lumOff val="50000"/>
                        </a:schemeClr>
                      </a:solidFill>
                      <a:prstDash val="solid"/>
                      <a:round/>
                      <a:headEnd type="none" w="med" len="med"/>
                      <a:tailEnd type="none" w="med" len="med"/>
                    </a:lnL>
                    <a:lnR w="3175"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dirty="0">
                          <a:solidFill>
                            <a:schemeClr val="bg1"/>
                          </a:solidFill>
                          <a:latin typeface="+mn-lt"/>
                        </a:rPr>
                        <a:t>A</a:t>
                      </a:r>
                      <a:endParaRPr lang="en-IN" sz="1100" dirty="0">
                        <a:solidFill>
                          <a:schemeClr val="bg1"/>
                        </a:solidFill>
                        <a:latin typeface="+mn-lt"/>
                      </a:endParaRPr>
                    </a:p>
                  </a:txBody>
                  <a:tcPr marT="18288" marB="18288" anchor="ctr">
                    <a:lnL w="3175"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612787121"/>
                  </a:ext>
                </a:extLst>
              </a:tr>
            </a:tbl>
          </a:graphicData>
        </a:graphic>
      </p:graphicFrame>
    </p:spTree>
    <p:extLst>
      <p:ext uri="{BB962C8B-B14F-4D97-AF65-F5344CB8AC3E}">
        <p14:creationId xmlns:p14="http://schemas.microsoft.com/office/powerpoint/2010/main" val="1889297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A5E8A-30C9-0AC8-1438-1C1C75BC786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6F8EEA3-58A9-47E9-5E86-CDDE5736845D}"/>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Organizational Structure and Transition</a:t>
            </a:r>
          </a:p>
        </p:txBody>
      </p:sp>
    </p:spTree>
    <p:extLst>
      <p:ext uri="{BB962C8B-B14F-4D97-AF65-F5344CB8AC3E}">
        <p14:creationId xmlns:p14="http://schemas.microsoft.com/office/powerpoint/2010/main" val="1244923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A474-C093-6BF0-23AD-7B0C223BB447}"/>
            </a:ext>
          </a:extLst>
        </p:cNvPr>
        <p:cNvGrpSpPr/>
        <p:nvPr/>
      </p:nvGrpSpPr>
      <p:grpSpPr>
        <a:xfrm>
          <a:off x="0" y="0"/>
          <a:ext cx="0" cy="0"/>
          <a:chOff x="0" y="0"/>
          <a:chExt cx="0" cy="0"/>
        </a:xfrm>
      </p:grpSpPr>
      <p:sp>
        <p:nvSpPr>
          <p:cNvPr id="200" name="Rectangle 199">
            <a:extLst>
              <a:ext uri="{FF2B5EF4-FFF2-40B4-BE49-F238E27FC236}">
                <a16:creationId xmlns:a16="http://schemas.microsoft.com/office/drawing/2014/main" id="{C77D1876-7B68-9B36-367B-85CD8CECEBB5}"/>
              </a:ext>
            </a:extLst>
          </p:cNvPr>
          <p:cNvSpPr/>
          <p:nvPr/>
        </p:nvSpPr>
        <p:spPr>
          <a:xfrm>
            <a:off x="843154" y="2329256"/>
            <a:ext cx="10515600" cy="3063240"/>
          </a:xfrm>
          <a:prstGeom prst="rect">
            <a:avLst/>
          </a:prstGeom>
          <a:noFill/>
          <a:ln w="12700" cap="flat" cmpd="sng" algn="ctr">
            <a:solidFill>
              <a:schemeClr val="accent5"/>
            </a:solidFill>
            <a:prstDash val="lgDash"/>
            <a:miter lim="800000"/>
            <a:headEnd type="none" w="med" len="med"/>
            <a:tailEnd type="none" w="med" len="med"/>
          </a:ln>
          <a:effectLst/>
        </p:spPr>
        <p:txBody>
          <a:bodyPr lIns="91440" tIns="45720" rIns="91440" bIns="45720" rtlCol="0" anchor="ctr" anchorCtr="0"/>
          <a:lstStyle/>
          <a:p>
            <a:pPr marR="0" algn="ctr" defTabSz="914400" eaLnBrk="1" fontAlgn="auto" latinLnBrk="0" hangingPunct="1">
              <a:buClr>
                <a:srgbClr val="FFE600"/>
              </a:buClr>
              <a:buSzTx/>
              <a:tabLst/>
            </a:pPr>
            <a:endParaRPr kumimoji="0" lang="en-IN" sz="1100" b="0" i="0" u="none" strike="noStrike" kern="0" cap="none" spc="0" normalizeH="0" baseline="0" noProof="0" dirty="0" err="1">
              <a:ln>
                <a:noFill/>
              </a:ln>
              <a:solidFill>
                <a:srgbClr val="1A1A24"/>
              </a:solidFill>
              <a:effectLst/>
              <a:uLnTx/>
              <a:uFillTx/>
              <a:ea typeface="+mn-ea"/>
              <a:cs typeface="+mn-cs"/>
            </a:endParaRPr>
          </a:p>
        </p:txBody>
      </p:sp>
      <p:sp>
        <p:nvSpPr>
          <p:cNvPr id="171" name="Rectangle 170">
            <a:extLst>
              <a:ext uri="{FF2B5EF4-FFF2-40B4-BE49-F238E27FC236}">
                <a16:creationId xmlns:a16="http://schemas.microsoft.com/office/drawing/2014/main" id="{936BBCDF-3E2B-0BC4-68E5-4E6A683ACD5B}"/>
              </a:ext>
            </a:extLst>
          </p:cNvPr>
          <p:cNvSpPr/>
          <p:nvPr/>
        </p:nvSpPr>
        <p:spPr>
          <a:xfrm>
            <a:off x="843154" y="1049098"/>
            <a:ext cx="10515600" cy="1097280"/>
          </a:xfrm>
          <a:prstGeom prst="rect">
            <a:avLst/>
          </a:prstGeom>
          <a:noFill/>
          <a:ln w="12700" cap="flat" cmpd="sng" algn="ctr">
            <a:solidFill>
              <a:schemeClr val="accent1"/>
            </a:solidFill>
            <a:prstDash val="lgDash"/>
            <a:miter lim="800000"/>
            <a:headEnd type="none" w="med" len="med"/>
            <a:tailEnd type="none" w="med" len="med"/>
          </a:ln>
          <a:effectLst/>
        </p:spPr>
        <p:txBody>
          <a:bodyPr lIns="91440" tIns="45720" rIns="91440" bIns="45720" rtlCol="0" anchor="ctr" anchorCtr="0"/>
          <a:lstStyle/>
          <a:p>
            <a:pPr marR="0" algn="ctr" defTabSz="914400" eaLnBrk="1" fontAlgn="auto" latinLnBrk="0" hangingPunct="1">
              <a:buClr>
                <a:srgbClr val="FFE600"/>
              </a:buClr>
              <a:buSzTx/>
              <a:tabLst/>
            </a:pPr>
            <a:endParaRPr kumimoji="0" lang="en-IN" sz="1100" b="0" i="0" u="none" strike="noStrike" kern="0" cap="none" spc="0" normalizeH="0" baseline="0" noProof="0" dirty="0" err="1">
              <a:ln>
                <a:noFill/>
              </a:ln>
              <a:solidFill>
                <a:srgbClr val="1A1A24"/>
              </a:solidFill>
              <a:effectLst/>
              <a:uLnTx/>
              <a:uFillTx/>
              <a:ea typeface="+mn-ea"/>
              <a:cs typeface="+mn-cs"/>
            </a:endParaRPr>
          </a:p>
        </p:txBody>
      </p:sp>
      <p:sp>
        <p:nvSpPr>
          <p:cNvPr id="8" name="Title 7">
            <a:extLst>
              <a:ext uri="{FF2B5EF4-FFF2-40B4-BE49-F238E27FC236}">
                <a16:creationId xmlns:a16="http://schemas.microsoft.com/office/drawing/2014/main" id="{DD13D22B-BC8C-050E-3603-83F4324D05A0}"/>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GL Accounting Sub-Process Ownership Model</a:t>
            </a:r>
          </a:p>
        </p:txBody>
      </p:sp>
      <p:sp>
        <p:nvSpPr>
          <p:cNvPr id="6" name="Date Placeholder 5">
            <a:extLst>
              <a:ext uri="{FF2B5EF4-FFF2-40B4-BE49-F238E27FC236}">
                <a16:creationId xmlns:a16="http://schemas.microsoft.com/office/drawing/2014/main" id="{4E2E1B2F-1EB3-41D3-AFCF-741F5EF8AF36}"/>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36A49058-ACEE-FEFA-FAE0-C8C2351B3207}"/>
              </a:ext>
            </a:extLst>
          </p:cNvPr>
          <p:cNvSpPr>
            <a:spLocks noGrp="1"/>
          </p:cNvSpPr>
          <p:nvPr>
            <p:ph type="sldNum" sz="quarter" idx="19"/>
          </p:nvPr>
        </p:nvSpPr>
        <p:spPr/>
        <p:txBody>
          <a:bodyPr/>
          <a:lstStyle/>
          <a:p>
            <a:fld id="{94FCA0F3-9F3A-694B-99BB-0E592A797735}" type="slidenum">
              <a:rPr lang="en-US" smtClean="0"/>
              <a:t>25</a:t>
            </a:fld>
            <a:endParaRPr lang="en-US"/>
          </a:p>
        </p:txBody>
      </p:sp>
      <p:cxnSp>
        <p:nvCxnSpPr>
          <p:cNvPr id="30" name="Straight Arrow Connector 29">
            <a:extLst>
              <a:ext uri="{FF2B5EF4-FFF2-40B4-BE49-F238E27FC236}">
                <a16:creationId xmlns:a16="http://schemas.microsoft.com/office/drawing/2014/main" id="{5A0EA13E-2C2A-13F0-20C2-8B46C386A59C}"/>
              </a:ext>
            </a:extLst>
          </p:cNvPr>
          <p:cNvCxnSpPr>
            <a:cxnSpLocks/>
            <a:stCxn id="2" idx="0"/>
            <a:endCxn id="7" idx="2"/>
          </p:cNvCxnSpPr>
          <p:nvPr/>
        </p:nvCxnSpPr>
        <p:spPr>
          <a:xfrm flipV="1">
            <a:off x="6096000" y="2013443"/>
            <a:ext cx="0" cy="1368797"/>
          </a:xfrm>
          <a:prstGeom prst="straightConnector1">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F85A723-C84E-56CA-C187-31BF79B7EF01}"/>
              </a:ext>
            </a:extLst>
          </p:cNvPr>
          <p:cNvCxnSpPr>
            <a:stCxn id="17" idx="0"/>
            <a:endCxn id="2" idx="2"/>
          </p:cNvCxnSpPr>
          <p:nvPr/>
        </p:nvCxnSpPr>
        <p:spPr>
          <a:xfrm flipV="1">
            <a:off x="6096000" y="3885160"/>
            <a:ext cx="0" cy="913766"/>
          </a:xfrm>
          <a:prstGeom prst="straightConnector1">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8940190-BA44-7FDC-1194-2EFDFCFBEA87}"/>
              </a:ext>
            </a:extLst>
          </p:cNvPr>
          <p:cNvCxnSpPr>
            <a:cxnSpLocks/>
            <a:stCxn id="13" idx="1"/>
            <a:endCxn id="2" idx="3"/>
          </p:cNvCxnSpPr>
          <p:nvPr/>
        </p:nvCxnSpPr>
        <p:spPr>
          <a:xfrm flipH="1">
            <a:off x="7010400" y="3633700"/>
            <a:ext cx="1205105" cy="0"/>
          </a:xfrm>
          <a:prstGeom prst="straightConnector1">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A8CDE9D-B3A0-060B-2F50-92F162025937}"/>
              </a:ext>
            </a:extLst>
          </p:cNvPr>
          <p:cNvCxnSpPr>
            <a:cxnSpLocks/>
            <a:stCxn id="12" idx="3"/>
            <a:endCxn id="2" idx="1"/>
          </p:cNvCxnSpPr>
          <p:nvPr/>
        </p:nvCxnSpPr>
        <p:spPr>
          <a:xfrm flipV="1">
            <a:off x="3986402" y="3633700"/>
            <a:ext cx="1195198" cy="1904"/>
          </a:xfrm>
          <a:prstGeom prst="straightConnector1">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9886DE01-2FDC-9354-F622-895793F99194}"/>
              </a:ext>
            </a:extLst>
          </p:cNvPr>
          <p:cNvSpPr txBox="1"/>
          <p:nvPr/>
        </p:nvSpPr>
        <p:spPr>
          <a:xfrm rot="16200000">
            <a:off x="-873252" y="3677995"/>
            <a:ext cx="3063238" cy="365760"/>
          </a:xfrm>
          <a:prstGeom prst="rect">
            <a:avLst/>
          </a:prstGeom>
          <a:noFill/>
        </p:spPr>
        <p:txBody>
          <a:bodyPr wrap="square" lIns="45720" rIns="45720" anchor="ctr" anchorCtr="0">
            <a:noAutofit/>
          </a:bodyPr>
          <a:lstStyle/>
          <a:p>
            <a:pPr algn="ctr"/>
            <a:r>
              <a:rPr lang="en-IN" sz="1050" b="1" dirty="0">
                <a:solidFill>
                  <a:schemeClr val="bg1"/>
                </a:solidFill>
              </a:rPr>
              <a:t>Core Flow </a:t>
            </a:r>
            <a:r>
              <a:rPr lang="en-IN" sz="1050" dirty="0">
                <a:solidFill>
                  <a:schemeClr val="bg1"/>
                </a:solidFill>
              </a:rPr>
              <a:t>(Close-to-Report Cycle)</a:t>
            </a:r>
          </a:p>
        </p:txBody>
      </p:sp>
      <p:sp>
        <p:nvSpPr>
          <p:cNvPr id="210" name="TextBox 209">
            <a:extLst>
              <a:ext uri="{FF2B5EF4-FFF2-40B4-BE49-F238E27FC236}">
                <a16:creationId xmlns:a16="http://schemas.microsoft.com/office/drawing/2014/main" id="{F06E3787-B39A-73AD-BE05-48F2C7DE0245}"/>
              </a:ext>
            </a:extLst>
          </p:cNvPr>
          <p:cNvSpPr txBox="1"/>
          <p:nvPr/>
        </p:nvSpPr>
        <p:spPr>
          <a:xfrm>
            <a:off x="9301354" y="774778"/>
            <a:ext cx="2057400" cy="274320"/>
          </a:xfrm>
          <a:prstGeom prst="rect">
            <a:avLst/>
          </a:prstGeom>
          <a:noFill/>
        </p:spPr>
        <p:txBody>
          <a:bodyPr wrap="square" lIns="45720" rIns="45720" anchor="ctr" anchorCtr="0">
            <a:noAutofit/>
          </a:bodyPr>
          <a:lstStyle/>
          <a:p>
            <a:pPr algn="ctr"/>
            <a:r>
              <a:rPr lang="en-IN" sz="1050" b="1" dirty="0">
                <a:solidFill>
                  <a:schemeClr val="bg1"/>
                </a:solidFill>
              </a:rPr>
              <a:t>Business Engagement Flow</a:t>
            </a:r>
          </a:p>
        </p:txBody>
      </p:sp>
      <p:cxnSp>
        <p:nvCxnSpPr>
          <p:cNvPr id="110" name="Straight Arrow Connector 109">
            <a:extLst>
              <a:ext uri="{FF2B5EF4-FFF2-40B4-BE49-F238E27FC236}">
                <a16:creationId xmlns:a16="http://schemas.microsoft.com/office/drawing/2014/main" id="{C4CFB057-1B9F-5ACC-A27D-923C4E64357B}"/>
              </a:ext>
            </a:extLst>
          </p:cNvPr>
          <p:cNvCxnSpPr>
            <a:cxnSpLocks/>
            <a:stCxn id="2" idx="0"/>
            <a:endCxn id="9" idx="2"/>
          </p:cNvCxnSpPr>
          <p:nvPr/>
        </p:nvCxnSpPr>
        <p:spPr>
          <a:xfrm flipV="1">
            <a:off x="6096000" y="2922827"/>
            <a:ext cx="0" cy="459413"/>
          </a:xfrm>
          <a:prstGeom prst="straightConnector1">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38" name="Connector: Elbow 237">
            <a:extLst>
              <a:ext uri="{FF2B5EF4-FFF2-40B4-BE49-F238E27FC236}">
                <a16:creationId xmlns:a16="http://schemas.microsoft.com/office/drawing/2014/main" id="{D1CEBD1E-BD73-1C72-5ADC-BB45836D27FA}"/>
              </a:ext>
            </a:extLst>
          </p:cNvPr>
          <p:cNvCxnSpPr>
            <a:cxnSpLocks/>
            <a:stCxn id="10" idx="2"/>
          </p:cNvCxnSpPr>
          <p:nvPr/>
        </p:nvCxnSpPr>
        <p:spPr>
          <a:xfrm rot="16200000" flipH="1">
            <a:off x="3556118" y="1114575"/>
            <a:ext cx="1326345" cy="3208978"/>
          </a:xfrm>
          <a:prstGeom prst="bentConnector3">
            <a:avLst>
              <a:gd name="adj1" fmla="val 82764"/>
            </a:avLst>
          </a:prstGeom>
          <a:ln w="19050">
            <a:solidFill>
              <a:schemeClr val="bg1"/>
            </a:solidFill>
            <a:prstDash val="dash"/>
            <a:headEnd type="stealth"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46" name="Connector: Elbow 245">
            <a:extLst>
              <a:ext uri="{FF2B5EF4-FFF2-40B4-BE49-F238E27FC236}">
                <a16:creationId xmlns:a16="http://schemas.microsoft.com/office/drawing/2014/main" id="{AE75D696-5E51-BE11-80D5-0087930D950F}"/>
              </a:ext>
            </a:extLst>
          </p:cNvPr>
          <p:cNvCxnSpPr>
            <a:cxnSpLocks/>
            <a:stCxn id="11" idx="2"/>
          </p:cNvCxnSpPr>
          <p:nvPr/>
        </p:nvCxnSpPr>
        <p:spPr>
          <a:xfrm rot="5400000">
            <a:off x="7316110" y="1111246"/>
            <a:ext cx="1328256" cy="3213732"/>
          </a:xfrm>
          <a:prstGeom prst="bentConnector3">
            <a:avLst>
              <a:gd name="adj1" fmla="val 82790"/>
            </a:avLst>
          </a:prstGeom>
          <a:ln w="19050">
            <a:solidFill>
              <a:schemeClr val="bg1"/>
            </a:solidFill>
            <a:prstDash val="dash"/>
            <a:headEnd type="stealth"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65" name="Connector: Elbow 264">
            <a:extLst>
              <a:ext uri="{FF2B5EF4-FFF2-40B4-BE49-F238E27FC236}">
                <a16:creationId xmlns:a16="http://schemas.microsoft.com/office/drawing/2014/main" id="{8AD9243F-A20E-B208-A052-C88FEB39A438}"/>
              </a:ext>
            </a:extLst>
          </p:cNvPr>
          <p:cNvCxnSpPr>
            <a:cxnSpLocks/>
            <a:stCxn id="19" idx="3"/>
          </p:cNvCxnSpPr>
          <p:nvPr/>
        </p:nvCxnSpPr>
        <p:spPr>
          <a:xfrm flipV="1">
            <a:off x="3986401" y="3882773"/>
            <a:ext cx="1469517" cy="667540"/>
          </a:xfrm>
          <a:prstGeom prst="bentConnector4">
            <a:avLst>
              <a:gd name="adj1" fmla="val 20356"/>
              <a:gd name="adj2" fmla="val 71938"/>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77" name="Connector: Elbow 276">
            <a:extLst>
              <a:ext uri="{FF2B5EF4-FFF2-40B4-BE49-F238E27FC236}">
                <a16:creationId xmlns:a16="http://schemas.microsoft.com/office/drawing/2014/main" id="{CA8B00CE-570E-A797-1435-3661EAF201C1}"/>
              </a:ext>
            </a:extLst>
          </p:cNvPr>
          <p:cNvCxnSpPr>
            <a:cxnSpLocks/>
            <a:stCxn id="18" idx="1"/>
          </p:cNvCxnSpPr>
          <p:nvPr/>
        </p:nvCxnSpPr>
        <p:spPr>
          <a:xfrm rot="10800000">
            <a:off x="6736078" y="3882775"/>
            <a:ext cx="1479426" cy="667539"/>
          </a:xfrm>
          <a:prstGeom prst="bentConnector4">
            <a:avLst>
              <a:gd name="adj1" fmla="val 20341"/>
              <a:gd name="adj2" fmla="val 71938"/>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cxnSp>
        <p:nvCxnSpPr>
          <p:cNvPr id="283" name="Connector: Elbow 282">
            <a:extLst>
              <a:ext uri="{FF2B5EF4-FFF2-40B4-BE49-F238E27FC236}">
                <a16:creationId xmlns:a16="http://schemas.microsoft.com/office/drawing/2014/main" id="{EC247E2D-358F-F43B-CB84-B47DC35C1122}"/>
              </a:ext>
            </a:extLst>
          </p:cNvPr>
          <p:cNvCxnSpPr>
            <a:cxnSpLocks/>
            <a:stCxn id="21" idx="1"/>
            <a:endCxn id="2" idx="2"/>
          </p:cNvCxnSpPr>
          <p:nvPr/>
        </p:nvCxnSpPr>
        <p:spPr>
          <a:xfrm rot="10800000" flipH="1">
            <a:off x="5500878" y="3885160"/>
            <a:ext cx="595122" cy="2036770"/>
          </a:xfrm>
          <a:prstGeom prst="bentConnector4">
            <a:avLst>
              <a:gd name="adj1" fmla="val -167875"/>
              <a:gd name="adj2" fmla="val 77373"/>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sp>
        <p:nvSpPr>
          <p:cNvPr id="303" name="TextBox 302">
            <a:extLst>
              <a:ext uri="{FF2B5EF4-FFF2-40B4-BE49-F238E27FC236}">
                <a16:creationId xmlns:a16="http://schemas.microsoft.com/office/drawing/2014/main" id="{3EF0A8C1-9F8F-8537-3D08-1C79F7DD6415}"/>
              </a:ext>
            </a:extLst>
          </p:cNvPr>
          <p:cNvSpPr txBox="1"/>
          <p:nvPr/>
        </p:nvSpPr>
        <p:spPr>
          <a:xfrm>
            <a:off x="5181600" y="1099043"/>
            <a:ext cx="1828800"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Support accurate external reporting and disclosures.</a:t>
            </a:r>
          </a:p>
          <a:p>
            <a:pPr marL="91440" indent="-91440">
              <a:spcBef>
                <a:spcPts val="300"/>
              </a:spcBef>
              <a:buFont typeface="Wingdings" panose="05000000000000000000" pitchFamily="2" charset="2"/>
              <a:buChar char="§"/>
            </a:pPr>
            <a:r>
              <a:rPr lang="en-IN" sz="600" dirty="0">
                <a:solidFill>
                  <a:schemeClr val="bg1"/>
                </a:solidFill>
              </a:rPr>
              <a:t>Ensure financial narratives tie back to audited results.</a:t>
            </a:r>
          </a:p>
        </p:txBody>
      </p:sp>
      <p:sp>
        <p:nvSpPr>
          <p:cNvPr id="311" name="TextBox 310">
            <a:extLst>
              <a:ext uri="{FF2B5EF4-FFF2-40B4-BE49-F238E27FC236}">
                <a16:creationId xmlns:a16="http://schemas.microsoft.com/office/drawing/2014/main" id="{1F7D5D14-2AA4-8B90-84D6-6647AEA47BFC}"/>
              </a:ext>
            </a:extLst>
          </p:cNvPr>
          <p:cNvSpPr txBox="1"/>
          <p:nvPr/>
        </p:nvSpPr>
        <p:spPr>
          <a:xfrm>
            <a:off x="9678544" y="2053984"/>
            <a:ext cx="1645920"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Provide financial stewardship, governance, and controllership oversight.</a:t>
            </a:r>
          </a:p>
          <a:p>
            <a:pPr marL="91440" indent="-91440">
              <a:spcBef>
                <a:spcPts val="300"/>
              </a:spcBef>
              <a:buFont typeface="Wingdings" panose="05000000000000000000" pitchFamily="2" charset="2"/>
              <a:buChar char="§"/>
            </a:pPr>
            <a:r>
              <a:rPr lang="en-IN" sz="600" dirty="0">
                <a:solidFill>
                  <a:schemeClr val="bg1"/>
                </a:solidFill>
              </a:rPr>
              <a:t>Support decision-making with financial accuracy and risk management.</a:t>
            </a:r>
          </a:p>
        </p:txBody>
      </p:sp>
      <p:sp>
        <p:nvSpPr>
          <p:cNvPr id="313" name="TextBox 312">
            <a:extLst>
              <a:ext uri="{FF2B5EF4-FFF2-40B4-BE49-F238E27FC236}">
                <a16:creationId xmlns:a16="http://schemas.microsoft.com/office/drawing/2014/main" id="{A0D524A8-8944-71BE-E538-6B92D8EA516D}"/>
              </a:ext>
            </a:extLst>
          </p:cNvPr>
          <p:cNvSpPr txBox="1"/>
          <p:nvPr/>
        </p:nvSpPr>
        <p:spPr>
          <a:xfrm>
            <a:off x="882395" y="2053984"/>
            <a:ext cx="1645920"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Align on financial results, variance analysis, &amp; business performance drivers.</a:t>
            </a:r>
          </a:p>
          <a:p>
            <a:pPr marL="91440" indent="-91440">
              <a:spcBef>
                <a:spcPts val="300"/>
              </a:spcBef>
              <a:buFont typeface="Wingdings" panose="05000000000000000000" pitchFamily="2" charset="2"/>
              <a:buChar char="§"/>
            </a:pPr>
            <a:r>
              <a:rPr lang="en-IN" sz="600" dirty="0">
                <a:solidFill>
                  <a:schemeClr val="bg1"/>
                </a:solidFill>
              </a:rPr>
              <a:t>Provide accurate, timely accounting close outputs for planning and forecasting.</a:t>
            </a:r>
          </a:p>
        </p:txBody>
      </p:sp>
      <p:sp>
        <p:nvSpPr>
          <p:cNvPr id="315" name="TextBox 314">
            <a:extLst>
              <a:ext uri="{FF2B5EF4-FFF2-40B4-BE49-F238E27FC236}">
                <a16:creationId xmlns:a16="http://schemas.microsoft.com/office/drawing/2014/main" id="{F8349313-04E1-D271-DD16-364AECC8DD63}"/>
              </a:ext>
            </a:extLst>
          </p:cNvPr>
          <p:cNvSpPr txBox="1"/>
          <p:nvPr/>
        </p:nvSpPr>
        <p:spPr>
          <a:xfrm>
            <a:off x="1243201" y="3841876"/>
            <a:ext cx="2743200" cy="32004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Validate payroll, benefits, and employee costs postings.</a:t>
            </a:r>
          </a:p>
          <a:p>
            <a:pPr marL="91440" indent="-91440">
              <a:spcBef>
                <a:spcPts val="300"/>
              </a:spcBef>
              <a:buFont typeface="Wingdings" panose="05000000000000000000" pitchFamily="2" charset="2"/>
              <a:buChar char="§"/>
            </a:pPr>
            <a:r>
              <a:rPr lang="en-IN" sz="600" dirty="0">
                <a:solidFill>
                  <a:schemeClr val="bg1"/>
                </a:solidFill>
              </a:rPr>
              <a:t>Support accounting for restructuring, severance, and workforce changes.</a:t>
            </a:r>
          </a:p>
        </p:txBody>
      </p:sp>
      <p:sp>
        <p:nvSpPr>
          <p:cNvPr id="316" name="TextBox 315">
            <a:extLst>
              <a:ext uri="{FF2B5EF4-FFF2-40B4-BE49-F238E27FC236}">
                <a16:creationId xmlns:a16="http://schemas.microsoft.com/office/drawing/2014/main" id="{78285BC9-F6A6-127C-6A94-141A2AF59A9C}"/>
              </a:ext>
            </a:extLst>
          </p:cNvPr>
          <p:cNvSpPr txBox="1"/>
          <p:nvPr/>
        </p:nvSpPr>
        <p:spPr>
          <a:xfrm>
            <a:off x="8215504" y="3839566"/>
            <a:ext cx="2743200" cy="32004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Ensure correct cut-off, accruals, and cash flow reporting.</a:t>
            </a:r>
          </a:p>
          <a:p>
            <a:pPr marL="91440" indent="-91440">
              <a:spcBef>
                <a:spcPts val="300"/>
              </a:spcBef>
              <a:buFont typeface="Wingdings" panose="05000000000000000000" pitchFamily="2" charset="2"/>
              <a:buChar char="§"/>
            </a:pPr>
            <a:r>
              <a:rPr lang="en-IN" sz="600" dirty="0">
                <a:solidFill>
                  <a:schemeClr val="bg1"/>
                </a:solidFill>
              </a:rPr>
              <a:t>Oversee policy compliance (payment terms, credit management).</a:t>
            </a:r>
          </a:p>
        </p:txBody>
      </p:sp>
      <p:sp>
        <p:nvSpPr>
          <p:cNvPr id="317" name="TextBox 316">
            <a:extLst>
              <a:ext uri="{FF2B5EF4-FFF2-40B4-BE49-F238E27FC236}">
                <a16:creationId xmlns:a16="http://schemas.microsoft.com/office/drawing/2014/main" id="{073E332B-B265-DAB1-1A4D-456CA2E75DA2}"/>
              </a:ext>
            </a:extLst>
          </p:cNvPr>
          <p:cNvSpPr txBox="1"/>
          <p:nvPr/>
        </p:nvSpPr>
        <p:spPr>
          <a:xfrm>
            <a:off x="8215503" y="4798926"/>
            <a:ext cx="1828799"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Own accuracy and completeness of journal entries and reconciliations.</a:t>
            </a:r>
          </a:p>
          <a:p>
            <a:pPr marL="91440" indent="-91440">
              <a:spcBef>
                <a:spcPts val="300"/>
              </a:spcBef>
              <a:buFont typeface="Wingdings" panose="05000000000000000000" pitchFamily="2" charset="2"/>
              <a:buChar char="§"/>
            </a:pPr>
            <a:r>
              <a:rPr lang="en-IN" sz="600" dirty="0">
                <a:solidFill>
                  <a:schemeClr val="bg1"/>
                </a:solidFill>
              </a:rPr>
              <a:t>Executes journal processing and reconciliations as per SLA</a:t>
            </a:r>
          </a:p>
        </p:txBody>
      </p:sp>
      <p:sp>
        <p:nvSpPr>
          <p:cNvPr id="318" name="TextBox 317">
            <a:extLst>
              <a:ext uri="{FF2B5EF4-FFF2-40B4-BE49-F238E27FC236}">
                <a16:creationId xmlns:a16="http://schemas.microsoft.com/office/drawing/2014/main" id="{6A7E8C59-6BB3-BAB2-81BA-98DEF4CE767A}"/>
              </a:ext>
            </a:extLst>
          </p:cNvPr>
          <p:cNvSpPr txBox="1"/>
          <p:nvPr/>
        </p:nvSpPr>
        <p:spPr>
          <a:xfrm>
            <a:off x="2157601" y="4796689"/>
            <a:ext cx="1828800"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Provide source data for accruals, adjustments, and reconciliations</a:t>
            </a:r>
          </a:p>
          <a:p>
            <a:pPr marL="91440" indent="-91440">
              <a:spcBef>
                <a:spcPts val="300"/>
              </a:spcBef>
              <a:buFont typeface="Wingdings" panose="05000000000000000000" pitchFamily="2" charset="2"/>
              <a:buChar char="§"/>
            </a:pPr>
            <a:r>
              <a:rPr lang="en-IN" sz="600" dirty="0">
                <a:solidFill>
                  <a:schemeClr val="bg1"/>
                </a:solidFill>
              </a:rPr>
              <a:t>Support cut-off validation and timely posting of interfacing entries</a:t>
            </a:r>
          </a:p>
        </p:txBody>
      </p:sp>
      <p:sp>
        <p:nvSpPr>
          <p:cNvPr id="204" name="Rectangle 203">
            <a:extLst>
              <a:ext uri="{FF2B5EF4-FFF2-40B4-BE49-F238E27FC236}">
                <a16:creationId xmlns:a16="http://schemas.microsoft.com/office/drawing/2014/main" id="{1E60E772-13A6-EF36-5637-4095D881D2EA}"/>
              </a:ext>
            </a:extLst>
          </p:cNvPr>
          <p:cNvSpPr/>
          <p:nvPr/>
        </p:nvSpPr>
        <p:spPr>
          <a:xfrm>
            <a:off x="3810000" y="5575374"/>
            <a:ext cx="4572000" cy="685800"/>
          </a:xfrm>
          <a:prstGeom prst="rect">
            <a:avLst/>
          </a:prstGeom>
          <a:noFill/>
          <a:ln w="12700" cap="flat" cmpd="sng" algn="ctr">
            <a:solidFill>
              <a:schemeClr val="accent3"/>
            </a:solidFill>
            <a:prstDash val="lgDash"/>
            <a:miter lim="800000"/>
            <a:headEnd type="none" w="med" len="med"/>
            <a:tailEnd type="none" w="med" len="med"/>
          </a:ln>
          <a:effectLst/>
        </p:spPr>
        <p:txBody>
          <a:bodyPr lIns="91440" tIns="45720" rIns="91440" bIns="45720" rtlCol="0" anchor="ctr" anchorCtr="0"/>
          <a:lstStyle/>
          <a:p>
            <a:pPr marR="0" algn="ctr" defTabSz="914400" eaLnBrk="1" fontAlgn="auto" latinLnBrk="0" hangingPunct="1">
              <a:buClr>
                <a:srgbClr val="FFE600"/>
              </a:buClr>
              <a:buSzTx/>
              <a:tabLst/>
            </a:pPr>
            <a:endParaRPr kumimoji="0" lang="en-IN" sz="1100" b="0" i="0" u="none" strike="noStrike" kern="0" cap="none" spc="0" normalizeH="0" baseline="0" noProof="0" dirty="0" err="1">
              <a:ln>
                <a:noFill/>
              </a:ln>
              <a:solidFill>
                <a:srgbClr val="1A1A24"/>
              </a:solidFill>
              <a:effectLst/>
              <a:uLnTx/>
              <a:uFillTx/>
              <a:ea typeface="+mn-ea"/>
              <a:cs typeface="+mn-cs"/>
            </a:endParaRPr>
          </a:p>
        </p:txBody>
      </p:sp>
      <p:sp>
        <p:nvSpPr>
          <p:cNvPr id="211" name="TextBox 210">
            <a:extLst>
              <a:ext uri="{FF2B5EF4-FFF2-40B4-BE49-F238E27FC236}">
                <a16:creationId xmlns:a16="http://schemas.microsoft.com/office/drawing/2014/main" id="{3E98B6EE-6FB5-E6D3-30E4-0F3A35B7BE08}"/>
              </a:ext>
            </a:extLst>
          </p:cNvPr>
          <p:cNvSpPr txBox="1"/>
          <p:nvPr/>
        </p:nvSpPr>
        <p:spPr>
          <a:xfrm>
            <a:off x="6096000" y="6261174"/>
            <a:ext cx="2286000" cy="274320"/>
          </a:xfrm>
          <a:prstGeom prst="rect">
            <a:avLst/>
          </a:prstGeom>
          <a:noFill/>
        </p:spPr>
        <p:txBody>
          <a:bodyPr wrap="square" lIns="45720" rIns="45720" anchor="ctr" anchorCtr="0">
            <a:noAutofit/>
          </a:bodyPr>
          <a:lstStyle/>
          <a:p>
            <a:pPr algn="ctr"/>
            <a:r>
              <a:rPr lang="en-IN" sz="1050" b="1" dirty="0">
                <a:solidFill>
                  <a:schemeClr val="bg1"/>
                </a:solidFill>
              </a:rPr>
              <a:t>Governance &amp; Compliance Flow</a:t>
            </a:r>
          </a:p>
        </p:txBody>
      </p:sp>
      <p:sp>
        <p:nvSpPr>
          <p:cNvPr id="321" name="TextBox 320">
            <a:extLst>
              <a:ext uri="{FF2B5EF4-FFF2-40B4-BE49-F238E27FC236}">
                <a16:creationId xmlns:a16="http://schemas.microsoft.com/office/drawing/2014/main" id="{A0362014-3ADA-21D2-B20D-4A27A99C6E48}"/>
              </a:ext>
            </a:extLst>
          </p:cNvPr>
          <p:cNvSpPr txBox="1"/>
          <p:nvPr/>
        </p:nvSpPr>
        <p:spPr>
          <a:xfrm>
            <a:off x="8473443" y="5670470"/>
            <a:ext cx="1645920"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Drive ERP integrity, chart of accounts governance, and system controls.</a:t>
            </a:r>
          </a:p>
          <a:p>
            <a:pPr marL="91440" indent="-91440">
              <a:spcBef>
                <a:spcPts val="300"/>
              </a:spcBef>
              <a:buFont typeface="Wingdings" panose="05000000000000000000" pitchFamily="2" charset="2"/>
              <a:buChar char="§"/>
            </a:pPr>
            <a:r>
              <a:rPr lang="en-IN" sz="600" dirty="0">
                <a:solidFill>
                  <a:schemeClr val="bg1"/>
                </a:solidFill>
              </a:rPr>
              <a:t>Partner on automation, reporting dashboards, and data accuracy.</a:t>
            </a:r>
          </a:p>
        </p:txBody>
      </p:sp>
      <p:sp>
        <p:nvSpPr>
          <p:cNvPr id="325" name="TextBox 324">
            <a:extLst>
              <a:ext uri="{FF2B5EF4-FFF2-40B4-BE49-F238E27FC236}">
                <a16:creationId xmlns:a16="http://schemas.microsoft.com/office/drawing/2014/main" id="{BD636331-89B3-9D35-E4A2-5244E5082EC2}"/>
              </a:ext>
            </a:extLst>
          </p:cNvPr>
          <p:cNvSpPr txBox="1"/>
          <p:nvPr/>
        </p:nvSpPr>
        <p:spPr>
          <a:xfrm>
            <a:off x="7559039" y="2419907"/>
            <a:ext cx="1920240" cy="502920"/>
          </a:xfrm>
          <a:prstGeom prst="rect">
            <a:avLst/>
          </a:prstGeom>
          <a:solidFill>
            <a:schemeClr val="tx1">
              <a:lumMod val="95000"/>
            </a:schemeClr>
          </a:solidFill>
        </p:spPr>
        <p:txBody>
          <a:bodyPr wrap="square" lIns="45720" rIns="45720" anchor="ctr" anchorCtr="0">
            <a:noAutofit/>
          </a:bodyPr>
          <a:lstStyle/>
          <a:p>
            <a:pPr marL="91440" indent="-91440">
              <a:spcBef>
                <a:spcPts val="300"/>
              </a:spcBef>
              <a:buFont typeface="Wingdings" panose="05000000000000000000" pitchFamily="2" charset="2"/>
              <a:buChar char="§"/>
            </a:pPr>
            <a:r>
              <a:rPr lang="en-IN" sz="600" dirty="0">
                <a:solidFill>
                  <a:schemeClr val="bg1"/>
                </a:solidFill>
              </a:rPr>
              <a:t>Lead end-to-end monthly/quarterly/annual close governance.</a:t>
            </a:r>
          </a:p>
          <a:p>
            <a:pPr marL="91440" indent="-91440">
              <a:spcBef>
                <a:spcPts val="300"/>
              </a:spcBef>
              <a:buFont typeface="Wingdings" panose="05000000000000000000" pitchFamily="2" charset="2"/>
              <a:buChar char="§"/>
            </a:pPr>
            <a:r>
              <a:rPr lang="en-IN" sz="600" dirty="0">
                <a:solidFill>
                  <a:schemeClr val="bg1"/>
                </a:solidFill>
              </a:rPr>
              <a:t>Validate intercompany eliminations, consolidation adjustments, and reporting accuracy.</a:t>
            </a:r>
          </a:p>
        </p:txBody>
      </p:sp>
      <p:sp>
        <p:nvSpPr>
          <p:cNvPr id="326" name="TextBox 325">
            <a:extLst>
              <a:ext uri="{FF2B5EF4-FFF2-40B4-BE49-F238E27FC236}">
                <a16:creationId xmlns:a16="http://schemas.microsoft.com/office/drawing/2014/main" id="{1000159D-6C74-A1C2-7B8D-E3A0032D45B0}"/>
              </a:ext>
            </a:extLst>
          </p:cNvPr>
          <p:cNvSpPr txBox="1"/>
          <p:nvPr/>
        </p:nvSpPr>
        <p:spPr>
          <a:xfrm>
            <a:off x="4724400" y="4478077"/>
            <a:ext cx="2743200" cy="320040"/>
          </a:xfrm>
          <a:prstGeom prst="rect">
            <a:avLst/>
          </a:prstGeom>
          <a:solidFill>
            <a:schemeClr val="tx1">
              <a:lumMod val="95000"/>
            </a:schemeClr>
          </a:solidFill>
        </p:spPr>
        <p:txBody>
          <a:bodyPr wrap="square" lIns="45720" rIns="45720" anchor="ctr" anchorCtr="0">
            <a:noAutofit/>
          </a:bodyPr>
          <a:lstStyle/>
          <a:p>
            <a:pPr marL="171450" indent="-171450">
              <a:spcBef>
                <a:spcPts val="300"/>
              </a:spcBef>
              <a:buFont typeface="Arial" panose="020B0604020202020204" pitchFamily="34" charset="0"/>
              <a:buChar char="•"/>
            </a:pPr>
            <a:r>
              <a:rPr lang="en-IN" sz="600" dirty="0">
                <a:solidFill>
                  <a:schemeClr val="bg1"/>
                </a:solidFill>
              </a:rPr>
              <a:t>Align on cash flow forecasts, hedging, and intercompany settlements.</a:t>
            </a:r>
          </a:p>
        </p:txBody>
      </p:sp>
      <p:sp>
        <p:nvSpPr>
          <p:cNvPr id="13" name="Rectangle 12">
            <a:extLst>
              <a:ext uri="{FF2B5EF4-FFF2-40B4-BE49-F238E27FC236}">
                <a16:creationId xmlns:a16="http://schemas.microsoft.com/office/drawing/2014/main" id="{C54A8DDF-34B0-15EF-B58D-11E2ADC4A646}"/>
              </a:ext>
            </a:extLst>
          </p:cNvPr>
          <p:cNvSpPr/>
          <p:nvPr/>
        </p:nvSpPr>
        <p:spPr>
          <a:xfrm>
            <a:off x="8215505" y="3427960"/>
            <a:ext cx="2743199" cy="41148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Accounts Payable &amp; Receivables</a:t>
            </a:r>
          </a:p>
        </p:txBody>
      </p:sp>
      <p:sp>
        <p:nvSpPr>
          <p:cNvPr id="12" name="Rectangle 11">
            <a:extLst>
              <a:ext uri="{FF2B5EF4-FFF2-40B4-BE49-F238E27FC236}">
                <a16:creationId xmlns:a16="http://schemas.microsoft.com/office/drawing/2014/main" id="{02D86059-948F-9B7B-BB63-B1DEFEF7F30F}"/>
              </a:ext>
            </a:extLst>
          </p:cNvPr>
          <p:cNvSpPr/>
          <p:nvPr/>
        </p:nvSpPr>
        <p:spPr>
          <a:xfrm>
            <a:off x="1243203" y="3429864"/>
            <a:ext cx="2743199" cy="41148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HR Operations </a:t>
            </a:r>
            <a:r>
              <a:rPr kumimoji="0" lang="en-US" sz="1100" i="0" u="none" strike="noStrike" kern="0" cap="none" spc="0" normalizeH="0" baseline="0" noProof="0" dirty="0">
                <a:ln>
                  <a:noFill/>
                </a:ln>
                <a:solidFill>
                  <a:srgbClr val="FFFFFF"/>
                </a:solidFill>
                <a:effectLst/>
                <a:uLnTx/>
                <a:uFillTx/>
                <a:ea typeface="+mn-ea"/>
                <a:cs typeface="+mn-cs"/>
              </a:rPr>
              <a:t>(Acquire-to-Retire)</a:t>
            </a:r>
          </a:p>
        </p:txBody>
      </p:sp>
      <p:sp>
        <p:nvSpPr>
          <p:cNvPr id="17" name="Rectangle 16">
            <a:extLst>
              <a:ext uri="{FF2B5EF4-FFF2-40B4-BE49-F238E27FC236}">
                <a16:creationId xmlns:a16="http://schemas.microsoft.com/office/drawing/2014/main" id="{1A5DA898-8B5E-89F8-BEE1-14AA4ABA8FCF}"/>
              </a:ext>
            </a:extLst>
          </p:cNvPr>
          <p:cNvSpPr/>
          <p:nvPr/>
        </p:nvSpPr>
        <p:spPr>
          <a:xfrm>
            <a:off x="5181600" y="4798926"/>
            <a:ext cx="1828800"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Others</a:t>
            </a:r>
          </a:p>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dirty="0">
                <a:solidFill>
                  <a:srgbClr val="FFFFFF"/>
                </a:solidFill>
              </a:rPr>
              <a:t>(</a:t>
            </a:r>
            <a:r>
              <a:rPr kumimoji="0" lang="en-US" sz="1100" i="0" u="none" strike="noStrike" kern="0" cap="none" spc="0" normalizeH="0" baseline="0" noProof="0" dirty="0">
                <a:ln>
                  <a:noFill/>
                </a:ln>
                <a:solidFill>
                  <a:srgbClr val="FFFFFF"/>
                </a:solidFill>
                <a:effectLst/>
                <a:uLnTx/>
                <a:uFillTx/>
                <a:ea typeface="+mn-ea"/>
                <a:cs typeface="+mn-cs"/>
              </a:rPr>
              <a:t>Tax and Treasury)</a:t>
            </a:r>
          </a:p>
        </p:txBody>
      </p:sp>
      <p:sp>
        <p:nvSpPr>
          <p:cNvPr id="18" name="Rectangle 17">
            <a:extLst>
              <a:ext uri="{FF2B5EF4-FFF2-40B4-BE49-F238E27FC236}">
                <a16:creationId xmlns:a16="http://schemas.microsoft.com/office/drawing/2014/main" id="{04027BEF-472E-44C4-AF6E-21A54494A564}"/>
              </a:ext>
            </a:extLst>
          </p:cNvPr>
          <p:cNvSpPr/>
          <p:nvPr/>
        </p:nvSpPr>
        <p:spPr>
          <a:xfrm>
            <a:off x="8215504" y="4298853"/>
            <a:ext cx="1828800"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Enterprise Business Services</a:t>
            </a:r>
            <a:endParaRPr kumimoji="0" lang="en-US" sz="1100" i="0" u="none" strike="noStrike" kern="0" cap="none" spc="0" normalizeH="0" baseline="0" noProof="0" dirty="0">
              <a:ln>
                <a:noFill/>
              </a:ln>
              <a:solidFill>
                <a:srgbClr val="FFFFFF"/>
              </a:solidFill>
              <a:effectLst/>
              <a:uLnTx/>
              <a:uFillTx/>
              <a:ea typeface="+mn-ea"/>
              <a:cs typeface="+mn-cs"/>
            </a:endParaRPr>
          </a:p>
        </p:txBody>
      </p:sp>
      <p:sp>
        <p:nvSpPr>
          <p:cNvPr id="19" name="Rectangle 18">
            <a:extLst>
              <a:ext uri="{FF2B5EF4-FFF2-40B4-BE49-F238E27FC236}">
                <a16:creationId xmlns:a16="http://schemas.microsoft.com/office/drawing/2014/main" id="{33D5F786-D428-50BE-04CF-D78C4324BFC3}"/>
              </a:ext>
            </a:extLst>
          </p:cNvPr>
          <p:cNvSpPr/>
          <p:nvPr/>
        </p:nvSpPr>
        <p:spPr>
          <a:xfrm>
            <a:off x="2157601" y="4298853"/>
            <a:ext cx="1828800"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Operations / </a:t>
            </a:r>
          </a:p>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solidFill>
                  <a:srgbClr val="FFFFFF"/>
                </a:solidFill>
              </a:rPr>
              <a:t>Supply Chain</a:t>
            </a:r>
            <a:endParaRPr kumimoji="0" lang="en-US" sz="1100" i="0" u="none" strike="noStrike" kern="0" cap="none" spc="0" normalizeH="0" baseline="0" noProof="0" dirty="0">
              <a:ln>
                <a:noFill/>
              </a:ln>
              <a:solidFill>
                <a:srgbClr val="FFFFFF"/>
              </a:solidFill>
              <a:effectLst/>
              <a:uLnTx/>
              <a:uFillTx/>
              <a:ea typeface="+mn-ea"/>
              <a:cs typeface="+mn-cs"/>
            </a:endParaRPr>
          </a:p>
        </p:txBody>
      </p:sp>
      <p:sp>
        <p:nvSpPr>
          <p:cNvPr id="7" name="Rectangle 6">
            <a:extLst>
              <a:ext uri="{FF2B5EF4-FFF2-40B4-BE49-F238E27FC236}">
                <a16:creationId xmlns:a16="http://schemas.microsoft.com/office/drawing/2014/main" id="{1C981485-8026-0F67-5011-D83E55162446}"/>
              </a:ext>
            </a:extLst>
          </p:cNvPr>
          <p:cNvSpPr/>
          <p:nvPr/>
        </p:nvSpPr>
        <p:spPr>
          <a:xfrm>
            <a:off x="5181600" y="1601963"/>
            <a:ext cx="1828800" cy="41148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Investor Relations</a:t>
            </a:r>
            <a:endParaRPr kumimoji="0" lang="en-US" sz="1100" i="0" u="none" strike="noStrike" kern="0" cap="none" spc="0" normalizeH="0" baseline="0" noProof="0" dirty="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32D610BE-E2A2-E70F-44EC-E8CB0477C57F}"/>
              </a:ext>
            </a:extLst>
          </p:cNvPr>
          <p:cNvSpPr/>
          <p:nvPr/>
        </p:nvSpPr>
        <p:spPr>
          <a:xfrm>
            <a:off x="1243201" y="1552972"/>
            <a:ext cx="2743200"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FP&amp;A and Business Unit Finance</a:t>
            </a:r>
          </a:p>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dirty="0">
                <a:solidFill>
                  <a:srgbClr val="FFFFFF"/>
                </a:solidFill>
              </a:rPr>
              <a:t>(Regional / Global)</a:t>
            </a:r>
            <a:endParaRPr kumimoji="0" lang="en-US" sz="1100" i="0" u="none" strike="noStrike" kern="0" cap="none" spc="0" normalizeH="0" baseline="0" noProof="0" dirty="0">
              <a:ln>
                <a:noFill/>
              </a:ln>
              <a:solidFill>
                <a:srgbClr val="FFFFFF"/>
              </a:solidFill>
              <a:effectLst/>
              <a:uLnTx/>
              <a:uFillTx/>
              <a:ea typeface="+mn-ea"/>
              <a:cs typeface="+mn-cs"/>
            </a:endParaRPr>
          </a:p>
        </p:txBody>
      </p:sp>
      <p:sp>
        <p:nvSpPr>
          <p:cNvPr id="11" name="Rectangle 10">
            <a:extLst>
              <a:ext uri="{FF2B5EF4-FFF2-40B4-BE49-F238E27FC236}">
                <a16:creationId xmlns:a16="http://schemas.microsoft.com/office/drawing/2014/main" id="{5906073A-3E59-69FB-86C5-40921348F669}"/>
              </a:ext>
            </a:extLst>
          </p:cNvPr>
          <p:cNvSpPr/>
          <p:nvPr/>
        </p:nvSpPr>
        <p:spPr>
          <a:xfrm>
            <a:off x="8215504" y="1551064"/>
            <a:ext cx="2743200"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Local BU Leadership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i="0" u="none" strike="noStrike" kern="0" cap="none" spc="0" normalizeH="0" baseline="0" noProof="0" dirty="0">
                <a:ln>
                  <a:noFill/>
                </a:ln>
                <a:solidFill>
                  <a:srgbClr val="FFFFFF"/>
                </a:solidFill>
                <a:effectLst/>
                <a:uLnTx/>
                <a:uFillTx/>
                <a:ea typeface="+mn-ea"/>
                <a:cs typeface="+mn-cs"/>
              </a:rPr>
              <a:t>(BoD</a:t>
            </a:r>
            <a:r>
              <a:rPr lang="en-US" sz="1100" kern="0" dirty="0">
                <a:solidFill>
                  <a:srgbClr val="FFFFFF"/>
                </a:solidFill>
              </a:rPr>
              <a:t> / MD / FD / CFO</a:t>
            </a:r>
            <a:r>
              <a:rPr kumimoji="0" lang="en-US" sz="1100" i="0" u="none" strike="noStrike" kern="0" cap="none" spc="0" normalizeH="0" baseline="0" noProof="0" dirty="0">
                <a:ln>
                  <a:noFill/>
                </a:ln>
                <a:solidFill>
                  <a:srgbClr val="FFFFFF"/>
                </a:solidFill>
                <a:effectLst/>
                <a:uLnTx/>
                <a:uFillTx/>
                <a:ea typeface="+mn-ea"/>
                <a:cs typeface="+mn-cs"/>
              </a:rPr>
              <a:t>)</a:t>
            </a:r>
          </a:p>
        </p:txBody>
      </p:sp>
      <p:sp>
        <p:nvSpPr>
          <p:cNvPr id="2" name="Rectangle 1">
            <a:extLst>
              <a:ext uri="{FF2B5EF4-FFF2-40B4-BE49-F238E27FC236}">
                <a16:creationId xmlns:a16="http://schemas.microsoft.com/office/drawing/2014/main" id="{B3C86F7D-9FCA-2A83-F45A-AB9A2B41F4CB}"/>
              </a:ext>
            </a:extLst>
          </p:cNvPr>
          <p:cNvSpPr/>
          <p:nvPr/>
        </p:nvSpPr>
        <p:spPr>
          <a:xfrm>
            <a:off x="5181600" y="3382240"/>
            <a:ext cx="1828800" cy="502920"/>
          </a:xfrm>
          <a:prstGeom prst="rect">
            <a:avLst/>
          </a:prstGeom>
          <a:solidFill>
            <a:schemeClr val="tx2"/>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ea typeface="+mn-ea"/>
                <a:cs typeface="+mn-cs"/>
              </a:rPr>
              <a:t>CONTROLLER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srgbClr val="000000"/>
                </a:solidFill>
              </a:rPr>
              <a:t>(Regional / Global)</a:t>
            </a:r>
            <a:endParaRPr kumimoji="0" lang="en-US" sz="1200" i="0" u="none" strike="noStrike" kern="0" cap="none" spc="0" normalizeH="0" baseline="0" noProof="0" dirty="0">
              <a:ln>
                <a:noFill/>
              </a:ln>
              <a:solidFill>
                <a:srgbClr val="000000"/>
              </a:solidFill>
              <a:effectLst/>
              <a:uLnTx/>
              <a:uFillTx/>
              <a:ea typeface="+mn-ea"/>
              <a:cs typeface="+mn-cs"/>
            </a:endParaRPr>
          </a:p>
        </p:txBody>
      </p:sp>
      <p:sp>
        <p:nvSpPr>
          <p:cNvPr id="9" name="Rectangle 8">
            <a:extLst>
              <a:ext uri="{FF2B5EF4-FFF2-40B4-BE49-F238E27FC236}">
                <a16:creationId xmlns:a16="http://schemas.microsoft.com/office/drawing/2014/main" id="{BBAA111B-65C4-4056-B5F5-1F079E53A09F}"/>
              </a:ext>
            </a:extLst>
          </p:cNvPr>
          <p:cNvSpPr/>
          <p:nvPr/>
        </p:nvSpPr>
        <p:spPr>
          <a:xfrm>
            <a:off x="4724400" y="2419907"/>
            <a:ext cx="2743200"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CCR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dirty="0">
                <a:solidFill>
                  <a:srgbClr val="FFFFFF"/>
                </a:solidFill>
              </a:rPr>
              <a:t>Consolidation, Close, and Reporting</a:t>
            </a:r>
            <a:endParaRPr kumimoji="0" lang="en-US" sz="1100" i="0" u="none" strike="noStrike" kern="0" cap="none" spc="0" normalizeH="0" baseline="0" noProof="0" dirty="0">
              <a:ln>
                <a:noFill/>
              </a:ln>
              <a:solidFill>
                <a:srgbClr val="FFFFFF"/>
              </a:solidFill>
              <a:effectLst/>
              <a:uLnTx/>
              <a:uFillTx/>
              <a:ea typeface="+mn-ea"/>
              <a:cs typeface="+mn-cs"/>
            </a:endParaRPr>
          </a:p>
        </p:txBody>
      </p:sp>
      <p:sp>
        <p:nvSpPr>
          <p:cNvPr id="21" name="Rectangle 20">
            <a:extLst>
              <a:ext uri="{FF2B5EF4-FFF2-40B4-BE49-F238E27FC236}">
                <a16:creationId xmlns:a16="http://schemas.microsoft.com/office/drawing/2014/main" id="{50A67B2D-ED8C-FBA8-90B4-5B5D0B671E97}"/>
              </a:ext>
            </a:extLst>
          </p:cNvPr>
          <p:cNvSpPr/>
          <p:nvPr/>
        </p:nvSpPr>
        <p:spPr>
          <a:xfrm>
            <a:off x="5500878" y="5670470"/>
            <a:ext cx="1190245" cy="502920"/>
          </a:xfrm>
          <a:prstGeom prst="rect">
            <a:avLst/>
          </a:prstGeom>
          <a:solidFill>
            <a:srgbClr val="646464"/>
          </a:solidFill>
          <a:ln w="9525" cap="flat" cmpd="sng" algn="ctr">
            <a:noFill/>
            <a:prstDash val="solid"/>
            <a:miter lim="800000"/>
          </a:ln>
          <a:effectLst>
            <a:outerShdw blurRad="63500" sx="102000" sy="102000" algn="ctr" rotWithShape="0">
              <a:prstClr val="black">
                <a:alpha val="40000"/>
              </a:prstClr>
            </a:outerShdw>
          </a:effectLst>
        </p:spPr>
        <p:txBody>
          <a:bodyPr lIns="91440" rIns="9144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mn-ea"/>
                <a:cs typeface="+mn-cs"/>
              </a:rPr>
              <a:t>IT / ERP / Analytics</a:t>
            </a:r>
          </a:p>
        </p:txBody>
      </p:sp>
      <p:cxnSp>
        <p:nvCxnSpPr>
          <p:cNvPr id="25" name="Connector: Elbow 24">
            <a:extLst>
              <a:ext uri="{FF2B5EF4-FFF2-40B4-BE49-F238E27FC236}">
                <a16:creationId xmlns:a16="http://schemas.microsoft.com/office/drawing/2014/main" id="{743F2E9D-6680-3707-9D2C-BB4412C5635B}"/>
              </a:ext>
            </a:extLst>
          </p:cNvPr>
          <p:cNvCxnSpPr>
            <a:cxnSpLocks/>
            <a:stCxn id="21" idx="3"/>
            <a:endCxn id="2" idx="2"/>
          </p:cNvCxnSpPr>
          <p:nvPr/>
        </p:nvCxnSpPr>
        <p:spPr>
          <a:xfrm flipH="1" flipV="1">
            <a:off x="6096000" y="3885160"/>
            <a:ext cx="595123" cy="2036770"/>
          </a:xfrm>
          <a:prstGeom prst="bentConnector4">
            <a:avLst>
              <a:gd name="adj1" fmla="val -174989"/>
              <a:gd name="adj2" fmla="val 77373"/>
            </a:avLst>
          </a:prstGeom>
          <a:ln w="19050">
            <a:solidFill>
              <a:schemeClr val="bg1"/>
            </a:solidFill>
            <a:headEnd type="none" w="lg" len="med"/>
            <a:tailEnd type="stealth"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356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D133-F389-7925-2B9B-E2D214003E5A}"/>
            </a:ext>
          </a:extLst>
        </p:cNvPr>
        <p:cNvGrpSpPr/>
        <p:nvPr/>
      </p:nvGrpSpPr>
      <p:grpSpPr>
        <a:xfrm>
          <a:off x="0" y="0"/>
          <a:ext cx="0" cy="0"/>
          <a:chOff x="0" y="0"/>
          <a:chExt cx="0" cy="0"/>
        </a:xfrm>
      </p:grpSpPr>
      <p:cxnSp>
        <p:nvCxnSpPr>
          <p:cNvPr id="179" name="Straight Connector 178">
            <a:extLst>
              <a:ext uri="{FF2B5EF4-FFF2-40B4-BE49-F238E27FC236}">
                <a16:creationId xmlns:a16="http://schemas.microsoft.com/office/drawing/2014/main" id="{6DBB0983-9722-E109-6D2B-8FC526495CF9}"/>
              </a:ext>
            </a:extLst>
          </p:cNvPr>
          <p:cNvCxnSpPr>
            <a:cxnSpLocks/>
            <a:stCxn id="69" idx="2"/>
            <a:endCxn id="136" idx="0"/>
          </p:cNvCxnSpPr>
          <p:nvPr/>
        </p:nvCxnSpPr>
        <p:spPr>
          <a:xfrm>
            <a:off x="8153400" y="2788038"/>
            <a:ext cx="0" cy="685799"/>
          </a:xfrm>
          <a:prstGeom prst="line">
            <a:avLst/>
          </a:prstGeom>
          <a:ln w="19050">
            <a:solidFill>
              <a:schemeClr val="tx1">
                <a:lumMod val="50000"/>
              </a:schemeClr>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06F38-EDB8-1401-F15F-9FFD6D949A49}"/>
              </a:ext>
            </a:extLst>
          </p:cNvPr>
          <p:cNvCxnSpPr>
            <a:cxnSpLocks/>
            <a:stCxn id="136" idx="2"/>
            <a:endCxn id="138" idx="0"/>
          </p:cNvCxnSpPr>
          <p:nvPr/>
        </p:nvCxnSpPr>
        <p:spPr>
          <a:xfrm>
            <a:off x="8153400" y="4022477"/>
            <a:ext cx="0" cy="685799"/>
          </a:xfrm>
          <a:prstGeom prst="line">
            <a:avLst/>
          </a:prstGeom>
          <a:ln w="19050">
            <a:solidFill>
              <a:schemeClr val="tx1">
                <a:lumMod val="50000"/>
              </a:schemeClr>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5AD8A1F0-C23E-9B54-4844-6D061EB91324}"/>
              </a:ext>
            </a:extLst>
          </p:cNvPr>
          <p:cNvCxnSpPr>
            <a:cxnSpLocks/>
            <a:stCxn id="155" idx="2"/>
            <a:endCxn id="162" idx="0"/>
          </p:cNvCxnSpPr>
          <p:nvPr/>
        </p:nvCxnSpPr>
        <p:spPr>
          <a:xfrm>
            <a:off x="10668000" y="4022477"/>
            <a:ext cx="0" cy="685799"/>
          </a:xfrm>
          <a:prstGeom prst="line">
            <a:avLst/>
          </a:prstGeom>
          <a:ln w="19050">
            <a:solidFill>
              <a:schemeClr val="tx1">
                <a:lumMod val="50000"/>
              </a:schemeClr>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88" name="Connector: Elbow 187">
            <a:extLst>
              <a:ext uri="{FF2B5EF4-FFF2-40B4-BE49-F238E27FC236}">
                <a16:creationId xmlns:a16="http://schemas.microsoft.com/office/drawing/2014/main" id="{68C87EE3-3DD1-2A2D-9AFA-06DD0C19B3D9}"/>
              </a:ext>
            </a:extLst>
          </p:cNvPr>
          <p:cNvCxnSpPr>
            <a:cxnSpLocks/>
            <a:stCxn id="69" idx="2"/>
            <a:endCxn id="155" idx="0"/>
          </p:cNvCxnSpPr>
          <p:nvPr/>
        </p:nvCxnSpPr>
        <p:spPr>
          <a:xfrm rot="16200000" flipH="1">
            <a:off x="9067801" y="1873637"/>
            <a:ext cx="685799" cy="2514600"/>
          </a:xfrm>
          <a:prstGeom prst="bentConnector3">
            <a:avLst>
              <a:gd name="adj1" fmla="val 50000"/>
            </a:avLst>
          </a:prstGeom>
          <a:ln w="19050">
            <a:solidFill>
              <a:schemeClr val="tx1">
                <a:lumMod val="50000"/>
              </a:schemeClr>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81E90C00-CEE4-2196-E63D-FC105B333367}"/>
              </a:ext>
            </a:extLst>
          </p:cNvPr>
          <p:cNvCxnSpPr>
            <a:cxnSpLocks/>
            <a:stCxn id="69" idx="2"/>
            <a:endCxn id="149" idx="0"/>
          </p:cNvCxnSpPr>
          <p:nvPr/>
        </p:nvCxnSpPr>
        <p:spPr>
          <a:xfrm rot="5400000">
            <a:off x="6553201" y="1873637"/>
            <a:ext cx="685799" cy="2514601"/>
          </a:xfrm>
          <a:prstGeom prst="bentConnector3">
            <a:avLst>
              <a:gd name="adj1" fmla="val 50000"/>
            </a:avLst>
          </a:prstGeom>
          <a:ln w="19050">
            <a:solidFill>
              <a:schemeClr val="tx1">
                <a:lumMod val="50000"/>
              </a:schemeClr>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976C15E-AC9C-BA25-45D5-89C8F5304302}"/>
              </a:ext>
            </a:extLst>
          </p:cNvPr>
          <p:cNvCxnSpPr>
            <a:cxnSpLocks/>
            <a:stCxn id="68" idx="2"/>
            <a:endCxn id="69" idx="0"/>
          </p:cNvCxnSpPr>
          <p:nvPr/>
        </p:nvCxnSpPr>
        <p:spPr>
          <a:xfrm>
            <a:off x="8153400" y="1548735"/>
            <a:ext cx="0" cy="690663"/>
          </a:xfrm>
          <a:prstGeom prst="line">
            <a:avLst/>
          </a:prstGeom>
          <a:ln w="19050">
            <a:solidFill>
              <a:schemeClr val="tx1">
                <a:lumMod val="50000"/>
              </a:schemeClr>
            </a:solidFill>
            <a:tailEnd type="stealth" w="med" len="med"/>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73258807-329C-CC73-1AE8-59D48615C003}"/>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GA Organizational Framework | </a:t>
            </a:r>
            <a:r>
              <a:rPr lang="en-IN" dirty="0">
                <a:solidFill>
                  <a:schemeClr val="tx2">
                    <a:lumMod val="75000"/>
                  </a:schemeClr>
                </a:solidFill>
              </a:rPr>
              <a:t>Revenue Recognition Accounting</a:t>
            </a:r>
          </a:p>
        </p:txBody>
      </p:sp>
      <p:sp>
        <p:nvSpPr>
          <p:cNvPr id="6" name="Date Placeholder 5">
            <a:extLst>
              <a:ext uri="{FF2B5EF4-FFF2-40B4-BE49-F238E27FC236}">
                <a16:creationId xmlns:a16="http://schemas.microsoft.com/office/drawing/2014/main" id="{17120CFC-0D13-F0CC-D684-273F18499D4F}"/>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168DA8A5-8AD7-C79E-360C-5B1233CD9EBC}"/>
              </a:ext>
            </a:extLst>
          </p:cNvPr>
          <p:cNvSpPr>
            <a:spLocks noGrp="1"/>
          </p:cNvSpPr>
          <p:nvPr>
            <p:ph type="sldNum" sz="quarter" idx="19"/>
          </p:nvPr>
        </p:nvSpPr>
        <p:spPr/>
        <p:txBody>
          <a:bodyPr/>
          <a:lstStyle/>
          <a:p>
            <a:fld id="{94FCA0F3-9F3A-694B-99BB-0E592A797735}" type="slidenum">
              <a:rPr lang="en-US" smtClean="0"/>
              <a:t>26</a:t>
            </a:fld>
            <a:endParaRPr lang="en-US"/>
          </a:p>
        </p:txBody>
      </p:sp>
      <p:graphicFrame>
        <p:nvGraphicFramePr>
          <p:cNvPr id="24" name="Table 26">
            <a:extLst>
              <a:ext uri="{FF2B5EF4-FFF2-40B4-BE49-F238E27FC236}">
                <a16:creationId xmlns:a16="http://schemas.microsoft.com/office/drawing/2014/main" id="{5134005E-5B2E-46A6-53CB-FAAEB036B4A6}"/>
              </a:ext>
            </a:extLst>
          </p:cNvPr>
          <p:cNvGraphicFramePr>
            <a:graphicFrameLocks noGrp="1"/>
          </p:cNvGraphicFramePr>
          <p:nvPr>
            <p:custDataLst>
              <p:tags r:id="rId1"/>
            </p:custDataLst>
            <p:extLst>
              <p:ext uri="{D42A27DB-BD31-4B8C-83A1-F6EECF244321}">
                <p14:modId xmlns:p14="http://schemas.microsoft.com/office/powerpoint/2010/main" val="1532532649"/>
              </p:ext>
            </p:extLst>
          </p:nvPr>
        </p:nvGraphicFramePr>
        <p:xfrm>
          <a:off x="495299" y="1555679"/>
          <a:ext cx="3657600" cy="2606040"/>
        </p:xfrm>
        <a:graphic>
          <a:graphicData uri="http://schemas.openxmlformats.org/drawingml/2006/table">
            <a:tbl>
              <a:tblPr firstRow="1" bandRow="1"/>
              <a:tblGrid>
                <a:gridCol w="1371600">
                  <a:extLst>
                    <a:ext uri="{9D8B030D-6E8A-4147-A177-3AD203B41FA5}">
                      <a16:colId xmlns:a16="http://schemas.microsoft.com/office/drawing/2014/main" val="3241423994"/>
                    </a:ext>
                  </a:extLst>
                </a:gridCol>
                <a:gridCol w="1143000">
                  <a:extLst>
                    <a:ext uri="{9D8B030D-6E8A-4147-A177-3AD203B41FA5}">
                      <a16:colId xmlns:a16="http://schemas.microsoft.com/office/drawing/2014/main" val="2978932216"/>
                    </a:ext>
                  </a:extLst>
                </a:gridCol>
                <a:gridCol w="1143000">
                  <a:extLst>
                    <a:ext uri="{9D8B030D-6E8A-4147-A177-3AD203B41FA5}">
                      <a16:colId xmlns:a16="http://schemas.microsoft.com/office/drawing/2014/main" val="285730689"/>
                    </a:ext>
                  </a:extLst>
                </a:gridCol>
              </a:tblGrid>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000" b="1" dirty="0">
                          <a:solidFill>
                            <a:schemeClr val="tx1"/>
                          </a:solidFill>
                          <a:latin typeface="+mn-lt"/>
                        </a:rPr>
                        <a:t>Process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latin typeface="+mn-lt"/>
                        </a:rPr>
                        <a:t>Employee FTEs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latin typeface="+mn-lt"/>
                        </a:rPr>
                        <a:t>Contractor FTEs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extLst>
                  <a:ext uri="{0D108BD9-81ED-4DB2-BD59-A6C34878D82A}">
                    <a16:rowId xmlns:a16="http://schemas.microsoft.com/office/drawing/2014/main" val="2197712561"/>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r" defTabSz="914400" rtl="0" eaLnBrk="1" latinLnBrk="0" hangingPunct="1"/>
                      <a:r>
                        <a:rPr lang="en-US" sz="1000" b="0" i="1" kern="1200" dirty="0">
                          <a:solidFill>
                            <a:schemeClr val="bg1"/>
                          </a:solidFill>
                          <a:latin typeface="+mn-lt"/>
                          <a:ea typeface="+mn-ea"/>
                          <a:cs typeface="+mn-cs"/>
                        </a:rPr>
                        <a:t>Contract-to-Cash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020489718"/>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r"/>
                      <a:r>
                        <a:rPr lang="en-US" sz="1000" b="0" i="1" dirty="0">
                          <a:solidFill>
                            <a:schemeClr val="bg1"/>
                          </a:solidFill>
                          <a:latin typeface="+mn-lt"/>
                        </a:rPr>
                        <a:t>Source-to-Pay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92406894"/>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r"/>
                      <a:r>
                        <a:rPr lang="en-US" sz="1000" b="0" i="1" dirty="0">
                          <a:solidFill>
                            <a:schemeClr val="bg1"/>
                          </a:solidFill>
                          <a:latin typeface="+mn-lt"/>
                        </a:rPr>
                        <a:t>Record-to-Report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536241088"/>
                  </a:ext>
                </a:extLst>
              </a:tr>
              <a:tr h="27432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algn="r"/>
                      <a:r>
                        <a:rPr lang="en-US" sz="1000" b="0" i="1" dirty="0">
                          <a:solidFill>
                            <a:schemeClr val="bg1"/>
                          </a:solidFill>
                          <a:latin typeface="+mn-lt"/>
                        </a:rPr>
                        <a:t>Planning &amp;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254927821"/>
                  </a:ext>
                </a:extLst>
              </a:tr>
              <a:tr h="27432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algn="r"/>
                      <a:r>
                        <a:rPr lang="en-US" sz="1000" b="0" i="1" dirty="0">
                          <a:solidFill>
                            <a:schemeClr val="bg1"/>
                          </a:solidFill>
                          <a:latin typeface="+mn-lt"/>
                        </a:rPr>
                        <a:t>Other 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932231"/>
                  </a:ext>
                </a:extLst>
              </a:tr>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r>
                        <a:rPr lang="en-US" sz="1000" b="1" kern="1200" dirty="0">
                          <a:solidFill>
                            <a:schemeClr val="tx1"/>
                          </a:solidFill>
                          <a:latin typeface="+mn-lt"/>
                          <a:ea typeface="+mn-ea"/>
                          <a:cs typeface="+mn-cs"/>
                        </a:rPr>
                        <a:t>Total Finance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5.6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324557504"/>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r" defTabSz="914400" rtl="0" eaLnBrk="1" latinLnBrk="0" hangingPunct="1"/>
                      <a:r>
                        <a:rPr lang="en-US" sz="1000" i="1" kern="1200" dirty="0">
                          <a:solidFill>
                            <a:schemeClr val="bg1"/>
                          </a:solidFill>
                          <a:latin typeface="+mn-lt"/>
                          <a:ea typeface="+mn-ea"/>
                          <a:cs typeface="+mn-cs"/>
                        </a:rPr>
                        <a:t>Non-Finance</a:t>
                      </a:r>
                      <a:endParaRPr lang="en-US" sz="1000" i="1" kern="1200" baseline="30000" dirty="0">
                        <a:solidFill>
                          <a:schemeClr val="bg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788141378"/>
                  </a:ext>
                </a:extLst>
              </a:tr>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000" b="1" kern="1200" dirty="0">
                          <a:solidFill>
                            <a:schemeClr val="tx1"/>
                          </a:solidFill>
                          <a:latin typeface="+mn-lt"/>
                          <a:ea typeface="+mn-ea"/>
                          <a:cs typeface="+mn-cs"/>
                        </a:rPr>
                        <a:t>Total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188748436"/>
                  </a:ext>
                </a:extLst>
              </a:tr>
            </a:tbl>
          </a:graphicData>
        </a:graphic>
      </p:graphicFrame>
      <p:graphicFrame>
        <p:nvGraphicFramePr>
          <p:cNvPr id="25" name="Table 24">
            <a:extLst>
              <a:ext uri="{FF2B5EF4-FFF2-40B4-BE49-F238E27FC236}">
                <a16:creationId xmlns:a16="http://schemas.microsoft.com/office/drawing/2014/main" id="{B4951E47-70CF-0594-F252-333EFF6F7AE1}"/>
              </a:ext>
            </a:extLst>
          </p:cNvPr>
          <p:cNvGraphicFramePr>
            <a:graphicFrameLocks noGrp="1"/>
          </p:cNvGraphicFramePr>
          <p:nvPr>
            <p:extLst>
              <p:ext uri="{D42A27DB-BD31-4B8C-83A1-F6EECF244321}">
                <p14:modId xmlns:p14="http://schemas.microsoft.com/office/powerpoint/2010/main" val="1459269819"/>
              </p:ext>
            </p:extLst>
          </p:nvPr>
        </p:nvGraphicFramePr>
        <p:xfrm>
          <a:off x="495299" y="1005840"/>
          <a:ext cx="3657600" cy="320040"/>
        </p:xfrm>
        <a:graphic>
          <a:graphicData uri="http://schemas.openxmlformats.org/drawingml/2006/table">
            <a:tbl>
              <a:tblPr>
                <a:effectLst/>
              </a:tblPr>
              <a:tblGrid>
                <a:gridCol w="274320">
                  <a:extLst>
                    <a:ext uri="{9D8B030D-6E8A-4147-A177-3AD203B41FA5}">
                      <a16:colId xmlns:a16="http://schemas.microsoft.com/office/drawing/2014/main" val="2937933679"/>
                    </a:ext>
                  </a:extLst>
                </a:gridCol>
                <a:gridCol w="1005840">
                  <a:extLst>
                    <a:ext uri="{9D8B030D-6E8A-4147-A177-3AD203B41FA5}">
                      <a16:colId xmlns:a16="http://schemas.microsoft.com/office/drawing/2014/main" val="294730452"/>
                    </a:ext>
                  </a:extLst>
                </a:gridCol>
                <a:gridCol w="1097280">
                  <a:extLst>
                    <a:ext uri="{9D8B030D-6E8A-4147-A177-3AD203B41FA5}">
                      <a16:colId xmlns:a16="http://schemas.microsoft.com/office/drawing/2014/main" val="1373135318"/>
                    </a:ext>
                  </a:extLst>
                </a:gridCol>
                <a:gridCol w="1280160">
                  <a:extLst>
                    <a:ext uri="{9D8B030D-6E8A-4147-A177-3AD203B41FA5}">
                      <a16:colId xmlns:a16="http://schemas.microsoft.com/office/drawing/2014/main" val="2194066351"/>
                    </a:ext>
                  </a:extLst>
                </a:gridCol>
              </a:tblGrid>
              <a:tr h="320040">
                <a:tc>
                  <a:txBody>
                    <a:bodyPr/>
                    <a:lstStyle>
                      <a:lvl1pPr marL="0" algn="l" defTabSz="914400" rtl="0" eaLnBrk="1" latinLnBrk="0" hangingPunct="1">
                        <a:defRPr sz="1800" kern="1200">
                          <a:solidFill>
                            <a:schemeClr val="dk1"/>
                          </a:solidFill>
                          <a:latin typeface="Poppins Medium"/>
                        </a:defRPr>
                      </a:lvl1pPr>
                      <a:lvl2pPr marL="457200" algn="l" defTabSz="914400" rtl="0" eaLnBrk="1" latinLnBrk="0" hangingPunct="1">
                        <a:defRPr sz="1800" kern="1200">
                          <a:solidFill>
                            <a:schemeClr val="dk1"/>
                          </a:solidFill>
                          <a:latin typeface="Poppins Medium"/>
                        </a:defRPr>
                      </a:lvl2pPr>
                      <a:lvl3pPr marL="914400" algn="l" defTabSz="914400" rtl="0" eaLnBrk="1" latinLnBrk="0" hangingPunct="1">
                        <a:defRPr sz="1800" kern="1200">
                          <a:solidFill>
                            <a:schemeClr val="dk1"/>
                          </a:solidFill>
                          <a:latin typeface="Poppins Medium"/>
                        </a:defRPr>
                      </a:lvl3pPr>
                      <a:lvl4pPr marL="1371600" algn="l" defTabSz="914400" rtl="0" eaLnBrk="1" latinLnBrk="0" hangingPunct="1">
                        <a:defRPr sz="1800" kern="1200">
                          <a:solidFill>
                            <a:schemeClr val="dk1"/>
                          </a:solidFill>
                          <a:latin typeface="Poppins Medium"/>
                        </a:defRPr>
                      </a:lvl4pPr>
                      <a:lvl5pPr marL="1828800" algn="l" defTabSz="914400" rtl="0" eaLnBrk="1" latinLnBrk="0" hangingPunct="1">
                        <a:defRPr sz="1800" kern="1200">
                          <a:solidFill>
                            <a:schemeClr val="dk1"/>
                          </a:solidFill>
                          <a:latin typeface="Poppins Medium"/>
                        </a:defRPr>
                      </a:lvl5pPr>
                      <a:lvl6pPr marL="2286000" algn="l" defTabSz="914400" rtl="0" eaLnBrk="1" latinLnBrk="0" hangingPunct="1">
                        <a:defRPr sz="1800" kern="1200">
                          <a:solidFill>
                            <a:schemeClr val="dk1"/>
                          </a:solidFill>
                          <a:latin typeface="Poppins Medium"/>
                        </a:defRPr>
                      </a:lvl6pPr>
                      <a:lvl7pPr marL="2743200" algn="l" defTabSz="914400" rtl="0" eaLnBrk="1" latinLnBrk="0" hangingPunct="1">
                        <a:defRPr sz="1800" kern="1200">
                          <a:solidFill>
                            <a:schemeClr val="dk1"/>
                          </a:solidFill>
                          <a:latin typeface="Poppins Medium"/>
                        </a:defRPr>
                      </a:lvl7pPr>
                      <a:lvl8pPr marL="3200400" algn="l" defTabSz="914400" rtl="0" eaLnBrk="1" latinLnBrk="0" hangingPunct="1">
                        <a:defRPr sz="1800" kern="1200">
                          <a:solidFill>
                            <a:schemeClr val="dk1"/>
                          </a:solidFill>
                          <a:latin typeface="Poppins Medium"/>
                        </a:defRPr>
                      </a:lvl8pPr>
                      <a:lvl9pPr marL="3657600" algn="l" defTabSz="914400" rtl="0" eaLnBrk="1" latinLnBrk="0" hangingPunct="1">
                        <a:defRPr sz="1800" kern="1200">
                          <a:solidFill>
                            <a:schemeClr val="dk1"/>
                          </a:solidFill>
                          <a:latin typeface="Poppins Medium"/>
                        </a:defRPr>
                      </a:lvl9pPr>
                    </a:lstStyle>
                    <a:p>
                      <a:endParaRPr lang="en-US" sz="1200" dirty="0">
                        <a:solidFill>
                          <a:schemeClr val="bg1"/>
                        </a:solidFill>
                        <a:latin typeface="+mn-lt"/>
                        <a:ea typeface="+mn-lt"/>
                        <a:cs typeface="+mn-lt"/>
                        <a:sym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Poppins Medium"/>
                        </a:defRPr>
                      </a:lvl1pPr>
                      <a:lvl2pPr marL="457200" algn="l" defTabSz="914400" rtl="0" eaLnBrk="1" latinLnBrk="0" hangingPunct="1">
                        <a:defRPr sz="1800" kern="1200">
                          <a:solidFill>
                            <a:schemeClr val="dk1"/>
                          </a:solidFill>
                          <a:latin typeface="Poppins Medium"/>
                        </a:defRPr>
                      </a:lvl2pPr>
                      <a:lvl3pPr marL="914400" algn="l" defTabSz="914400" rtl="0" eaLnBrk="1" latinLnBrk="0" hangingPunct="1">
                        <a:defRPr sz="1800" kern="1200">
                          <a:solidFill>
                            <a:schemeClr val="dk1"/>
                          </a:solidFill>
                          <a:latin typeface="Poppins Medium"/>
                        </a:defRPr>
                      </a:lvl3pPr>
                      <a:lvl4pPr marL="1371600" algn="l" defTabSz="914400" rtl="0" eaLnBrk="1" latinLnBrk="0" hangingPunct="1">
                        <a:defRPr sz="1800" kern="1200">
                          <a:solidFill>
                            <a:schemeClr val="dk1"/>
                          </a:solidFill>
                          <a:latin typeface="Poppins Medium"/>
                        </a:defRPr>
                      </a:lvl4pPr>
                      <a:lvl5pPr marL="1828800" algn="l" defTabSz="914400" rtl="0" eaLnBrk="1" latinLnBrk="0" hangingPunct="1">
                        <a:defRPr sz="1800" kern="1200">
                          <a:solidFill>
                            <a:schemeClr val="dk1"/>
                          </a:solidFill>
                          <a:latin typeface="Poppins Medium"/>
                        </a:defRPr>
                      </a:lvl5pPr>
                      <a:lvl6pPr marL="2286000" algn="l" defTabSz="914400" rtl="0" eaLnBrk="1" latinLnBrk="0" hangingPunct="1">
                        <a:defRPr sz="1800" kern="1200">
                          <a:solidFill>
                            <a:schemeClr val="dk1"/>
                          </a:solidFill>
                          <a:latin typeface="Poppins Medium"/>
                        </a:defRPr>
                      </a:lvl6pPr>
                      <a:lvl7pPr marL="2743200" algn="l" defTabSz="914400" rtl="0" eaLnBrk="1" latinLnBrk="0" hangingPunct="1">
                        <a:defRPr sz="1800" kern="1200">
                          <a:solidFill>
                            <a:schemeClr val="dk1"/>
                          </a:solidFill>
                          <a:latin typeface="Poppins Medium"/>
                        </a:defRPr>
                      </a:lvl7pPr>
                      <a:lvl8pPr marL="3200400" algn="l" defTabSz="914400" rtl="0" eaLnBrk="1" latinLnBrk="0" hangingPunct="1">
                        <a:defRPr sz="1800" kern="1200">
                          <a:solidFill>
                            <a:schemeClr val="dk1"/>
                          </a:solidFill>
                          <a:latin typeface="Poppins Medium"/>
                        </a:defRPr>
                      </a:lvl8pPr>
                      <a:lvl9pPr marL="3657600" algn="l" defTabSz="914400" rtl="0" eaLnBrk="1" latinLnBrk="0" hangingPunct="1">
                        <a:defRPr sz="1800" kern="1200">
                          <a:solidFill>
                            <a:schemeClr val="dk1"/>
                          </a:solidFill>
                          <a:latin typeface="Poppins Medium"/>
                        </a:defRPr>
                      </a:lvl9pPr>
                    </a:lstStyle>
                    <a:p>
                      <a:pPr marL="0" algn="l" defTabSz="914400" rtl="0" eaLnBrk="1" latinLnBrk="0" hangingPunct="1"/>
                      <a:r>
                        <a:rPr lang="en-US" sz="1200" b="1" kern="1200" dirty="0">
                          <a:solidFill>
                            <a:schemeClr val="bg1"/>
                          </a:solidFill>
                          <a:latin typeface="+mn-lt"/>
                          <a:ea typeface="+mn-lt"/>
                          <a:cs typeface="+mn-lt"/>
                          <a:sym typeface="+mn-lt"/>
                        </a:rPr>
                        <a:t>HC: 7.0</a:t>
                      </a:r>
                      <a:endParaRPr lang="en-US" sz="1200" b="1" kern="1200" baseline="30000" dirty="0">
                        <a:solidFill>
                          <a:schemeClr val="bg1"/>
                        </a:solidFill>
                        <a:latin typeface="+mn-lt"/>
                        <a:ea typeface="+mn-lt"/>
                        <a:cs typeface="+mn-lt"/>
                        <a:sym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200" b="1" kern="1200" dirty="0">
                          <a:solidFill>
                            <a:schemeClr val="bg1"/>
                          </a:solidFill>
                          <a:latin typeface="+mn-lt"/>
                          <a:ea typeface="+mn-lt"/>
                          <a:cs typeface="+mn-lt"/>
                          <a:sym typeface="+mn-lt"/>
                        </a:rPr>
                        <a:t>FTE: 6.5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lt"/>
                          <a:cs typeface="+mn-lt"/>
                          <a:sym typeface="+mn-lt"/>
                        </a:rPr>
                        <a:t>Open Role: 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964825776"/>
                  </a:ext>
                </a:extLst>
              </a:tr>
            </a:tbl>
          </a:graphicData>
        </a:graphic>
      </p:graphicFrame>
      <p:sp>
        <p:nvSpPr>
          <p:cNvPr id="58" name="Rectangle 57">
            <a:extLst>
              <a:ext uri="{FF2B5EF4-FFF2-40B4-BE49-F238E27FC236}">
                <a16:creationId xmlns:a16="http://schemas.microsoft.com/office/drawing/2014/main" id="{C0CFF86E-48F4-9F26-DC02-D8EF63FE71D2}"/>
              </a:ext>
            </a:extLst>
          </p:cNvPr>
          <p:cNvSpPr/>
          <p:nvPr/>
        </p:nvSpPr>
        <p:spPr>
          <a:xfrm>
            <a:off x="495299" y="4390319"/>
            <a:ext cx="3657600" cy="1600200"/>
          </a:xfrm>
          <a:prstGeom prst="rect">
            <a:avLst/>
          </a:prstGeom>
          <a:noFill/>
          <a:ln w="9525" cap="flat" cmpd="sng" algn="ctr">
            <a:solidFill>
              <a:schemeClr val="tx1">
                <a:lumMod val="50000"/>
              </a:schemeClr>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lt"/>
                <a:cs typeface="Calibri" panose="020F0502020204030204"/>
                <a:sym typeface="+mn-lt"/>
              </a:rPr>
              <a:t>Location</a:t>
            </a:r>
            <a:endParaRPr kumimoji="0" lang="en-IN" sz="1100" b="1" i="0" u="none" strike="noStrike" kern="0" cap="none" spc="0" normalizeH="0" baseline="0" noProof="0" dirty="0">
              <a:ln>
                <a:noFill/>
              </a:ln>
              <a:solidFill>
                <a:srgbClr val="000000"/>
              </a:solidFill>
              <a:effectLst/>
              <a:uLnTx/>
              <a:uFillTx/>
              <a:ea typeface="+mn-lt"/>
              <a:cs typeface="Calibri" panose="020F0502020204030204"/>
              <a:sym typeface="+mn-lt"/>
            </a:endParaRPr>
          </a:p>
        </p:txBody>
      </p:sp>
      <p:sp>
        <p:nvSpPr>
          <p:cNvPr id="59" name="Abgerundetes Rechteck 6">
            <a:extLst>
              <a:ext uri="{FF2B5EF4-FFF2-40B4-BE49-F238E27FC236}">
                <a16:creationId xmlns:a16="http://schemas.microsoft.com/office/drawing/2014/main" id="{FA2EADF3-FE75-2DB7-0C63-A277024D358B}"/>
              </a:ext>
            </a:extLst>
          </p:cNvPr>
          <p:cNvSpPr/>
          <p:nvPr/>
        </p:nvSpPr>
        <p:spPr bwMode="auto">
          <a:xfrm>
            <a:off x="1798319" y="4710359"/>
            <a:ext cx="1051560" cy="274320"/>
          </a:xfrm>
          <a:prstGeom prst="roundRect">
            <a:avLst/>
          </a:prstGeom>
          <a:gradFill>
            <a:gsLst>
              <a:gs pos="85000">
                <a:srgbClr val="FFFFFF"/>
              </a:gs>
              <a:gs pos="85000">
                <a:schemeClr val="accent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Hyderabad</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60" name="Abgerundetes Rechteck 6">
            <a:extLst>
              <a:ext uri="{FF2B5EF4-FFF2-40B4-BE49-F238E27FC236}">
                <a16:creationId xmlns:a16="http://schemas.microsoft.com/office/drawing/2014/main" id="{CFA8E3FA-A404-06CC-F079-14C256B5CD38}"/>
              </a:ext>
            </a:extLst>
          </p:cNvPr>
          <p:cNvSpPr/>
          <p:nvPr/>
        </p:nvSpPr>
        <p:spPr bwMode="auto">
          <a:xfrm>
            <a:off x="2975608" y="4710359"/>
            <a:ext cx="1051560" cy="274320"/>
          </a:xfrm>
          <a:prstGeom prst="roundRect">
            <a:avLst/>
          </a:prstGeom>
          <a:gradFill>
            <a:gsLst>
              <a:gs pos="85000">
                <a:srgbClr val="FFFFFF"/>
              </a:gs>
              <a:gs pos="85000">
                <a:schemeClr val="accent6"/>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Manila</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61" name="Abgerundetes Rechteck 6">
            <a:extLst>
              <a:ext uri="{FF2B5EF4-FFF2-40B4-BE49-F238E27FC236}">
                <a16:creationId xmlns:a16="http://schemas.microsoft.com/office/drawing/2014/main" id="{E26DE839-BE5C-1BC4-03F9-CD7AA430572D}"/>
              </a:ext>
            </a:extLst>
          </p:cNvPr>
          <p:cNvSpPr/>
          <p:nvPr/>
        </p:nvSpPr>
        <p:spPr bwMode="auto">
          <a:xfrm>
            <a:off x="621029" y="4710359"/>
            <a:ext cx="1051560" cy="274320"/>
          </a:xfrm>
          <a:prstGeom prst="roundRect">
            <a:avLst/>
          </a:prstGeom>
          <a:gradFill>
            <a:gsLst>
              <a:gs pos="85000">
                <a:srgbClr val="FFFFFF"/>
              </a:gs>
              <a:gs pos="85000">
                <a:schemeClr val="accent4"/>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Bangalore</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62" name="Abgerundetes Rechteck 6">
            <a:extLst>
              <a:ext uri="{FF2B5EF4-FFF2-40B4-BE49-F238E27FC236}">
                <a16:creationId xmlns:a16="http://schemas.microsoft.com/office/drawing/2014/main" id="{A0E17AE3-D7EF-5937-3624-643702E9C700}"/>
              </a:ext>
            </a:extLst>
          </p:cNvPr>
          <p:cNvSpPr/>
          <p:nvPr/>
        </p:nvSpPr>
        <p:spPr bwMode="auto">
          <a:xfrm>
            <a:off x="1798319" y="5121839"/>
            <a:ext cx="1051560" cy="274320"/>
          </a:xfrm>
          <a:prstGeom prst="roundRect">
            <a:avLst/>
          </a:prstGeom>
          <a:gradFill>
            <a:gsLst>
              <a:gs pos="85000">
                <a:srgbClr val="FFFFFF"/>
              </a:gs>
              <a:gs pos="85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Dallas, TX</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63" name="Abgerundetes Rechteck 6">
            <a:extLst>
              <a:ext uri="{FF2B5EF4-FFF2-40B4-BE49-F238E27FC236}">
                <a16:creationId xmlns:a16="http://schemas.microsoft.com/office/drawing/2014/main" id="{2DCB3260-820A-DF44-05B7-1AEE7C6A66B7}"/>
              </a:ext>
            </a:extLst>
          </p:cNvPr>
          <p:cNvSpPr/>
          <p:nvPr/>
        </p:nvSpPr>
        <p:spPr bwMode="auto">
          <a:xfrm>
            <a:off x="2975608" y="5121839"/>
            <a:ext cx="1051560" cy="274320"/>
          </a:xfrm>
          <a:prstGeom prst="roundRect">
            <a:avLst/>
          </a:prstGeom>
          <a:gradFill>
            <a:gsLst>
              <a:gs pos="85000">
                <a:srgbClr val="FFFFFF"/>
              </a:gs>
              <a:gs pos="85000">
                <a:schemeClr val="bg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Mexico City</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64" name="Abgerundetes Rechteck 6">
            <a:extLst>
              <a:ext uri="{FF2B5EF4-FFF2-40B4-BE49-F238E27FC236}">
                <a16:creationId xmlns:a16="http://schemas.microsoft.com/office/drawing/2014/main" id="{3D0174AC-3807-771D-D089-9325BF6C49DB}"/>
              </a:ext>
            </a:extLst>
          </p:cNvPr>
          <p:cNvSpPr/>
          <p:nvPr/>
        </p:nvSpPr>
        <p:spPr bwMode="auto">
          <a:xfrm>
            <a:off x="621029" y="5121839"/>
            <a:ext cx="1051560" cy="274320"/>
          </a:xfrm>
          <a:prstGeom prst="roundRect">
            <a:avLst/>
          </a:prstGeom>
          <a:gradFill>
            <a:gsLst>
              <a:gs pos="85000">
                <a:srgbClr val="FFFFFF"/>
              </a:gs>
              <a:gs pos="85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Houston, TX</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65" name="Oval 64">
            <a:extLst>
              <a:ext uri="{FF2B5EF4-FFF2-40B4-BE49-F238E27FC236}">
                <a16:creationId xmlns:a16="http://schemas.microsoft.com/office/drawing/2014/main" id="{242699AB-4018-D342-EED0-F3E6DFB9AC42}"/>
              </a:ext>
            </a:extLst>
          </p:cNvPr>
          <p:cNvSpPr/>
          <p:nvPr/>
        </p:nvSpPr>
        <p:spPr>
          <a:xfrm>
            <a:off x="621029" y="5579361"/>
            <a:ext cx="274320" cy="272799"/>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ea typeface="+mn-ea"/>
                <a:cs typeface="+mn-cs"/>
              </a:rPr>
              <a:t>%</a:t>
            </a:r>
          </a:p>
        </p:txBody>
      </p:sp>
      <p:sp>
        <p:nvSpPr>
          <p:cNvPr id="66" name="Rectangle 65">
            <a:extLst>
              <a:ext uri="{FF2B5EF4-FFF2-40B4-BE49-F238E27FC236}">
                <a16:creationId xmlns:a16="http://schemas.microsoft.com/office/drawing/2014/main" id="{7FD81C09-8750-F26D-5EC0-3B4574FBE5CE}"/>
              </a:ext>
            </a:extLst>
          </p:cNvPr>
          <p:cNvSpPr/>
          <p:nvPr/>
        </p:nvSpPr>
        <p:spPr>
          <a:xfrm>
            <a:off x="941069" y="5579039"/>
            <a:ext cx="1188720" cy="27432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chemeClr val="bg1"/>
                </a:solidFill>
                <a:effectLst/>
                <a:uLnTx/>
                <a:uFillTx/>
                <a:ea typeface="+mn-ea"/>
                <a:cs typeface="+mn-cs"/>
              </a:rPr>
              <a:t>Part-Time Efforts</a:t>
            </a:r>
          </a:p>
        </p:txBody>
      </p:sp>
      <p:sp>
        <p:nvSpPr>
          <p:cNvPr id="67" name="Abgerundetes Rechteck 6">
            <a:extLst>
              <a:ext uri="{FF2B5EF4-FFF2-40B4-BE49-F238E27FC236}">
                <a16:creationId xmlns:a16="http://schemas.microsoft.com/office/drawing/2014/main" id="{5B4B2D16-F3DE-5E4F-ED5E-F6C7E193E254}"/>
              </a:ext>
            </a:extLst>
          </p:cNvPr>
          <p:cNvSpPr/>
          <p:nvPr/>
        </p:nvSpPr>
        <p:spPr bwMode="auto">
          <a:xfrm>
            <a:off x="2381248" y="5579039"/>
            <a:ext cx="1645920" cy="274320"/>
          </a:xfrm>
          <a:prstGeom prst="roundRect">
            <a:avLst/>
          </a:prstGeom>
          <a:solidFill>
            <a:schemeClr val="bg1"/>
          </a:solidFill>
          <a:ln w="6350" cap="flat" cmpd="sng" algn="ctr">
            <a:no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effectLst/>
                <a:uLnTx/>
                <a:uFillTx/>
                <a:ea typeface="ヒラギノ角ゴ ProN W3" charset="0"/>
                <a:cs typeface="ヒラギノ角ゴ ProN W3" charset="0"/>
                <a:sym typeface="Gill Sans" charset="0"/>
              </a:rPr>
              <a:t>Role Interviewed / Open</a:t>
            </a:r>
            <a:endParaRPr kumimoji="0" lang="en-IN" sz="900" b="0" i="0" u="none" strike="noStrike" kern="0" cap="none" spc="0" normalizeH="0" baseline="0" noProof="0" dirty="0">
              <a:ln>
                <a:noFill/>
              </a:ln>
              <a:effectLst/>
              <a:uLnTx/>
              <a:uFillTx/>
              <a:ea typeface="+mn-ea"/>
              <a:cs typeface="+mn-cs"/>
              <a:sym typeface="Gill Sans" charset="0"/>
            </a:endParaRPr>
          </a:p>
        </p:txBody>
      </p:sp>
      <p:grpSp>
        <p:nvGrpSpPr>
          <p:cNvPr id="85" name="Group 84">
            <a:extLst>
              <a:ext uri="{FF2B5EF4-FFF2-40B4-BE49-F238E27FC236}">
                <a16:creationId xmlns:a16="http://schemas.microsoft.com/office/drawing/2014/main" id="{2215610D-EABA-B417-8F64-13A7F73C146E}"/>
              </a:ext>
            </a:extLst>
          </p:cNvPr>
          <p:cNvGrpSpPr/>
          <p:nvPr/>
        </p:nvGrpSpPr>
        <p:grpSpPr>
          <a:xfrm>
            <a:off x="7124700" y="1000095"/>
            <a:ext cx="2057400" cy="617220"/>
            <a:chOff x="7450667" y="1281359"/>
            <a:chExt cx="2057400" cy="617220"/>
          </a:xfrm>
        </p:grpSpPr>
        <p:sp>
          <p:nvSpPr>
            <p:cNvPr id="68" name="Abgerundetes Rechteck 6">
              <a:extLst>
                <a:ext uri="{FF2B5EF4-FFF2-40B4-BE49-F238E27FC236}">
                  <a16:creationId xmlns:a16="http://schemas.microsoft.com/office/drawing/2014/main" id="{5162898F-AC3E-38DA-0EEB-830A1D202F6A}"/>
                </a:ext>
              </a:extLst>
            </p:cNvPr>
            <p:cNvSpPr/>
            <p:nvPr/>
          </p:nvSpPr>
          <p:spPr bwMode="auto">
            <a:xfrm>
              <a:off x="7450667" y="1281359"/>
              <a:ext cx="2057400" cy="54864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James Austin</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Head, Controller</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79" name="Group 78">
              <a:extLst>
                <a:ext uri="{FF2B5EF4-FFF2-40B4-BE49-F238E27FC236}">
                  <a16:creationId xmlns:a16="http://schemas.microsoft.com/office/drawing/2014/main" id="{0ABD21AC-CE67-3A98-9002-50929673231A}"/>
                </a:ext>
              </a:extLst>
            </p:cNvPr>
            <p:cNvGrpSpPr/>
            <p:nvPr/>
          </p:nvGrpSpPr>
          <p:grpSpPr>
            <a:xfrm>
              <a:off x="7564330" y="1761419"/>
              <a:ext cx="1830073" cy="137160"/>
              <a:chOff x="5826662" y="2515199"/>
              <a:chExt cx="1830073" cy="137160"/>
            </a:xfrm>
          </p:grpSpPr>
          <p:sp>
            <p:nvSpPr>
              <p:cNvPr id="76" name="Rectangle 75">
                <a:extLst>
                  <a:ext uri="{FF2B5EF4-FFF2-40B4-BE49-F238E27FC236}">
                    <a16:creationId xmlns:a16="http://schemas.microsoft.com/office/drawing/2014/main" id="{AF95F57A-A898-D3BB-2ECE-04D22E927D01}"/>
                  </a:ext>
                </a:extLst>
              </p:cNvPr>
              <p:cNvSpPr/>
              <p:nvPr/>
            </p:nvSpPr>
            <p:spPr>
              <a:xfrm>
                <a:off x="5826662" y="2515199"/>
                <a:ext cx="82296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45%</a:t>
                </a:r>
              </a:p>
            </p:txBody>
          </p:sp>
          <p:sp>
            <p:nvSpPr>
              <p:cNvPr id="77" name="Rectangle 76">
                <a:extLst>
                  <a:ext uri="{FF2B5EF4-FFF2-40B4-BE49-F238E27FC236}">
                    <a16:creationId xmlns:a16="http://schemas.microsoft.com/office/drawing/2014/main" id="{E96346AB-1963-EEF9-4608-874779CFD6AC}"/>
                  </a:ext>
                </a:extLst>
              </p:cNvPr>
              <p:cNvSpPr/>
              <p:nvPr/>
            </p:nvSpPr>
            <p:spPr>
              <a:xfrm>
                <a:off x="6923942" y="2515199"/>
                <a:ext cx="732793" cy="137160"/>
              </a:xfrm>
              <a:prstGeom prst="rect">
                <a:avLst/>
              </a:prstGeom>
              <a:solidFill>
                <a:schemeClr val="bg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40%</a:t>
                </a:r>
              </a:p>
            </p:txBody>
          </p:sp>
          <p:sp>
            <p:nvSpPr>
              <p:cNvPr id="78" name="Rectangle 77">
                <a:extLst>
                  <a:ext uri="{FF2B5EF4-FFF2-40B4-BE49-F238E27FC236}">
                    <a16:creationId xmlns:a16="http://schemas.microsoft.com/office/drawing/2014/main" id="{E684BA6E-E9C8-96DF-CE5D-6862BCBD74B8}"/>
                  </a:ext>
                </a:extLst>
              </p:cNvPr>
              <p:cNvSpPr/>
              <p:nvPr/>
            </p:nvSpPr>
            <p:spPr>
              <a:xfrm>
                <a:off x="6649622" y="2515199"/>
                <a:ext cx="27432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ea typeface="+mn-ea"/>
                    <a:cs typeface="+mn-cs"/>
                  </a:rPr>
                  <a:t>15%</a:t>
                </a:r>
              </a:p>
            </p:txBody>
          </p:sp>
        </p:grpSp>
      </p:grpSp>
      <p:grpSp>
        <p:nvGrpSpPr>
          <p:cNvPr id="171" name="Group 170">
            <a:extLst>
              <a:ext uri="{FF2B5EF4-FFF2-40B4-BE49-F238E27FC236}">
                <a16:creationId xmlns:a16="http://schemas.microsoft.com/office/drawing/2014/main" id="{B4BCE6AB-5ECE-269D-0919-0DF8584CD3E6}"/>
              </a:ext>
            </a:extLst>
          </p:cNvPr>
          <p:cNvGrpSpPr/>
          <p:nvPr/>
        </p:nvGrpSpPr>
        <p:grpSpPr>
          <a:xfrm>
            <a:off x="7124700" y="2239398"/>
            <a:ext cx="2057400" cy="619301"/>
            <a:chOff x="7124700" y="2239398"/>
            <a:chExt cx="2057400" cy="619301"/>
          </a:xfrm>
        </p:grpSpPr>
        <p:sp>
          <p:nvSpPr>
            <p:cNvPr id="69" name="Abgerundetes Rechteck 6">
              <a:extLst>
                <a:ext uri="{FF2B5EF4-FFF2-40B4-BE49-F238E27FC236}">
                  <a16:creationId xmlns:a16="http://schemas.microsoft.com/office/drawing/2014/main" id="{3EF13D6F-19A7-3D0E-AC8F-97CD547C10E2}"/>
                </a:ext>
              </a:extLst>
            </p:cNvPr>
            <p:cNvSpPr/>
            <p:nvPr/>
          </p:nvSpPr>
          <p:spPr bwMode="auto">
            <a:xfrm>
              <a:off x="7124700" y="2239398"/>
              <a:ext cx="2057400" cy="54864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Emily Dickens</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Revenue Acct. Director</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87" name="Group 86">
              <a:extLst>
                <a:ext uri="{FF2B5EF4-FFF2-40B4-BE49-F238E27FC236}">
                  <a16:creationId xmlns:a16="http://schemas.microsoft.com/office/drawing/2014/main" id="{86ACBC47-21A9-28AF-F5CA-98E1AE989184}"/>
                </a:ext>
              </a:extLst>
            </p:cNvPr>
            <p:cNvGrpSpPr/>
            <p:nvPr/>
          </p:nvGrpSpPr>
          <p:grpSpPr>
            <a:xfrm>
              <a:off x="7238363" y="2721539"/>
              <a:ext cx="1829859" cy="137160"/>
              <a:chOff x="5826662" y="2515199"/>
              <a:chExt cx="1829859" cy="137160"/>
            </a:xfrm>
          </p:grpSpPr>
          <p:sp>
            <p:nvSpPr>
              <p:cNvPr id="88" name="Rectangle 87">
                <a:extLst>
                  <a:ext uri="{FF2B5EF4-FFF2-40B4-BE49-F238E27FC236}">
                    <a16:creationId xmlns:a16="http://schemas.microsoft.com/office/drawing/2014/main" id="{1B0CD15B-675D-91B5-0FC6-78AA473C2BC6}"/>
                  </a:ext>
                </a:extLst>
              </p:cNvPr>
              <p:cNvSpPr/>
              <p:nvPr/>
            </p:nvSpPr>
            <p:spPr>
              <a:xfrm>
                <a:off x="5826662" y="2515199"/>
                <a:ext cx="155448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85%</a:t>
                </a:r>
              </a:p>
            </p:txBody>
          </p:sp>
          <p:sp>
            <p:nvSpPr>
              <p:cNvPr id="90" name="Rectangle 89">
                <a:extLst>
                  <a:ext uri="{FF2B5EF4-FFF2-40B4-BE49-F238E27FC236}">
                    <a16:creationId xmlns:a16="http://schemas.microsoft.com/office/drawing/2014/main" id="{144665BF-2805-F23C-0298-91DB7E5051EB}"/>
                  </a:ext>
                </a:extLst>
              </p:cNvPr>
              <p:cNvSpPr/>
              <p:nvPr/>
            </p:nvSpPr>
            <p:spPr>
              <a:xfrm>
                <a:off x="7380930" y="2515199"/>
                <a:ext cx="275591"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15%</a:t>
                </a:r>
              </a:p>
            </p:txBody>
          </p:sp>
        </p:grpSp>
      </p:grpSp>
      <p:grpSp>
        <p:nvGrpSpPr>
          <p:cNvPr id="137" name="Group 136">
            <a:extLst>
              <a:ext uri="{FF2B5EF4-FFF2-40B4-BE49-F238E27FC236}">
                <a16:creationId xmlns:a16="http://schemas.microsoft.com/office/drawing/2014/main" id="{E26F7323-E646-12DD-E26B-D5CF7ED27B37}"/>
              </a:ext>
            </a:extLst>
          </p:cNvPr>
          <p:cNvGrpSpPr/>
          <p:nvPr/>
        </p:nvGrpSpPr>
        <p:grpSpPr>
          <a:xfrm>
            <a:off x="7124700" y="4708276"/>
            <a:ext cx="2057400" cy="617220"/>
            <a:chOff x="7252332" y="5689742"/>
            <a:chExt cx="2057400" cy="617220"/>
          </a:xfrm>
        </p:grpSpPr>
        <p:sp>
          <p:nvSpPr>
            <p:cNvPr id="138" name="Abgerundetes Rechteck 6">
              <a:extLst>
                <a:ext uri="{FF2B5EF4-FFF2-40B4-BE49-F238E27FC236}">
                  <a16:creationId xmlns:a16="http://schemas.microsoft.com/office/drawing/2014/main" id="{CACBF741-129A-BC6B-1AF3-1D59008A7EC2}"/>
                </a:ext>
              </a:extLst>
            </p:cNvPr>
            <p:cNvSpPr/>
            <p:nvPr/>
          </p:nvSpPr>
          <p:spPr bwMode="auto">
            <a:xfrm>
              <a:off x="7252332" y="5689742"/>
              <a:ext cx="2057400" cy="54864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200" b="1" kern="0" dirty="0">
                  <a:solidFill>
                    <a:srgbClr val="000000"/>
                  </a:solidFill>
                  <a:ea typeface="ヒラギノ角ゴ ProN W3" charset="0"/>
                  <a:cs typeface="ヒラギノ角ゴ ProN W3" charset="0"/>
                  <a:sym typeface="Gill Sans" charset="0"/>
                </a:rPr>
                <a:t>Jessica </a:t>
              </a: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Park</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Senior Accountant</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139" name="Group 138">
              <a:extLst>
                <a:ext uri="{FF2B5EF4-FFF2-40B4-BE49-F238E27FC236}">
                  <a16:creationId xmlns:a16="http://schemas.microsoft.com/office/drawing/2014/main" id="{D7D3BFFC-65EE-43EC-45B3-9FDF6FF00D54}"/>
                </a:ext>
              </a:extLst>
            </p:cNvPr>
            <p:cNvGrpSpPr/>
            <p:nvPr/>
          </p:nvGrpSpPr>
          <p:grpSpPr>
            <a:xfrm>
              <a:off x="7365781" y="6169802"/>
              <a:ext cx="1830072" cy="137160"/>
              <a:chOff x="5826660" y="2515199"/>
              <a:chExt cx="1830072" cy="137160"/>
            </a:xfrm>
          </p:grpSpPr>
          <p:sp>
            <p:nvSpPr>
              <p:cNvPr id="140" name="Rectangle 139">
                <a:extLst>
                  <a:ext uri="{FF2B5EF4-FFF2-40B4-BE49-F238E27FC236}">
                    <a16:creationId xmlns:a16="http://schemas.microsoft.com/office/drawing/2014/main" id="{444F6705-6DD6-42B1-A0DC-7E1F14F52A1F}"/>
                  </a:ext>
                </a:extLst>
              </p:cNvPr>
              <p:cNvSpPr/>
              <p:nvPr/>
            </p:nvSpPr>
            <p:spPr>
              <a:xfrm>
                <a:off x="5826660" y="2515199"/>
                <a:ext cx="155448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85%</a:t>
                </a:r>
              </a:p>
            </p:txBody>
          </p:sp>
          <p:sp>
            <p:nvSpPr>
              <p:cNvPr id="142" name="Rectangle 141">
                <a:extLst>
                  <a:ext uri="{FF2B5EF4-FFF2-40B4-BE49-F238E27FC236}">
                    <a16:creationId xmlns:a16="http://schemas.microsoft.com/office/drawing/2014/main" id="{389533F1-A476-F0F9-2F55-0BD1D7C3BCA1}"/>
                  </a:ext>
                </a:extLst>
              </p:cNvPr>
              <p:cNvSpPr/>
              <p:nvPr/>
            </p:nvSpPr>
            <p:spPr>
              <a:xfrm>
                <a:off x="7381140" y="2515199"/>
                <a:ext cx="275592"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15%</a:t>
                </a:r>
              </a:p>
            </p:txBody>
          </p:sp>
        </p:grpSp>
      </p:grpSp>
      <p:grpSp>
        <p:nvGrpSpPr>
          <p:cNvPr id="148" name="Group 147">
            <a:extLst>
              <a:ext uri="{FF2B5EF4-FFF2-40B4-BE49-F238E27FC236}">
                <a16:creationId xmlns:a16="http://schemas.microsoft.com/office/drawing/2014/main" id="{3287A442-6F1F-19CE-0645-B470E67BAA69}"/>
              </a:ext>
            </a:extLst>
          </p:cNvPr>
          <p:cNvGrpSpPr/>
          <p:nvPr/>
        </p:nvGrpSpPr>
        <p:grpSpPr>
          <a:xfrm>
            <a:off x="4610099" y="3473837"/>
            <a:ext cx="2057400" cy="617220"/>
            <a:chOff x="4677837" y="3693406"/>
            <a:chExt cx="2057400" cy="617220"/>
          </a:xfrm>
        </p:grpSpPr>
        <p:sp>
          <p:nvSpPr>
            <p:cNvPr id="149" name="Abgerundetes Rechteck 6">
              <a:extLst>
                <a:ext uri="{FF2B5EF4-FFF2-40B4-BE49-F238E27FC236}">
                  <a16:creationId xmlns:a16="http://schemas.microsoft.com/office/drawing/2014/main" id="{047973BF-8FE1-7E3A-4A0C-1C1AF9805EEC}"/>
                </a:ext>
              </a:extLst>
            </p:cNvPr>
            <p:cNvSpPr/>
            <p:nvPr/>
          </p:nvSpPr>
          <p:spPr bwMode="auto">
            <a:xfrm>
              <a:off x="4677837" y="3693406"/>
              <a:ext cx="2057400" cy="548640"/>
            </a:xfrm>
            <a:prstGeom prst="roundRect">
              <a:avLst/>
            </a:prstGeom>
            <a:solidFill>
              <a:schemeClr val="tx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Steven Jacks</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Contractor</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150" name="Group 149">
              <a:extLst>
                <a:ext uri="{FF2B5EF4-FFF2-40B4-BE49-F238E27FC236}">
                  <a16:creationId xmlns:a16="http://schemas.microsoft.com/office/drawing/2014/main" id="{2AD5CF41-6930-5B7B-AB83-FB947D37D105}"/>
                </a:ext>
              </a:extLst>
            </p:cNvPr>
            <p:cNvGrpSpPr/>
            <p:nvPr/>
          </p:nvGrpSpPr>
          <p:grpSpPr>
            <a:xfrm>
              <a:off x="4791500" y="4173466"/>
              <a:ext cx="1829648" cy="137160"/>
              <a:chOff x="5826662" y="2515199"/>
              <a:chExt cx="1829648" cy="137160"/>
            </a:xfrm>
          </p:grpSpPr>
          <p:sp>
            <p:nvSpPr>
              <p:cNvPr id="151" name="Rectangle 150">
                <a:extLst>
                  <a:ext uri="{FF2B5EF4-FFF2-40B4-BE49-F238E27FC236}">
                    <a16:creationId xmlns:a16="http://schemas.microsoft.com/office/drawing/2014/main" id="{7B0D574E-640E-4DD5-97DC-4B61271A5134}"/>
                  </a:ext>
                </a:extLst>
              </p:cNvPr>
              <p:cNvSpPr/>
              <p:nvPr/>
            </p:nvSpPr>
            <p:spPr>
              <a:xfrm>
                <a:off x="5826662" y="2515199"/>
                <a:ext cx="146304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80%</a:t>
                </a:r>
              </a:p>
            </p:txBody>
          </p:sp>
          <p:sp>
            <p:nvSpPr>
              <p:cNvPr id="153" name="Rectangle 152">
                <a:extLst>
                  <a:ext uri="{FF2B5EF4-FFF2-40B4-BE49-F238E27FC236}">
                    <a16:creationId xmlns:a16="http://schemas.microsoft.com/office/drawing/2014/main" id="{DC569002-5134-2BDE-0BD4-E1BE5A9E7B52}"/>
                  </a:ext>
                </a:extLst>
              </p:cNvPr>
              <p:cNvSpPr/>
              <p:nvPr/>
            </p:nvSpPr>
            <p:spPr>
              <a:xfrm>
                <a:off x="7289702" y="2515199"/>
                <a:ext cx="366608"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20%</a:t>
                </a:r>
              </a:p>
            </p:txBody>
          </p:sp>
        </p:grpSp>
      </p:grpSp>
      <p:grpSp>
        <p:nvGrpSpPr>
          <p:cNvPr id="154" name="Group 153">
            <a:extLst>
              <a:ext uri="{FF2B5EF4-FFF2-40B4-BE49-F238E27FC236}">
                <a16:creationId xmlns:a16="http://schemas.microsoft.com/office/drawing/2014/main" id="{A38CBEEA-1D11-3FDB-26CA-391D7F72539F}"/>
              </a:ext>
            </a:extLst>
          </p:cNvPr>
          <p:cNvGrpSpPr/>
          <p:nvPr/>
        </p:nvGrpSpPr>
        <p:grpSpPr>
          <a:xfrm>
            <a:off x="9639300" y="3473837"/>
            <a:ext cx="2057400" cy="617220"/>
            <a:chOff x="9364981" y="4335923"/>
            <a:chExt cx="2057400" cy="617220"/>
          </a:xfrm>
        </p:grpSpPr>
        <p:sp>
          <p:nvSpPr>
            <p:cNvPr id="155" name="Abgerundetes Rechteck 6">
              <a:extLst>
                <a:ext uri="{FF2B5EF4-FFF2-40B4-BE49-F238E27FC236}">
                  <a16:creationId xmlns:a16="http://schemas.microsoft.com/office/drawing/2014/main" id="{66CE67A7-1ED8-4D98-43F7-1DD4984DAF5D}"/>
                </a:ext>
              </a:extLst>
            </p:cNvPr>
            <p:cNvSpPr/>
            <p:nvPr/>
          </p:nvSpPr>
          <p:spPr bwMode="auto">
            <a:xfrm>
              <a:off x="9364981" y="4335923"/>
              <a:ext cx="2057400" cy="54864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Roy Livingstone</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Manager, Accounting</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156" name="Group 155">
              <a:extLst>
                <a:ext uri="{FF2B5EF4-FFF2-40B4-BE49-F238E27FC236}">
                  <a16:creationId xmlns:a16="http://schemas.microsoft.com/office/drawing/2014/main" id="{AC34A9A3-EDF4-4DE5-FCBB-85A03FBD4801}"/>
                </a:ext>
              </a:extLst>
            </p:cNvPr>
            <p:cNvGrpSpPr/>
            <p:nvPr/>
          </p:nvGrpSpPr>
          <p:grpSpPr>
            <a:xfrm>
              <a:off x="9478644" y="4815983"/>
              <a:ext cx="1830072" cy="137160"/>
              <a:chOff x="5826662" y="2515199"/>
              <a:chExt cx="1830072" cy="137160"/>
            </a:xfrm>
          </p:grpSpPr>
          <p:sp>
            <p:nvSpPr>
              <p:cNvPr id="157" name="Rectangle 156">
                <a:extLst>
                  <a:ext uri="{FF2B5EF4-FFF2-40B4-BE49-F238E27FC236}">
                    <a16:creationId xmlns:a16="http://schemas.microsoft.com/office/drawing/2014/main" id="{4B8B72F8-3E35-1ABC-A88F-C03C11339DE6}"/>
                  </a:ext>
                </a:extLst>
              </p:cNvPr>
              <p:cNvSpPr/>
              <p:nvPr/>
            </p:nvSpPr>
            <p:spPr>
              <a:xfrm>
                <a:off x="5826662" y="2515199"/>
                <a:ext cx="155448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85%</a:t>
                </a:r>
              </a:p>
            </p:txBody>
          </p:sp>
          <p:sp>
            <p:nvSpPr>
              <p:cNvPr id="159" name="Rectangle 158">
                <a:extLst>
                  <a:ext uri="{FF2B5EF4-FFF2-40B4-BE49-F238E27FC236}">
                    <a16:creationId xmlns:a16="http://schemas.microsoft.com/office/drawing/2014/main" id="{A2B490A9-87BA-C9D7-5819-750CFAE154AB}"/>
                  </a:ext>
                </a:extLst>
              </p:cNvPr>
              <p:cNvSpPr/>
              <p:nvPr/>
            </p:nvSpPr>
            <p:spPr>
              <a:xfrm>
                <a:off x="7381142" y="2515199"/>
                <a:ext cx="275592"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15%</a:t>
                </a:r>
              </a:p>
            </p:txBody>
          </p:sp>
        </p:grpSp>
      </p:grpSp>
      <p:grpSp>
        <p:nvGrpSpPr>
          <p:cNvPr id="161" name="Group 160">
            <a:extLst>
              <a:ext uri="{FF2B5EF4-FFF2-40B4-BE49-F238E27FC236}">
                <a16:creationId xmlns:a16="http://schemas.microsoft.com/office/drawing/2014/main" id="{BDD4C1D3-B94B-0B19-5FEA-9A229A6D85B9}"/>
              </a:ext>
            </a:extLst>
          </p:cNvPr>
          <p:cNvGrpSpPr/>
          <p:nvPr/>
        </p:nvGrpSpPr>
        <p:grpSpPr>
          <a:xfrm>
            <a:off x="9639300" y="4708276"/>
            <a:ext cx="2057400" cy="616021"/>
            <a:chOff x="9607549" y="5304719"/>
            <a:chExt cx="2057400" cy="616021"/>
          </a:xfrm>
        </p:grpSpPr>
        <p:sp>
          <p:nvSpPr>
            <p:cNvPr id="162" name="Abgerundetes Rechteck 6">
              <a:extLst>
                <a:ext uri="{FF2B5EF4-FFF2-40B4-BE49-F238E27FC236}">
                  <a16:creationId xmlns:a16="http://schemas.microsoft.com/office/drawing/2014/main" id="{420898F4-3483-77A2-8D40-8274AC0E3A1D}"/>
                </a:ext>
              </a:extLst>
            </p:cNvPr>
            <p:cNvSpPr/>
            <p:nvPr/>
          </p:nvSpPr>
          <p:spPr bwMode="auto">
            <a:xfrm>
              <a:off x="9607549" y="5304719"/>
              <a:ext cx="2057400" cy="54864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John Faulkner</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Senior Accountant</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163" name="Group 162">
              <a:extLst>
                <a:ext uri="{FF2B5EF4-FFF2-40B4-BE49-F238E27FC236}">
                  <a16:creationId xmlns:a16="http://schemas.microsoft.com/office/drawing/2014/main" id="{662AC54C-2A56-2A90-613E-3B19C7487F64}"/>
                </a:ext>
              </a:extLst>
            </p:cNvPr>
            <p:cNvGrpSpPr/>
            <p:nvPr/>
          </p:nvGrpSpPr>
          <p:grpSpPr>
            <a:xfrm>
              <a:off x="9721212" y="5783580"/>
              <a:ext cx="1830071" cy="137160"/>
              <a:chOff x="5826662" y="2515199"/>
              <a:chExt cx="1830071" cy="137160"/>
            </a:xfrm>
          </p:grpSpPr>
          <p:sp>
            <p:nvSpPr>
              <p:cNvPr id="164" name="Rectangle 163">
                <a:extLst>
                  <a:ext uri="{FF2B5EF4-FFF2-40B4-BE49-F238E27FC236}">
                    <a16:creationId xmlns:a16="http://schemas.microsoft.com/office/drawing/2014/main" id="{21F63512-033A-D170-C36A-159A59474ABF}"/>
                  </a:ext>
                </a:extLst>
              </p:cNvPr>
              <p:cNvSpPr/>
              <p:nvPr/>
            </p:nvSpPr>
            <p:spPr>
              <a:xfrm>
                <a:off x="5826662" y="2515199"/>
                <a:ext cx="155448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85%</a:t>
                </a:r>
              </a:p>
            </p:txBody>
          </p:sp>
          <p:sp>
            <p:nvSpPr>
              <p:cNvPr id="166" name="Rectangle 165">
                <a:extLst>
                  <a:ext uri="{FF2B5EF4-FFF2-40B4-BE49-F238E27FC236}">
                    <a16:creationId xmlns:a16="http://schemas.microsoft.com/office/drawing/2014/main" id="{33C88AF3-211B-3240-0230-D195F3D40FA1}"/>
                  </a:ext>
                </a:extLst>
              </p:cNvPr>
              <p:cNvSpPr/>
              <p:nvPr/>
            </p:nvSpPr>
            <p:spPr>
              <a:xfrm>
                <a:off x="7381142" y="2515199"/>
                <a:ext cx="275591"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15%</a:t>
                </a:r>
              </a:p>
            </p:txBody>
          </p:sp>
        </p:grpSp>
      </p:grpSp>
      <p:grpSp>
        <p:nvGrpSpPr>
          <p:cNvPr id="172" name="Group 171">
            <a:extLst>
              <a:ext uri="{FF2B5EF4-FFF2-40B4-BE49-F238E27FC236}">
                <a16:creationId xmlns:a16="http://schemas.microsoft.com/office/drawing/2014/main" id="{44D6B5EF-2BD7-C588-836C-089EA7A82A28}"/>
              </a:ext>
            </a:extLst>
          </p:cNvPr>
          <p:cNvGrpSpPr/>
          <p:nvPr/>
        </p:nvGrpSpPr>
        <p:grpSpPr>
          <a:xfrm>
            <a:off x="7124700" y="3473837"/>
            <a:ext cx="2057400" cy="617220"/>
            <a:chOff x="7124700" y="3473837"/>
            <a:chExt cx="2057400" cy="617220"/>
          </a:xfrm>
        </p:grpSpPr>
        <p:sp>
          <p:nvSpPr>
            <p:cNvPr id="136" name="Abgerundetes Rechteck 6">
              <a:extLst>
                <a:ext uri="{FF2B5EF4-FFF2-40B4-BE49-F238E27FC236}">
                  <a16:creationId xmlns:a16="http://schemas.microsoft.com/office/drawing/2014/main" id="{4972983C-8F90-274E-D5EC-D961CB71AB4F}"/>
                </a:ext>
              </a:extLst>
            </p:cNvPr>
            <p:cNvSpPr/>
            <p:nvPr/>
          </p:nvSpPr>
          <p:spPr bwMode="auto">
            <a:xfrm>
              <a:off x="7124700" y="3473837"/>
              <a:ext cx="2057400" cy="548640"/>
            </a:xfrm>
            <a:prstGeom prst="roundRect">
              <a:avLst/>
            </a:prstGeom>
            <a:solidFill>
              <a:schemeClr val="bg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effectLst/>
                  <a:uLnTx/>
                  <a:uFillTx/>
                  <a:ea typeface="ヒラギノ角ゴ ProN W3" charset="0"/>
                  <a:cs typeface="ヒラギノ角ゴ ProN W3" charset="0"/>
                  <a:sym typeface="Gill Sans" charset="0"/>
                </a:rPr>
                <a:t>Open Role</a:t>
              </a:r>
            </a:p>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i="0" u="none" strike="noStrike" kern="0" cap="none" spc="0" normalizeH="0" baseline="0" noProof="0" dirty="0">
                  <a:ln>
                    <a:noFill/>
                  </a:ln>
                  <a:effectLst/>
                  <a:uLnTx/>
                  <a:uFillTx/>
                  <a:ea typeface="ヒラギノ角ゴ ProN W3" charset="0"/>
                  <a:cs typeface="ヒラギノ角ゴ ProN W3" charset="0"/>
                  <a:sym typeface="Gill Sans" charset="0"/>
                </a:rPr>
                <a:t>Manager, Accounting</a:t>
              </a:r>
              <a:endParaRPr kumimoji="0" lang="it-IT" sz="1200" i="0" u="none" strike="noStrike" kern="0" cap="none" spc="0" normalizeH="0" baseline="0" noProof="0" dirty="0">
                <a:ln>
                  <a:noFill/>
                </a:ln>
                <a:effectLst/>
                <a:uLnTx/>
                <a:uFillTx/>
                <a:ea typeface="ヒラギノ角ゴ ProN W3" charset="0"/>
                <a:cs typeface="ヒラギノ角ゴ ProN W3" charset="0"/>
                <a:sym typeface="Gill Sans" charset="0"/>
              </a:endParaRPr>
            </a:p>
          </p:txBody>
        </p:sp>
        <p:grpSp>
          <p:nvGrpSpPr>
            <p:cNvPr id="167" name="Group 166">
              <a:extLst>
                <a:ext uri="{FF2B5EF4-FFF2-40B4-BE49-F238E27FC236}">
                  <a16:creationId xmlns:a16="http://schemas.microsoft.com/office/drawing/2014/main" id="{84FD90E2-94B6-FD25-664F-BA28D3D81256}"/>
                </a:ext>
              </a:extLst>
            </p:cNvPr>
            <p:cNvGrpSpPr/>
            <p:nvPr/>
          </p:nvGrpSpPr>
          <p:grpSpPr>
            <a:xfrm>
              <a:off x="7238151" y="3953897"/>
              <a:ext cx="1830072" cy="137160"/>
              <a:chOff x="5826662" y="2515199"/>
              <a:chExt cx="1830072" cy="137160"/>
            </a:xfrm>
          </p:grpSpPr>
          <p:sp>
            <p:nvSpPr>
              <p:cNvPr id="168" name="Rectangle 167">
                <a:extLst>
                  <a:ext uri="{FF2B5EF4-FFF2-40B4-BE49-F238E27FC236}">
                    <a16:creationId xmlns:a16="http://schemas.microsoft.com/office/drawing/2014/main" id="{26087B62-026C-BA51-D882-366B34A64AF8}"/>
                  </a:ext>
                </a:extLst>
              </p:cNvPr>
              <p:cNvSpPr/>
              <p:nvPr/>
            </p:nvSpPr>
            <p:spPr>
              <a:xfrm>
                <a:off x="5826662" y="2515199"/>
                <a:ext cx="155448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85%</a:t>
                </a:r>
              </a:p>
            </p:txBody>
          </p:sp>
          <p:sp>
            <p:nvSpPr>
              <p:cNvPr id="170" name="Rectangle 169">
                <a:extLst>
                  <a:ext uri="{FF2B5EF4-FFF2-40B4-BE49-F238E27FC236}">
                    <a16:creationId xmlns:a16="http://schemas.microsoft.com/office/drawing/2014/main" id="{41651078-95C1-2152-B511-C17905B86250}"/>
                  </a:ext>
                </a:extLst>
              </p:cNvPr>
              <p:cNvSpPr/>
              <p:nvPr/>
            </p:nvSpPr>
            <p:spPr>
              <a:xfrm>
                <a:off x="7381142" y="2515199"/>
                <a:ext cx="275592"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15%</a:t>
                </a:r>
              </a:p>
            </p:txBody>
          </p:sp>
        </p:grpSp>
      </p:grpSp>
      <p:sp>
        <p:nvSpPr>
          <p:cNvPr id="202" name="Oval 201">
            <a:extLst>
              <a:ext uri="{FF2B5EF4-FFF2-40B4-BE49-F238E27FC236}">
                <a16:creationId xmlns:a16="http://schemas.microsoft.com/office/drawing/2014/main" id="{1533331F-C309-4346-0E0C-A48C4EA71071}"/>
              </a:ext>
            </a:extLst>
          </p:cNvPr>
          <p:cNvSpPr/>
          <p:nvPr/>
        </p:nvSpPr>
        <p:spPr>
          <a:xfrm>
            <a:off x="6530339" y="3336677"/>
            <a:ext cx="274320" cy="274320"/>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bg1"/>
                </a:solidFill>
                <a:effectLst/>
                <a:uLnTx/>
                <a:uFillTx/>
                <a:ea typeface="+mn-ea"/>
                <a:cs typeface="+mn-cs"/>
              </a:rPr>
              <a:t>50%</a:t>
            </a:r>
          </a:p>
        </p:txBody>
      </p:sp>
    </p:spTree>
    <p:extLst>
      <p:ext uri="{BB962C8B-B14F-4D97-AF65-F5344CB8AC3E}">
        <p14:creationId xmlns:p14="http://schemas.microsoft.com/office/powerpoint/2010/main" val="1455890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2A9A7-4A63-D91D-F6B3-C81027B7CFDA}"/>
            </a:ext>
          </a:extLst>
        </p:cNvPr>
        <p:cNvGrpSpPr/>
        <p:nvPr/>
      </p:nvGrpSpPr>
      <p:grpSpPr>
        <a:xfrm>
          <a:off x="0" y="0"/>
          <a:ext cx="0" cy="0"/>
          <a:chOff x="0" y="0"/>
          <a:chExt cx="0" cy="0"/>
        </a:xfrm>
      </p:grpSpPr>
      <p:cxnSp>
        <p:nvCxnSpPr>
          <p:cNvPr id="131" name="Straight Connector 130">
            <a:extLst>
              <a:ext uri="{FF2B5EF4-FFF2-40B4-BE49-F238E27FC236}">
                <a16:creationId xmlns:a16="http://schemas.microsoft.com/office/drawing/2014/main" id="{5D94C2FB-1656-8A9D-9892-55F57A970E0E}"/>
              </a:ext>
            </a:extLst>
          </p:cNvPr>
          <p:cNvCxnSpPr>
            <a:cxnSpLocks/>
            <a:stCxn id="106" idx="2"/>
            <a:endCxn id="87" idx="0"/>
          </p:cNvCxnSpPr>
          <p:nvPr/>
        </p:nvCxnSpPr>
        <p:spPr>
          <a:xfrm>
            <a:off x="6027420" y="4251518"/>
            <a:ext cx="0" cy="685800"/>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FEA46B37-10B4-02F3-F68F-1AC7BB14A24F}"/>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GA Organizational Framework | </a:t>
            </a:r>
            <a:r>
              <a:rPr lang="en-IN" dirty="0">
                <a:solidFill>
                  <a:schemeClr val="tx2">
                    <a:lumMod val="75000"/>
                  </a:schemeClr>
                </a:solidFill>
              </a:rPr>
              <a:t>Technical Accounting &amp; Reporting</a:t>
            </a:r>
          </a:p>
        </p:txBody>
      </p:sp>
      <p:sp>
        <p:nvSpPr>
          <p:cNvPr id="6" name="Date Placeholder 5">
            <a:extLst>
              <a:ext uri="{FF2B5EF4-FFF2-40B4-BE49-F238E27FC236}">
                <a16:creationId xmlns:a16="http://schemas.microsoft.com/office/drawing/2014/main" id="{571159E6-F1ED-E499-E6F5-7D92B8329A55}"/>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E30BE6F3-5DB4-056A-D06F-3C322E5D3B34}"/>
              </a:ext>
            </a:extLst>
          </p:cNvPr>
          <p:cNvSpPr>
            <a:spLocks noGrp="1"/>
          </p:cNvSpPr>
          <p:nvPr>
            <p:ph type="sldNum" sz="quarter" idx="19"/>
          </p:nvPr>
        </p:nvSpPr>
        <p:spPr/>
        <p:txBody>
          <a:bodyPr/>
          <a:lstStyle/>
          <a:p>
            <a:fld id="{94FCA0F3-9F3A-694B-99BB-0E592A797735}" type="slidenum">
              <a:rPr lang="en-US" smtClean="0"/>
              <a:t>27</a:t>
            </a:fld>
            <a:endParaRPr lang="en-US"/>
          </a:p>
        </p:txBody>
      </p:sp>
      <p:graphicFrame>
        <p:nvGraphicFramePr>
          <p:cNvPr id="3" name="Table 2">
            <a:extLst>
              <a:ext uri="{FF2B5EF4-FFF2-40B4-BE49-F238E27FC236}">
                <a16:creationId xmlns:a16="http://schemas.microsoft.com/office/drawing/2014/main" id="{76ED4105-D9F1-CDA9-5BFA-9012E4A18EEF}"/>
              </a:ext>
            </a:extLst>
          </p:cNvPr>
          <p:cNvGraphicFramePr>
            <a:graphicFrameLocks noGrp="1"/>
          </p:cNvGraphicFramePr>
          <p:nvPr>
            <p:extLst>
              <p:ext uri="{D42A27DB-BD31-4B8C-83A1-F6EECF244321}">
                <p14:modId xmlns:p14="http://schemas.microsoft.com/office/powerpoint/2010/main" val="3950496378"/>
              </p:ext>
            </p:extLst>
          </p:nvPr>
        </p:nvGraphicFramePr>
        <p:xfrm>
          <a:off x="495299" y="1005840"/>
          <a:ext cx="3657600" cy="320040"/>
        </p:xfrm>
        <a:graphic>
          <a:graphicData uri="http://schemas.openxmlformats.org/drawingml/2006/table">
            <a:tbl>
              <a:tblPr>
                <a:effectLst/>
              </a:tblPr>
              <a:tblGrid>
                <a:gridCol w="274320">
                  <a:extLst>
                    <a:ext uri="{9D8B030D-6E8A-4147-A177-3AD203B41FA5}">
                      <a16:colId xmlns:a16="http://schemas.microsoft.com/office/drawing/2014/main" val="2937933679"/>
                    </a:ext>
                  </a:extLst>
                </a:gridCol>
                <a:gridCol w="1005840">
                  <a:extLst>
                    <a:ext uri="{9D8B030D-6E8A-4147-A177-3AD203B41FA5}">
                      <a16:colId xmlns:a16="http://schemas.microsoft.com/office/drawing/2014/main" val="294730452"/>
                    </a:ext>
                  </a:extLst>
                </a:gridCol>
                <a:gridCol w="1097280">
                  <a:extLst>
                    <a:ext uri="{9D8B030D-6E8A-4147-A177-3AD203B41FA5}">
                      <a16:colId xmlns:a16="http://schemas.microsoft.com/office/drawing/2014/main" val="1373135318"/>
                    </a:ext>
                  </a:extLst>
                </a:gridCol>
                <a:gridCol w="1280160">
                  <a:extLst>
                    <a:ext uri="{9D8B030D-6E8A-4147-A177-3AD203B41FA5}">
                      <a16:colId xmlns:a16="http://schemas.microsoft.com/office/drawing/2014/main" val="2194066351"/>
                    </a:ext>
                  </a:extLst>
                </a:gridCol>
              </a:tblGrid>
              <a:tr h="320040">
                <a:tc>
                  <a:txBody>
                    <a:bodyPr/>
                    <a:lstStyle>
                      <a:lvl1pPr marL="0" algn="l" defTabSz="914400" rtl="0" eaLnBrk="1" latinLnBrk="0" hangingPunct="1">
                        <a:defRPr sz="1800" kern="1200">
                          <a:solidFill>
                            <a:schemeClr val="dk1"/>
                          </a:solidFill>
                          <a:latin typeface="Poppins Medium"/>
                        </a:defRPr>
                      </a:lvl1pPr>
                      <a:lvl2pPr marL="457200" algn="l" defTabSz="914400" rtl="0" eaLnBrk="1" latinLnBrk="0" hangingPunct="1">
                        <a:defRPr sz="1800" kern="1200">
                          <a:solidFill>
                            <a:schemeClr val="dk1"/>
                          </a:solidFill>
                          <a:latin typeface="Poppins Medium"/>
                        </a:defRPr>
                      </a:lvl2pPr>
                      <a:lvl3pPr marL="914400" algn="l" defTabSz="914400" rtl="0" eaLnBrk="1" latinLnBrk="0" hangingPunct="1">
                        <a:defRPr sz="1800" kern="1200">
                          <a:solidFill>
                            <a:schemeClr val="dk1"/>
                          </a:solidFill>
                          <a:latin typeface="Poppins Medium"/>
                        </a:defRPr>
                      </a:lvl3pPr>
                      <a:lvl4pPr marL="1371600" algn="l" defTabSz="914400" rtl="0" eaLnBrk="1" latinLnBrk="0" hangingPunct="1">
                        <a:defRPr sz="1800" kern="1200">
                          <a:solidFill>
                            <a:schemeClr val="dk1"/>
                          </a:solidFill>
                          <a:latin typeface="Poppins Medium"/>
                        </a:defRPr>
                      </a:lvl4pPr>
                      <a:lvl5pPr marL="1828800" algn="l" defTabSz="914400" rtl="0" eaLnBrk="1" latinLnBrk="0" hangingPunct="1">
                        <a:defRPr sz="1800" kern="1200">
                          <a:solidFill>
                            <a:schemeClr val="dk1"/>
                          </a:solidFill>
                          <a:latin typeface="Poppins Medium"/>
                        </a:defRPr>
                      </a:lvl5pPr>
                      <a:lvl6pPr marL="2286000" algn="l" defTabSz="914400" rtl="0" eaLnBrk="1" latinLnBrk="0" hangingPunct="1">
                        <a:defRPr sz="1800" kern="1200">
                          <a:solidFill>
                            <a:schemeClr val="dk1"/>
                          </a:solidFill>
                          <a:latin typeface="Poppins Medium"/>
                        </a:defRPr>
                      </a:lvl6pPr>
                      <a:lvl7pPr marL="2743200" algn="l" defTabSz="914400" rtl="0" eaLnBrk="1" latinLnBrk="0" hangingPunct="1">
                        <a:defRPr sz="1800" kern="1200">
                          <a:solidFill>
                            <a:schemeClr val="dk1"/>
                          </a:solidFill>
                          <a:latin typeface="Poppins Medium"/>
                        </a:defRPr>
                      </a:lvl7pPr>
                      <a:lvl8pPr marL="3200400" algn="l" defTabSz="914400" rtl="0" eaLnBrk="1" latinLnBrk="0" hangingPunct="1">
                        <a:defRPr sz="1800" kern="1200">
                          <a:solidFill>
                            <a:schemeClr val="dk1"/>
                          </a:solidFill>
                          <a:latin typeface="Poppins Medium"/>
                        </a:defRPr>
                      </a:lvl8pPr>
                      <a:lvl9pPr marL="3657600" algn="l" defTabSz="914400" rtl="0" eaLnBrk="1" latinLnBrk="0" hangingPunct="1">
                        <a:defRPr sz="1800" kern="1200">
                          <a:solidFill>
                            <a:schemeClr val="dk1"/>
                          </a:solidFill>
                          <a:latin typeface="Poppins Medium"/>
                        </a:defRPr>
                      </a:lvl9pPr>
                    </a:lstStyle>
                    <a:p>
                      <a:endParaRPr lang="en-US" sz="1200" dirty="0">
                        <a:solidFill>
                          <a:schemeClr val="bg1"/>
                        </a:solidFill>
                        <a:latin typeface="+mn-lt"/>
                        <a:ea typeface="+mn-lt"/>
                        <a:cs typeface="+mn-lt"/>
                        <a:sym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Poppins Medium"/>
                        </a:defRPr>
                      </a:lvl1pPr>
                      <a:lvl2pPr marL="457200" algn="l" defTabSz="914400" rtl="0" eaLnBrk="1" latinLnBrk="0" hangingPunct="1">
                        <a:defRPr sz="1800" kern="1200">
                          <a:solidFill>
                            <a:schemeClr val="dk1"/>
                          </a:solidFill>
                          <a:latin typeface="Poppins Medium"/>
                        </a:defRPr>
                      </a:lvl2pPr>
                      <a:lvl3pPr marL="914400" algn="l" defTabSz="914400" rtl="0" eaLnBrk="1" latinLnBrk="0" hangingPunct="1">
                        <a:defRPr sz="1800" kern="1200">
                          <a:solidFill>
                            <a:schemeClr val="dk1"/>
                          </a:solidFill>
                          <a:latin typeface="Poppins Medium"/>
                        </a:defRPr>
                      </a:lvl3pPr>
                      <a:lvl4pPr marL="1371600" algn="l" defTabSz="914400" rtl="0" eaLnBrk="1" latinLnBrk="0" hangingPunct="1">
                        <a:defRPr sz="1800" kern="1200">
                          <a:solidFill>
                            <a:schemeClr val="dk1"/>
                          </a:solidFill>
                          <a:latin typeface="Poppins Medium"/>
                        </a:defRPr>
                      </a:lvl4pPr>
                      <a:lvl5pPr marL="1828800" algn="l" defTabSz="914400" rtl="0" eaLnBrk="1" latinLnBrk="0" hangingPunct="1">
                        <a:defRPr sz="1800" kern="1200">
                          <a:solidFill>
                            <a:schemeClr val="dk1"/>
                          </a:solidFill>
                          <a:latin typeface="Poppins Medium"/>
                        </a:defRPr>
                      </a:lvl5pPr>
                      <a:lvl6pPr marL="2286000" algn="l" defTabSz="914400" rtl="0" eaLnBrk="1" latinLnBrk="0" hangingPunct="1">
                        <a:defRPr sz="1800" kern="1200">
                          <a:solidFill>
                            <a:schemeClr val="dk1"/>
                          </a:solidFill>
                          <a:latin typeface="Poppins Medium"/>
                        </a:defRPr>
                      </a:lvl6pPr>
                      <a:lvl7pPr marL="2743200" algn="l" defTabSz="914400" rtl="0" eaLnBrk="1" latinLnBrk="0" hangingPunct="1">
                        <a:defRPr sz="1800" kern="1200">
                          <a:solidFill>
                            <a:schemeClr val="dk1"/>
                          </a:solidFill>
                          <a:latin typeface="Poppins Medium"/>
                        </a:defRPr>
                      </a:lvl7pPr>
                      <a:lvl8pPr marL="3200400" algn="l" defTabSz="914400" rtl="0" eaLnBrk="1" latinLnBrk="0" hangingPunct="1">
                        <a:defRPr sz="1800" kern="1200">
                          <a:solidFill>
                            <a:schemeClr val="dk1"/>
                          </a:solidFill>
                          <a:latin typeface="Poppins Medium"/>
                        </a:defRPr>
                      </a:lvl8pPr>
                      <a:lvl9pPr marL="3657600" algn="l" defTabSz="914400" rtl="0" eaLnBrk="1" latinLnBrk="0" hangingPunct="1">
                        <a:defRPr sz="1800" kern="1200">
                          <a:solidFill>
                            <a:schemeClr val="dk1"/>
                          </a:solidFill>
                          <a:latin typeface="Poppins Medium"/>
                        </a:defRPr>
                      </a:lvl9pPr>
                    </a:lstStyle>
                    <a:p>
                      <a:pPr marL="0" algn="l" defTabSz="914400" rtl="0" eaLnBrk="1" latinLnBrk="0" hangingPunct="1"/>
                      <a:r>
                        <a:rPr lang="en-US" sz="1200" b="1" kern="1200" dirty="0">
                          <a:solidFill>
                            <a:schemeClr val="bg1"/>
                          </a:solidFill>
                          <a:latin typeface="+mn-lt"/>
                          <a:ea typeface="+mn-lt"/>
                          <a:cs typeface="+mn-lt"/>
                          <a:sym typeface="+mn-lt"/>
                        </a:rPr>
                        <a:t>HC: 7.0</a:t>
                      </a:r>
                      <a:endParaRPr lang="en-US" sz="1200" b="1" kern="1200" baseline="30000" dirty="0">
                        <a:solidFill>
                          <a:schemeClr val="bg1"/>
                        </a:solidFill>
                        <a:latin typeface="+mn-lt"/>
                        <a:ea typeface="+mn-lt"/>
                        <a:cs typeface="+mn-lt"/>
                        <a:sym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200" b="1" kern="1200" dirty="0">
                          <a:solidFill>
                            <a:schemeClr val="bg1"/>
                          </a:solidFill>
                          <a:latin typeface="+mn-lt"/>
                          <a:ea typeface="+mn-lt"/>
                          <a:cs typeface="+mn-lt"/>
                          <a:sym typeface="+mn-lt"/>
                        </a:rPr>
                        <a:t>FTE: 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lt"/>
                          <a:cs typeface="+mn-lt"/>
                          <a:sym typeface="+mn-lt"/>
                        </a:rPr>
                        <a:t>Open Role: 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964825776"/>
                  </a:ext>
                </a:extLst>
              </a:tr>
            </a:tbl>
          </a:graphicData>
        </a:graphic>
      </p:graphicFrame>
      <p:graphicFrame>
        <p:nvGraphicFramePr>
          <p:cNvPr id="29" name="Table 26">
            <a:extLst>
              <a:ext uri="{FF2B5EF4-FFF2-40B4-BE49-F238E27FC236}">
                <a16:creationId xmlns:a16="http://schemas.microsoft.com/office/drawing/2014/main" id="{A918AA7F-3E55-39E9-EC41-260065DE20D3}"/>
              </a:ext>
            </a:extLst>
          </p:cNvPr>
          <p:cNvGraphicFramePr>
            <a:graphicFrameLocks noGrp="1"/>
          </p:cNvGraphicFramePr>
          <p:nvPr>
            <p:custDataLst>
              <p:tags r:id="rId1"/>
            </p:custDataLst>
            <p:extLst>
              <p:ext uri="{D42A27DB-BD31-4B8C-83A1-F6EECF244321}">
                <p14:modId xmlns:p14="http://schemas.microsoft.com/office/powerpoint/2010/main" val="3250862541"/>
              </p:ext>
            </p:extLst>
          </p:nvPr>
        </p:nvGraphicFramePr>
        <p:xfrm>
          <a:off x="495299" y="1555679"/>
          <a:ext cx="3657600" cy="2606040"/>
        </p:xfrm>
        <a:graphic>
          <a:graphicData uri="http://schemas.openxmlformats.org/drawingml/2006/table">
            <a:tbl>
              <a:tblPr firstRow="1" bandRow="1"/>
              <a:tblGrid>
                <a:gridCol w="1371600">
                  <a:extLst>
                    <a:ext uri="{9D8B030D-6E8A-4147-A177-3AD203B41FA5}">
                      <a16:colId xmlns:a16="http://schemas.microsoft.com/office/drawing/2014/main" val="3241423994"/>
                    </a:ext>
                  </a:extLst>
                </a:gridCol>
                <a:gridCol w="1143000">
                  <a:extLst>
                    <a:ext uri="{9D8B030D-6E8A-4147-A177-3AD203B41FA5}">
                      <a16:colId xmlns:a16="http://schemas.microsoft.com/office/drawing/2014/main" val="2978932216"/>
                    </a:ext>
                  </a:extLst>
                </a:gridCol>
                <a:gridCol w="1143000">
                  <a:extLst>
                    <a:ext uri="{9D8B030D-6E8A-4147-A177-3AD203B41FA5}">
                      <a16:colId xmlns:a16="http://schemas.microsoft.com/office/drawing/2014/main" val="285730689"/>
                    </a:ext>
                  </a:extLst>
                </a:gridCol>
              </a:tblGrid>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000" b="1" dirty="0">
                          <a:solidFill>
                            <a:schemeClr val="tx1"/>
                          </a:solidFill>
                          <a:latin typeface="+mn-lt"/>
                        </a:rPr>
                        <a:t>Process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latin typeface="+mn-lt"/>
                        </a:rPr>
                        <a:t>Employee FTEs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latin typeface="+mn-lt"/>
                        </a:rPr>
                        <a:t>Contractor FTEs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extLst>
                  <a:ext uri="{0D108BD9-81ED-4DB2-BD59-A6C34878D82A}">
                    <a16:rowId xmlns:a16="http://schemas.microsoft.com/office/drawing/2014/main" val="2197712561"/>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r" defTabSz="914400" rtl="0" eaLnBrk="1" latinLnBrk="0" hangingPunct="1"/>
                      <a:r>
                        <a:rPr lang="en-US" sz="1000" b="0" i="1" kern="1200" dirty="0">
                          <a:solidFill>
                            <a:schemeClr val="bg1"/>
                          </a:solidFill>
                          <a:latin typeface="+mn-lt"/>
                          <a:ea typeface="+mn-ea"/>
                          <a:cs typeface="+mn-cs"/>
                        </a:rPr>
                        <a:t>Contract-to-Cash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020489718"/>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r"/>
                      <a:r>
                        <a:rPr lang="en-US" sz="1000" b="0" i="1" dirty="0">
                          <a:solidFill>
                            <a:schemeClr val="bg1"/>
                          </a:solidFill>
                          <a:latin typeface="+mn-lt"/>
                        </a:rPr>
                        <a:t>Source-to-Pay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92406894"/>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r"/>
                      <a:r>
                        <a:rPr lang="en-US" sz="1000" b="0" i="1" dirty="0">
                          <a:solidFill>
                            <a:schemeClr val="bg1"/>
                          </a:solidFill>
                          <a:latin typeface="+mn-lt"/>
                        </a:rPr>
                        <a:t>Record-to-Report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536241088"/>
                  </a:ext>
                </a:extLst>
              </a:tr>
              <a:tr h="27432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algn="r"/>
                      <a:r>
                        <a:rPr lang="en-US" sz="1000" b="0" i="1" dirty="0">
                          <a:solidFill>
                            <a:schemeClr val="bg1"/>
                          </a:solidFill>
                          <a:latin typeface="+mn-lt"/>
                        </a:rPr>
                        <a:t>Planning &amp;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254927821"/>
                  </a:ext>
                </a:extLst>
              </a:tr>
              <a:tr h="27432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algn="r"/>
                      <a:r>
                        <a:rPr lang="en-US" sz="1000" b="0" i="1" dirty="0">
                          <a:solidFill>
                            <a:schemeClr val="bg1"/>
                          </a:solidFill>
                          <a:latin typeface="+mn-lt"/>
                        </a:rPr>
                        <a:t>Other 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932231"/>
                  </a:ext>
                </a:extLst>
              </a:tr>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r>
                        <a:rPr lang="en-US" sz="1000" b="1" kern="1200" dirty="0">
                          <a:solidFill>
                            <a:schemeClr val="tx1"/>
                          </a:solidFill>
                          <a:latin typeface="+mn-lt"/>
                          <a:ea typeface="+mn-ea"/>
                          <a:cs typeface="+mn-cs"/>
                        </a:rPr>
                        <a:t>Total Finance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324557504"/>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r" defTabSz="914400" rtl="0" eaLnBrk="1" latinLnBrk="0" hangingPunct="1"/>
                      <a:r>
                        <a:rPr lang="en-US" sz="1000" i="1" kern="1200" dirty="0">
                          <a:solidFill>
                            <a:schemeClr val="bg1"/>
                          </a:solidFill>
                          <a:latin typeface="+mn-lt"/>
                          <a:ea typeface="+mn-ea"/>
                          <a:cs typeface="+mn-cs"/>
                        </a:rPr>
                        <a:t>Non-Finance</a:t>
                      </a:r>
                      <a:endParaRPr lang="en-US" sz="1000" i="1" kern="1200" baseline="30000" dirty="0">
                        <a:solidFill>
                          <a:schemeClr val="bg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788141378"/>
                  </a:ext>
                </a:extLst>
              </a:tr>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000" b="1" kern="1200" dirty="0">
                          <a:solidFill>
                            <a:schemeClr val="tx1"/>
                          </a:solidFill>
                          <a:latin typeface="+mn-lt"/>
                          <a:ea typeface="+mn-ea"/>
                          <a:cs typeface="+mn-cs"/>
                        </a:rPr>
                        <a:t>Total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188748436"/>
                  </a:ext>
                </a:extLst>
              </a:tr>
            </a:tbl>
          </a:graphicData>
        </a:graphic>
      </p:graphicFrame>
      <p:sp>
        <p:nvSpPr>
          <p:cNvPr id="30" name="Rectangle 29">
            <a:extLst>
              <a:ext uri="{FF2B5EF4-FFF2-40B4-BE49-F238E27FC236}">
                <a16:creationId xmlns:a16="http://schemas.microsoft.com/office/drawing/2014/main" id="{02D45C9C-FD2E-9262-1D76-587E09B5F3CB}"/>
              </a:ext>
            </a:extLst>
          </p:cNvPr>
          <p:cNvSpPr/>
          <p:nvPr/>
        </p:nvSpPr>
        <p:spPr>
          <a:xfrm>
            <a:off x="495299" y="4390319"/>
            <a:ext cx="3657600" cy="1600200"/>
          </a:xfrm>
          <a:prstGeom prst="rect">
            <a:avLst/>
          </a:prstGeom>
          <a:noFill/>
          <a:ln w="9525" cap="flat" cmpd="sng" algn="ctr">
            <a:solidFill>
              <a:schemeClr val="tx1">
                <a:lumMod val="50000"/>
              </a:schemeClr>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lt"/>
                <a:cs typeface="Calibri" panose="020F0502020204030204"/>
                <a:sym typeface="+mn-lt"/>
              </a:rPr>
              <a:t>Location</a:t>
            </a:r>
            <a:endParaRPr kumimoji="0" lang="en-IN" sz="1100" b="1" i="0" u="none" strike="noStrike" kern="0" cap="none" spc="0" normalizeH="0" baseline="0" noProof="0" dirty="0">
              <a:ln>
                <a:noFill/>
              </a:ln>
              <a:solidFill>
                <a:srgbClr val="000000"/>
              </a:solidFill>
              <a:effectLst/>
              <a:uLnTx/>
              <a:uFillTx/>
              <a:ea typeface="+mn-lt"/>
              <a:cs typeface="Calibri" panose="020F0502020204030204"/>
              <a:sym typeface="+mn-lt"/>
            </a:endParaRPr>
          </a:p>
        </p:txBody>
      </p:sp>
      <p:sp>
        <p:nvSpPr>
          <p:cNvPr id="31" name="Abgerundetes Rechteck 6">
            <a:extLst>
              <a:ext uri="{FF2B5EF4-FFF2-40B4-BE49-F238E27FC236}">
                <a16:creationId xmlns:a16="http://schemas.microsoft.com/office/drawing/2014/main" id="{080BBF31-315A-D111-42B4-BB93EF6862F2}"/>
              </a:ext>
            </a:extLst>
          </p:cNvPr>
          <p:cNvSpPr/>
          <p:nvPr/>
        </p:nvSpPr>
        <p:spPr bwMode="auto">
          <a:xfrm>
            <a:off x="1798319" y="4710359"/>
            <a:ext cx="1051560" cy="274320"/>
          </a:xfrm>
          <a:prstGeom prst="roundRect">
            <a:avLst/>
          </a:prstGeom>
          <a:gradFill>
            <a:gsLst>
              <a:gs pos="85000">
                <a:srgbClr val="FFFFFF"/>
              </a:gs>
              <a:gs pos="85000">
                <a:schemeClr val="accent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Hyderabad</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2" name="Abgerundetes Rechteck 6">
            <a:extLst>
              <a:ext uri="{FF2B5EF4-FFF2-40B4-BE49-F238E27FC236}">
                <a16:creationId xmlns:a16="http://schemas.microsoft.com/office/drawing/2014/main" id="{5620BBD3-A43C-1272-B7AF-31A39CE5FA5F}"/>
              </a:ext>
            </a:extLst>
          </p:cNvPr>
          <p:cNvSpPr/>
          <p:nvPr/>
        </p:nvSpPr>
        <p:spPr bwMode="auto">
          <a:xfrm>
            <a:off x="2975608" y="4710359"/>
            <a:ext cx="1051560" cy="274320"/>
          </a:xfrm>
          <a:prstGeom prst="roundRect">
            <a:avLst/>
          </a:prstGeom>
          <a:gradFill>
            <a:gsLst>
              <a:gs pos="85000">
                <a:srgbClr val="FFFFFF"/>
              </a:gs>
              <a:gs pos="85000">
                <a:schemeClr val="accent6"/>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Manila</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3" name="Abgerundetes Rechteck 6">
            <a:extLst>
              <a:ext uri="{FF2B5EF4-FFF2-40B4-BE49-F238E27FC236}">
                <a16:creationId xmlns:a16="http://schemas.microsoft.com/office/drawing/2014/main" id="{FEAB4D2F-44E0-DA31-FF0D-87D2206EBA2B}"/>
              </a:ext>
            </a:extLst>
          </p:cNvPr>
          <p:cNvSpPr/>
          <p:nvPr/>
        </p:nvSpPr>
        <p:spPr bwMode="auto">
          <a:xfrm>
            <a:off x="621029" y="4710359"/>
            <a:ext cx="1051560" cy="274320"/>
          </a:xfrm>
          <a:prstGeom prst="roundRect">
            <a:avLst/>
          </a:prstGeom>
          <a:gradFill>
            <a:gsLst>
              <a:gs pos="85000">
                <a:srgbClr val="FFFFFF"/>
              </a:gs>
              <a:gs pos="85000">
                <a:schemeClr val="accent4"/>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Bangalore</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4" name="Abgerundetes Rechteck 6">
            <a:extLst>
              <a:ext uri="{FF2B5EF4-FFF2-40B4-BE49-F238E27FC236}">
                <a16:creationId xmlns:a16="http://schemas.microsoft.com/office/drawing/2014/main" id="{571ADCFD-AE80-C7A8-5EE1-8187CB27285F}"/>
              </a:ext>
            </a:extLst>
          </p:cNvPr>
          <p:cNvSpPr/>
          <p:nvPr/>
        </p:nvSpPr>
        <p:spPr bwMode="auto">
          <a:xfrm>
            <a:off x="1798319" y="5121839"/>
            <a:ext cx="1051560" cy="274320"/>
          </a:xfrm>
          <a:prstGeom prst="roundRect">
            <a:avLst/>
          </a:prstGeom>
          <a:gradFill>
            <a:gsLst>
              <a:gs pos="85000">
                <a:srgbClr val="FFFFFF"/>
              </a:gs>
              <a:gs pos="85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Dallas, TX</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5" name="Abgerundetes Rechteck 6">
            <a:extLst>
              <a:ext uri="{FF2B5EF4-FFF2-40B4-BE49-F238E27FC236}">
                <a16:creationId xmlns:a16="http://schemas.microsoft.com/office/drawing/2014/main" id="{77DF9AAD-A9F3-97D8-B26E-5B78D1AE229A}"/>
              </a:ext>
            </a:extLst>
          </p:cNvPr>
          <p:cNvSpPr/>
          <p:nvPr/>
        </p:nvSpPr>
        <p:spPr bwMode="auto">
          <a:xfrm>
            <a:off x="2975608" y="5121839"/>
            <a:ext cx="1051560" cy="274320"/>
          </a:xfrm>
          <a:prstGeom prst="roundRect">
            <a:avLst/>
          </a:prstGeom>
          <a:gradFill>
            <a:gsLst>
              <a:gs pos="85000">
                <a:srgbClr val="FFFFFF"/>
              </a:gs>
              <a:gs pos="85000">
                <a:schemeClr val="bg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Mexico City</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6" name="Abgerundetes Rechteck 6">
            <a:extLst>
              <a:ext uri="{FF2B5EF4-FFF2-40B4-BE49-F238E27FC236}">
                <a16:creationId xmlns:a16="http://schemas.microsoft.com/office/drawing/2014/main" id="{3C0524E6-5E06-9F03-1669-1F570B43C045}"/>
              </a:ext>
            </a:extLst>
          </p:cNvPr>
          <p:cNvSpPr/>
          <p:nvPr/>
        </p:nvSpPr>
        <p:spPr bwMode="auto">
          <a:xfrm>
            <a:off x="621029" y="5121839"/>
            <a:ext cx="1051560" cy="274320"/>
          </a:xfrm>
          <a:prstGeom prst="roundRect">
            <a:avLst/>
          </a:prstGeom>
          <a:gradFill>
            <a:gsLst>
              <a:gs pos="85000">
                <a:srgbClr val="FFFFFF"/>
              </a:gs>
              <a:gs pos="85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Houston, TX</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7" name="Oval 36">
            <a:extLst>
              <a:ext uri="{FF2B5EF4-FFF2-40B4-BE49-F238E27FC236}">
                <a16:creationId xmlns:a16="http://schemas.microsoft.com/office/drawing/2014/main" id="{24A3A2E7-5329-5F31-4DCE-FF5EAD0D5A43}"/>
              </a:ext>
            </a:extLst>
          </p:cNvPr>
          <p:cNvSpPr/>
          <p:nvPr/>
        </p:nvSpPr>
        <p:spPr>
          <a:xfrm>
            <a:off x="621029" y="5579361"/>
            <a:ext cx="274320" cy="272799"/>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ea typeface="+mn-ea"/>
                <a:cs typeface="+mn-cs"/>
              </a:rPr>
              <a:t>%</a:t>
            </a:r>
          </a:p>
        </p:txBody>
      </p:sp>
      <p:sp>
        <p:nvSpPr>
          <p:cNvPr id="38" name="Rectangle 37">
            <a:extLst>
              <a:ext uri="{FF2B5EF4-FFF2-40B4-BE49-F238E27FC236}">
                <a16:creationId xmlns:a16="http://schemas.microsoft.com/office/drawing/2014/main" id="{FEC54F5C-3E6D-FF4E-F6B3-30F04AB18F51}"/>
              </a:ext>
            </a:extLst>
          </p:cNvPr>
          <p:cNvSpPr/>
          <p:nvPr/>
        </p:nvSpPr>
        <p:spPr>
          <a:xfrm>
            <a:off x="941069" y="5579039"/>
            <a:ext cx="1188720" cy="27432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chemeClr val="bg1"/>
                </a:solidFill>
                <a:effectLst/>
                <a:uLnTx/>
                <a:uFillTx/>
                <a:ea typeface="+mn-ea"/>
                <a:cs typeface="+mn-cs"/>
              </a:rPr>
              <a:t>Part-Time Efforts</a:t>
            </a:r>
          </a:p>
        </p:txBody>
      </p:sp>
      <p:sp>
        <p:nvSpPr>
          <p:cNvPr id="39" name="Abgerundetes Rechteck 6">
            <a:extLst>
              <a:ext uri="{FF2B5EF4-FFF2-40B4-BE49-F238E27FC236}">
                <a16:creationId xmlns:a16="http://schemas.microsoft.com/office/drawing/2014/main" id="{BC48B629-32F5-9418-9C64-D66AE700394F}"/>
              </a:ext>
            </a:extLst>
          </p:cNvPr>
          <p:cNvSpPr/>
          <p:nvPr/>
        </p:nvSpPr>
        <p:spPr bwMode="auto">
          <a:xfrm>
            <a:off x="2381248" y="5579039"/>
            <a:ext cx="1645920" cy="274320"/>
          </a:xfrm>
          <a:prstGeom prst="roundRect">
            <a:avLst/>
          </a:prstGeom>
          <a:solidFill>
            <a:schemeClr val="bg1"/>
          </a:solidFill>
          <a:ln w="6350" cap="flat" cmpd="sng" algn="ctr">
            <a:no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effectLst/>
                <a:uLnTx/>
                <a:uFillTx/>
                <a:ea typeface="ヒラギノ角ゴ ProN W3" charset="0"/>
                <a:cs typeface="ヒラギノ角ゴ ProN W3" charset="0"/>
                <a:sym typeface="Gill Sans" charset="0"/>
              </a:rPr>
              <a:t>Role Interviewed / Open</a:t>
            </a:r>
            <a:endParaRPr kumimoji="0" lang="en-IN" sz="900" b="0" i="0" u="none" strike="noStrike" kern="0" cap="none" spc="0" normalizeH="0" baseline="0" noProof="0" dirty="0">
              <a:ln>
                <a:noFill/>
              </a:ln>
              <a:effectLst/>
              <a:uLnTx/>
              <a:uFillTx/>
              <a:ea typeface="+mn-ea"/>
              <a:cs typeface="+mn-cs"/>
              <a:sym typeface="Gill Sans" charset="0"/>
            </a:endParaRPr>
          </a:p>
        </p:txBody>
      </p:sp>
      <p:cxnSp>
        <p:nvCxnSpPr>
          <p:cNvPr id="107" name="Connector: Elbow 106">
            <a:extLst>
              <a:ext uri="{FF2B5EF4-FFF2-40B4-BE49-F238E27FC236}">
                <a16:creationId xmlns:a16="http://schemas.microsoft.com/office/drawing/2014/main" id="{4B675F26-6889-566A-0297-A8CC29B37C66}"/>
              </a:ext>
            </a:extLst>
          </p:cNvPr>
          <p:cNvCxnSpPr>
            <a:cxnSpLocks/>
            <a:stCxn id="47" idx="2"/>
            <a:endCxn id="53" idx="0"/>
          </p:cNvCxnSpPr>
          <p:nvPr/>
        </p:nvCxnSpPr>
        <p:spPr>
          <a:xfrm rot="5400000">
            <a:off x="6633431" y="948469"/>
            <a:ext cx="913958" cy="2125980"/>
          </a:xfrm>
          <a:prstGeom prst="bentConnector3">
            <a:avLst>
              <a:gd name="adj1" fmla="val 5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016CE7DF-CAA0-B1D9-030D-AB75516D47DD}"/>
              </a:ext>
            </a:extLst>
          </p:cNvPr>
          <p:cNvCxnSpPr>
            <a:cxnSpLocks/>
            <a:stCxn id="47" idx="2"/>
            <a:endCxn id="68" idx="0"/>
          </p:cNvCxnSpPr>
          <p:nvPr/>
        </p:nvCxnSpPr>
        <p:spPr>
          <a:xfrm rot="16200000" flipH="1">
            <a:off x="8759411" y="948469"/>
            <a:ext cx="913958" cy="2125980"/>
          </a:xfrm>
          <a:prstGeom prst="bentConnector3">
            <a:avLst>
              <a:gd name="adj1" fmla="val 5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06AED9CA-C728-F0B5-D3F3-DCD66D40DFCC}"/>
              </a:ext>
            </a:extLst>
          </p:cNvPr>
          <p:cNvCxnSpPr>
            <a:cxnSpLocks/>
            <a:stCxn id="68" idx="3"/>
            <a:endCxn id="78" idx="3"/>
          </p:cNvCxnSpPr>
          <p:nvPr/>
        </p:nvCxnSpPr>
        <p:spPr>
          <a:xfrm flipH="1">
            <a:off x="11422380" y="2742758"/>
            <a:ext cx="274320" cy="2468880"/>
          </a:xfrm>
          <a:prstGeom prst="bentConnector3">
            <a:avLst>
              <a:gd name="adj1" fmla="val -83333"/>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E8FB7E6-B9E0-61DB-3941-2C6C84D30E37}"/>
              </a:ext>
            </a:extLst>
          </p:cNvPr>
          <p:cNvCxnSpPr>
            <a:cxnSpLocks/>
            <a:stCxn id="53" idx="2"/>
            <a:endCxn id="106" idx="0"/>
          </p:cNvCxnSpPr>
          <p:nvPr/>
        </p:nvCxnSpPr>
        <p:spPr>
          <a:xfrm>
            <a:off x="6027420" y="3017078"/>
            <a:ext cx="0" cy="685800"/>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A0A6D6A-43FC-A0A5-E3D8-65572D8F5128}"/>
              </a:ext>
            </a:extLst>
          </p:cNvPr>
          <p:cNvCxnSpPr>
            <a:cxnSpLocks/>
            <a:endCxn id="58" idx="0"/>
          </p:cNvCxnSpPr>
          <p:nvPr/>
        </p:nvCxnSpPr>
        <p:spPr>
          <a:xfrm>
            <a:off x="10279380" y="3017078"/>
            <a:ext cx="0" cy="685800"/>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grpSp>
        <p:nvGrpSpPr>
          <p:cNvPr id="154" name="Group 153">
            <a:extLst>
              <a:ext uri="{FF2B5EF4-FFF2-40B4-BE49-F238E27FC236}">
                <a16:creationId xmlns:a16="http://schemas.microsoft.com/office/drawing/2014/main" id="{CC0E56CF-2A3D-45A0-B19C-E7A2F255C26A}"/>
              </a:ext>
            </a:extLst>
          </p:cNvPr>
          <p:cNvGrpSpPr/>
          <p:nvPr/>
        </p:nvGrpSpPr>
        <p:grpSpPr>
          <a:xfrm>
            <a:off x="7010400" y="1005840"/>
            <a:ext cx="2286000" cy="616999"/>
            <a:chOff x="7010400" y="1005840"/>
            <a:chExt cx="2286000" cy="616999"/>
          </a:xfrm>
        </p:grpSpPr>
        <p:sp>
          <p:nvSpPr>
            <p:cNvPr id="47" name="Abgerundetes Rechteck 6">
              <a:extLst>
                <a:ext uri="{FF2B5EF4-FFF2-40B4-BE49-F238E27FC236}">
                  <a16:creationId xmlns:a16="http://schemas.microsoft.com/office/drawing/2014/main" id="{5789D97C-B821-636A-26FF-25BA59A02D96}"/>
                </a:ext>
              </a:extLst>
            </p:cNvPr>
            <p:cNvSpPr/>
            <p:nvPr/>
          </p:nvSpPr>
          <p:spPr bwMode="auto">
            <a:xfrm>
              <a:off x="7010400" y="1005840"/>
              <a:ext cx="2286000" cy="54864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22860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Mark Johnson</a:t>
              </a:r>
            </a:p>
            <a:p>
              <a:pPr marL="0" marR="0" lvl="0" indent="0" algn="ctr" defTabSz="642915" eaLnBrk="1" fontAlgn="base" latinLnBrk="0" hangingPunct="1">
                <a:lnSpc>
                  <a:spcPct val="100000"/>
                </a:lnSpc>
                <a:spcBef>
                  <a:spcPct val="0"/>
                </a:spcBef>
                <a:spcAft>
                  <a:spcPct val="0"/>
                </a:spcAft>
                <a:buClrTx/>
                <a:buSzTx/>
                <a:buFontTx/>
                <a:buNone/>
                <a:tabLst/>
                <a:defRPr/>
              </a:pPr>
              <a:r>
                <a:rPr lang="en-IN" sz="1050" kern="0" dirty="0">
                  <a:solidFill>
                    <a:srgbClr val="000000"/>
                  </a:solidFill>
                  <a:sym typeface="Gill Sans" charset="0"/>
                </a:rPr>
                <a:t>Head, Tech. Acct., CAO, SIG</a:t>
              </a:r>
            </a:p>
          </p:txBody>
        </p:sp>
        <p:grpSp>
          <p:nvGrpSpPr>
            <p:cNvPr id="48" name="Group 47">
              <a:extLst>
                <a:ext uri="{FF2B5EF4-FFF2-40B4-BE49-F238E27FC236}">
                  <a16:creationId xmlns:a16="http://schemas.microsoft.com/office/drawing/2014/main" id="{AC5C0391-5717-186E-F1E4-304035265D51}"/>
                </a:ext>
              </a:extLst>
            </p:cNvPr>
            <p:cNvGrpSpPr/>
            <p:nvPr/>
          </p:nvGrpSpPr>
          <p:grpSpPr>
            <a:xfrm>
              <a:off x="7238363" y="1485679"/>
              <a:ext cx="1830073" cy="137160"/>
              <a:chOff x="5826662" y="2515199"/>
              <a:chExt cx="1830073" cy="137160"/>
            </a:xfrm>
          </p:grpSpPr>
          <p:sp>
            <p:nvSpPr>
              <p:cNvPr id="49" name="Rectangle 48">
                <a:extLst>
                  <a:ext uri="{FF2B5EF4-FFF2-40B4-BE49-F238E27FC236}">
                    <a16:creationId xmlns:a16="http://schemas.microsoft.com/office/drawing/2014/main" id="{1364C286-C58F-9A8F-647A-B03767D88652}"/>
                  </a:ext>
                </a:extLst>
              </p:cNvPr>
              <p:cNvSpPr/>
              <p:nvPr/>
            </p:nvSpPr>
            <p:spPr>
              <a:xfrm>
                <a:off x="5826662" y="2515199"/>
                <a:ext cx="18288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10%</a:t>
                </a:r>
              </a:p>
            </p:txBody>
          </p:sp>
          <p:sp>
            <p:nvSpPr>
              <p:cNvPr id="50" name="Rectangle 49">
                <a:extLst>
                  <a:ext uri="{FF2B5EF4-FFF2-40B4-BE49-F238E27FC236}">
                    <a16:creationId xmlns:a16="http://schemas.microsoft.com/office/drawing/2014/main" id="{1816DF5D-471C-2B72-15CF-0EE0A5747391}"/>
                  </a:ext>
                </a:extLst>
              </p:cNvPr>
              <p:cNvSpPr/>
              <p:nvPr/>
            </p:nvSpPr>
            <p:spPr>
              <a:xfrm>
                <a:off x="6009542" y="2515199"/>
                <a:ext cx="164719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90%</a:t>
                </a:r>
              </a:p>
            </p:txBody>
          </p:sp>
        </p:grpSp>
      </p:grpSp>
      <p:grpSp>
        <p:nvGrpSpPr>
          <p:cNvPr id="161" name="Group 160">
            <a:extLst>
              <a:ext uri="{FF2B5EF4-FFF2-40B4-BE49-F238E27FC236}">
                <a16:creationId xmlns:a16="http://schemas.microsoft.com/office/drawing/2014/main" id="{0E9A07F4-A547-0CAC-4A46-6EF6C5141C30}"/>
              </a:ext>
            </a:extLst>
          </p:cNvPr>
          <p:cNvGrpSpPr/>
          <p:nvPr/>
        </p:nvGrpSpPr>
        <p:grpSpPr>
          <a:xfrm>
            <a:off x="4610100" y="2468438"/>
            <a:ext cx="2834640" cy="617220"/>
            <a:chOff x="4610100" y="2468438"/>
            <a:chExt cx="2834640" cy="617220"/>
          </a:xfrm>
        </p:grpSpPr>
        <p:sp>
          <p:nvSpPr>
            <p:cNvPr id="53" name="Abgerundetes Rechteck 6">
              <a:extLst>
                <a:ext uri="{FF2B5EF4-FFF2-40B4-BE49-F238E27FC236}">
                  <a16:creationId xmlns:a16="http://schemas.microsoft.com/office/drawing/2014/main" id="{F119A257-40E5-5EFD-4D55-63A0BDEFCF9C}"/>
                </a:ext>
              </a:extLst>
            </p:cNvPr>
            <p:cNvSpPr/>
            <p:nvPr/>
          </p:nvSpPr>
          <p:spPr bwMode="auto">
            <a:xfrm>
              <a:off x="4610100" y="2468438"/>
              <a:ext cx="2834640" cy="548640"/>
            </a:xfrm>
            <a:prstGeom prst="roundRect">
              <a:avLst/>
            </a:prstGeom>
            <a:gradFill>
              <a:gsLst>
                <a:gs pos="92000">
                  <a:srgbClr val="FFFFFF"/>
                </a:gs>
                <a:gs pos="92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22860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Ruth Capri</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Principal Director, Financial Reporting</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150" name="Rectangle 149">
              <a:extLst>
                <a:ext uri="{FF2B5EF4-FFF2-40B4-BE49-F238E27FC236}">
                  <a16:creationId xmlns:a16="http://schemas.microsoft.com/office/drawing/2014/main" id="{911E1D98-9383-00B7-4144-A85996ABA527}"/>
                </a:ext>
              </a:extLst>
            </p:cNvPr>
            <p:cNvSpPr/>
            <p:nvPr/>
          </p:nvSpPr>
          <p:spPr>
            <a:xfrm>
              <a:off x="5112383" y="2948498"/>
              <a:ext cx="183007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100%</a:t>
              </a:r>
            </a:p>
          </p:txBody>
        </p:sp>
      </p:grpSp>
      <p:grpSp>
        <p:nvGrpSpPr>
          <p:cNvPr id="170" name="Group 169">
            <a:extLst>
              <a:ext uri="{FF2B5EF4-FFF2-40B4-BE49-F238E27FC236}">
                <a16:creationId xmlns:a16="http://schemas.microsoft.com/office/drawing/2014/main" id="{2E96F79B-0994-F430-BDA2-56BB322D8146}"/>
              </a:ext>
            </a:extLst>
          </p:cNvPr>
          <p:cNvGrpSpPr/>
          <p:nvPr/>
        </p:nvGrpSpPr>
        <p:grpSpPr>
          <a:xfrm>
            <a:off x="8862060" y="2468438"/>
            <a:ext cx="2834640" cy="617220"/>
            <a:chOff x="8862060" y="2468438"/>
            <a:chExt cx="2834640" cy="617220"/>
          </a:xfrm>
        </p:grpSpPr>
        <p:sp>
          <p:nvSpPr>
            <p:cNvPr id="68" name="Abgerundetes Rechteck 6">
              <a:extLst>
                <a:ext uri="{FF2B5EF4-FFF2-40B4-BE49-F238E27FC236}">
                  <a16:creationId xmlns:a16="http://schemas.microsoft.com/office/drawing/2014/main" id="{0255293A-D321-4ABC-9176-8E97566877E7}"/>
                </a:ext>
              </a:extLst>
            </p:cNvPr>
            <p:cNvSpPr/>
            <p:nvPr/>
          </p:nvSpPr>
          <p:spPr bwMode="auto">
            <a:xfrm>
              <a:off x="8862060" y="2468438"/>
              <a:ext cx="2834640" cy="548640"/>
            </a:xfrm>
            <a:prstGeom prst="roundRect">
              <a:avLst/>
            </a:prstGeom>
            <a:gradFill>
              <a:gsLst>
                <a:gs pos="92000">
                  <a:srgbClr val="FFFFFF"/>
                </a:gs>
                <a:gs pos="92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22860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Jack Wilder</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Principal Director, Technical Reporting</a:t>
              </a:r>
            </a:p>
          </p:txBody>
        </p:sp>
        <p:grpSp>
          <p:nvGrpSpPr>
            <p:cNvPr id="151" name="Group 150">
              <a:extLst>
                <a:ext uri="{FF2B5EF4-FFF2-40B4-BE49-F238E27FC236}">
                  <a16:creationId xmlns:a16="http://schemas.microsoft.com/office/drawing/2014/main" id="{9F5B4DB9-9E97-C3A8-0D15-E90DF242D190}"/>
                </a:ext>
              </a:extLst>
            </p:cNvPr>
            <p:cNvGrpSpPr/>
            <p:nvPr/>
          </p:nvGrpSpPr>
          <p:grpSpPr>
            <a:xfrm>
              <a:off x="9364343" y="2948498"/>
              <a:ext cx="1830073" cy="137160"/>
              <a:chOff x="5826662" y="2515199"/>
              <a:chExt cx="1830073" cy="137160"/>
            </a:xfrm>
          </p:grpSpPr>
          <p:sp>
            <p:nvSpPr>
              <p:cNvPr id="152" name="Rectangle 151">
                <a:extLst>
                  <a:ext uri="{FF2B5EF4-FFF2-40B4-BE49-F238E27FC236}">
                    <a16:creationId xmlns:a16="http://schemas.microsoft.com/office/drawing/2014/main" id="{E80C9801-23F0-86F1-D982-7B434BBC2A79}"/>
                  </a:ext>
                </a:extLst>
              </p:cNvPr>
              <p:cNvSpPr/>
              <p:nvPr/>
            </p:nvSpPr>
            <p:spPr>
              <a:xfrm>
                <a:off x="5826662" y="2515199"/>
                <a:ext cx="54864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30%</a:t>
                </a:r>
              </a:p>
            </p:txBody>
          </p:sp>
          <p:sp>
            <p:nvSpPr>
              <p:cNvPr id="153" name="Rectangle 152">
                <a:extLst>
                  <a:ext uri="{FF2B5EF4-FFF2-40B4-BE49-F238E27FC236}">
                    <a16:creationId xmlns:a16="http://schemas.microsoft.com/office/drawing/2014/main" id="{5CAB8803-6F47-E766-138E-C575628E3815}"/>
                  </a:ext>
                </a:extLst>
              </p:cNvPr>
              <p:cNvSpPr/>
              <p:nvPr/>
            </p:nvSpPr>
            <p:spPr>
              <a:xfrm>
                <a:off x="6375302" y="2515199"/>
                <a:ext cx="128143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70%</a:t>
                </a:r>
              </a:p>
            </p:txBody>
          </p:sp>
        </p:grpSp>
      </p:grpSp>
      <p:grpSp>
        <p:nvGrpSpPr>
          <p:cNvPr id="160" name="Group 159">
            <a:extLst>
              <a:ext uri="{FF2B5EF4-FFF2-40B4-BE49-F238E27FC236}">
                <a16:creationId xmlns:a16="http://schemas.microsoft.com/office/drawing/2014/main" id="{4F8CAAB7-A166-3155-2411-2449CBDE0389}"/>
              </a:ext>
            </a:extLst>
          </p:cNvPr>
          <p:cNvGrpSpPr/>
          <p:nvPr/>
        </p:nvGrpSpPr>
        <p:grpSpPr>
          <a:xfrm>
            <a:off x="4884420" y="3702878"/>
            <a:ext cx="2286000" cy="617220"/>
            <a:chOff x="4884420" y="3702878"/>
            <a:chExt cx="2286000" cy="617220"/>
          </a:xfrm>
        </p:grpSpPr>
        <p:sp>
          <p:nvSpPr>
            <p:cNvPr id="106" name="Abgerundetes Rechteck 6">
              <a:extLst>
                <a:ext uri="{FF2B5EF4-FFF2-40B4-BE49-F238E27FC236}">
                  <a16:creationId xmlns:a16="http://schemas.microsoft.com/office/drawing/2014/main" id="{14D6B1CC-B11A-F624-966A-72C9CE5E39C6}"/>
                </a:ext>
              </a:extLst>
            </p:cNvPr>
            <p:cNvSpPr/>
            <p:nvPr/>
          </p:nvSpPr>
          <p:spPr bwMode="auto">
            <a:xfrm>
              <a:off x="4884420" y="3702878"/>
              <a:ext cx="2286000" cy="54864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200" b="1" kern="0" dirty="0">
                  <a:solidFill>
                    <a:srgbClr val="000000"/>
                  </a:solidFill>
                  <a:ea typeface="ヒラギノ角ゴ ProN W3" charset="0"/>
                  <a:cs typeface="ヒラギノ角ゴ ProN W3" charset="0"/>
                  <a:sym typeface="Gill Sans" charset="0"/>
                </a:rPr>
                <a:t>Joy Simpson</a:t>
              </a:r>
              <a:endPar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Financial Reporting Lead</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156" name="Rectangle 155">
              <a:extLst>
                <a:ext uri="{FF2B5EF4-FFF2-40B4-BE49-F238E27FC236}">
                  <a16:creationId xmlns:a16="http://schemas.microsoft.com/office/drawing/2014/main" id="{C6A71424-1169-C687-A7F7-7461A7891371}"/>
                </a:ext>
              </a:extLst>
            </p:cNvPr>
            <p:cNvSpPr/>
            <p:nvPr/>
          </p:nvSpPr>
          <p:spPr>
            <a:xfrm>
              <a:off x="5112383" y="4182938"/>
              <a:ext cx="183007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100%</a:t>
              </a:r>
            </a:p>
          </p:txBody>
        </p:sp>
      </p:grpSp>
      <p:grpSp>
        <p:nvGrpSpPr>
          <p:cNvPr id="159" name="Group 158">
            <a:extLst>
              <a:ext uri="{FF2B5EF4-FFF2-40B4-BE49-F238E27FC236}">
                <a16:creationId xmlns:a16="http://schemas.microsoft.com/office/drawing/2014/main" id="{758D906E-1EDE-1A36-09E8-8931954D1AA2}"/>
              </a:ext>
            </a:extLst>
          </p:cNvPr>
          <p:cNvGrpSpPr/>
          <p:nvPr/>
        </p:nvGrpSpPr>
        <p:grpSpPr>
          <a:xfrm>
            <a:off x="4884420" y="4937318"/>
            <a:ext cx="2286000" cy="617220"/>
            <a:chOff x="4884420" y="4937318"/>
            <a:chExt cx="2286000" cy="617220"/>
          </a:xfrm>
        </p:grpSpPr>
        <p:sp>
          <p:nvSpPr>
            <p:cNvPr id="87" name="Abgerundetes Rechteck 6">
              <a:extLst>
                <a:ext uri="{FF2B5EF4-FFF2-40B4-BE49-F238E27FC236}">
                  <a16:creationId xmlns:a16="http://schemas.microsoft.com/office/drawing/2014/main" id="{27FE56E3-0A03-7C91-4ECE-61738729846E}"/>
                </a:ext>
              </a:extLst>
            </p:cNvPr>
            <p:cNvSpPr/>
            <p:nvPr/>
          </p:nvSpPr>
          <p:spPr bwMode="auto">
            <a:xfrm>
              <a:off x="4884420" y="4937318"/>
              <a:ext cx="2286000" cy="548640"/>
            </a:xfrm>
            <a:prstGeom prst="roundRect">
              <a:avLst/>
            </a:prstGeom>
            <a:solidFill>
              <a:schemeClr val="bg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effectLst/>
                  <a:uLnTx/>
                  <a:uFillTx/>
                  <a:ea typeface="ヒラギノ角ゴ ProN W3" charset="0"/>
                  <a:cs typeface="ヒラギノ角ゴ ProN W3" charset="0"/>
                  <a:sym typeface="Gill Sans" charset="0"/>
                </a:rPr>
                <a:t>Open Role</a:t>
              </a:r>
            </a:p>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i="0" u="none" strike="noStrike" kern="0" cap="none" spc="0" normalizeH="0" baseline="0" noProof="0" dirty="0">
                  <a:ln>
                    <a:noFill/>
                  </a:ln>
                  <a:effectLst/>
                  <a:uLnTx/>
                  <a:uFillTx/>
                  <a:ea typeface="ヒラギノ角ゴ ProN W3" charset="0"/>
                  <a:cs typeface="ヒラギノ角ゴ ProN W3" charset="0"/>
                  <a:sym typeface="Gill Sans" charset="0"/>
                </a:rPr>
                <a:t>Senior Analyst</a:t>
              </a:r>
            </a:p>
          </p:txBody>
        </p:sp>
        <p:sp>
          <p:nvSpPr>
            <p:cNvPr id="158" name="Rectangle 157">
              <a:extLst>
                <a:ext uri="{FF2B5EF4-FFF2-40B4-BE49-F238E27FC236}">
                  <a16:creationId xmlns:a16="http://schemas.microsoft.com/office/drawing/2014/main" id="{DF6F06D1-01B3-A952-1512-AC8D0614B9DF}"/>
                </a:ext>
              </a:extLst>
            </p:cNvPr>
            <p:cNvSpPr/>
            <p:nvPr/>
          </p:nvSpPr>
          <p:spPr>
            <a:xfrm>
              <a:off x="5112383" y="5417378"/>
              <a:ext cx="183007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100%</a:t>
              </a:r>
            </a:p>
          </p:txBody>
        </p:sp>
      </p:grpSp>
      <p:grpSp>
        <p:nvGrpSpPr>
          <p:cNvPr id="169" name="Group 168">
            <a:extLst>
              <a:ext uri="{FF2B5EF4-FFF2-40B4-BE49-F238E27FC236}">
                <a16:creationId xmlns:a16="http://schemas.microsoft.com/office/drawing/2014/main" id="{3584D955-505B-543A-C587-4CA79BE62907}"/>
              </a:ext>
            </a:extLst>
          </p:cNvPr>
          <p:cNvGrpSpPr/>
          <p:nvPr/>
        </p:nvGrpSpPr>
        <p:grpSpPr>
          <a:xfrm>
            <a:off x="9136380" y="3702878"/>
            <a:ext cx="2286000" cy="617220"/>
            <a:chOff x="9136380" y="3702878"/>
            <a:chExt cx="2286000" cy="617220"/>
          </a:xfrm>
        </p:grpSpPr>
        <p:sp>
          <p:nvSpPr>
            <p:cNvPr id="58" name="Abgerundetes Rechteck 6">
              <a:extLst>
                <a:ext uri="{FF2B5EF4-FFF2-40B4-BE49-F238E27FC236}">
                  <a16:creationId xmlns:a16="http://schemas.microsoft.com/office/drawing/2014/main" id="{5F3A67C2-06CC-52F0-115C-8B138D7C7B79}"/>
                </a:ext>
              </a:extLst>
            </p:cNvPr>
            <p:cNvSpPr/>
            <p:nvPr/>
          </p:nvSpPr>
          <p:spPr bwMode="auto">
            <a:xfrm>
              <a:off x="9136380" y="3702878"/>
              <a:ext cx="2286000" cy="54864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200" b="1" kern="0" dirty="0">
                  <a:solidFill>
                    <a:srgbClr val="000000"/>
                  </a:solidFill>
                  <a:ea typeface="ヒラギノ角ゴ ProN W3" charset="0"/>
                  <a:cs typeface="ヒラギノ角ゴ ProN W3" charset="0"/>
                  <a:sym typeface="Gill Sans" charset="0"/>
                </a:rPr>
                <a:t>Sussane Moss</a:t>
              </a:r>
              <a:endPar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Technical Accounting Director</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162" name="Group 161">
              <a:extLst>
                <a:ext uri="{FF2B5EF4-FFF2-40B4-BE49-F238E27FC236}">
                  <a16:creationId xmlns:a16="http://schemas.microsoft.com/office/drawing/2014/main" id="{93E1261E-5D1B-6433-97C6-0D8D5BB3C2C3}"/>
                </a:ext>
              </a:extLst>
            </p:cNvPr>
            <p:cNvGrpSpPr/>
            <p:nvPr/>
          </p:nvGrpSpPr>
          <p:grpSpPr>
            <a:xfrm>
              <a:off x="9364343" y="4182938"/>
              <a:ext cx="1830073" cy="137160"/>
              <a:chOff x="5826662" y="2515199"/>
              <a:chExt cx="1830073" cy="137160"/>
            </a:xfrm>
          </p:grpSpPr>
          <p:sp>
            <p:nvSpPr>
              <p:cNvPr id="163" name="Rectangle 162">
                <a:extLst>
                  <a:ext uri="{FF2B5EF4-FFF2-40B4-BE49-F238E27FC236}">
                    <a16:creationId xmlns:a16="http://schemas.microsoft.com/office/drawing/2014/main" id="{BC885E7E-E655-E1FF-F83C-16799DB8F9B5}"/>
                  </a:ext>
                </a:extLst>
              </p:cNvPr>
              <p:cNvSpPr/>
              <p:nvPr/>
            </p:nvSpPr>
            <p:spPr>
              <a:xfrm>
                <a:off x="5826662" y="2515199"/>
                <a:ext cx="54864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30%</a:t>
                </a:r>
              </a:p>
            </p:txBody>
          </p:sp>
          <p:sp>
            <p:nvSpPr>
              <p:cNvPr id="164" name="Rectangle 163">
                <a:extLst>
                  <a:ext uri="{FF2B5EF4-FFF2-40B4-BE49-F238E27FC236}">
                    <a16:creationId xmlns:a16="http://schemas.microsoft.com/office/drawing/2014/main" id="{43750F3E-2CCB-1117-16BA-1BB543172A83}"/>
                  </a:ext>
                </a:extLst>
              </p:cNvPr>
              <p:cNvSpPr/>
              <p:nvPr/>
            </p:nvSpPr>
            <p:spPr>
              <a:xfrm>
                <a:off x="6375302" y="2515199"/>
                <a:ext cx="128143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70%</a:t>
                </a:r>
              </a:p>
            </p:txBody>
          </p:sp>
        </p:grpSp>
      </p:grpSp>
      <p:grpSp>
        <p:nvGrpSpPr>
          <p:cNvPr id="168" name="Group 167">
            <a:extLst>
              <a:ext uri="{FF2B5EF4-FFF2-40B4-BE49-F238E27FC236}">
                <a16:creationId xmlns:a16="http://schemas.microsoft.com/office/drawing/2014/main" id="{7C89D7A7-FDCD-F42C-E181-1B551C194380}"/>
              </a:ext>
            </a:extLst>
          </p:cNvPr>
          <p:cNvGrpSpPr/>
          <p:nvPr/>
        </p:nvGrpSpPr>
        <p:grpSpPr>
          <a:xfrm>
            <a:off x="9136380" y="4937318"/>
            <a:ext cx="2286000" cy="617220"/>
            <a:chOff x="9136380" y="4937318"/>
            <a:chExt cx="2286000" cy="617220"/>
          </a:xfrm>
        </p:grpSpPr>
        <p:sp>
          <p:nvSpPr>
            <p:cNvPr id="78" name="Abgerundetes Rechteck 6">
              <a:extLst>
                <a:ext uri="{FF2B5EF4-FFF2-40B4-BE49-F238E27FC236}">
                  <a16:creationId xmlns:a16="http://schemas.microsoft.com/office/drawing/2014/main" id="{87A865B3-8D42-5B79-0C6B-CA0B9371331B}"/>
                </a:ext>
              </a:extLst>
            </p:cNvPr>
            <p:cNvSpPr/>
            <p:nvPr/>
          </p:nvSpPr>
          <p:spPr bwMode="auto">
            <a:xfrm>
              <a:off x="9136380" y="4937318"/>
              <a:ext cx="2286000" cy="54864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3716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20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Charles Black</a:t>
              </a:r>
            </a:p>
            <a:p>
              <a:pPr marL="0" marR="0" lvl="0" indent="0" algn="ctr" defTabSz="642915" eaLnBrk="1" fontAlgn="base" latinLnBrk="0" hangingPunct="1">
                <a:lnSpc>
                  <a:spcPct val="100000"/>
                </a:lnSpc>
                <a:spcBef>
                  <a:spcPct val="0"/>
                </a:spcBef>
                <a:spcAft>
                  <a:spcPct val="0"/>
                </a:spcAft>
                <a:buClrTx/>
                <a:buSzTx/>
                <a:buFontTx/>
                <a:buNone/>
                <a:tabLst/>
                <a:defRPr/>
              </a:pPr>
              <a:r>
                <a:rPr lang="it-IT" sz="1050" kern="0" dirty="0">
                  <a:solidFill>
                    <a:srgbClr val="000000"/>
                  </a:solidFill>
                  <a:sym typeface="Gill Sans" charset="0"/>
                </a:rPr>
                <a:t>Technical Accounting Director</a:t>
              </a:r>
              <a:endParaRPr kumimoji="0" lang="en-IN" sz="105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165" name="Group 164">
              <a:extLst>
                <a:ext uri="{FF2B5EF4-FFF2-40B4-BE49-F238E27FC236}">
                  <a16:creationId xmlns:a16="http://schemas.microsoft.com/office/drawing/2014/main" id="{114EAADA-16AE-554E-B4E0-4CF1413D3E19}"/>
                </a:ext>
              </a:extLst>
            </p:cNvPr>
            <p:cNvGrpSpPr/>
            <p:nvPr/>
          </p:nvGrpSpPr>
          <p:grpSpPr>
            <a:xfrm>
              <a:off x="9364343" y="5417378"/>
              <a:ext cx="1830073" cy="137160"/>
              <a:chOff x="5826662" y="2515199"/>
              <a:chExt cx="1830073" cy="137160"/>
            </a:xfrm>
          </p:grpSpPr>
          <p:sp>
            <p:nvSpPr>
              <p:cNvPr id="166" name="Rectangle 165">
                <a:extLst>
                  <a:ext uri="{FF2B5EF4-FFF2-40B4-BE49-F238E27FC236}">
                    <a16:creationId xmlns:a16="http://schemas.microsoft.com/office/drawing/2014/main" id="{BE35CA9B-9728-24AA-24C2-EF19AB7063AD}"/>
                  </a:ext>
                </a:extLst>
              </p:cNvPr>
              <p:cNvSpPr/>
              <p:nvPr/>
            </p:nvSpPr>
            <p:spPr>
              <a:xfrm>
                <a:off x="5826662" y="2515199"/>
                <a:ext cx="548640" cy="137160"/>
              </a:xfrm>
              <a:prstGeom prst="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30%</a:t>
                </a:r>
              </a:p>
            </p:txBody>
          </p:sp>
          <p:sp>
            <p:nvSpPr>
              <p:cNvPr id="167" name="Rectangle 166">
                <a:extLst>
                  <a:ext uri="{FF2B5EF4-FFF2-40B4-BE49-F238E27FC236}">
                    <a16:creationId xmlns:a16="http://schemas.microsoft.com/office/drawing/2014/main" id="{C14CB640-6D72-4BE3-54F2-5E267EFF484A}"/>
                  </a:ext>
                </a:extLst>
              </p:cNvPr>
              <p:cNvSpPr/>
              <p:nvPr/>
            </p:nvSpPr>
            <p:spPr>
              <a:xfrm>
                <a:off x="6375302" y="2515199"/>
                <a:ext cx="1281433"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ea typeface="+mn-ea"/>
                    <a:cs typeface="+mn-cs"/>
                  </a:rPr>
                  <a:t>70%</a:t>
                </a:r>
              </a:p>
            </p:txBody>
          </p:sp>
        </p:grpSp>
      </p:grpSp>
    </p:spTree>
    <p:extLst>
      <p:ext uri="{BB962C8B-B14F-4D97-AF65-F5344CB8AC3E}">
        <p14:creationId xmlns:p14="http://schemas.microsoft.com/office/powerpoint/2010/main" val="1476437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BA9E-4118-8FF4-EA23-6CEE64411E3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197BC81-D9A1-6662-B4EA-FA77D7582982}"/>
              </a:ext>
            </a:extLst>
          </p:cNvPr>
          <p:cNvSpPr>
            <a:spLocks noGrp="1"/>
          </p:cNvSpPr>
          <p:nvPr>
            <p:ph type="title"/>
          </p:nvPr>
        </p:nvSpPr>
        <p:spPr>
          <a:xfrm>
            <a:off x="495300" y="228600"/>
            <a:ext cx="11201400" cy="548640"/>
          </a:xfrm>
        </p:spPr>
        <p:txBody>
          <a:bodyPr lIns="91440" tIns="45720" rIns="91440"/>
          <a:lstStyle/>
          <a:p>
            <a:pPr>
              <a:lnSpc>
                <a:spcPct val="100000"/>
              </a:lnSpc>
            </a:pPr>
            <a:r>
              <a:rPr lang="en-IN" dirty="0"/>
              <a:t>GA Organizational Framework | </a:t>
            </a:r>
            <a:r>
              <a:rPr lang="en-IN" dirty="0">
                <a:solidFill>
                  <a:schemeClr val="tx2">
                    <a:lumMod val="75000"/>
                  </a:schemeClr>
                </a:solidFill>
              </a:rPr>
              <a:t>SSC General Ledger (GL)</a:t>
            </a:r>
          </a:p>
        </p:txBody>
      </p:sp>
      <p:sp>
        <p:nvSpPr>
          <p:cNvPr id="6" name="Date Placeholder 5">
            <a:extLst>
              <a:ext uri="{FF2B5EF4-FFF2-40B4-BE49-F238E27FC236}">
                <a16:creationId xmlns:a16="http://schemas.microsoft.com/office/drawing/2014/main" id="{29CCBBEB-E9C0-9A0B-E42B-F1018DCECC13}"/>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F6535266-A44C-DC01-1364-72CA9122249D}"/>
              </a:ext>
            </a:extLst>
          </p:cNvPr>
          <p:cNvSpPr>
            <a:spLocks noGrp="1"/>
          </p:cNvSpPr>
          <p:nvPr>
            <p:ph type="sldNum" sz="quarter" idx="19"/>
          </p:nvPr>
        </p:nvSpPr>
        <p:spPr/>
        <p:txBody>
          <a:bodyPr/>
          <a:lstStyle/>
          <a:p>
            <a:fld id="{94FCA0F3-9F3A-694B-99BB-0E592A797735}" type="slidenum">
              <a:rPr lang="en-US" smtClean="0"/>
              <a:t>28</a:t>
            </a:fld>
            <a:endParaRPr lang="en-US"/>
          </a:p>
        </p:txBody>
      </p:sp>
      <p:graphicFrame>
        <p:nvGraphicFramePr>
          <p:cNvPr id="3" name="Table 2">
            <a:extLst>
              <a:ext uri="{FF2B5EF4-FFF2-40B4-BE49-F238E27FC236}">
                <a16:creationId xmlns:a16="http://schemas.microsoft.com/office/drawing/2014/main" id="{52FA9507-7CB9-4684-EA84-DD35DF1E7C3E}"/>
              </a:ext>
            </a:extLst>
          </p:cNvPr>
          <p:cNvGraphicFramePr>
            <a:graphicFrameLocks noGrp="1"/>
          </p:cNvGraphicFramePr>
          <p:nvPr>
            <p:extLst>
              <p:ext uri="{D42A27DB-BD31-4B8C-83A1-F6EECF244321}">
                <p14:modId xmlns:p14="http://schemas.microsoft.com/office/powerpoint/2010/main" val="490718685"/>
              </p:ext>
            </p:extLst>
          </p:nvPr>
        </p:nvGraphicFramePr>
        <p:xfrm>
          <a:off x="495299" y="1005840"/>
          <a:ext cx="3657600" cy="320040"/>
        </p:xfrm>
        <a:graphic>
          <a:graphicData uri="http://schemas.openxmlformats.org/drawingml/2006/table">
            <a:tbl>
              <a:tblPr>
                <a:effectLst/>
              </a:tblPr>
              <a:tblGrid>
                <a:gridCol w="274320">
                  <a:extLst>
                    <a:ext uri="{9D8B030D-6E8A-4147-A177-3AD203B41FA5}">
                      <a16:colId xmlns:a16="http://schemas.microsoft.com/office/drawing/2014/main" val="2937933679"/>
                    </a:ext>
                  </a:extLst>
                </a:gridCol>
                <a:gridCol w="1005840">
                  <a:extLst>
                    <a:ext uri="{9D8B030D-6E8A-4147-A177-3AD203B41FA5}">
                      <a16:colId xmlns:a16="http://schemas.microsoft.com/office/drawing/2014/main" val="294730452"/>
                    </a:ext>
                  </a:extLst>
                </a:gridCol>
                <a:gridCol w="1097280">
                  <a:extLst>
                    <a:ext uri="{9D8B030D-6E8A-4147-A177-3AD203B41FA5}">
                      <a16:colId xmlns:a16="http://schemas.microsoft.com/office/drawing/2014/main" val="1373135318"/>
                    </a:ext>
                  </a:extLst>
                </a:gridCol>
                <a:gridCol w="1280160">
                  <a:extLst>
                    <a:ext uri="{9D8B030D-6E8A-4147-A177-3AD203B41FA5}">
                      <a16:colId xmlns:a16="http://schemas.microsoft.com/office/drawing/2014/main" val="2194066351"/>
                    </a:ext>
                  </a:extLst>
                </a:gridCol>
              </a:tblGrid>
              <a:tr h="320040">
                <a:tc>
                  <a:txBody>
                    <a:bodyPr/>
                    <a:lstStyle>
                      <a:lvl1pPr marL="0" algn="l" defTabSz="914400" rtl="0" eaLnBrk="1" latinLnBrk="0" hangingPunct="1">
                        <a:defRPr sz="1800" kern="1200">
                          <a:solidFill>
                            <a:schemeClr val="dk1"/>
                          </a:solidFill>
                          <a:latin typeface="Poppins Medium"/>
                        </a:defRPr>
                      </a:lvl1pPr>
                      <a:lvl2pPr marL="457200" algn="l" defTabSz="914400" rtl="0" eaLnBrk="1" latinLnBrk="0" hangingPunct="1">
                        <a:defRPr sz="1800" kern="1200">
                          <a:solidFill>
                            <a:schemeClr val="dk1"/>
                          </a:solidFill>
                          <a:latin typeface="Poppins Medium"/>
                        </a:defRPr>
                      </a:lvl2pPr>
                      <a:lvl3pPr marL="914400" algn="l" defTabSz="914400" rtl="0" eaLnBrk="1" latinLnBrk="0" hangingPunct="1">
                        <a:defRPr sz="1800" kern="1200">
                          <a:solidFill>
                            <a:schemeClr val="dk1"/>
                          </a:solidFill>
                          <a:latin typeface="Poppins Medium"/>
                        </a:defRPr>
                      </a:lvl3pPr>
                      <a:lvl4pPr marL="1371600" algn="l" defTabSz="914400" rtl="0" eaLnBrk="1" latinLnBrk="0" hangingPunct="1">
                        <a:defRPr sz="1800" kern="1200">
                          <a:solidFill>
                            <a:schemeClr val="dk1"/>
                          </a:solidFill>
                          <a:latin typeface="Poppins Medium"/>
                        </a:defRPr>
                      </a:lvl4pPr>
                      <a:lvl5pPr marL="1828800" algn="l" defTabSz="914400" rtl="0" eaLnBrk="1" latinLnBrk="0" hangingPunct="1">
                        <a:defRPr sz="1800" kern="1200">
                          <a:solidFill>
                            <a:schemeClr val="dk1"/>
                          </a:solidFill>
                          <a:latin typeface="Poppins Medium"/>
                        </a:defRPr>
                      </a:lvl5pPr>
                      <a:lvl6pPr marL="2286000" algn="l" defTabSz="914400" rtl="0" eaLnBrk="1" latinLnBrk="0" hangingPunct="1">
                        <a:defRPr sz="1800" kern="1200">
                          <a:solidFill>
                            <a:schemeClr val="dk1"/>
                          </a:solidFill>
                          <a:latin typeface="Poppins Medium"/>
                        </a:defRPr>
                      </a:lvl6pPr>
                      <a:lvl7pPr marL="2743200" algn="l" defTabSz="914400" rtl="0" eaLnBrk="1" latinLnBrk="0" hangingPunct="1">
                        <a:defRPr sz="1800" kern="1200">
                          <a:solidFill>
                            <a:schemeClr val="dk1"/>
                          </a:solidFill>
                          <a:latin typeface="Poppins Medium"/>
                        </a:defRPr>
                      </a:lvl7pPr>
                      <a:lvl8pPr marL="3200400" algn="l" defTabSz="914400" rtl="0" eaLnBrk="1" latinLnBrk="0" hangingPunct="1">
                        <a:defRPr sz="1800" kern="1200">
                          <a:solidFill>
                            <a:schemeClr val="dk1"/>
                          </a:solidFill>
                          <a:latin typeface="Poppins Medium"/>
                        </a:defRPr>
                      </a:lvl8pPr>
                      <a:lvl9pPr marL="3657600" algn="l" defTabSz="914400" rtl="0" eaLnBrk="1" latinLnBrk="0" hangingPunct="1">
                        <a:defRPr sz="1800" kern="1200">
                          <a:solidFill>
                            <a:schemeClr val="dk1"/>
                          </a:solidFill>
                          <a:latin typeface="Poppins Medium"/>
                        </a:defRPr>
                      </a:lvl9pPr>
                    </a:lstStyle>
                    <a:p>
                      <a:endParaRPr lang="en-US" sz="1200" dirty="0">
                        <a:solidFill>
                          <a:schemeClr val="bg1"/>
                        </a:solidFill>
                        <a:latin typeface="+mn-lt"/>
                        <a:ea typeface="+mn-lt"/>
                        <a:cs typeface="+mn-lt"/>
                        <a:sym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Poppins Medium"/>
                        </a:defRPr>
                      </a:lvl1pPr>
                      <a:lvl2pPr marL="457200" algn="l" defTabSz="914400" rtl="0" eaLnBrk="1" latinLnBrk="0" hangingPunct="1">
                        <a:defRPr sz="1800" kern="1200">
                          <a:solidFill>
                            <a:schemeClr val="dk1"/>
                          </a:solidFill>
                          <a:latin typeface="Poppins Medium"/>
                        </a:defRPr>
                      </a:lvl2pPr>
                      <a:lvl3pPr marL="914400" algn="l" defTabSz="914400" rtl="0" eaLnBrk="1" latinLnBrk="0" hangingPunct="1">
                        <a:defRPr sz="1800" kern="1200">
                          <a:solidFill>
                            <a:schemeClr val="dk1"/>
                          </a:solidFill>
                          <a:latin typeface="Poppins Medium"/>
                        </a:defRPr>
                      </a:lvl3pPr>
                      <a:lvl4pPr marL="1371600" algn="l" defTabSz="914400" rtl="0" eaLnBrk="1" latinLnBrk="0" hangingPunct="1">
                        <a:defRPr sz="1800" kern="1200">
                          <a:solidFill>
                            <a:schemeClr val="dk1"/>
                          </a:solidFill>
                          <a:latin typeface="Poppins Medium"/>
                        </a:defRPr>
                      </a:lvl4pPr>
                      <a:lvl5pPr marL="1828800" algn="l" defTabSz="914400" rtl="0" eaLnBrk="1" latinLnBrk="0" hangingPunct="1">
                        <a:defRPr sz="1800" kern="1200">
                          <a:solidFill>
                            <a:schemeClr val="dk1"/>
                          </a:solidFill>
                          <a:latin typeface="Poppins Medium"/>
                        </a:defRPr>
                      </a:lvl5pPr>
                      <a:lvl6pPr marL="2286000" algn="l" defTabSz="914400" rtl="0" eaLnBrk="1" latinLnBrk="0" hangingPunct="1">
                        <a:defRPr sz="1800" kern="1200">
                          <a:solidFill>
                            <a:schemeClr val="dk1"/>
                          </a:solidFill>
                          <a:latin typeface="Poppins Medium"/>
                        </a:defRPr>
                      </a:lvl6pPr>
                      <a:lvl7pPr marL="2743200" algn="l" defTabSz="914400" rtl="0" eaLnBrk="1" latinLnBrk="0" hangingPunct="1">
                        <a:defRPr sz="1800" kern="1200">
                          <a:solidFill>
                            <a:schemeClr val="dk1"/>
                          </a:solidFill>
                          <a:latin typeface="Poppins Medium"/>
                        </a:defRPr>
                      </a:lvl7pPr>
                      <a:lvl8pPr marL="3200400" algn="l" defTabSz="914400" rtl="0" eaLnBrk="1" latinLnBrk="0" hangingPunct="1">
                        <a:defRPr sz="1800" kern="1200">
                          <a:solidFill>
                            <a:schemeClr val="dk1"/>
                          </a:solidFill>
                          <a:latin typeface="Poppins Medium"/>
                        </a:defRPr>
                      </a:lvl8pPr>
                      <a:lvl9pPr marL="3657600" algn="l" defTabSz="914400" rtl="0" eaLnBrk="1" latinLnBrk="0" hangingPunct="1">
                        <a:defRPr sz="1800" kern="1200">
                          <a:solidFill>
                            <a:schemeClr val="dk1"/>
                          </a:solidFill>
                          <a:latin typeface="Poppins Medium"/>
                        </a:defRPr>
                      </a:lvl9pPr>
                    </a:lstStyle>
                    <a:p>
                      <a:pPr marL="0" algn="l" defTabSz="914400" rtl="0" eaLnBrk="1" latinLnBrk="0" hangingPunct="1"/>
                      <a:r>
                        <a:rPr lang="en-US" sz="1200" b="1" kern="1200" dirty="0">
                          <a:solidFill>
                            <a:schemeClr val="bg1"/>
                          </a:solidFill>
                          <a:latin typeface="+mn-lt"/>
                          <a:ea typeface="+mn-lt"/>
                          <a:cs typeface="+mn-lt"/>
                          <a:sym typeface="+mn-lt"/>
                        </a:rPr>
                        <a:t>HC: 17.0</a:t>
                      </a:r>
                      <a:endParaRPr lang="en-US" sz="1200" b="1" kern="1200" baseline="30000" dirty="0">
                        <a:solidFill>
                          <a:schemeClr val="bg1"/>
                        </a:solidFill>
                        <a:latin typeface="+mn-lt"/>
                        <a:ea typeface="+mn-lt"/>
                        <a:cs typeface="+mn-lt"/>
                        <a:sym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200" b="1" kern="1200" dirty="0">
                          <a:solidFill>
                            <a:schemeClr val="bg1"/>
                          </a:solidFill>
                          <a:latin typeface="+mn-lt"/>
                          <a:ea typeface="+mn-lt"/>
                          <a:cs typeface="+mn-lt"/>
                          <a:sym typeface="+mn-lt"/>
                        </a:rPr>
                        <a:t>FTE: 16.0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lt"/>
                          <a:cs typeface="+mn-lt"/>
                          <a:sym typeface="+mn-lt"/>
                        </a:rPr>
                        <a:t>Open Role: 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964825776"/>
                  </a:ext>
                </a:extLst>
              </a:tr>
            </a:tbl>
          </a:graphicData>
        </a:graphic>
      </p:graphicFrame>
      <p:sp>
        <p:nvSpPr>
          <p:cNvPr id="39" name="Rectangle 38">
            <a:extLst>
              <a:ext uri="{FF2B5EF4-FFF2-40B4-BE49-F238E27FC236}">
                <a16:creationId xmlns:a16="http://schemas.microsoft.com/office/drawing/2014/main" id="{9355D7CA-4598-CCA3-A86C-D984A7B81A7E}"/>
              </a:ext>
            </a:extLst>
          </p:cNvPr>
          <p:cNvSpPr/>
          <p:nvPr/>
        </p:nvSpPr>
        <p:spPr>
          <a:xfrm>
            <a:off x="495299" y="4390319"/>
            <a:ext cx="3657600" cy="1600200"/>
          </a:xfrm>
          <a:prstGeom prst="rect">
            <a:avLst/>
          </a:prstGeom>
          <a:noFill/>
          <a:ln w="9525" cap="flat" cmpd="sng" algn="ctr">
            <a:solidFill>
              <a:schemeClr val="tx1">
                <a:lumMod val="50000"/>
              </a:schemeClr>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lt"/>
                <a:cs typeface="Calibri" panose="020F0502020204030204"/>
                <a:sym typeface="+mn-lt"/>
              </a:rPr>
              <a:t>Location</a:t>
            </a:r>
            <a:endParaRPr kumimoji="0" lang="en-IN" sz="1100" b="1" i="0" u="none" strike="noStrike" kern="0" cap="none" spc="0" normalizeH="0" baseline="0" noProof="0" dirty="0">
              <a:ln>
                <a:noFill/>
              </a:ln>
              <a:solidFill>
                <a:srgbClr val="000000"/>
              </a:solidFill>
              <a:effectLst/>
              <a:uLnTx/>
              <a:uFillTx/>
              <a:ea typeface="+mn-lt"/>
              <a:cs typeface="Calibri" panose="020F0502020204030204"/>
              <a:sym typeface="+mn-lt"/>
            </a:endParaRPr>
          </a:p>
        </p:txBody>
      </p:sp>
      <p:sp>
        <p:nvSpPr>
          <p:cNvPr id="40" name="Abgerundetes Rechteck 6">
            <a:extLst>
              <a:ext uri="{FF2B5EF4-FFF2-40B4-BE49-F238E27FC236}">
                <a16:creationId xmlns:a16="http://schemas.microsoft.com/office/drawing/2014/main" id="{D23C19FD-08CA-09B7-3A64-30873484659D}"/>
              </a:ext>
            </a:extLst>
          </p:cNvPr>
          <p:cNvSpPr/>
          <p:nvPr/>
        </p:nvSpPr>
        <p:spPr bwMode="auto">
          <a:xfrm>
            <a:off x="1798319" y="4710359"/>
            <a:ext cx="1051560" cy="274320"/>
          </a:xfrm>
          <a:prstGeom prst="roundRect">
            <a:avLst/>
          </a:prstGeom>
          <a:gradFill>
            <a:gsLst>
              <a:gs pos="85000">
                <a:srgbClr val="FFFFFF"/>
              </a:gs>
              <a:gs pos="85000">
                <a:schemeClr val="accent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Hyderabad</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41" name="Abgerundetes Rechteck 6">
            <a:extLst>
              <a:ext uri="{FF2B5EF4-FFF2-40B4-BE49-F238E27FC236}">
                <a16:creationId xmlns:a16="http://schemas.microsoft.com/office/drawing/2014/main" id="{A6D3DDFF-84EE-8F2A-B5BD-2ADBA3E42773}"/>
              </a:ext>
            </a:extLst>
          </p:cNvPr>
          <p:cNvSpPr/>
          <p:nvPr/>
        </p:nvSpPr>
        <p:spPr bwMode="auto">
          <a:xfrm>
            <a:off x="2975608" y="4710359"/>
            <a:ext cx="1051560" cy="274320"/>
          </a:xfrm>
          <a:prstGeom prst="roundRect">
            <a:avLst/>
          </a:prstGeom>
          <a:gradFill>
            <a:gsLst>
              <a:gs pos="85000">
                <a:srgbClr val="FFFFFF"/>
              </a:gs>
              <a:gs pos="85000">
                <a:schemeClr val="accent6"/>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Manila</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42" name="Abgerundetes Rechteck 6">
            <a:extLst>
              <a:ext uri="{FF2B5EF4-FFF2-40B4-BE49-F238E27FC236}">
                <a16:creationId xmlns:a16="http://schemas.microsoft.com/office/drawing/2014/main" id="{8B078268-3669-AB2B-C495-AFDEC4987A10}"/>
              </a:ext>
            </a:extLst>
          </p:cNvPr>
          <p:cNvSpPr/>
          <p:nvPr/>
        </p:nvSpPr>
        <p:spPr bwMode="auto">
          <a:xfrm>
            <a:off x="621029" y="4710359"/>
            <a:ext cx="1051560" cy="274320"/>
          </a:xfrm>
          <a:prstGeom prst="roundRect">
            <a:avLst/>
          </a:prstGeom>
          <a:gradFill>
            <a:gsLst>
              <a:gs pos="85000">
                <a:srgbClr val="FFFFFF"/>
              </a:gs>
              <a:gs pos="85000">
                <a:schemeClr val="accent4"/>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Bangalore</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43" name="Abgerundetes Rechteck 6">
            <a:extLst>
              <a:ext uri="{FF2B5EF4-FFF2-40B4-BE49-F238E27FC236}">
                <a16:creationId xmlns:a16="http://schemas.microsoft.com/office/drawing/2014/main" id="{8EEC318E-E6B8-C9FB-5888-DAFEB86B7893}"/>
              </a:ext>
            </a:extLst>
          </p:cNvPr>
          <p:cNvSpPr/>
          <p:nvPr/>
        </p:nvSpPr>
        <p:spPr bwMode="auto">
          <a:xfrm>
            <a:off x="1798319" y="5121839"/>
            <a:ext cx="1051560" cy="274320"/>
          </a:xfrm>
          <a:prstGeom prst="roundRect">
            <a:avLst/>
          </a:prstGeom>
          <a:gradFill>
            <a:gsLst>
              <a:gs pos="85000">
                <a:srgbClr val="FFFFFF"/>
              </a:gs>
              <a:gs pos="85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Dallas, TX</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44" name="Abgerundetes Rechteck 6">
            <a:extLst>
              <a:ext uri="{FF2B5EF4-FFF2-40B4-BE49-F238E27FC236}">
                <a16:creationId xmlns:a16="http://schemas.microsoft.com/office/drawing/2014/main" id="{5D3410D2-1D23-75DB-AB55-57310E86A6BD}"/>
              </a:ext>
            </a:extLst>
          </p:cNvPr>
          <p:cNvSpPr/>
          <p:nvPr/>
        </p:nvSpPr>
        <p:spPr bwMode="auto">
          <a:xfrm>
            <a:off x="2975608" y="5121839"/>
            <a:ext cx="1051560" cy="274320"/>
          </a:xfrm>
          <a:prstGeom prst="roundRect">
            <a:avLst/>
          </a:prstGeom>
          <a:gradFill>
            <a:gsLst>
              <a:gs pos="85000">
                <a:srgbClr val="FFFFFF"/>
              </a:gs>
              <a:gs pos="85000">
                <a:schemeClr val="bg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Mexico City</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45" name="Abgerundetes Rechteck 6">
            <a:extLst>
              <a:ext uri="{FF2B5EF4-FFF2-40B4-BE49-F238E27FC236}">
                <a16:creationId xmlns:a16="http://schemas.microsoft.com/office/drawing/2014/main" id="{5C8DEA9A-E5FC-C41D-76B1-0C503900D456}"/>
              </a:ext>
            </a:extLst>
          </p:cNvPr>
          <p:cNvSpPr/>
          <p:nvPr/>
        </p:nvSpPr>
        <p:spPr bwMode="auto">
          <a:xfrm>
            <a:off x="621029" y="5121839"/>
            <a:ext cx="1051560" cy="274320"/>
          </a:xfrm>
          <a:prstGeom prst="roundRect">
            <a:avLst/>
          </a:prstGeom>
          <a:gradFill>
            <a:gsLst>
              <a:gs pos="85000">
                <a:srgbClr val="FFFFFF"/>
              </a:gs>
              <a:gs pos="85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Houston, TX</a:t>
            </a:r>
            <a:endParaRPr kumimoji="0" lang="en-IN" sz="9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46" name="Oval 45">
            <a:extLst>
              <a:ext uri="{FF2B5EF4-FFF2-40B4-BE49-F238E27FC236}">
                <a16:creationId xmlns:a16="http://schemas.microsoft.com/office/drawing/2014/main" id="{89C84F8A-777F-6146-8BF4-7E941A39C339}"/>
              </a:ext>
            </a:extLst>
          </p:cNvPr>
          <p:cNvSpPr/>
          <p:nvPr/>
        </p:nvSpPr>
        <p:spPr>
          <a:xfrm>
            <a:off x="621029" y="5579361"/>
            <a:ext cx="274320" cy="272799"/>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ea typeface="+mn-ea"/>
                <a:cs typeface="+mn-cs"/>
              </a:rPr>
              <a:t>%</a:t>
            </a:r>
          </a:p>
        </p:txBody>
      </p:sp>
      <p:sp>
        <p:nvSpPr>
          <p:cNvPr id="47" name="Rectangle 46">
            <a:extLst>
              <a:ext uri="{FF2B5EF4-FFF2-40B4-BE49-F238E27FC236}">
                <a16:creationId xmlns:a16="http://schemas.microsoft.com/office/drawing/2014/main" id="{0B84FE34-88AF-AB6B-2FC2-AF07AAA5648C}"/>
              </a:ext>
            </a:extLst>
          </p:cNvPr>
          <p:cNvSpPr/>
          <p:nvPr/>
        </p:nvSpPr>
        <p:spPr>
          <a:xfrm>
            <a:off x="941069" y="5579039"/>
            <a:ext cx="1188720" cy="27432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chemeClr val="bg1"/>
                </a:solidFill>
                <a:effectLst/>
                <a:uLnTx/>
                <a:uFillTx/>
                <a:ea typeface="+mn-ea"/>
                <a:cs typeface="+mn-cs"/>
              </a:rPr>
              <a:t>Part-Time Efforts</a:t>
            </a:r>
          </a:p>
        </p:txBody>
      </p:sp>
      <p:sp>
        <p:nvSpPr>
          <p:cNvPr id="48" name="Abgerundetes Rechteck 6">
            <a:extLst>
              <a:ext uri="{FF2B5EF4-FFF2-40B4-BE49-F238E27FC236}">
                <a16:creationId xmlns:a16="http://schemas.microsoft.com/office/drawing/2014/main" id="{A62861C0-038F-CDF4-1775-CC6FA49ADDB3}"/>
              </a:ext>
            </a:extLst>
          </p:cNvPr>
          <p:cNvSpPr/>
          <p:nvPr/>
        </p:nvSpPr>
        <p:spPr bwMode="auto">
          <a:xfrm>
            <a:off x="2381248" y="5579039"/>
            <a:ext cx="1645920" cy="274320"/>
          </a:xfrm>
          <a:prstGeom prst="roundRect">
            <a:avLst/>
          </a:prstGeom>
          <a:solidFill>
            <a:schemeClr val="bg1"/>
          </a:solidFill>
          <a:ln w="6350" cap="flat" cmpd="sng" algn="ctr">
            <a:no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00" b="0" i="0" u="none" strike="noStrike" kern="0" cap="none" spc="0" normalizeH="0" baseline="0" noProof="0" dirty="0">
                <a:ln>
                  <a:noFill/>
                </a:ln>
                <a:effectLst/>
                <a:uLnTx/>
                <a:uFillTx/>
                <a:ea typeface="ヒラギノ角ゴ ProN W3" charset="0"/>
                <a:cs typeface="ヒラギノ角ゴ ProN W3" charset="0"/>
                <a:sym typeface="Gill Sans" charset="0"/>
              </a:rPr>
              <a:t>Role Interviewed / Open</a:t>
            </a:r>
            <a:endParaRPr kumimoji="0" lang="en-IN" sz="900" b="0" i="0" u="none" strike="noStrike" kern="0" cap="none" spc="0" normalizeH="0" baseline="0" noProof="0" dirty="0">
              <a:ln>
                <a:noFill/>
              </a:ln>
              <a:effectLst/>
              <a:uLnTx/>
              <a:uFillTx/>
              <a:ea typeface="+mn-ea"/>
              <a:cs typeface="+mn-cs"/>
              <a:sym typeface="Gill Sans" charset="0"/>
            </a:endParaRPr>
          </a:p>
        </p:txBody>
      </p:sp>
      <p:graphicFrame>
        <p:nvGraphicFramePr>
          <p:cNvPr id="49" name="Table 26">
            <a:extLst>
              <a:ext uri="{FF2B5EF4-FFF2-40B4-BE49-F238E27FC236}">
                <a16:creationId xmlns:a16="http://schemas.microsoft.com/office/drawing/2014/main" id="{25B5E4EC-80B8-0AD3-4626-BF4F80713F29}"/>
              </a:ext>
            </a:extLst>
          </p:cNvPr>
          <p:cNvGraphicFramePr>
            <a:graphicFrameLocks noGrp="1"/>
          </p:cNvGraphicFramePr>
          <p:nvPr>
            <p:custDataLst>
              <p:tags r:id="rId1"/>
            </p:custDataLst>
            <p:extLst>
              <p:ext uri="{D42A27DB-BD31-4B8C-83A1-F6EECF244321}">
                <p14:modId xmlns:p14="http://schemas.microsoft.com/office/powerpoint/2010/main" val="2293074462"/>
              </p:ext>
            </p:extLst>
          </p:nvPr>
        </p:nvGraphicFramePr>
        <p:xfrm>
          <a:off x="495299" y="1555679"/>
          <a:ext cx="3657600" cy="2606040"/>
        </p:xfrm>
        <a:graphic>
          <a:graphicData uri="http://schemas.openxmlformats.org/drawingml/2006/table">
            <a:tbl>
              <a:tblPr firstRow="1" bandRow="1"/>
              <a:tblGrid>
                <a:gridCol w="1371600">
                  <a:extLst>
                    <a:ext uri="{9D8B030D-6E8A-4147-A177-3AD203B41FA5}">
                      <a16:colId xmlns:a16="http://schemas.microsoft.com/office/drawing/2014/main" val="3241423994"/>
                    </a:ext>
                  </a:extLst>
                </a:gridCol>
                <a:gridCol w="1143000">
                  <a:extLst>
                    <a:ext uri="{9D8B030D-6E8A-4147-A177-3AD203B41FA5}">
                      <a16:colId xmlns:a16="http://schemas.microsoft.com/office/drawing/2014/main" val="2978932216"/>
                    </a:ext>
                  </a:extLst>
                </a:gridCol>
                <a:gridCol w="1143000">
                  <a:extLst>
                    <a:ext uri="{9D8B030D-6E8A-4147-A177-3AD203B41FA5}">
                      <a16:colId xmlns:a16="http://schemas.microsoft.com/office/drawing/2014/main" val="285730689"/>
                    </a:ext>
                  </a:extLst>
                </a:gridCol>
              </a:tblGrid>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000" b="1" dirty="0">
                          <a:solidFill>
                            <a:schemeClr val="tx1"/>
                          </a:solidFill>
                          <a:latin typeface="+mn-lt"/>
                        </a:rPr>
                        <a:t>Process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latin typeface="+mn-lt"/>
                        </a:rPr>
                        <a:t>Employee FTEs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latin typeface="+mn-lt"/>
                        </a:rPr>
                        <a:t>Contractor FTEs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46464"/>
                    </a:solidFill>
                  </a:tcPr>
                </a:tc>
                <a:extLst>
                  <a:ext uri="{0D108BD9-81ED-4DB2-BD59-A6C34878D82A}">
                    <a16:rowId xmlns:a16="http://schemas.microsoft.com/office/drawing/2014/main" val="2197712561"/>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r" defTabSz="914400" rtl="0" eaLnBrk="1" latinLnBrk="0" hangingPunct="1"/>
                      <a:r>
                        <a:rPr lang="en-US" sz="1000" b="0" i="1" kern="1200" dirty="0">
                          <a:solidFill>
                            <a:schemeClr val="bg1"/>
                          </a:solidFill>
                          <a:latin typeface="+mn-lt"/>
                          <a:ea typeface="+mn-ea"/>
                          <a:cs typeface="+mn-cs"/>
                        </a:rPr>
                        <a:t>Contract-to-Cash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020489718"/>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r"/>
                      <a:r>
                        <a:rPr lang="en-US" sz="1000" b="0" i="1" dirty="0">
                          <a:solidFill>
                            <a:schemeClr val="bg1"/>
                          </a:solidFill>
                          <a:latin typeface="+mn-lt"/>
                        </a:rPr>
                        <a:t>Source-to-Pay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92406894"/>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r"/>
                      <a:r>
                        <a:rPr lang="en-US" sz="1000" b="0" i="1" dirty="0">
                          <a:solidFill>
                            <a:schemeClr val="bg1"/>
                          </a:solidFill>
                          <a:latin typeface="+mn-lt"/>
                        </a:rPr>
                        <a:t>Record-to-Report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2536241088"/>
                  </a:ext>
                </a:extLst>
              </a:tr>
              <a:tr h="27432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algn="r"/>
                      <a:r>
                        <a:rPr lang="en-US" sz="1000" b="0" i="1" dirty="0">
                          <a:solidFill>
                            <a:schemeClr val="bg1"/>
                          </a:solidFill>
                          <a:latin typeface="+mn-lt"/>
                        </a:rPr>
                        <a:t>Planning &amp;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254927821"/>
                  </a:ext>
                </a:extLst>
              </a:tr>
              <a:tr h="27432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algn="r"/>
                      <a:r>
                        <a:rPr lang="en-US" sz="1000" b="0" i="1" dirty="0">
                          <a:solidFill>
                            <a:schemeClr val="bg1"/>
                          </a:solidFill>
                          <a:latin typeface="+mn-lt"/>
                        </a:rPr>
                        <a:t>Other 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932231"/>
                  </a:ext>
                </a:extLst>
              </a:tr>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r>
                        <a:rPr lang="en-US" sz="1000" b="1" kern="1200" dirty="0">
                          <a:solidFill>
                            <a:schemeClr val="tx1"/>
                          </a:solidFill>
                          <a:latin typeface="+mn-lt"/>
                          <a:ea typeface="+mn-ea"/>
                          <a:cs typeface="+mn-cs"/>
                        </a:rPr>
                        <a:t>Total Finance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14.0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324557504"/>
                  </a:ext>
                </a:extLst>
              </a:tr>
              <a:tr h="27432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r" defTabSz="914400" rtl="0" eaLnBrk="1" latinLnBrk="0" hangingPunct="1"/>
                      <a:r>
                        <a:rPr lang="en-US" sz="1000" i="1" kern="1200" dirty="0">
                          <a:solidFill>
                            <a:schemeClr val="bg1"/>
                          </a:solidFill>
                          <a:latin typeface="+mn-lt"/>
                          <a:ea typeface="+mn-ea"/>
                          <a:cs typeface="+mn-cs"/>
                        </a:rPr>
                        <a:t>Non-Finance</a:t>
                      </a:r>
                      <a:endParaRPr lang="en-US" sz="1000" i="1" kern="1200" baseline="30000" dirty="0">
                        <a:solidFill>
                          <a:schemeClr val="bg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kern="1200" noProof="0" dirty="0">
                          <a:solidFill>
                            <a:schemeClr val="bg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788141378"/>
                  </a:ext>
                </a:extLst>
              </a:tr>
              <a:tr h="3200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000" b="1" kern="1200" dirty="0">
                          <a:solidFill>
                            <a:schemeClr val="tx1"/>
                          </a:solidFill>
                          <a:latin typeface="+mn-lt"/>
                          <a:ea typeface="+mn-ea"/>
                          <a:cs typeface="+mn-cs"/>
                        </a:rPr>
                        <a:t>Total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14.0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kern="1200" noProof="0" dirty="0">
                          <a:solidFill>
                            <a:schemeClr val="tx1"/>
                          </a:solidFill>
                          <a:latin typeface="+mn-lt"/>
                          <a:ea typeface="+mn-ea"/>
                          <a:cs typeface="+mn-cs"/>
                        </a:rPr>
                        <a:t>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schemeClr>
                    </a:solidFill>
                  </a:tcPr>
                </a:tc>
                <a:extLst>
                  <a:ext uri="{0D108BD9-81ED-4DB2-BD59-A6C34878D82A}">
                    <a16:rowId xmlns:a16="http://schemas.microsoft.com/office/drawing/2014/main" val="188748436"/>
                  </a:ext>
                </a:extLst>
              </a:tr>
            </a:tbl>
          </a:graphicData>
        </a:graphic>
      </p:graphicFrame>
      <p:cxnSp>
        <p:nvCxnSpPr>
          <p:cNvPr id="121" name="Connector: Elbow 120">
            <a:extLst>
              <a:ext uri="{FF2B5EF4-FFF2-40B4-BE49-F238E27FC236}">
                <a16:creationId xmlns:a16="http://schemas.microsoft.com/office/drawing/2014/main" id="{6B0B4E65-F31E-CB04-EE36-EDE8B69A8C56}"/>
              </a:ext>
            </a:extLst>
          </p:cNvPr>
          <p:cNvCxnSpPr>
            <a:cxnSpLocks/>
            <a:stCxn id="112" idx="2"/>
            <a:endCxn id="73" idx="0"/>
          </p:cNvCxnSpPr>
          <p:nvPr/>
        </p:nvCxnSpPr>
        <p:spPr>
          <a:xfrm rot="5400000">
            <a:off x="6598783" y="1092335"/>
            <a:ext cx="366033" cy="2743196"/>
          </a:xfrm>
          <a:prstGeom prst="bentConnector3">
            <a:avLst>
              <a:gd name="adj1" fmla="val 5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747718-DB11-F9AC-21E2-B49534EE901E}"/>
              </a:ext>
            </a:extLst>
          </p:cNvPr>
          <p:cNvCxnSpPr>
            <a:cxnSpLocks/>
            <a:stCxn id="93" idx="2"/>
            <a:endCxn id="112" idx="0"/>
          </p:cNvCxnSpPr>
          <p:nvPr/>
        </p:nvCxnSpPr>
        <p:spPr>
          <a:xfrm>
            <a:off x="8153397" y="1457960"/>
            <a:ext cx="0" cy="365757"/>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92" name="Connector: Elbow 191">
            <a:extLst>
              <a:ext uri="{FF2B5EF4-FFF2-40B4-BE49-F238E27FC236}">
                <a16:creationId xmlns:a16="http://schemas.microsoft.com/office/drawing/2014/main" id="{CE04E28D-C435-0F09-CC38-F3BC2A5179B0}"/>
              </a:ext>
            </a:extLst>
          </p:cNvPr>
          <p:cNvCxnSpPr>
            <a:cxnSpLocks/>
            <a:stCxn id="112" idx="2"/>
            <a:endCxn id="95" idx="0"/>
          </p:cNvCxnSpPr>
          <p:nvPr/>
        </p:nvCxnSpPr>
        <p:spPr>
          <a:xfrm rot="16200000" flipH="1">
            <a:off x="9341983" y="1092331"/>
            <a:ext cx="366033" cy="2743204"/>
          </a:xfrm>
          <a:prstGeom prst="bentConnector3">
            <a:avLst>
              <a:gd name="adj1" fmla="val 5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95" name="Connector: Elbow 194">
            <a:extLst>
              <a:ext uri="{FF2B5EF4-FFF2-40B4-BE49-F238E27FC236}">
                <a16:creationId xmlns:a16="http://schemas.microsoft.com/office/drawing/2014/main" id="{A344629E-2F11-462D-D26B-D50205D3C73C}"/>
              </a:ext>
            </a:extLst>
          </p:cNvPr>
          <p:cNvCxnSpPr>
            <a:cxnSpLocks/>
            <a:stCxn id="112" idx="2"/>
            <a:endCxn id="57" idx="0"/>
          </p:cNvCxnSpPr>
          <p:nvPr/>
        </p:nvCxnSpPr>
        <p:spPr>
          <a:xfrm rot="16200000" flipH="1">
            <a:off x="8427583" y="2006731"/>
            <a:ext cx="366033" cy="914404"/>
          </a:xfrm>
          <a:prstGeom prst="bentConnector3">
            <a:avLst>
              <a:gd name="adj1" fmla="val 5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198" name="Connector: Elbow 197">
            <a:extLst>
              <a:ext uri="{FF2B5EF4-FFF2-40B4-BE49-F238E27FC236}">
                <a16:creationId xmlns:a16="http://schemas.microsoft.com/office/drawing/2014/main" id="{FBB7D405-2A3F-CBC9-0DC2-96C2C7C0534D}"/>
              </a:ext>
            </a:extLst>
          </p:cNvPr>
          <p:cNvCxnSpPr>
            <a:cxnSpLocks/>
            <a:stCxn id="112" idx="2"/>
            <a:endCxn id="96" idx="0"/>
          </p:cNvCxnSpPr>
          <p:nvPr/>
        </p:nvCxnSpPr>
        <p:spPr>
          <a:xfrm rot="5400000">
            <a:off x="7513183" y="2006735"/>
            <a:ext cx="366033" cy="914396"/>
          </a:xfrm>
          <a:prstGeom prst="bentConnector3">
            <a:avLst>
              <a:gd name="adj1" fmla="val 5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01" name="Connector: Elbow 200">
            <a:extLst>
              <a:ext uri="{FF2B5EF4-FFF2-40B4-BE49-F238E27FC236}">
                <a16:creationId xmlns:a16="http://schemas.microsoft.com/office/drawing/2014/main" id="{147C2641-27FF-CCDA-DA01-D1193600EBE3}"/>
              </a:ext>
            </a:extLst>
          </p:cNvPr>
          <p:cNvCxnSpPr>
            <a:cxnSpLocks/>
            <a:stCxn id="95" idx="3"/>
            <a:endCxn id="83" idx="3"/>
          </p:cNvCxnSpPr>
          <p:nvPr/>
        </p:nvCxnSpPr>
        <p:spPr>
          <a:xfrm>
            <a:off x="11696701" y="2875550"/>
            <a:ext cx="8" cy="826501"/>
          </a:xfrm>
          <a:prstGeom prst="bentConnector3">
            <a:avLst>
              <a:gd name="adj1" fmla="val 285760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05" name="Connector: Elbow 204">
            <a:extLst>
              <a:ext uri="{FF2B5EF4-FFF2-40B4-BE49-F238E27FC236}">
                <a16:creationId xmlns:a16="http://schemas.microsoft.com/office/drawing/2014/main" id="{6AE098D7-AEC9-4B94-6392-DA5C2E531D2C}"/>
              </a:ext>
            </a:extLst>
          </p:cNvPr>
          <p:cNvCxnSpPr>
            <a:cxnSpLocks/>
            <a:stCxn id="95" idx="3"/>
            <a:endCxn id="102" idx="3"/>
          </p:cNvCxnSpPr>
          <p:nvPr/>
        </p:nvCxnSpPr>
        <p:spPr>
          <a:xfrm flipH="1">
            <a:off x="11696698" y="2875550"/>
            <a:ext cx="3" cy="1645914"/>
          </a:xfrm>
          <a:prstGeom prst="bentConnector3">
            <a:avLst>
              <a:gd name="adj1" fmla="val -762000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08" name="Connector: Elbow 207">
            <a:extLst>
              <a:ext uri="{FF2B5EF4-FFF2-40B4-BE49-F238E27FC236}">
                <a16:creationId xmlns:a16="http://schemas.microsoft.com/office/drawing/2014/main" id="{9CE7809E-4DBC-4513-E558-C6A8F744AAEA}"/>
              </a:ext>
            </a:extLst>
          </p:cNvPr>
          <p:cNvCxnSpPr>
            <a:cxnSpLocks/>
            <a:stCxn id="95" idx="3"/>
            <a:endCxn id="103" idx="3"/>
          </p:cNvCxnSpPr>
          <p:nvPr/>
        </p:nvCxnSpPr>
        <p:spPr>
          <a:xfrm flipH="1">
            <a:off x="11696698" y="2875550"/>
            <a:ext cx="3" cy="2465327"/>
          </a:xfrm>
          <a:prstGeom prst="bentConnector3">
            <a:avLst>
              <a:gd name="adj1" fmla="val -7620000000"/>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02060A5E-1AB7-EEA2-C8F9-88D694B51102}"/>
              </a:ext>
            </a:extLst>
          </p:cNvPr>
          <p:cNvCxnSpPr>
            <a:cxnSpLocks/>
            <a:stCxn id="73" idx="2"/>
            <a:endCxn id="101" idx="0"/>
          </p:cNvCxnSpPr>
          <p:nvPr/>
        </p:nvCxnSpPr>
        <p:spPr>
          <a:xfrm>
            <a:off x="5410201" y="3104150"/>
            <a:ext cx="0" cy="365757"/>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14" name="Connector: Elbow 213">
            <a:extLst>
              <a:ext uri="{FF2B5EF4-FFF2-40B4-BE49-F238E27FC236}">
                <a16:creationId xmlns:a16="http://schemas.microsoft.com/office/drawing/2014/main" id="{4DB2FE7B-093E-CA67-1E1E-D5D7CBFD129D}"/>
              </a:ext>
            </a:extLst>
          </p:cNvPr>
          <p:cNvCxnSpPr>
            <a:cxnSpLocks/>
            <a:stCxn id="57" idx="2"/>
            <a:endCxn id="88" idx="3"/>
          </p:cNvCxnSpPr>
          <p:nvPr/>
        </p:nvCxnSpPr>
        <p:spPr>
          <a:xfrm rot="16200000" flipH="1">
            <a:off x="8758541" y="3413410"/>
            <a:ext cx="1418621" cy="800100"/>
          </a:xfrm>
          <a:prstGeom prst="bentConnector4">
            <a:avLst>
              <a:gd name="adj1" fmla="val 12848"/>
              <a:gd name="adj2" fmla="val 115079"/>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17" name="Connector: Elbow 216">
            <a:extLst>
              <a:ext uri="{FF2B5EF4-FFF2-40B4-BE49-F238E27FC236}">
                <a16:creationId xmlns:a16="http://schemas.microsoft.com/office/drawing/2014/main" id="{FCFED608-ECEE-8A83-0733-E78AAD143DF2}"/>
              </a:ext>
            </a:extLst>
          </p:cNvPr>
          <p:cNvCxnSpPr>
            <a:cxnSpLocks/>
            <a:stCxn id="57" idx="2"/>
            <a:endCxn id="68" idx="3"/>
          </p:cNvCxnSpPr>
          <p:nvPr/>
        </p:nvCxnSpPr>
        <p:spPr>
          <a:xfrm rot="16200000" flipH="1">
            <a:off x="8349488" y="3822463"/>
            <a:ext cx="2236727" cy="800100"/>
          </a:xfrm>
          <a:prstGeom prst="bentConnector4">
            <a:avLst>
              <a:gd name="adj1" fmla="val 8078"/>
              <a:gd name="adj2" fmla="val 114881"/>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20" name="Connector: Elbow 219">
            <a:extLst>
              <a:ext uri="{FF2B5EF4-FFF2-40B4-BE49-F238E27FC236}">
                <a16:creationId xmlns:a16="http://schemas.microsoft.com/office/drawing/2014/main" id="{7C310E9E-1FC3-D706-7DC0-7F05FF7CC7CD}"/>
              </a:ext>
            </a:extLst>
          </p:cNvPr>
          <p:cNvCxnSpPr>
            <a:cxnSpLocks/>
            <a:stCxn id="57" idx="2"/>
            <a:endCxn id="99" idx="3"/>
          </p:cNvCxnSpPr>
          <p:nvPr/>
        </p:nvCxnSpPr>
        <p:spPr>
          <a:xfrm rot="16200000" flipH="1">
            <a:off x="7940434" y="4231517"/>
            <a:ext cx="3054833" cy="800098"/>
          </a:xfrm>
          <a:prstGeom prst="bentConnector4">
            <a:avLst>
              <a:gd name="adj1" fmla="val 5931"/>
              <a:gd name="adj2" fmla="val 114882"/>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F327AA4D-358B-62E8-E557-6E3BCFE57240}"/>
              </a:ext>
            </a:extLst>
          </p:cNvPr>
          <p:cNvCxnSpPr>
            <a:cxnSpLocks/>
            <a:stCxn id="57" idx="2"/>
            <a:endCxn id="78" idx="0"/>
          </p:cNvCxnSpPr>
          <p:nvPr/>
        </p:nvCxnSpPr>
        <p:spPr>
          <a:xfrm>
            <a:off x="9067801" y="3104150"/>
            <a:ext cx="8" cy="369301"/>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637C1BAE-4056-5CFB-92A3-C141DB6A194E}"/>
              </a:ext>
            </a:extLst>
          </p:cNvPr>
          <p:cNvCxnSpPr>
            <a:cxnSpLocks/>
            <a:stCxn id="96" idx="2"/>
            <a:endCxn id="63" idx="0"/>
          </p:cNvCxnSpPr>
          <p:nvPr/>
        </p:nvCxnSpPr>
        <p:spPr>
          <a:xfrm>
            <a:off x="7239001" y="3104150"/>
            <a:ext cx="4" cy="365757"/>
          </a:xfrm>
          <a:prstGeom prst="line">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29" name="Connector: Elbow 228">
            <a:extLst>
              <a:ext uri="{FF2B5EF4-FFF2-40B4-BE49-F238E27FC236}">
                <a16:creationId xmlns:a16="http://schemas.microsoft.com/office/drawing/2014/main" id="{2E8F35F8-07F2-3016-0529-3D7E335F50F0}"/>
              </a:ext>
            </a:extLst>
          </p:cNvPr>
          <p:cNvCxnSpPr>
            <a:cxnSpLocks/>
            <a:stCxn id="96" idx="2"/>
            <a:endCxn id="100" idx="1"/>
          </p:cNvCxnSpPr>
          <p:nvPr/>
        </p:nvCxnSpPr>
        <p:spPr>
          <a:xfrm rot="5400000">
            <a:off x="6129639" y="3413408"/>
            <a:ext cx="1418621" cy="800104"/>
          </a:xfrm>
          <a:prstGeom prst="bentConnector4">
            <a:avLst>
              <a:gd name="adj1" fmla="val 13035"/>
              <a:gd name="adj2" fmla="val 114021"/>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3FDC2F93-73DF-F1FE-FFF0-4CE9C3C7580C}"/>
              </a:ext>
            </a:extLst>
          </p:cNvPr>
          <p:cNvCxnSpPr>
            <a:cxnSpLocks/>
            <a:stCxn id="96" idx="2"/>
            <a:endCxn id="104" idx="1"/>
          </p:cNvCxnSpPr>
          <p:nvPr/>
        </p:nvCxnSpPr>
        <p:spPr>
          <a:xfrm rot="5400000">
            <a:off x="5720586" y="3822461"/>
            <a:ext cx="2236727" cy="800104"/>
          </a:xfrm>
          <a:prstGeom prst="bentConnector4">
            <a:avLst>
              <a:gd name="adj1" fmla="val 8314"/>
              <a:gd name="adj2" fmla="val 114285"/>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37" name="Connector: Elbow 236">
            <a:extLst>
              <a:ext uri="{FF2B5EF4-FFF2-40B4-BE49-F238E27FC236}">
                <a16:creationId xmlns:a16="http://schemas.microsoft.com/office/drawing/2014/main" id="{C7C907D6-67DF-A835-5BD8-E3F08C12393B}"/>
              </a:ext>
            </a:extLst>
          </p:cNvPr>
          <p:cNvCxnSpPr>
            <a:cxnSpLocks/>
            <a:stCxn id="96" idx="2"/>
            <a:endCxn id="105" idx="1"/>
          </p:cNvCxnSpPr>
          <p:nvPr/>
        </p:nvCxnSpPr>
        <p:spPr>
          <a:xfrm rot="5400000">
            <a:off x="5311532" y="4231513"/>
            <a:ext cx="3054833" cy="800106"/>
          </a:xfrm>
          <a:prstGeom prst="bentConnector4">
            <a:avLst>
              <a:gd name="adj1" fmla="val 6036"/>
              <a:gd name="adj2" fmla="val 114549"/>
            </a:avLst>
          </a:prstGeom>
          <a:ln w="19050">
            <a:solidFill>
              <a:schemeClr val="tx1">
                <a:lumMod val="50000"/>
              </a:schemeClr>
            </a:solidFill>
            <a:tailEnd type="stealth"/>
          </a:ln>
        </p:spPr>
        <p:style>
          <a:lnRef idx="1">
            <a:schemeClr val="accent1"/>
          </a:lnRef>
          <a:fillRef idx="0">
            <a:schemeClr val="accent1"/>
          </a:fillRef>
          <a:effectRef idx="0">
            <a:schemeClr val="accent1"/>
          </a:effectRef>
          <a:fontRef idx="minor">
            <a:schemeClr val="tx1"/>
          </a:fontRef>
        </p:style>
      </p:cxnSp>
      <p:sp>
        <p:nvSpPr>
          <p:cNvPr id="93" name="Abgerundetes Rechteck 6">
            <a:extLst>
              <a:ext uri="{FF2B5EF4-FFF2-40B4-BE49-F238E27FC236}">
                <a16:creationId xmlns:a16="http://schemas.microsoft.com/office/drawing/2014/main" id="{8B88C412-16F5-4CC4-8688-B4F8152F0E62}"/>
              </a:ext>
            </a:extLst>
          </p:cNvPr>
          <p:cNvSpPr/>
          <p:nvPr/>
        </p:nvSpPr>
        <p:spPr bwMode="auto">
          <a:xfrm>
            <a:off x="7147557" y="1000760"/>
            <a:ext cx="2011680" cy="457200"/>
          </a:xfrm>
          <a:prstGeom prst="roundRect">
            <a:avLst/>
          </a:prstGeom>
          <a:solidFill>
            <a:schemeClr val="tx2"/>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ts val="300"/>
              </a:spcBef>
              <a:spcAft>
                <a:spcPct val="0"/>
              </a:spcAft>
              <a:buClrTx/>
              <a:buSzTx/>
              <a:buFontTx/>
              <a:buNone/>
              <a:tabLst/>
              <a:defRPr/>
            </a:pPr>
            <a:r>
              <a:rPr kumimoji="0" lang="it-IT" sz="1050" b="1" i="0" u="none" strike="noStrike" kern="0" cap="none" spc="0" normalizeH="0" baseline="0" noProof="0" dirty="0">
                <a:ln>
                  <a:noFill/>
                </a:ln>
                <a:solidFill>
                  <a:schemeClr val="bg1"/>
                </a:solidFill>
                <a:effectLst/>
                <a:uLnTx/>
                <a:uFillTx/>
                <a:ea typeface="ヒラギノ角ゴ ProN W3" charset="0"/>
                <a:cs typeface="ヒラギノ角ゴ ProN W3" charset="0"/>
                <a:sym typeface="Gill Sans" charset="0"/>
              </a:rPr>
              <a:t>James Bond</a:t>
            </a:r>
          </a:p>
          <a:p>
            <a:pPr marL="0" marR="0" lvl="0" indent="0" algn="ctr" defTabSz="642915" eaLnBrk="1" fontAlgn="base" latinLnBrk="0" hangingPunct="1">
              <a:lnSpc>
                <a:spcPct val="100000"/>
              </a:lnSpc>
              <a:spcBef>
                <a:spcPts val="300"/>
              </a:spcBef>
              <a:spcAft>
                <a:spcPct val="0"/>
              </a:spcAft>
              <a:buClrTx/>
              <a:buSzTx/>
              <a:buFontTx/>
              <a:buNone/>
              <a:tabLst/>
              <a:defRPr/>
            </a:pPr>
            <a:r>
              <a:rPr kumimoji="0" lang="it-IT" sz="800" i="0" u="none" strike="noStrike" kern="0" cap="none" spc="0" normalizeH="0" baseline="0" noProof="0" dirty="0">
                <a:ln>
                  <a:noFill/>
                </a:ln>
                <a:solidFill>
                  <a:schemeClr val="bg1"/>
                </a:solidFill>
                <a:effectLst/>
                <a:uLnTx/>
                <a:uFillTx/>
                <a:ea typeface="ヒラギノ角ゴ ProN W3" charset="0"/>
                <a:cs typeface="ヒラギノ角ゴ ProN W3" charset="0"/>
                <a:sym typeface="Gill Sans" charset="0"/>
              </a:rPr>
              <a:t>Head, Finance Shared Services (FSS)</a:t>
            </a:r>
          </a:p>
        </p:txBody>
      </p:sp>
      <p:grpSp>
        <p:nvGrpSpPr>
          <p:cNvPr id="303" name="Group 302">
            <a:extLst>
              <a:ext uri="{FF2B5EF4-FFF2-40B4-BE49-F238E27FC236}">
                <a16:creationId xmlns:a16="http://schemas.microsoft.com/office/drawing/2014/main" id="{43C4089E-605F-523C-9967-37AA5E045B0B}"/>
              </a:ext>
            </a:extLst>
          </p:cNvPr>
          <p:cNvGrpSpPr/>
          <p:nvPr/>
        </p:nvGrpSpPr>
        <p:grpSpPr>
          <a:xfrm>
            <a:off x="7353297" y="1823717"/>
            <a:ext cx="1600200" cy="529324"/>
            <a:chOff x="7353297" y="1823717"/>
            <a:chExt cx="1600200" cy="529324"/>
          </a:xfrm>
        </p:grpSpPr>
        <p:sp>
          <p:nvSpPr>
            <p:cNvPr id="112" name="Abgerundetes Rechteck 6">
              <a:extLst>
                <a:ext uri="{FF2B5EF4-FFF2-40B4-BE49-F238E27FC236}">
                  <a16:creationId xmlns:a16="http://schemas.microsoft.com/office/drawing/2014/main" id="{002BC456-3EE2-42EE-1015-9A93C12C2B1C}"/>
                </a:ext>
              </a:extLst>
            </p:cNvPr>
            <p:cNvSpPr/>
            <p:nvPr/>
          </p:nvSpPr>
          <p:spPr bwMode="auto">
            <a:xfrm>
              <a:off x="7353297" y="1823717"/>
              <a:ext cx="1600200" cy="45720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Kate Russo</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Principal Director, FSS</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89" name="Group 88">
              <a:extLst>
                <a:ext uri="{FF2B5EF4-FFF2-40B4-BE49-F238E27FC236}">
                  <a16:creationId xmlns:a16="http://schemas.microsoft.com/office/drawing/2014/main" id="{E0E3BA67-53DB-7A01-FC39-E92621CA7DEF}"/>
                </a:ext>
              </a:extLst>
            </p:cNvPr>
            <p:cNvGrpSpPr/>
            <p:nvPr/>
          </p:nvGrpSpPr>
          <p:grpSpPr>
            <a:xfrm>
              <a:off x="7696196" y="2215881"/>
              <a:ext cx="914400" cy="137160"/>
              <a:chOff x="5826662" y="2515199"/>
              <a:chExt cx="1830072" cy="137160"/>
            </a:xfrm>
          </p:grpSpPr>
          <p:sp>
            <p:nvSpPr>
              <p:cNvPr id="90" name="Rectangle 89">
                <a:extLst>
                  <a:ext uri="{FF2B5EF4-FFF2-40B4-BE49-F238E27FC236}">
                    <a16:creationId xmlns:a16="http://schemas.microsoft.com/office/drawing/2014/main" id="{DDD76D61-F5B4-663C-0E00-5D0A6F8A60E6}"/>
                  </a:ext>
                </a:extLst>
              </p:cNvPr>
              <p:cNvSpPr/>
              <p:nvPr/>
            </p:nvSpPr>
            <p:spPr>
              <a:xfrm>
                <a:off x="5826662" y="2515199"/>
                <a:ext cx="1647065"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90%</a:t>
                </a:r>
              </a:p>
            </p:txBody>
          </p:sp>
          <p:sp>
            <p:nvSpPr>
              <p:cNvPr id="91" name="Rectangle 90">
                <a:extLst>
                  <a:ext uri="{FF2B5EF4-FFF2-40B4-BE49-F238E27FC236}">
                    <a16:creationId xmlns:a16="http://schemas.microsoft.com/office/drawing/2014/main" id="{5A91FDB9-4195-3675-2ADD-BC6DE48B835E}"/>
                  </a:ext>
                </a:extLst>
              </p:cNvPr>
              <p:cNvSpPr/>
              <p:nvPr/>
            </p:nvSpPr>
            <p:spPr>
              <a:xfrm>
                <a:off x="7473727" y="2515199"/>
                <a:ext cx="183007" cy="13716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a:t>
                </a:r>
              </a:p>
            </p:txBody>
          </p:sp>
        </p:grpSp>
      </p:grpSp>
      <p:grpSp>
        <p:nvGrpSpPr>
          <p:cNvPr id="304" name="Group 303">
            <a:extLst>
              <a:ext uri="{FF2B5EF4-FFF2-40B4-BE49-F238E27FC236}">
                <a16:creationId xmlns:a16="http://schemas.microsoft.com/office/drawing/2014/main" id="{2B786F09-DD5E-A5A5-51B6-137D6DC085C7}"/>
              </a:ext>
            </a:extLst>
          </p:cNvPr>
          <p:cNvGrpSpPr/>
          <p:nvPr/>
        </p:nvGrpSpPr>
        <p:grpSpPr>
          <a:xfrm>
            <a:off x="8267701" y="2646950"/>
            <a:ext cx="1600200" cy="525503"/>
            <a:chOff x="8267701" y="2646950"/>
            <a:chExt cx="1600200" cy="525503"/>
          </a:xfrm>
        </p:grpSpPr>
        <p:sp>
          <p:nvSpPr>
            <p:cNvPr id="57" name="Abgerundetes Rechteck 6">
              <a:extLst>
                <a:ext uri="{FF2B5EF4-FFF2-40B4-BE49-F238E27FC236}">
                  <a16:creationId xmlns:a16="http://schemas.microsoft.com/office/drawing/2014/main" id="{53892C4F-A1A6-4305-3C8B-DDFDE292280C}"/>
                </a:ext>
              </a:extLst>
            </p:cNvPr>
            <p:cNvSpPr/>
            <p:nvPr/>
          </p:nvSpPr>
          <p:spPr bwMode="auto">
            <a:xfrm>
              <a:off x="8267701" y="2646950"/>
              <a:ext cx="1600200" cy="45720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Frankie Cowan</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Director, Accounting</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grpSp>
          <p:nvGrpSpPr>
            <p:cNvPr id="291" name="Group 290">
              <a:extLst>
                <a:ext uri="{FF2B5EF4-FFF2-40B4-BE49-F238E27FC236}">
                  <a16:creationId xmlns:a16="http://schemas.microsoft.com/office/drawing/2014/main" id="{E26C1160-D3EB-7788-79F7-F742E39523C9}"/>
                </a:ext>
              </a:extLst>
            </p:cNvPr>
            <p:cNvGrpSpPr/>
            <p:nvPr/>
          </p:nvGrpSpPr>
          <p:grpSpPr>
            <a:xfrm>
              <a:off x="8610591" y="3035293"/>
              <a:ext cx="914400" cy="137160"/>
              <a:chOff x="5826662" y="2515199"/>
              <a:chExt cx="1830072" cy="137160"/>
            </a:xfrm>
          </p:grpSpPr>
          <p:sp>
            <p:nvSpPr>
              <p:cNvPr id="292" name="Rectangle 291">
                <a:extLst>
                  <a:ext uri="{FF2B5EF4-FFF2-40B4-BE49-F238E27FC236}">
                    <a16:creationId xmlns:a16="http://schemas.microsoft.com/office/drawing/2014/main" id="{B602987A-711D-F0C9-B27E-F3028293CD4E}"/>
                  </a:ext>
                </a:extLst>
              </p:cNvPr>
              <p:cNvSpPr/>
              <p:nvPr/>
            </p:nvSpPr>
            <p:spPr>
              <a:xfrm>
                <a:off x="5826662" y="2515199"/>
                <a:ext cx="549022"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dirty="0">
                    <a:solidFill>
                      <a:schemeClr val="bg1"/>
                    </a:solidFill>
                  </a:rPr>
                  <a:t>3</a:t>
                </a:r>
                <a:r>
                  <a:rPr kumimoji="0" lang="en-US" sz="600" b="0" i="0" u="none" strike="noStrike" kern="1200" cap="none" spc="0" normalizeH="0" baseline="0" noProof="0" dirty="0">
                    <a:ln>
                      <a:noFill/>
                    </a:ln>
                    <a:solidFill>
                      <a:schemeClr val="bg1"/>
                    </a:solidFill>
                    <a:effectLst/>
                    <a:uLnTx/>
                    <a:uFillTx/>
                    <a:ea typeface="+mn-ea"/>
                    <a:cs typeface="+mn-cs"/>
                  </a:rPr>
                  <a:t>0%</a:t>
                </a:r>
              </a:p>
            </p:txBody>
          </p:sp>
          <p:sp>
            <p:nvSpPr>
              <p:cNvPr id="293" name="Rectangle 292">
                <a:extLst>
                  <a:ext uri="{FF2B5EF4-FFF2-40B4-BE49-F238E27FC236}">
                    <a16:creationId xmlns:a16="http://schemas.microsoft.com/office/drawing/2014/main" id="{CB7ED1C8-AFD4-AD5E-AFC7-13402DD6F287}"/>
                  </a:ext>
                </a:extLst>
              </p:cNvPr>
              <p:cNvSpPr/>
              <p:nvPr/>
            </p:nvSpPr>
            <p:spPr>
              <a:xfrm>
                <a:off x="6375684" y="2515199"/>
                <a:ext cx="1281050" cy="13716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70%</a:t>
                </a:r>
              </a:p>
            </p:txBody>
          </p:sp>
        </p:grpSp>
      </p:grpSp>
      <p:grpSp>
        <p:nvGrpSpPr>
          <p:cNvPr id="305" name="Group 304">
            <a:extLst>
              <a:ext uri="{FF2B5EF4-FFF2-40B4-BE49-F238E27FC236}">
                <a16:creationId xmlns:a16="http://schemas.microsoft.com/office/drawing/2014/main" id="{A7DC23C8-1D32-2E4B-553D-99D1F1A36CE4}"/>
              </a:ext>
            </a:extLst>
          </p:cNvPr>
          <p:cNvGrpSpPr/>
          <p:nvPr/>
        </p:nvGrpSpPr>
        <p:grpSpPr>
          <a:xfrm>
            <a:off x="8267709" y="3473451"/>
            <a:ext cx="1600200" cy="528394"/>
            <a:chOff x="8267709" y="3473451"/>
            <a:chExt cx="1600200" cy="528394"/>
          </a:xfrm>
        </p:grpSpPr>
        <p:sp>
          <p:nvSpPr>
            <p:cNvPr id="78" name="Abgerundetes Rechteck 6">
              <a:extLst>
                <a:ext uri="{FF2B5EF4-FFF2-40B4-BE49-F238E27FC236}">
                  <a16:creationId xmlns:a16="http://schemas.microsoft.com/office/drawing/2014/main" id="{AA374390-5358-4289-C11F-4484A139D527}"/>
                </a:ext>
              </a:extLst>
            </p:cNvPr>
            <p:cNvSpPr/>
            <p:nvPr/>
          </p:nvSpPr>
          <p:spPr bwMode="auto">
            <a:xfrm>
              <a:off x="8267709" y="3473451"/>
              <a:ext cx="1600200" cy="45720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Ted Simms</a:t>
              </a:r>
            </a:p>
            <a:p>
              <a:pPr lvl="0" algn="ctr" defTabSz="642915" fontAlgn="base">
                <a:spcBef>
                  <a:spcPct val="0"/>
                </a:spcBef>
                <a:spcAft>
                  <a:spcPct val="0"/>
                </a:spcAft>
                <a:defRPr/>
              </a:pPr>
              <a:r>
                <a:rPr lang="it-IT" sz="800" kern="0" dirty="0">
                  <a:solidFill>
                    <a:srgbClr val="000000"/>
                  </a:solidFill>
                  <a:sym typeface="Gill Sans" charset="0"/>
                </a:rPr>
                <a:t>Senior Accountant</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296" name="Rectangle 295">
              <a:extLst>
                <a:ext uri="{FF2B5EF4-FFF2-40B4-BE49-F238E27FC236}">
                  <a16:creationId xmlns:a16="http://schemas.microsoft.com/office/drawing/2014/main" id="{8470D7DF-B1A8-AF15-C29E-9FC4ECB5BE6B}"/>
                </a:ext>
              </a:extLst>
            </p:cNvPr>
            <p:cNvSpPr/>
            <p:nvPr/>
          </p:nvSpPr>
          <p:spPr>
            <a:xfrm>
              <a:off x="8610591" y="3864685"/>
              <a:ext cx="914400" cy="13716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08" name="Group 307">
            <a:extLst>
              <a:ext uri="{FF2B5EF4-FFF2-40B4-BE49-F238E27FC236}">
                <a16:creationId xmlns:a16="http://schemas.microsoft.com/office/drawing/2014/main" id="{601E3E3E-8510-8122-8001-5B3CCB79847A}"/>
              </a:ext>
            </a:extLst>
          </p:cNvPr>
          <p:cNvGrpSpPr/>
          <p:nvPr/>
        </p:nvGrpSpPr>
        <p:grpSpPr>
          <a:xfrm>
            <a:off x="4610101" y="3469907"/>
            <a:ext cx="1600200" cy="525780"/>
            <a:chOff x="4610101" y="3469907"/>
            <a:chExt cx="1600200" cy="525780"/>
          </a:xfrm>
        </p:grpSpPr>
        <p:sp>
          <p:nvSpPr>
            <p:cNvPr id="101" name="Abgerundetes Rechteck 6">
              <a:extLst>
                <a:ext uri="{FF2B5EF4-FFF2-40B4-BE49-F238E27FC236}">
                  <a16:creationId xmlns:a16="http://schemas.microsoft.com/office/drawing/2014/main" id="{1A8F26DA-8EA6-A7B0-5691-BFB658522C67}"/>
                </a:ext>
              </a:extLst>
            </p:cNvPr>
            <p:cNvSpPr/>
            <p:nvPr/>
          </p:nvSpPr>
          <p:spPr bwMode="auto">
            <a:xfrm>
              <a:off x="4610101" y="3469907"/>
              <a:ext cx="1600200" cy="457200"/>
            </a:xfrm>
            <a:prstGeom prst="roundRect">
              <a:avLst/>
            </a:prstGeom>
            <a:solidFill>
              <a:schemeClr val="tx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642915" fontAlgn="base">
                <a:spcBef>
                  <a:spcPct val="0"/>
                </a:spcBef>
                <a:spcAft>
                  <a:spcPct val="0"/>
                </a:spcAft>
              </a:pPr>
              <a:r>
                <a:rPr lang="it-IT" sz="1050" b="1" kern="0" dirty="0">
                  <a:solidFill>
                    <a:srgbClr val="000000"/>
                  </a:solidFill>
                  <a:sym typeface="Gill Sans" charset="0"/>
                </a:rPr>
                <a:t>Kirk Maxwell</a:t>
              </a:r>
            </a:p>
            <a:p>
              <a:pPr algn="ctr" defTabSz="642915" fontAlgn="base">
                <a:spcBef>
                  <a:spcPct val="0"/>
                </a:spcBef>
                <a:spcAft>
                  <a:spcPct val="0"/>
                </a:spcAft>
              </a:pPr>
              <a:r>
                <a:rPr lang="it-IT" sz="800" kern="0" dirty="0">
                  <a:solidFill>
                    <a:srgbClr val="000000"/>
                  </a:solidFill>
                  <a:sym typeface="Gill Sans" charset="0"/>
                </a:rPr>
                <a:t>Contractor</a:t>
              </a:r>
              <a:endParaRPr lang="en-IN" sz="1050" kern="0" dirty="0">
                <a:solidFill>
                  <a:srgbClr val="000000"/>
                </a:solidFill>
                <a:sym typeface="Gill Sans" charset="0"/>
              </a:endParaRPr>
            </a:p>
          </p:txBody>
        </p:sp>
        <p:sp>
          <p:nvSpPr>
            <p:cNvPr id="297" name="Rectangle 296">
              <a:extLst>
                <a:ext uri="{FF2B5EF4-FFF2-40B4-BE49-F238E27FC236}">
                  <a16:creationId xmlns:a16="http://schemas.microsoft.com/office/drawing/2014/main" id="{0E822769-2018-8660-03A1-73235A168C5A}"/>
                </a:ext>
              </a:extLst>
            </p:cNvPr>
            <p:cNvSpPr/>
            <p:nvPr/>
          </p:nvSpPr>
          <p:spPr>
            <a:xfrm>
              <a:off x="4952993" y="3858527"/>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10" name="Group 309">
            <a:extLst>
              <a:ext uri="{FF2B5EF4-FFF2-40B4-BE49-F238E27FC236}">
                <a16:creationId xmlns:a16="http://schemas.microsoft.com/office/drawing/2014/main" id="{0D8186E4-1547-7D3F-797B-7F812B31432D}"/>
              </a:ext>
            </a:extLst>
          </p:cNvPr>
          <p:cNvGrpSpPr/>
          <p:nvPr/>
        </p:nvGrpSpPr>
        <p:grpSpPr>
          <a:xfrm>
            <a:off x="4610101" y="2646950"/>
            <a:ext cx="1600200" cy="525503"/>
            <a:chOff x="4610101" y="2646950"/>
            <a:chExt cx="1600200" cy="525503"/>
          </a:xfrm>
        </p:grpSpPr>
        <p:sp>
          <p:nvSpPr>
            <p:cNvPr id="73" name="Abgerundetes Rechteck 6">
              <a:extLst>
                <a:ext uri="{FF2B5EF4-FFF2-40B4-BE49-F238E27FC236}">
                  <a16:creationId xmlns:a16="http://schemas.microsoft.com/office/drawing/2014/main" id="{D6C8D02F-9A71-5C24-4B64-D74EA17AF31E}"/>
                </a:ext>
              </a:extLst>
            </p:cNvPr>
            <p:cNvSpPr/>
            <p:nvPr/>
          </p:nvSpPr>
          <p:spPr bwMode="auto">
            <a:xfrm>
              <a:off x="4610101" y="2646950"/>
              <a:ext cx="1600200" cy="457200"/>
            </a:xfrm>
            <a:prstGeom prst="roundRect">
              <a:avLst/>
            </a:prstGeom>
            <a:solidFill>
              <a:schemeClr val="bg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effectLst/>
                  <a:uLnTx/>
                  <a:uFillTx/>
                  <a:ea typeface="ヒラギノ角ゴ ProN W3" charset="0"/>
                  <a:cs typeface="ヒラギノ角ゴ ProN W3" charset="0"/>
                  <a:sym typeface="Gill Sans" charset="0"/>
                </a:rPr>
                <a:t>Open Role</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ym typeface="Gill Sans" charset="0"/>
                </a:rPr>
                <a:t>Director</a:t>
              </a:r>
              <a:endParaRPr kumimoji="0" lang="en-IN" sz="800" b="0" i="0" u="none" strike="noStrike" kern="0" cap="none" spc="0" normalizeH="0" baseline="0" noProof="0" dirty="0">
                <a:ln>
                  <a:noFill/>
                </a:ln>
                <a:effectLst/>
                <a:uLnTx/>
                <a:uFillTx/>
                <a:ea typeface="+mn-ea"/>
                <a:cs typeface="+mn-cs"/>
                <a:sym typeface="Gill Sans" charset="0"/>
              </a:endParaRPr>
            </a:p>
          </p:txBody>
        </p:sp>
        <p:sp>
          <p:nvSpPr>
            <p:cNvPr id="309" name="Rectangle 308">
              <a:extLst>
                <a:ext uri="{FF2B5EF4-FFF2-40B4-BE49-F238E27FC236}">
                  <a16:creationId xmlns:a16="http://schemas.microsoft.com/office/drawing/2014/main" id="{4F3FB0AD-7477-6D13-494C-F3084A530A83}"/>
                </a:ext>
              </a:extLst>
            </p:cNvPr>
            <p:cNvSpPr/>
            <p:nvPr/>
          </p:nvSpPr>
          <p:spPr>
            <a:xfrm>
              <a:off x="4952991" y="3035293"/>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12" name="Group 311">
            <a:extLst>
              <a:ext uri="{FF2B5EF4-FFF2-40B4-BE49-F238E27FC236}">
                <a16:creationId xmlns:a16="http://schemas.microsoft.com/office/drawing/2014/main" id="{8001C2A1-DA4E-F0FF-CFD2-AD62463722B5}"/>
              </a:ext>
            </a:extLst>
          </p:cNvPr>
          <p:cNvGrpSpPr/>
          <p:nvPr/>
        </p:nvGrpSpPr>
        <p:grpSpPr>
          <a:xfrm>
            <a:off x="6438901" y="2646950"/>
            <a:ext cx="1600200" cy="525503"/>
            <a:chOff x="6438901" y="2646950"/>
            <a:chExt cx="1600200" cy="525503"/>
          </a:xfrm>
        </p:grpSpPr>
        <p:sp>
          <p:nvSpPr>
            <p:cNvPr id="96" name="Abgerundetes Rechteck 6">
              <a:extLst>
                <a:ext uri="{FF2B5EF4-FFF2-40B4-BE49-F238E27FC236}">
                  <a16:creationId xmlns:a16="http://schemas.microsoft.com/office/drawing/2014/main" id="{D3EB1C79-C574-6A85-3C03-9D570A40B4B7}"/>
                </a:ext>
              </a:extLst>
            </p:cNvPr>
            <p:cNvSpPr/>
            <p:nvPr/>
          </p:nvSpPr>
          <p:spPr bwMode="auto">
            <a:xfrm>
              <a:off x="6438901" y="2646950"/>
              <a:ext cx="1600200" cy="45720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050" b="1" kern="0" dirty="0">
                  <a:solidFill>
                    <a:srgbClr val="000000"/>
                  </a:solidFill>
                  <a:ea typeface="ヒラギノ角ゴ ProN W3" charset="0"/>
                  <a:cs typeface="ヒラギノ角ゴ ProN W3" charset="0"/>
                  <a:sym typeface="Gill Sans" charset="0"/>
                </a:rPr>
                <a:t>Erica Morse</a:t>
              </a:r>
              <a:endPar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Director, Accounting</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11" name="Rectangle 310">
              <a:extLst>
                <a:ext uri="{FF2B5EF4-FFF2-40B4-BE49-F238E27FC236}">
                  <a16:creationId xmlns:a16="http://schemas.microsoft.com/office/drawing/2014/main" id="{5D29901C-CE56-25F6-BBDA-9E7AC3741E0E}"/>
                </a:ext>
              </a:extLst>
            </p:cNvPr>
            <p:cNvSpPr/>
            <p:nvPr/>
          </p:nvSpPr>
          <p:spPr>
            <a:xfrm>
              <a:off x="6781788" y="3035293"/>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14" name="Group 313">
            <a:extLst>
              <a:ext uri="{FF2B5EF4-FFF2-40B4-BE49-F238E27FC236}">
                <a16:creationId xmlns:a16="http://schemas.microsoft.com/office/drawing/2014/main" id="{A25972D8-A6F5-D010-D4AC-67DF4F2B29FF}"/>
              </a:ext>
            </a:extLst>
          </p:cNvPr>
          <p:cNvGrpSpPr/>
          <p:nvPr/>
        </p:nvGrpSpPr>
        <p:grpSpPr>
          <a:xfrm>
            <a:off x="6438905" y="3469907"/>
            <a:ext cx="1600200" cy="525503"/>
            <a:chOff x="6438905" y="3469907"/>
            <a:chExt cx="1600200" cy="525503"/>
          </a:xfrm>
        </p:grpSpPr>
        <p:sp>
          <p:nvSpPr>
            <p:cNvPr id="63" name="Abgerundetes Rechteck 6">
              <a:extLst>
                <a:ext uri="{FF2B5EF4-FFF2-40B4-BE49-F238E27FC236}">
                  <a16:creationId xmlns:a16="http://schemas.microsoft.com/office/drawing/2014/main" id="{BD856A9E-BB2D-1A67-CB33-B83FFC312CD6}"/>
                </a:ext>
              </a:extLst>
            </p:cNvPr>
            <p:cNvSpPr/>
            <p:nvPr/>
          </p:nvSpPr>
          <p:spPr bwMode="auto">
            <a:xfrm>
              <a:off x="6438905" y="3469907"/>
              <a:ext cx="1600200" cy="45720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Kenneth Baldwin</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Senior Accountant</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13" name="Rectangle 312">
              <a:extLst>
                <a:ext uri="{FF2B5EF4-FFF2-40B4-BE49-F238E27FC236}">
                  <a16:creationId xmlns:a16="http://schemas.microsoft.com/office/drawing/2014/main" id="{F61CA45A-52C7-FD21-918E-F930318887D3}"/>
                </a:ext>
              </a:extLst>
            </p:cNvPr>
            <p:cNvSpPr/>
            <p:nvPr/>
          </p:nvSpPr>
          <p:spPr>
            <a:xfrm>
              <a:off x="6781782" y="3858250"/>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16" name="Group 315">
            <a:extLst>
              <a:ext uri="{FF2B5EF4-FFF2-40B4-BE49-F238E27FC236}">
                <a16:creationId xmlns:a16="http://schemas.microsoft.com/office/drawing/2014/main" id="{8681C810-7D5F-F37A-A76E-480DBF8653A5}"/>
              </a:ext>
            </a:extLst>
          </p:cNvPr>
          <p:cNvGrpSpPr/>
          <p:nvPr/>
        </p:nvGrpSpPr>
        <p:grpSpPr>
          <a:xfrm>
            <a:off x="6438897" y="4294171"/>
            <a:ext cx="1600200" cy="527361"/>
            <a:chOff x="6438897" y="4294171"/>
            <a:chExt cx="1600200" cy="527361"/>
          </a:xfrm>
        </p:grpSpPr>
        <p:sp>
          <p:nvSpPr>
            <p:cNvPr id="100" name="Abgerundetes Rechteck 6">
              <a:extLst>
                <a:ext uri="{FF2B5EF4-FFF2-40B4-BE49-F238E27FC236}">
                  <a16:creationId xmlns:a16="http://schemas.microsoft.com/office/drawing/2014/main" id="{424A85AF-F5AB-92ED-4847-19448F69A272}"/>
                </a:ext>
              </a:extLst>
            </p:cNvPr>
            <p:cNvSpPr/>
            <p:nvPr/>
          </p:nvSpPr>
          <p:spPr bwMode="auto">
            <a:xfrm>
              <a:off x="6438897" y="4294171"/>
              <a:ext cx="1600200" cy="45720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Joni Jennings</a:t>
              </a:r>
            </a:p>
            <a:p>
              <a:pPr lvl="0" algn="ctr" defTabSz="642915" fontAlgn="base">
                <a:spcBef>
                  <a:spcPct val="0"/>
                </a:spcBef>
                <a:spcAft>
                  <a:spcPct val="0"/>
                </a:spcAft>
                <a:defRPr/>
              </a:pPr>
              <a:r>
                <a:rPr lang="it-IT" sz="800" kern="0" dirty="0">
                  <a:solidFill>
                    <a:srgbClr val="000000"/>
                  </a:solidFill>
                  <a:sym typeface="Gill Sans" charset="0"/>
                </a:rPr>
                <a:t>Senior Accountant</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15" name="Rectangle 314">
              <a:extLst>
                <a:ext uri="{FF2B5EF4-FFF2-40B4-BE49-F238E27FC236}">
                  <a16:creationId xmlns:a16="http://schemas.microsoft.com/office/drawing/2014/main" id="{0880ED21-3404-F51E-DF30-CEA7FB9326F2}"/>
                </a:ext>
              </a:extLst>
            </p:cNvPr>
            <p:cNvSpPr/>
            <p:nvPr/>
          </p:nvSpPr>
          <p:spPr>
            <a:xfrm>
              <a:off x="6781782" y="4684372"/>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18" name="Group 317">
            <a:extLst>
              <a:ext uri="{FF2B5EF4-FFF2-40B4-BE49-F238E27FC236}">
                <a16:creationId xmlns:a16="http://schemas.microsoft.com/office/drawing/2014/main" id="{91B10462-5166-9053-FDD3-655929F71ABE}"/>
              </a:ext>
            </a:extLst>
          </p:cNvPr>
          <p:cNvGrpSpPr/>
          <p:nvPr/>
        </p:nvGrpSpPr>
        <p:grpSpPr>
          <a:xfrm>
            <a:off x="6438897" y="5112277"/>
            <a:ext cx="1600200" cy="523353"/>
            <a:chOff x="6438897" y="5112277"/>
            <a:chExt cx="1600200" cy="523353"/>
          </a:xfrm>
        </p:grpSpPr>
        <p:sp>
          <p:nvSpPr>
            <p:cNvPr id="104" name="Abgerundetes Rechteck 6">
              <a:extLst>
                <a:ext uri="{FF2B5EF4-FFF2-40B4-BE49-F238E27FC236}">
                  <a16:creationId xmlns:a16="http://schemas.microsoft.com/office/drawing/2014/main" id="{C62A3F54-CBE9-0740-92BA-38451D8AFE17}"/>
                </a:ext>
              </a:extLst>
            </p:cNvPr>
            <p:cNvSpPr/>
            <p:nvPr/>
          </p:nvSpPr>
          <p:spPr bwMode="auto">
            <a:xfrm>
              <a:off x="6438897" y="5112277"/>
              <a:ext cx="1600200" cy="457200"/>
            </a:xfrm>
            <a:prstGeom prst="roundRect">
              <a:avLst/>
            </a:prstGeom>
            <a:solidFill>
              <a:schemeClr val="tx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Kay Arroyo</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Contractor</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17" name="Rectangle 316">
              <a:extLst>
                <a:ext uri="{FF2B5EF4-FFF2-40B4-BE49-F238E27FC236}">
                  <a16:creationId xmlns:a16="http://schemas.microsoft.com/office/drawing/2014/main" id="{82CF7DBC-77EF-CCFE-9D7C-C50C694E274A}"/>
                </a:ext>
              </a:extLst>
            </p:cNvPr>
            <p:cNvSpPr/>
            <p:nvPr/>
          </p:nvSpPr>
          <p:spPr>
            <a:xfrm>
              <a:off x="6781782" y="5498470"/>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20" name="Group 319">
            <a:extLst>
              <a:ext uri="{FF2B5EF4-FFF2-40B4-BE49-F238E27FC236}">
                <a16:creationId xmlns:a16="http://schemas.microsoft.com/office/drawing/2014/main" id="{CF8D8276-E586-4E13-9E93-B7DB7DC4CB34}"/>
              </a:ext>
            </a:extLst>
          </p:cNvPr>
          <p:cNvGrpSpPr/>
          <p:nvPr/>
        </p:nvGrpSpPr>
        <p:grpSpPr>
          <a:xfrm>
            <a:off x="6438895" y="5930383"/>
            <a:ext cx="1600200" cy="526054"/>
            <a:chOff x="6438895" y="5930383"/>
            <a:chExt cx="1600200" cy="526054"/>
          </a:xfrm>
        </p:grpSpPr>
        <p:sp>
          <p:nvSpPr>
            <p:cNvPr id="105" name="Abgerundetes Rechteck 6">
              <a:extLst>
                <a:ext uri="{FF2B5EF4-FFF2-40B4-BE49-F238E27FC236}">
                  <a16:creationId xmlns:a16="http://schemas.microsoft.com/office/drawing/2014/main" id="{1E72B974-3293-0E24-8DAB-0EB61C32A045}"/>
                </a:ext>
              </a:extLst>
            </p:cNvPr>
            <p:cNvSpPr/>
            <p:nvPr/>
          </p:nvSpPr>
          <p:spPr bwMode="auto">
            <a:xfrm>
              <a:off x="6438895" y="5930383"/>
              <a:ext cx="1600200" cy="457200"/>
            </a:xfrm>
            <a:prstGeom prst="roundRect">
              <a:avLst/>
            </a:prstGeom>
            <a:gradFill>
              <a:gsLst>
                <a:gs pos="90000">
                  <a:srgbClr val="FFFFFF"/>
                </a:gs>
                <a:gs pos="90000">
                  <a:schemeClr val="accent1"/>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050" b="1" kern="0" dirty="0">
                  <a:solidFill>
                    <a:srgbClr val="000000"/>
                  </a:solidFill>
                  <a:ea typeface="ヒラギノ角ゴ ProN W3" charset="0"/>
                  <a:cs typeface="ヒラギノ角ゴ ProN W3" charset="0"/>
                  <a:sym typeface="Gill Sans" charset="0"/>
                </a:rPr>
                <a:t>Irene Meyer</a:t>
              </a:r>
              <a:endPar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Accountant</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19" name="Rectangle 318">
              <a:extLst>
                <a:ext uri="{FF2B5EF4-FFF2-40B4-BE49-F238E27FC236}">
                  <a16:creationId xmlns:a16="http://schemas.microsoft.com/office/drawing/2014/main" id="{7E8AE0D0-489C-1154-ABC7-86688370230B}"/>
                </a:ext>
              </a:extLst>
            </p:cNvPr>
            <p:cNvSpPr/>
            <p:nvPr/>
          </p:nvSpPr>
          <p:spPr>
            <a:xfrm>
              <a:off x="6781782" y="6319277"/>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22" name="Group 321">
            <a:extLst>
              <a:ext uri="{FF2B5EF4-FFF2-40B4-BE49-F238E27FC236}">
                <a16:creationId xmlns:a16="http://schemas.microsoft.com/office/drawing/2014/main" id="{B33835C6-5E6A-F2D9-7864-4717C43CC276}"/>
              </a:ext>
            </a:extLst>
          </p:cNvPr>
          <p:cNvGrpSpPr/>
          <p:nvPr/>
        </p:nvGrpSpPr>
        <p:grpSpPr>
          <a:xfrm>
            <a:off x="8267699" y="5930383"/>
            <a:ext cx="1600200" cy="526422"/>
            <a:chOff x="8267699" y="5930383"/>
            <a:chExt cx="1600200" cy="526422"/>
          </a:xfrm>
        </p:grpSpPr>
        <p:sp>
          <p:nvSpPr>
            <p:cNvPr id="99" name="Abgerundetes Rechteck 6">
              <a:extLst>
                <a:ext uri="{FF2B5EF4-FFF2-40B4-BE49-F238E27FC236}">
                  <a16:creationId xmlns:a16="http://schemas.microsoft.com/office/drawing/2014/main" id="{9DC1F057-6BBD-55EF-B07A-D1BB0E480A9B}"/>
                </a:ext>
              </a:extLst>
            </p:cNvPr>
            <p:cNvSpPr/>
            <p:nvPr/>
          </p:nvSpPr>
          <p:spPr bwMode="auto">
            <a:xfrm>
              <a:off x="8267699" y="5930383"/>
              <a:ext cx="1600200" cy="457200"/>
            </a:xfrm>
            <a:prstGeom prst="roundRect">
              <a:avLst/>
            </a:prstGeom>
            <a:solidFill>
              <a:schemeClr val="tx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050" b="1" kern="0" dirty="0">
                  <a:solidFill>
                    <a:srgbClr val="000000"/>
                  </a:solidFill>
                  <a:ea typeface="ヒラギノ角ゴ ProN W3" charset="0"/>
                  <a:cs typeface="ヒラギノ角ゴ ProN W3" charset="0"/>
                  <a:sym typeface="Gill Sans" charset="0"/>
                </a:rPr>
                <a:t>Luke Ashley</a:t>
              </a:r>
              <a:endPar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Contractor</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21" name="Rectangle 320">
              <a:extLst>
                <a:ext uri="{FF2B5EF4-FFF2-40B4-BE49-F238E27FC236}">
                  <a16:creationId xmlns:a16="http://schemas.microsoft.com/office/drawing/2014/main" id="{5D824F68-4763-B8B7-0388-B7CC2AA2B354}"/>
                </a:ext>
              </a:extLst>
            </p:cNvPr>
            <p:cNvSpPr/>
            <p:nvPr/>
          </p:nvSpPr>
          <p:spPr>
            <a:xfrm>
              <a:off x="8610591" y="6319645"/>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25" name="Group 324">
            <a:extLst>
              <a:ext uri="{FF2B5EF4-FFF2-40B4-BE49-F238E27FC236}">
                <a16:creationId xmlns:a16="http://schemas.microsoft.com/office/drawing/2014/main" id="{E3BA0D0A-EDB1-AE21-61E2-F40FDE606BDA}"/>
              </a:ext>
            </a:extLst>
          </p:cNvPr>
          <p:cNvGrpSpPr/>
          <p:nvPr/>
        </p:nvGrpSpPr>
        <p:grpSpPr>
          <a:xfrm>
            <a:off x="8267701" y="5112277"/>
            <a:ext cx="1600200" cy="524941"/>
            <a:chOff x="8267701" y="5112277"/>
            <a:chExt cx="1600200" cy="524941"/>
          </a:xfrm>
        </p:grpSpPr>
        <p:sp>
          <p:nvSpPr>
            <p:cNvPr id="68" name="Abgerundetes Rechteck 6">
              <a:extLst>
                <a:ext uri="{FF2B5EF4-FFF2-40B4-BE49-F238E27FC236}">
                  <a16:creationId xmlns:a16="http://schemas.microsoft.com/office/drawing/2014/main" id="{6B2EEC7C-BFAF-428A-34F3-0F85BBE07DD5}"/>
                </a:ext>
              </a:extLst>
            </p:cNvPr>
            <p:cNvSpPr/>
            <p:nvPr/>
          </p:nvSpPr>
          <p:spPr bwMode="auto">
            <a:xfrm>
              <a:off x="8267701" y="5112277"/>
              <a:ext cx="1600200" cy="457200"/>
            </a:xfrm>
            <a:prstGeom prst="roundRect">
              <a:avLst/>
            </a:prstGeom>
            <a:solidFill>
              <a:schemeClr val="bg1"/>
            </a:solidFill>
            <a:ln w="6350" cap="flat" cmpd="sng" algn="ctr">
              <a:solidFill>
                <a:schemeClr val="tx1">
                  <a:lumMod val="50000"/>
                </a:schemeClr>
              </a:solidFill>
              <a:prstDash val="solid"/>
              <a:round/>
              <a:headEnd type="none" w="med" len="med"/>
              <a:tailEnd type="none" w="med" len="med"/>
            </a:ln>
            <a:effectLst/>
          </p:spPr>
          <p:txBody>
            <a:bodyPr vert="horz" wrap="square" lIns="45720" tIns="45720" rIns="4572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050" b="1" kern="0" dirty="0">
                  <a:ea typeface="ヒラギノ角ゴ ProN W3" charset="0"/>
                  <a:cs typeface="ヒラギノ角ゴ ProN W3" charset="0"/>
                  <a:sym typeface="Gill Sans" charset="0"/>
                </a:rPr>
                <a:t>Open Role</a:t>
              </a:r>
              <a:endParaRPr kumimoji="0" lang="it-IT" sz="1050" b="1" i="0" u="none" strike="noStrike" kern="0" cap="none" spc="0" normalizeH="0" baseline="0" noProof="0" dirty="0">
                <a:ln>
                  <a:noFill/>
                </a:ln>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ym typeface="Gill Sans" charset="0"/>
                </a:rPr>
                <a:t>Accountant</a:t>
              </a:r>
              <a:endParaRPr kumimoji="0" lang="en-IN" sz="800" b="0" i="0" u="none" strike="noStrike" kern="0" cap="none" spc="0" normalizeH="0" baseline="0" noProof="0" dirty="0">
                <a:ln>
                  <a:noFill/>
                </a:ln>
                <a:effectLst/>
                <a:uLnTx/>
                <a:uFillTx/>
                <a:ea typeface="+mn-ea"/>
                <a:cs typeface="+mn-cs"/>
                <a:sym typeface="Gill Sans" charset="0"/>
              </a:endParaRPr>
            </a:p>
          </p:txBody>
        </p:sp>
        <p:sp>
          <p:nvSpPr>
            <p:cNvPr id="324" name="Rectangle 323">
              <a:extLst>
                <a:ext uri="{FF2B5EF4-FFF2-40B4-BE49-F238E27FC236}">
                  <a16:creationId xmlns:a16="http://schemas.microsoft.com/office/drawing/2014/main" id="{A9611794-5A57-9033-BCE7-6F8164D03FEF}"/>
                </a:ext>
              </a:extLst>
            </p:cNvPr>
            <p:cNvSpPr/>
            <p:nvPr/>
          </p:nvSpPr>
          <p:spPr>
            <a:xfrm>
              <a:off x="8610578" y="5500058"/>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27" name="Group 326">
            <a:extLst>
              <a:ext uri="{FF2B5EF4-FFF2-40B4-BE49-F238E27FC236}">
                <a16:creationId xmlns:a16="http://schemas.microsoft.com/office/drawing/2014/main" id="{0C72ACAC-B37F-14F1-0772-BCE1EA531FD8}"/>
              </a:ext>
            </a:extLst>
          </p:cNvPr>
          <p:cNvGrpSpPr/>
          <p:nvPr/>
        </p:nvGrpSpPr>
        <p:grpSpPr>
          <a:xfrm>
            <a:off x="10096501" y="2646950"/>
            <a:ext cx="1600200" cy="525503"/>
            <a:chOff x="10096501" y="2646950"/>
            <a:chExt cx="1600200" cy="525503"/>
          </a:xfrm>
        </p:grpSpPr>
        <p:sp>
          <p:nvSpPr>
            <p:cNvPr id="95" name="Abgerundetes Rechteck 6">
              <a:extLst>
                <a:ext uri="{FF2B5EF4-FFF2-40B4-BE49-F238E27FC236}">
                  <a16:creationId xmlns:a16="http://schemas.microsoft.com/office/drawing/2014/main" id="{02208710-9BAB-6F8E-DF0C-585BD0A1CB5D}"/>
                </a:ext>
              </a:extLst>
            </p:cNvPr>
            <p:cNvSpPr/>
            <p:nvPr/>
          </p:nvSpPr>
          <p:spPr bwMode="auto">
            <a:xfrm>
              <a:off x="10096501" y="2646950"/>
              <a:ext cx="1600200" cy="457200"/>
            </a:xfrm>
            <a:prstGeom prst="roundRect">
              <a:avLst/>
            </a:prstGeom>
            <a:gradFill>
              <a:gsLst>
                <a:gs pos="90000">
                  <a:srgbClr val="FFFFFF"/>
                </a:gs>
                <a:gs pos="90000">
                  <a:schemeClr val="accent4"/>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Aditya Rathore</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Director, FSS</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26" name="Rectangle 325">
              <a:extLst>
                <a:ext uri="{FF2B5EF4-FFF2-40B4-BE49-F238E27FC236}">
                  <a16:creationId xmlns:a16="http://schemas.microsoft.com/office/drawing/2014/main" id="{AC931441-60F1-FDD4-1A4E-CC29ED7507BF}"/>
                </a:ext>
              </a:extLst>
            </p:cNvPr>
            <p:cNvSpPr/>
            <p:nvPr/>
          </p:nvSpPr>
          <p:spPr>
            <a:xfrm>
              <a:off x="10439396" y="3035293"/>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29" name="Group 328">
            <a:extLst>
              <a:ext uri="{FF2B5EF4-FFF2-40B4-BE49-F238E27FC236}">
                <a16:creationId xmlns:a16="http://schemas.microsoft.com/office/drawing/2014/main" id="{1D84ED5F-C76C-96C5-1E0C-F3904137A5E9}"/>
              </a:ext>
            </a:extLst>
          </p:cNvPr>
          <p:cNvGrpSpPr/>
          <p:nvPr/>
        </p:nvGrpSpPr>
        <p:grpSpPr>
          <a:xfrm>
            <a:off x="10096509" y="3473451"/>
            <a:ext cx="1600200" cy="526806"/>
            <a:chOff x="10096509" y="3473451"/>
            <a:chExt cx="1600200" cy="526806"/>
          </a:xfrm>
        </p:grpSpPr>
        <p:sp>
          <p:nvSpPr>
            <p:cNvPr id="83" name="Abgerundetes Rechteck 6">
              <a:extLst>
                <a:ext uri="{FF2B5EF4-FFF2-40B4-BE49-F238E27FC236}">
                  <a16:creationId xmlns:a16="http://schemas.microsoft.com/office/drawing/2014/main" id="{930FEFCC-423C-B811-6E21-69A3644CD1D7}"/>
                </a:ext>
              </a:extLst>
            </p:cNvPr>
            <p:cNvSpPr/>
            <p:nvPr/>
          </p:nvSpPr>
          <p:spPr bwMode="auto">
            <a:xfrm>
              <a:off x="10096509" y="3473451"/>
              <a:ext cx="1600200" cy="457200"/>
            </a:xfrm>
            <a:prstGeom prst="roundRect">
              <a:avLst/>
            </a:prstGeom>
            <a:gradFill>
              <a:gsLst>
                <a:gs pos="90000">
                  <a:srgbClr val="FFFFFF"/>
                </a:gs>
                <a:gs pos="90000">
                  <a:schemeClr val="accent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Anaya Bansal</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Accountant III</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28" name="Rectangle 327">
              <a:extLst>
                <a:ext uri="{FF2B5EF4-FFF2-40B4-BE49-F238E27FC236}">
                  <a16:creationId xmlns:a16="http://schemas.microsoft.com/office/drawing/2014/main" id="{66C0E2DA-E6F9-467A-AB3D-7AEF780E4294}"/>
                </a:ext>
              </a:extLst>
            </p:cNvPr>
            <p:cNvSpPr/>
            <p:nvPr/>
          </p:nvSpPr>
          <p:spPr>
            <a:xfrm>
              <a:off x="10439395" y="3863097"/>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31" name="Group 330">
            <a:extLst>
              <a:ext uri="{FF2B5EF4-FFF2-40B4-BE49-F238E27FC236}">
                <a16:creationId xmlns:a16="http://schemas.microsoft.com/office/drawing/2014/main" id="{0EDE1A26-97CB-627A-1653-1953833A69EE}"/>
              </a:ext>
            </a:extLst>
          </p:cNvPr>
          <p:cNvGrpSpPr/>
          <p:nvPr/>
        </p:nvGrpSpPr>
        <p:grpSpPr>
          <a:xfrm>
            <a:off x="10096498" y="4292864"/>
            <a:ext cx="1600200" cy="525503"/>
            <a:chOff x="10096498" y="4292864"/>
            <a:chExt cx="1600200" cy="525503"/>
          </a:xfrm>
        </p:grpSpPr>
        <p:sp>
          <p:nvSpPr>
            <p:cNvPr id="102" name="Abgerundetes Rechteck 6">
              <a:extLst>
                <a:ext uri="{FF2B5EF4-FFF2-40B4-BE49-F238E27FC236}">
                  <a16:creationId xmlns:a16="http://schemas.microsoft.com/office/drawing/2014/main" id="{A05E490D-C155-1F21-06B5-7521EBE4F5BD}"/>
                </a:ext>
              </a:extLst>
            </p:cNvPr>
            <p:cNvSpPr/>
            <p:nvPr/>
          </p:nvSpPr>
          <p:spPr bwMode="auto">
            <a:xfrm>
              <a:off x="10096498" y="4292864"/>
              <a:ext cx="1600200" cy="457200"/>
            </a:xfrm>
            <a:prstGeom prst="roundRect">
              <a:avLst/>
            </a:prstGeom>
            <a:gradFill>
              <a:gsLst>
                <a:gs pos="90000">
                  <a:srgbClr val="FFFFFF"/>
                </a:gs>
                <a:gs pos="90000">
                  <a:schemeClr val="accent4"/>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rPr>
                <a:t>Rajesh Chopra</a:t>
              </a: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Accountant II</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30" name="Rectangle 329">
              <a:extLst>
                <a:ext uri="{FF2B5EF4-FFF2-40B4-BE49-F238E27FC236}">
                  <a16:creationId xmlns:a16="http://schemas.microsoft.com/office/drawing/2014/main" id="{2628D70A-FA77-FE29-E212-75818B7E2BDB}"/>
                </a:ext>
              </a:extLst>
            </p:cNvPr>
            <p:cNvSpPr/>
            <p:nvPr/>
          </p:nvSpPr>
          <p:spPr>
            <a:xfrm>
              <a:off x="10439395" y="4681207"/>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grpSp>
        <p:nvGrpSpPr>
          <p:cNvPr id="333" name="Group 332">
            <a:extLst>
              <a:ext uri="{FF2B5EF4-FFF2-40B4-BE49-F238E27FC236}">
                <a16:creationId xmlns:a16="http://schemas.microsoft.com/office/drawing/2014/main" id="{78DCFC18-31E9-C351-3EF7-424D2FEB7AC2}"/>
              </a:ext>
            </a:extLst>
          </p:cNvPr>
          <p:cNvGrpSpPr/>
          <p:nvPr/>
        </p:nvGrpSpPr>
        <p:grpSpPr>
          <a:xfrm>
            <a:off x="10096498" y="5112277"/>
            <a:ext cx="1600200" cy="524941"/>
            <a:chOff x="10096498" y="5112277"/>
            <a:chExt cx="1600200" cy="524941"/>
          </a:xfrm>
        </p:grpSpPr>
        <p:sp>
          <p:nvSpPr>
            <p:cNvPr id="103" name="Abgerundetes Rechteck 6">
              <a:extLst>
                <a:ext uri="{FF2B5EF4-FFF2-40B4-BE49-F238E27FC236}">
                  <a16:creationId xmlns:a16="http://schemas.microsoft.com/office/drawing/2014/main" id="{F5C9A0FD-40F9-1064-626F-9E54F161E6A2}"/>
                </a:ext>
              </a:extLst>
            </p:cNvPr>
            <p:cNvSpPr/>
            <p:nvPr/>
          </p:nvSpPr>
          <p:spPr bwMode="auto">
            <a:xfrm>
              <a:off x="10096498" y="5112277"/>
              <a:ext cx="1600200" cy="457200"/>
            </a:xfrm>
            <a:prstGeom prst="roundRect">
              <a:avLst/>
            </a:prstGeom>
            <a:gradFill>
              <a:gsLst>
                <a:gs pos="90000">
                  <a:srgbClr val="FFFFFF"/>
                </a:gs>
                <a:gs pos="90000">
                  <a:schemeClr val="accent2"/>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642915" eaLnBrk="1" fontAlgn="base" latinLnBrk="0" hangingPunct="1">
                <a:lnSpc>
                  <a:spcPct val="100000"/>
                </a:lnSpc>
                <a:spcBef>
                  <a:spcPct val="0"/>
                </a:spcBef>
                <a:spcAft>
                  <a:spcPct val="0"/>
                </a:spcAft>
                <a:buClrTx/>
                <a:buSzTx/>
                <a:buFontTx/>
                <a:buNone/>
                <a:tabLst/>
                <a:defRPr/>
              </a:pPr>
              <a:r>
                <a:rPr lang="it-IT" sz="1050" b="1" kern="0" dirty="0">
                  <a:solidFill>
                    <a:srgbClr val="000000"/>
                  </a:solidFill>
                  <a:ea typeface="ヒラギノ角ゴ ProN W3" charset="0"/>
                  <a:cs typeface="ヒラギノ角ゴ ProN W3" charset="0"/>
                  <a:sym typeface="Gill Sans" charset="0"/>
                </a:rPr>
                <a:t>Tanushree Joshi</a:t>
              </a:r>
              <a:endParaRPr kumimoji="0" lang="it-IT" sz="1050" b="1" i="0" u="none" strike="noStrike" kern="0" cap="none" spc="0" normalizeH="0" baseline="0" noProof="0" dirty="0">
                <a:ln>
                  <a:noFill/>
                </a:ln>
                <a:solidFill>
                  <a:srgbClr val="000000"/>
                </a:solidFill>
                <a:effectLst/>
                <a:uLnTx/>
                <a:uFillTx/>
                <a:ea typeface="ヒラギノ角ゴ ProN W3" charset="0"/>
                <a:cs typeface="ヒラギノ角ゴ ProN W3" charset="0"/>
                <a:sym typeface="Gill Sans" charset="0"/>
              </a:endParaRPr>
            </a:p>
            <a:p>
              <a:pPr marL="0" marR="0" lvl="0" indent="0" algn="ctr" defTabSz="642915" eaLnBrk="1" fontAlgn="base" latinLnBrk="0" hangingPunct="1">
                <a:lnSpc>
                  <a:spcPct val="100000"/>
                </a:lnSpc>
                <a:spcBef>
                  <a:spcPct val="0"/>
                </a:spcBef>
                <a:spcAft>
                  <a:spcPct val="0"/>
                </a:spcAft>
                <a:buClrTx/>
                <a:buSzTx/>
                <a:buFontTx/>
                <a:buNone/>
                <a:tabLst/>
                <a:defRPr/>
              </a:pPr>
              <a:r>
                <a:rPr lang="it-IT" sz="800" kern="0" dirty="0">
                  <a:solidFill>
                    <a:srgbClr val="000000"/>
                  </a:solidFill>
                  <a:sym typeface="Gill Sans" charset="0"/>
                </a:rPr>
                <a:t>Accountant II</a:t>
              </a:r>
              <a:endParaRPr kumimoji="0" lang="en-IN" sz="800" b="0" i="0" u="none" strike="noStrike" kern="0" cap="none" spc="0" normalizeH="0" baseline="0" noProof="0" dirty="0">
                <a:ln>
                  <a:noFill/>
                </a:ln>
                <a:solidFill>
                  <a:srgbClr val="000000"/>
                </a:solidFill>
                <a:effectLst/>
                <a:uLnTx/>
                <a:uFillTx/>
                <a:ea typeface="+mn-ea"/>
                <a:cs typeface="+mn-cs"/>
                <a:sym typeface="Gill Sans" charset="0"/>
              </a:endParaRPr>
            </a:p>
          </p:txBody>
        </p:sp>
        <p:sp>
          <p:nvSpPr>
            <p:cNvPr id="332" name="Rectangle 331">
              <a:extLst>
                <a:ext uri="{FF2B5EF4-FFF2-40B4-BE49-F238E27FC236}">
                  <a16:creationId xmlns:a16="http://schemas.microsoft.com/office/drawing/2014/main" id="{A5553A92-2E6F-78B6-DFB6-529B9D24925E}"/>
                </a:ext>
              </a:extLst>
            </p:cNvPr>
            <p:cNvSpPr/>
            <p:nvPr/>
          </p:nvSpPr>
          <p:spPr>
            <a:xfrm>
              <a:off x="10439374" y="5500058"/>
              <a:ext cx="914400" cy="137160"/>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sp>
        <p:nvSpPr>
          <p:cNvPr id="119" name="Oval 118">
            <a:extLst>
              <a:ext uri="{FF2B5EF4-FFF2-40B4-BE49-F238E27FC236}">
                <a16:creationId xmlns:a16="http://schemas.microsoft.com/office/drawing/2014/main" id="{6D4E4D42-E368-180F-9979-F512129B9B57}"/>
              </a:ext>
            </a:extLst>
          </p:cNvPr>
          <p:cNvSpPr/>
          <p:nvPr/>
        </p:nvSpPr>
        <p:spPr>
          <a:xfrm>
            <a:off x="7911079" y="4984679"/>
            <a:ext cx="256032" cy="256032"/>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solidFill>
                <a:effectLst/>
                <a:uLnTx/>
                <a:uFillTx/>
                <a:ea typeface="+mn-ea"/>
                <a:cs typeface="+mn-cs"/>
              </a:rPr>
              <a:t>50%</a:t>
            </a:r>
          </a:p>
        </p:txBody>
      </p:sp>
      <p:sp>
        <p:nvSpPr>
          <p:cNvPr id="120" name="Oval 119">
            <a:extLst>
              <a:ext uri="{FF2B5EF4-FFF2-40B4-BE49-F238E27FC236}">
                <a16:creationId xmlns:a16="http://schemas.microsoft.com/office/drawing/2014/main" id="{96349D6C-6454-D198-8986-FF64A111ABAB}"/>
              </a:ext>
            </a:extLst>
          </p:cNvPr>
          <p:cNvSpPr/>
          <p:nvPr/>
        </p:nvSpPr>
        <p:spPr>
          <a:xfrm>
            <a:off x="9739875" y="5802367"/>
            <a:ext cx="256032" cy="256032"/>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chemeClr val="bg1"/>
                </a:solidFill>
                <a:effectLst/>
                <a:uLnTx/>
                <a:uFillTx/>
                <a:ea typeface="+mn-ea"/>
                <a:cs typeface="+mn-cs"/>
              </a:rPr>
              <a:t>50%</a:t>
            </a:r>
          </a:p>
        </p:txBody>
      </p:sp>
      <p:grpSp>
        <p:nvGrpSpPr>
          <p:cNvPr id="335" name="Group 334">
            <a:extLst>
              <a:ext uri="{FF2B5EF4-FFF2-40B4-BE49-F238E27FC236}">
                <a16:creationId xmlns:a16="http://schemas.microsoft.com/office/drawing/2014/main" id="{28AAE96A-A742-CE36-08FF-4004C8F2FFB1}"/>
              </a:ext>
            </a:extLst>
          </p:cNvPr>
          <p:cNvGrpSpPr/>
          <p:nvPr/>
        </p:nvGrpSpPr>
        <p:grpSpPr>
          <a:xfrm>
            <a:off x="8267701" y="4294171"/>
            <a:ext cx="1600200" cy="526612"/>
            <a:chOff x="8267701" y="4294171"/>
            <a:chExt cx="1600200" cy="526612"/>
          </a:xfrm>
        </p:grpSpPr>
        <p:sp>
          <p:nvSpPr>
            <p:cNvPr id="88" name="Abgerundetes Rechteck 6">
              <a:extLst>
                <a:ext uri="{FF2B5EF4-FFF2-40B4-BE49-F238E27FC236}">
                  <a16:creationId xmlns:a16="http://schemas.microsoft.com/office/drawing/2014/main" id="{93F0729C-07F7-A6F6-9970-103BA3A8B0C7}"/>
                </a:ext>
              </a:extLst>
            </p:cNvPr>
            <p:cNvSpPr/>
            <p:nvPr/>
          </p:nvSpPr>
          <p:spPr bwMode="auto">
            <a:xfrm>
              <a:off x="8267701" y="4294171"/>
              <a:ext cx="1600200" cy="457200"/>
            </a:xfrm>
            <a:prstGeom prst="roundRect">
              <a:avLst/>
            </a:prstGeom>
            <a:gradFill>
              <a:gsLst>
                <a:gs pos="90000">
                  <a:srgbClr val="FFFFFF"/>
                </a:gs>
                <a:gs pos="90000">
                  <a:srgbClr val="0070C0"/>
                </a:gs>
              </a:gsLst>
              <a:lin ang="0" scaled="1"/>
            </a:gradFill>
            <a:ln w="6350" cap="flat" cmpd="sng" algn="ctr">
              <a:solidFill>
                <a:schemeClr val="tx1">
                  <a:lumMod val="50000"/>
                </a:schemeClr>
              </a:solidFill>
              <a:prstDash val="solid"/>
              <a:round/>
              <a:headEnd type="none" w="med" len="med"/>
              <a:tailEnd type="none" w="med" len="med"/>
            </a:ln>
            <a:effectLst/>
          </p:spPr>
          <p:txBody>
            <a:bodyPr vert="horz" wrap="square" lIns="45720" tIns="45720" rIns="182880" bIns="109728"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defTabSz="642915" fontAlgn="base">
                <a:spcBef>
                  <a:spcPct val="0"/>
                </a:spcBef>
                <a:spcAft>
                  <a:spcPct val="0"/>
                </a:spcAft>
                <a:defRPr/>
              </a:pPr>
              <a:r>
                <a:rPr lang="it-IT" sz="1050" b="1" kern="0" dirty="0">
                  <a:solidFill>
                    <a:srgbClr val="000000"/>
                  </a:solidFill>
                  <a:ea typeface="ヒラギノ角ゴ ProN W3" charset="0"/>
                  <a:cs typeface="ヒラギノ角ゴ ProN W3" charset="0"/>
                  <a:sym typeface="Gill Sans" charset="0"/>
                </a:rPr>
                <a:t>Shelly Bradford</a:t>
              </a:r>
            </a:p>
            <a:p>
              <a:pPr algn="ctr" defTabSz="642915" fontAlgn="base">
                <a:spcBef>
                  <a:spcPct val="0"/>
                </a:spcBef>
                <a:spcAft>
                  <a:spcPct val="0"/>
                </a:spcAft>
              </a:pPr>
              <a:r>
                <a:rPr lang="it-IT" sz="800" kern="0" dirty="0">
                  <a:solidFill>
                    <a:srgbClr val="000000"/>
                  </a:solidFill>
                  <a:sym typeface="Gill Sans" charset="0"/>
                </a:rPr>
                <a:t>Senior Accountant</a:t>
              </a:r>
            </a:p>
          </p:txBody>
        </p:sp>
        <p:sp>
          <p:nvSpPr>
            <p:cNvPr id="334" name="Rectangle 333">
              <a:extLst>
                <a:ext uri="{FF2B5EF4-FFF2-40B4-BE49-F238E27FC236}">
                  <a16:creationId xmlns:a16="http://schemas.microsoft.com/office/drawing/2014/main" id="{17502CE2-9563-DDAA-F97B-489ADDDC6B6B}"/>
                </a:ext>
              </a:extLst>
            </p:cNvPr>
            <p:cNvSpPr/>
            <p:nvPr/>
          </p:nvSpPr>
          <p:spPr>
            <a:xfrm>
              <a:off x="8610571" y="4683623"/>
              <a:ext cx="914400" cy="13716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ea typeface="+mn-ea"/>
                  <a:cs typeface="+mn-cs"/>
                </a:rPr>
                <a:t>100%</a:t>
              </a:r>
            </a:p>
          </p:txBody>
        </p:sp>
      </p:grpSp>
    </p:spTree>
    <p:extLst>
      <p:ext uri="{BB962C8B-B14F-4D97-AF65-F5344CB8AC3E}">
        <p14:creationId xmlns:p14="http://schemas.microsoft.com/office/powerpoint/2010/main" val="969698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29CA-9865-55AA-0BA0-EBBC0B193814}"/>
              </a:ext>
            </a:extLst>
          </p:cNvPr>
          <p:cNvSpPr>
            <a:spLocks noGrp="1"/>
          </p:cNvSpPr>
          <p:nvPr>
            <p:ph type="title"/>
          </p:nvPr>
        </p:nvSpPr>
        <p:spPr/>
        <p:txBody>
          <a:bodyPr/>
          <a:lstStyle/>
          <a:p>
            <a:r>
              <a:rPr lang="en-US"/>
              <a:t>Sourcing Models</a:t>
            </a:r>
            <a:endParaRPr lang="en-IN"/>
          </a:p>
        </p:txBody>
      </p:sp>
      <p:sp>
        <p:nvSpPr>
          <p:cNvPr id="8" name="SmartArt Placeholder 7">
            <a:extLst>
              <a:ext uri="{FF2B5EF4-FFF2-40B4-BE49-F238E27FC236}">
                <a16:creationId xmlns:a16="http://schemas.microsoft.com/office/drawing/2014/main" id="{B2B8AF8E-1730-0670-338E-9E6124372A4E}"/>
              </a:ext>
            </a:extLst>
          </p:cNvPr>
          <p:cNvSpPr>
            <a:spLocks noGrp="1"/>
          </p:cNvSpPr>
          <p:nvPr>
            <p:ph type="dgm" sz="quarter" idx="17"/>
          </p:nvPr>
        </p:nvSpPr>
        <p:spPr/>
        <p:txBody>
          <a:bodyPr/>
          <a:lstStyle/>
          <a:p>
            <a:endParaRPr lang="en-IN"/>
          </a:p>
        </p:txBody>
      </p:sp>
      <p:graphicFrame>
        <p:nvGraphicFramePr>
          <p:cNvPr id="101" name="Table 100">
            <a:extLst>
              <a:ext uri="{FF2B5EF4-FFF2-40B4-BE49-F238E27FC236}">
                <a16:creationId xmlns:a16="http://schemas.microsoft.com/office/drawing/2014/main" id="{0AC881D4-0A3B-3D5B-FA94-7A85327EF082}"/>
              </a:ext>
            </a:extLst>
          </p:cNvPr>
          <p:cNvGraphicFramePr>
            <a:graphicFrameLocks noGrp="1"/>
          </p:cNvGraphicFramePr>
          <p:nvPr/>
        </p:nvGraphicFramePr>
        <p:xfrm>
          <a:off x="470437" y="1649824"/>
          <a:ext cx="11430001" cy="3886008"/>
        </p:xfrm>
        <a:graphic>
          <a:graphicData uri="http://schemas.openxmlformats.org/drawingml/2006/table">
            <a:tbl>
              <a:tblPr firstRow="1" bandRow="1"/>
              <a:tblGrid>
                <a:gridCol w="1699765">
                  <a:extLst>
                    <a:ext uri="{9D8B030D-6E8A-4147-A177-3AD203B41FA5}">
                      <a16:colId xmlns:a16="http://schemas.microsoft.com/office/drawing/2014/main" val="2114640646"/>
                    </a:ext>
                  </a:extLst>
                </a:gridCol>
                <a:gridCol w="3243412">
                  <a:extLst>
                    <a:ext uri="{9D8B030D-6E8A-4147-A177-3AD203B41FA5}">
                      <a16:colId xmlns:a16="http://schemas.microsoft.com/office/drawing/2014/main" val="358277726"/>
                    </a:ext>
                  </a:extLst>
                </a:gridCol>
                <a:gridCol w="3243412">
                  <a:extLst>
                    <a:ext uri="{9D8B030D-6E8A-4147-A177-3AD203B41FA5}">
                      <a16:colId xmlns:a16="http://schemas.microsoft.com/office/drawing/2014/main" val="1894317399"/>
                    </a:ext>
                  </a:extLst>
                </a:gridCol>
                <a:gridCol w="3243412">
                  <a:extLst>
                    <a:ext uri="{9D8B030D-6E8A-4147-A177-3AD203B41FA5}">
                      <a16:colId xmlns:a16="http://schemas.microsoft.com/office/drawing/2014/main" val="2410344993"/>
                    </a:ext>
                  </a:extLst>
                </a:gridCol>
              </a:tblGrid>
              <a:tr h="457200">
                <a:tc>
                  <a:txBody>
                    <a:bodyPr/>
                    <a:lstStyle>
                      <a:lvl1pPr marL="0" algn="l" defTabSz="913943" rtl="0" eaLnBrk="1" latinLnBrk="0" hangingPunct="1">
                        <a:defRPr sz="1799" b="1" kern="1200">
                          <a:solidFill>
                            <a:schemeClr val="lt1"/>
                          </a:solidFill>
                          <a:latin typeface="EYInterstate Light"/>
                        </a:defRPr>
                      </a:lvl1pPr>
                      <a:lvl2pPr marL="456971" algn="l" defTabSz="913943" rtl="0" eaLnBrk="1" latinLnBrk="0" hangingPunct="1">
                        <a:defRPr sz="1799" b="1" kern="1200">
                          <a:solidFill>
                            <a:schemeClr val="lt1"/>
                          </a:solidFill>
                          <a:latin typeface="EYInterstate Light"/>
                        </a:defRPr>
                      </a:lvl2pPr>
                      <a:lvl3pPr marL="913943" algn="l" defTabSz="913943" rtl="0" eaLnBrk="1" latinLnBrk="0" hangingPunct="1">
                        <a:defRPr sz="1799" b="1" kern="1200">
                          <a:solidFill>
                            <a:schemeClr val="lt1"/>
                          </a:solidFill>
                          <a:latin typeface="EYInterstate Light"/>
                        </a:defRPr>
                      </a:lvl3pPr>
                      <a:lvl4pPr marL="1370914" algn="l" defTabSz="913943" rtl="0" eaLnBrk="1" latinLnBrk="0" hangingPunct="1">
                        <a:defRPr sz="1799" b="1" kern="1200">
                          <a:solidFill>
                            <a:schemeClr val="lt1"/>
                          </a:solidFill>
                          <a:latin typeface="EYInterstate Light"/>
                        </a:defRPr>
                      </a:lvl4pPr>
                      <a:lvl5pPr marL="1827886" algn="l" defTabSz="913943" rtl="0" eaLnBrk="1" latinLnBrk="0" hangingPunct="1">
                        <a:defRPr sz="1799" b="1" kern="1200">
                          <a:solidFill>
                            <a:schemeClr val="lt1"/>
                          </a:solidFill>
                          <a:latin typeface="EYInterstate Light"/>
                        </a:defRPr>
                      </a:lvl5pPr>
                      <a:lvl6pPr marL="2284857" algn="l" defTabSz="913943" rtl="0" eaLnBrk="1" latinLnBrk="0" hangingPunct="1">
                        <a:defRPr sz="1799" b="1" kern="1200">
                          <a:solidFill>
                            <a:schemeClr val="lt1"/>
                          </a:solidFill>
                          <a:latin typeface="EYInterstate Light"/>
                        </a:defRPr>
                      </a:lvl6pPr>
                      <a:lvl7pPr marL="2741828" algn="l" defTabSz="913943" rtl="0" eaLnBrk="1" latinLnBrk="0" hangingPunct="1">
                        <a:defRPr sz="1799" b="1" kern="1200">
                          <a:solidFill>
                            <a:schemeClr val="lt1"/>
                          </a:solidFill>
                          <a:latin typeface="EYInterstate Light"/>
                        </a:defRPr>
                      </a:lvl7pPr>
                      <a:lvl8pPr marL="3198800" algn="l" defTabSz="913943" rtl="0" eaLnBrk="1" latinLnBrk="0" hangingPunct="1">
                        <a:defRPr sz="1799" b="1" kern="1200">
                          <a:solidFill>
                            <a:schemeClr val="lt1"/>
                          </a:solidFill>
                          <a:latin typeface="EYInterstate Light"/>
                        </a:defRPr>
                      </a:lvl8pPr>
                      <a:lvl9pPr marL="3655771" algn="l" defTabSz="913943" rtl="0" eaLnBrk="1" latinLnBrk="0" hangingPunct="1">
                        <a:defRPr sz="1799" b="1" kern="1200">
                          <a:solidFill>
                            <a:schemeClr val="lt1"/>
                          </a:solidFill>
                          <a:latin typeface="EYInterstate Light"/>
                        </a:defRPr>
                      </a:lvl9pPr>
                    </a:lstStyle>
                    <a:p>
                      <a:pPr algn="ctr"/>
                      <a:endParaRPr lang="en-US" sz="1200" i="1">
                        <a:solidFill>
                          <a:schemeClr val="bg2"/>
                        </a:solidFill>
                        <a:latin typeface="+mn-lt"/>
                        <a:ea typeface="+mn-lt"/>
                        <a:cs typeface="+mn-lt"/>
                        <a:sym typeface="+mn-lt"/>
                      </a:endParaRPr>
                    </a:p>
                  </a:txBody>
                  <a:tcPr marL="91398" marR="91398" marT="71976" marB="71976"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IN" sz="1400" b="1" i="0">
                          <a:solidFill>
                            <a:schemeClr val="bg1"/>
                          </a:solidFill>
                          <a:latin typeface="+mn-lt"/>
                          <a:ea typeface="+mn-lt"/>
                          <a:cs typeface="+mn-lt"/>
                          <a:sym typeface="+mn-lt"/>
                        </a:rPr>
                        <a:t>Outsource Model</a:t>
                      </a:r>
                      <a:endParaRPr lang="en-IN" sz="800" b="1" i="0" kern="1200">
                        <a:solidFill>
                          <a:schemeClr val="bg1"/>
                        </a:solidFill>
                        <a:latin typeface="+mn-lt"/>
                        <a:ea typeface="+mn-lt"/>
                        <a:cs typeface="+mn-lt"/>
                        <a:sym typeface="+mn-lt"/>
                      </a:endParaRPr>
                    </a:p>
                  </a:txBody>
                  <a:tcPr marR="0" marT="71976" marB="71976" anchor="ctr">
                    <a:lnL w="9525" cap="flat" cmpd="sng" algn="ctr">
                      <a:no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90A0"/>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lang="en-US" sz="1400" b="1" i="0" kern="0">
                          <a:solidFill>
                            <a:schemeClr val="bg1"/>
                          </a:solidFill>
                          <a:latin typeface="+mn-lt"/>
                          <a:ea typeface="+mn-lt"/>
                          <a:cs typeface="+mn-lt"/>
                          <a:sym typeface="+mn-lt"/>
                        </a:rPr>
                        <a:t>Build-Operate-Transfer (“B-O-T”)</a:t>
                      </a:r>
                    </a:p>
                  </a:txBody>
                  <a:tcPr marL="91398" marR="91398" marT="71976" marB="71976"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5F9E"/>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IN" sz="1400" b="1" i="0">
                          <a:solidFill>
                            <a:schemeClr val="bg1"/>
                          </a:solidFill>
                          <a:latin typeface="+mn-lt"/>
                          <a:ea typeface="+mn-lt"/>
                          <a:cs typeface="+mn-lt"/>
                          <a:sym typeface="+mn-lt"/>
                        </a:rPr>
                        <a:t>Captive Model</a:t>
                      </a:r>
                    </a:p>
                  </a:txBody>
                  <a:tcPr marL="91398" marR="91398" marT="71976" marB="71976"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90A0"/>
                    </a:solidFill>
                  </a:tcPr>
                </a:tc>
                <a:extLst>
                  <a:ext uri="{0D108BD9-81ED-4DB2-BD59-A6C34878D82A}">
                    <a16:rowId xmlns:a16="http://schemas.microsoft.com/office/drawing/2014/main" val="4127978762"/>
                  </a:ext>
                </a:extLst>
              </a:tr>
              <a:tr h="571468">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r>
                        <a:rPr lang="en-IN" sz="1200" b="1" i="0">
                          <a:solidFill>
                            <a:schemeClr val="bg1"/>
                          </a:solidFill>
                          <a:latin typeface="+mn-lt"/>
                          <a:ea typeface="+mn-lt"/>
                          <a:cs typeface="+mn-lt"/>
                          <a:sym typeface="+mn-lt"/>
                        </a:rPr>
                        <a:t>Speed to </a:t>
                      </a:r>
                    </a:p>
                    <a:p>
                      <a:r>
                        <a:rPr lang="en-IN" sz="1200" b="1" i="0">
                          <a:solidFill>
                            <a:schemeClr val="bg1"/>
                          </a:solidFill>
                          <a:latin typeface="+mn-lt"/>
                          <a:ea typeface="+mn-lt"/>
                          <a:cs typeface="+mn-lt"/>
                          <a:sym typeface="+mn-lt"/>
                        </a:rPr>
                        <a:t>Value</a:t>
                      </a:r>
                      <a:endParaRPr lang="en-US" sz="1200" b="1" i="0">
                        <a:solidFill>
                          <a:schemeClr val="bg1"/>
                        </a:solidFill>
                        <a:latin typeface="+mn-lt"/>
                        <a:ea typeface="+mn-lt"/>
                        <a:cs typeface="+mn-lt"/>
                        <a:sym typeface="+mn-lt"/>
                      </a:endParaRPr>
                    </a:p>
                  </a:txBody>
                  <a:tcPr marL="71963" marR="91398"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i="0" kern="1200">
                          <a:solidFill>
                            <a:srgbClr val="2E2E38"/>
                          </a:solidFill>
                          <a:latin typeface="+mn-lt"/>
                          <a:ea typeface="+mn-lt"/>
                          <a:cs typeface="+mn-lt"/>
                          <a:sym typeface="+mn-lt"/>
                        </a:rPr>
                        <a:t>Higher near-term cost savings, but ongoing monitoring required to maintain long-term cost-effectiveness</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i="0" kern="1200">
                          <a:solidFill>
                            <a:srgbClr val="2E2E38"/>
                          </a:solidFill>
                          <a:latin typeface="+mn-lt"/>
                          <a:ea typeface="+mn-lt"/>
                          <a:cs typeface="+mn-lt"/>
                          <a:sym typeface="+mn-lt"/>
                        </a:rPr>
                        <a:t>Higher near-term cost savings, while long-term cost effectiveness offset by transition cost of operations</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pPr marL="0" algn="l" defTabSz="914400" rtl="0" eaLnBrk="1" latinLnBrk="0" hangingPunct="1"/>
                      <a:r>
                        <a:rPr lang="en-US" sz="1050" i="0" kern="1200">
                          <a:solidFill>
                            <a:srgbClr val="2E2E38"/>
                          </a:solidFill>
                          <a:latin typeface="+mn-lt"/>
                          <a:ea typeface="+mn-lt"/>
                          <a:cs typeface="+mn-lt"/>
                          <a:sym typeface="+mn-lt"/>
                        </a:rPr>
                        <a:t>Higher potential for long-term savings, near term savings offset by initial set up</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0506809"/>
                  </a:ext>
                </a:extLst>
              </a:tr>
              <a:tr h="571468">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r>
                        <a:rPr lang="en-IN" sz="1200" b="1" i="0">
                          <a:solidFill>
                            <a:schemeClr val="bg1"/>
                          </a:solidFill>
                          <a:latin typeface="+mn-lt"/>
                          <a:ea typeface="+mn-lt"/>
                          <a:cs typeface="+mn-lt"/>
                          <a:sym typeface="+mn-lt"/>
                        </a:rPr>
                        <a:t>Investment</a:t>
                      </a:r>
                      <a:endParaRPr lang="en-US" sz="1200" b="1" i="0">
                        <a:solidFill>
                          <a:schemeClr val="bg1"/>
                        </a:solidFill>
                        <a:latin typeface="+mn-lt"/>
                        <a:ea typeface="+mn-lt"/>
                        <a:cs typeface="+mn-lt"/>
                        <a:sym typeface="+mn-lt"/>
                      </a:endParaRPr>
                    </a:p>
                  </a:txBody>
                  <a:tcPr marL="71963" marR="91398"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IN" sz="1050" i="0" kern="1200">
                          <a:solidFill>
                            <a:srgbClr val="2E2E38"/>
                          </a:solidFill>
                          <a:latin typeface="+mn-lt"/>
                          <a:ea typeface="+mn-lt"/>
                          <a:cs typeface="+mn-lt"/>
                          <a:sym typeface="+mn-lt"/>
                        </a:rPr>
                        <a:t>Limited investment with no outlay on facilities &amp; IT infrastructure</a:t>
                      </a:r>
                      <a:endParaRPr lang="en-US" sz="1050" i="0" kern="1200">
                        <a:solidFill>
                          <a:srgbClr val="2E2E38"/>
                        </a:solidFill>
                        <a:latin typeface="+mn-lt"/>
                        <a:ea typeface="+mn-lt"/>
                        <a:cs typeface="+mn-lt"/>
                        <a:sym typeface="+mn-lt"/>
                      </a:endParaRP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i="0" kern="1200">
                          <a:solidFill>
                            <a:srgbClr val="2E2E38"/>
                          </a:solidFill>
                          <a:latin typeface="+mn-lt"/>
                          <a:ea typeface="+mn-lt"/>
                          <a:cs typeface="+mn-lt"/>
                          <a:sym typeface="+mn-lt"/>
                        </a:rPr>
                        <a:t>Limited investment with no outlay on facilities &amp; IT infrastructure</a:t>
                      </a:r>
                      <a:endParaRPr lang="en-US" sz="1050" i="0" kern="1200">
                        <a:solidFill>
                          <a:srgbClr val="2E2E38"/>
                        </a:solidFill>
                        <a:latin typeface="+mn-lt"/>
                        <a:ea typeface="+mn-lt"/>
                        <a:cs typeface="+mn-lt"/>
                        <a:sym typeface="+mn-lt"/>
                      </a:endParaRP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pPr marL="0" algn="l" defTabSz="914400" rtl="0" eaLnBrk="1" latinLnBrk="0" hangingPunct="1"/>
                      <a:r>
                        <a:rPr lang="en-IN" sz="1050" i="0" kern="1200">
                          <a:solidFill>
                            <a:srgbClr val="2E2E38"/>
                          </a:solidFill>
                          <a:latin typeface="+mn-lt"/>
                          <a:ea typeface="+mn-lt"/>
                          <a:cs typeface="+mn-lt"/>
                          <a:sym typeface="+mn-lt"/>
                        </a:rPr>
                        <a:t>Limited investment in facilities (Trivandrum), however significant Oracle investment</a:t>
                      </a:r>
                      <a:endParaRPr lang="en-US" sz="1050" i="0" kern="1200">
                        <a:solidFill>
                          <a:srgbClr val="2E2E38"/>
                        </a:solidFill>
                        <a:latin typeface="+mn-lt"/>
                        <a:ea typeface="+mn-lt"/>
                        <a:cs typeface="+mn-lt"/>
                        <a:sym typeface="+mn-lt"/>
                      </a:endParaRP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9935524"/>
                  </a:ext>
                </a:extLst>
              </a:tr>
              <a:tr h="571468">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r>
                        <a:rPr lang="en-IN" sz="1200" b="1" i="0">
                          <a:solidFill>
                            <a:schemeClr val="bg1"/>
                          </a:solidFill>
                          <a:latin typeface="+mn-lt"/>
                          <a:ea typeface="+mn-lt"/>
                          <a:cs typeface="+mn-lt"/>
                          <a:sym typeface="+mn-lt"/>
                        </a:rPr>
                        <a:t>Control</a:t>
                      </a:r>
                      <a:endParaRPr lang="en-US" sz="1200" b="1" i="0">
                        <a:solidFill>
                          <a:schemeClr val="bg1"/>
                        </a:solidFill>
                        <a:latin typeface="+mn-lt"/>
                        <a:ea typeface="+mn-lt"/>
                        <a:cs typeface="+mn-lt"/>
                        <a:sym typeface="+mn-lt"/>
                      </a:endParaRPr>
                    </a:p>
                  </a:txBody>
                  <a:tcPr marL="71963" marR="91398"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IN" sz="1050" i="0" kern="1200">
                          <a:solidFill>
                            <a:srgbClr val="2E2E38"/>
                          </a:solidFill>
                          <a:latin typeface="+mn-lt"/>
                          <a:ea typeface="+mn-lt"/>
                          <a:cs typeface="+mn-lt"/>
                          <a:sym typeface="+mn-lt"/>
                        </a:rPr>
                        <a:t>With proper governance, control &amp; visibility on operations &amp; execution can be achieved </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IN" sz="1050" i="0" kern="1200">
                          <a:solidFill>
                            <a:srgbClr val="2E2E38"/>
                          </a:solidFill>
                          <a:latin typeface="+mn-lt"/>
                          <a:ea typeface="+mn-lt"/>
                          <a:cs typeface="+mn-lt"/>
                          <a:sym typeface="+mn-lt"/>
                        </a:rPr>
                        <a:t>With proper governance, control &amp; visibility on operations &amp; execution can be achieved </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pPr marL="0" algn="l" defTabSz="914400" rtl="0" eaLnBrk="1" latinLnBrk="0" hangingPunct="1"/>
                      <a:r>
                        <a:rPr lang="en-IN" sz="1050" i="0" kern="1200">
                          <a:solidFill>
                            <a:srgbClr val="2E2E38"/>
                          </a:solidFill>
                          <a:latin typeface="+mn-lt"/>
                          <a:ea typeface="+mn-lt"/>
                          <a:cs typeface="+mn-lt"/>
                          <a:sym typeface="+mn-lt"/>
                        </a:rPr>
                        <a:t>Control remains with the organization during all phases</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7074869"/>
                  </a:ext>
                </a:extLst>
              </a:tr>
              <a:tr h="571468">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r>
                        <a:rPr lang="en-IN" sz="1200" b="1" i="0">
                          <a:solidFill>
                            <a:schemeClr val="bg1"/>
                          </a:solidFill>
                          <a:latin typeface="+mn-lt"/>
                          <a:ea typeface="+mn-lt"/>
                          <a:cs typeface="+mn-lt"/>
                          <a:sym typeface="+mn-lt"/>
                        </a:rPr>
                        <a:t>Management </a:t>
                      </a:r>
                      <a:br>
                        <a:rPr lang="en-IN" sz="1200" b="1" i="0">
                          <a:solidFill>
                            <a:schemeClr val="bg1"/>
                          </a:solidFill>
                          <a:latin typeface="+mn-lt"/>
                          <a:ea typeface="+mn-lt"/>
                          <a:cs typeface="+mn-lt"/>
                          <a:sym typeface="+mn-lt"/>
                        </a:rPr>
                      </a:br>
                      <a:r>
                        <a:rPr lang="en-IN" sz="1200" b="1" i="0">
                          <a:solidFill>
                            <a:schemeClr val="bg1"/>
                          </a:solidFill>
                          <a:latin typeface="+mn-lt"/>
                          <a:ea typeface="+mn-lt"/>
                          <a:cs typeface="+mn-lt"/>
                          <a:sym typeface="+mn-lt"/>
                        </a:rPr>
                        <a:t>effort</a:t>
                      </a:r>
                      <a:endParaRPr lang="en-US" sz="1200" b="1" i="0">
                        <a:solidFill>
                          <a:schemeClr val="bg1"/>
                        </a:solidFill>
                        <a:latin typeface="+mn-lt"/>
                        <a:ea typeface="+mn-lt"/>
                        <a:cs typeface="+mn-lt"/>
                        <a:sym typeface="+mn-lt"/>
                      </a:endParaRPr>
                    </a:p>
                  </a:txBody>
                  <a:tcPr marL="71963" marR="91398"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050" i="0" kern="1200">
                          <a:solidFill>
                            <a:srgbClr val="2E2E38"/>
                          </a:solidFill>
                          <a:latin typeface="+mn-lt"/>
                          <a:ea typeface="+mn-lt"/>
                          <a:cs typeface="+mn-lt"/>
                          <a:sym typeface="+mn-lt"/>
                        </a:rPr>
                        <a:t>Limited effort required to govern operations</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i="0" kern="1200">
                          <a:solidFill>
                            <a:srgbClr val="2E2E38"/>
                          </a:solidFill>
                          <a:latin typeface="+mn-lt"/>
                          <a:ea typeface="+mn-lt"/>
                          <a:cs typeface="+mn-lt"/>
                          <a:sym typeface="+mn-lt"/>
                        </a:rPr>
                        <a:t>Minimal effort due to service provider governance in the set-up of outsourced operations</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pPr marL="0" algn="l" defTabSz="914400" rtl="0" eaLnBrk="1" latinLnBrk="0" hangingPunct="1"/>
                      <a:r>
                        <a:rPr lang="en-US" sz="1050" i="0" kern="1200">
                          <a:solidFill>
                            <a:srgbClr val="2E2E38"/>
                          </a:solidFill>
                          <a:latin typeface="+mn-lt"/>
                          <a:ea typeface="+mn-lt"/>
                          <a:cs typeface="+mn-lt"/>
                          <a:sym typeface="+mn-lt"/>
                        </a:rPr>
                        <a:t>Maximum effort</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889955"/>
                  </a:ext>
                </a:extLst>
              </a:tr>
              <a:tr h="571468">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3943"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ea typeface="+mn-lt"/>
                          <a:cs typeface="+mn-lt"/>
                          <a:sym typeface="+mn-lt"/>
                        </a:rPr>
                        <a:t>Operations </a:t>
                      </a:r>
                    </a:p>
                    <a:p>
                      <a:pPr marL="0" marR="0" lvl="0" indent="0" algn="l" defTabSz="913943"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ea typeface="+mn-lt"/>
                          <a:cs typeface="+mn-lt"/>
                          <a:sym typeface="+mn-lt"/>
                        </a:rPr>
                        <a:t>risk</a:t>
                      </a:r>
                      <a:endParaRPr lang="en-US" sz="1200" b="1" i="0">
                        <a:solidFill>
                          <a:schemeClr val="bg1"/>
                        </a:solidFill>
                        <a:latin typeface="+mn-lt"/>
                        <a:ea typeface="+mn-lt"/>
                        <a:cs typeface="+mn-lt"/>
                        <a:sym typeface="+mn-lt"/>
                      </a:endParaRPr>
                    </a:p>
                  </a:txBody>
                  <a:tcPr marL="71963" marR="91398"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050" i="0" kern="1200">
                          <a:solidFill>
                            <a:srgbClr val="2E2E38"/>
                          </a:solidFill>
                          <a:latin typeface="+mn-lt"/>
                          <a:ea typeface="+mn-lt"/>
                          <a:cs typeface="+mn-lt"/>
                          <a:sym typeface="+mn-lt"/>
                        </a:rPr>
                        <a:t>Medium risk with operations governed by third party provider</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050" i="0" kern="1200">
                          <a:solidFill>
                            <a:srgbClr val="2E2E38"/>
                          </a:solidFill>
                          <a:latin typeface="+mn-lt"/>
                          <a:ea typeface="+mn-lt"/>
                          <a:cs typeface="+mn-lt"/>
                          <a:sym typeface="+mn-lt"/>
                        </a:rPr>
                        <a:t>Low risk with an opportunity to govern with third party provider</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US" sz="1050" i="0" kern="1200">
                          <a:solidFill>
                            <a:srgbClr val="2E2E38"/>
                          </a:solidFill>
                          <a:latin typeface="+mn-lt"/>
                          <a:ea typeface="+mn-lt"/>
                          <a:cs typeface="+mn-lt"/>
                          <a:sym typeface="+mn-lt"/>
                        </a:rPr>
                        <a:t>Low risk with established offshore operations existing and inherent business knowledge </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2024067"/>
                  </a:ext>
                </a:extLst>
              </a:tr>
              <a:tr h="571468">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r>
                        <a:rPr lang="en-IN" sz="1200" b="1" i="0">
                          <a:solidFill>
                            <a:schemeClr val="bg1"/>
                          </a:solidFill>
                          <a:latin typeface="+mn-lt"/>
                          <a:ea typeface="+mn-lt"/>
                          <a:cs typeface="+mn-lt"/>
                          <a:sym typeface="+mn-lt"/>
                        </a:rPr>
                        <a:t>Scalability</a:t>
                      </a:r>
                      <a:endParaRPr lang="en-US" sz="1200" b="1" i="0">
                        <a:solidFill>
                          <a:schemeClr val="bg1"/>
                        </a:solidFill>
                        <a:latin typeface="+mn-lt"/>
                        <a:ea typeface="+mn-lt"/>
                        <a:cs typeface="+mn-lt"/>
                        <a:sym typeface="+mn-lt"/>
                      </a:endParaRPr>
                    </a:p>
                  </a:txBody>
                  <a:tcPr marL="71963" marR="91398"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IN" sz="1050" i="0" kern="1200">
                          <a:solidFill>
                            <a:srgbClr val="2E2E38"/>
                          </a:solidFill>
                          <a:latin typeface="+mn-lt"/>
                          <a:ea typeface="+mn-lt"/>
                          <a:cs typeface="+mn-lt"/>
                          <a:sym typeface="+mn-lt"/>
                        </a:rPr>
                        <a:t>Scalability limited by outsourcer capabilities for value added services</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l" defTabSz="914400" rtl="0" eaLnBrk="1" latinLnBrk="0" hangingPunct="1"/>
                      <a:r>
                        <a:rPr lang="en-IN" sz="1050" i="0" kern="1200">
                          <a:solidFill>
                            <a:srgbClr val="2E2E38"/>
                          </a:solidFill>
                          <a:latin typeface="+mn-lt"/>
                          <a:ea typeface="+mn-lt"/>
                          <a:cs typeface="+mn-lt"/>
                          <a:sym typeface="+mn-lt"/>
                        </a:rPr>
                        <a:t>Scalability somewhat limited by outsourcer capabilities for value added services </a:t>
                      </a: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dk1"/>
                          </a:solidFill>
                          <a:latin typeface="EYInterstate Light"/>
                        </a:defRPr>
                      </a:lvl1pPr>
                      <a:lvl2pPr marL="456971" algn="l" defTabSz="913943" rtl="0" eaLnBrk="1" latinLnBrk="0" hangingPunct="1">
                        <a:defRPr sz="1799" kern="1200">
                          <a:solidFill>
                            <a:schemeClr val="dk1"/>
                          </a:solidFill>
                          <a:latin typeface="EYInterstate Light"/>
                        </a:defRPr>
                      </a:lvl2pPr>
                      <a:lvl3pPr marL="913943" algn="l" defTabSz="913943" rtl="0" eaLnBrk="1" latinLnBrk="0" hangingPunct="1">
                        <a:defRPr sz="1799" kern="1200">
                          <a:solidFill>
                            <a:schemeClr val="dk1"/>
                          </a:solidFill>
                          <a:latin typeface="EYInterstate Light"/>
                        </a:defRPr>
                      </a:lvl3pPr>
                      <a:lvl4pPr marL="1370914" algn="l" defTabSz="913943" rtl="0" eaLnBrk="1" latinLnBrk="0" hangingPunct="1">
                        <a:defRPr sz="1799" kern="1200">
                          <a:solidFill>
                            <a:schemeClr val="dk1"/>
                          </a:solidFill>
                          <a:latin typeface="EYInterstate Light"/>
                        </a:defRPr>
                      </a:lvl4pPr>
                      <a:lvl5pPr marL="1827886" algn="l" defTabSz="913943" rtl="0" eaLnBrk="1" latinLnBrk="0" hangingPunct="1">
                        <a:defRPr sz="1799" kern="1200">
                          <a:solidFill>
                            <a:schemeClr val="dk1"/>
                          </a:solidFill>
                          <a:latin typeface="EYInterstate Light"/>
                        </a:defRPr>
                      </a:lvl5pPr>
                      <a:lvl6pPr marL="2284857" algn="l" defTabSz="913943" rtl="0" eaLnBrk="1" latinLnBrk="0" hangingPunct="1">
                        <a:defRPr sz="1799" kern="1200">
                          <a:solidFill>
                            <a:schemeClr val="dk1"/>
                          </a:solidFill>
                          <a:latin typeface="EYInterstate Light"/>
                        </a:defRPr>
                      </a:lvl6pPr>
                      <a:lvl7pPr marL="2741828" algn="l" defTabSz="913943" rtl="0" eaLnBrk="1" latinLnBrk="0" hangingPunct="1">
                        <a:defRPr sz="1799" kern="1200">
                          <a:solidFill>
                            <a:schemeClr val="dk1"/>
                          </a:solidFill>
                          <a:latin typeface="EYInterstate Light"/>
                        </a:defRPr>
                      </a:lvl7pPr>
                      <a:lvl8pPr marL="3198800" algn="l" defTabSz="913943" rtl="0" eaLnBrk="1" latinLnBrk="0" hangingPunct="1">
                        <a:defRPr sz="1799" kern="1200">
                          <a:solidFill>
                            <a:schemeClr val="dk1"/>
                          </a:solidFill>
                          <a:latin typeface="EYInterstate Light"/>
                        </a:defRPr>
                      </a:lvl8pPr>
                      <a:lvl9pPr marL="3655771" algn="l" defTabSz="913943" rtl="0" eaLnBrk="1" latinLnBrk="0" hangingPunct="1">
                        <a:defRPr sz="1799" kern="1200">
                          <a:solidFill>
                            <a:schemeClr val="dk1"/>
                          </a:solidFill>
                          <a:latin typeface="EYInterstate Light"/>
                        </a:defRPr>
                      </a:lvl9pPr>
                    </a:lstStyle>
                    <a:p>
                      <a:pPr marL="0" algn="l" defTabSz="914400" rtl="0" eaLnBrk="1" latinLnBrk="0" hangingPunct="1"/>
                      <a:r>
                        <a:rPr lang="en-IN" sz="1050" i="0" kern="1200">
                          <a:solidFill>
                            <a:srgbClr val="2E2E38"/>
                          </a:solidFill>
                          <a:latin typeface="+mn-lt"/>
                          <a:ea typeface="+mn-lt"/>
                          <a:cs typeface="+mn-lt"/>
                          <a:sym typeface="+mn-lt"/>
                        </a:rPr>
                        <a:t>Highly scalable platform for offshoring other functions &amp; value-adding services</a:t>
                      </a:r>
                      <a:endParaRPr lang="en-US" sz="1050" i="0" kern="1200">
                        <a:solidFill>
                          <a:srgbClr val="2E2E38"/>
                        </a:solidFill>
                        <a:latin typeface="+mn-lt"/>
                        <a:ea typeface="+mn-lt"/>
                        <a:cs typeface="+mn-lt"/>
                        <a:sym typeface="+mn-lt"/>
                      </a:endParaRPr>
                    </a:p>
                  </a:txBody>
                  <a:tcPr marL="71963" marR="431802" marT="45704" marB="45704" anchor="ctr">
                    <a:lnL w="9525" cap="flat" cmpd="sng" algn="ctr">
                      <a:solidFill>
                        <a:srgbClr val="C4C4CD"/>
                      </a:solidFill>
                      <a:prstDash val="solid"/>
                      <a:round/>
                      <a:headEnd type="none" w="med" len="med"/>
                      <a:tailEnd type="none" w="med" len="med"/>
                    </a:lnL>
                    <a:lnR w="9525" cap="flat" cmpd="sng" algn="ctr">
                      <a:solidFill>
                        <a:srgbClr val="C4C4CD"/>
                      </a:solidFill>
                      <a:prstDash val="solid"/>
                      <a:round/>
                      <a:headEnd type="none" w="med" len="med"/>
                      <a:tailEnd type="none" w="med" len="med"/>
                    </a:lnR>
                    <a:lnT w="9525" cap="flat" cmpd="sng" algn="ctr">
                      <a:solidFill>
                        <a:srgbClr val="C4C4CD"/>
                      </a:solidFill>
                      <a:prstDash val="solid"/>
                      <a:round/>
                      <a:headEnd type="none" w="med" len="med"/>
                      <a:tailEnd type="none" w="med" len="med"/>
                    </a:lnT>
                    <a:lnB w="9525" cap="flat" cmpd="sng" algn="ctr">
                      <a:solidFill>
                        <a:srgbClr val="C4C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7022056"/>
                  </a:ext>
                </a:extLst>
              </a:tr>
            </a:tbl>
          </a:graphicData>
        </a:graphic>
      </p:graphicFrame>
      <p:sp>
        <p:nvSpPr>
          <p:cNvPr id="102" name="TextBox 101">
            <a:extLst>
              <a:ext uri="{FF2B5EF4-FFF2-40B4-BE49-F238E27FC236}">
                <a16:creationId xmlns:a16="http://schemas.microsoft.com/office/drawing/2014/main" id="{78361473-E80D-607E-F6DE-BECADF0C9071}"/>
              </a:ext>
            </a:extLst>
          </p:cNvPr>
          <p:cNvSpPr txBox="1"/>
          <p:nvPr/>
        </p:nvSpPr>
        <p:spPr>
          <a:xfrm>
            <a:off x="470437" y="5977923"/>
            <a:ext cx="7509269" cy="143886"/>
          </a:xfrm>
          <a:prstGeom prst="rect">
            <a:avLst/>
          </a:prstGeom>
          <a:noFill/>
        </p:spPr>
        <p:txBody>
          <a:bodyPr wrap="square" lIns="0" tIns="0" rIns="0" bIns="0" rtlCol="0">
            <a:noAutofit/>
          </a:bodyPr>
          <a:lstStyle/>
          <a:p>
            <a:pPr>
              <a:lnSpc>
                <a:spcPct val="85000"/>
              </a:lnSpc>
              <a:spcAft>
                <a:spcPts val="600"/>
              </a:spcAft>
              <a:buClr>
                <a:srgbClr val="27ACAA"/>
              </a:buClr>
              <a:buSzPct val="70000"/>
              <a:defRPr/>
            </a:pPr>
            <a:r>
              <a:rPr lang="en-IN" sz="1100">
                <a:solidFill>
                  <a:srgbClr val="2E2E38"/>
                </a:solidFill>
                <a:latin typeface="Arial" panose="020B0604020202020204"/>
                <a:ea typeface="+mn-lt"/>
                <a:cs typeface="Arial" panose="020B0604020202020204"/>
                <a:sym typeface="+mn-lt"/>
              </a:rPr>
              <a:t>Other factors includes Talent Management, quality of delivery, operative focus, process knowledge etc. </a:t>
            </a:r>
          </a:p>
        </p:txBody>
      </p:sp>
      <p:sp>
        <p:nvSpPr>
          <p:cNvPr id="103" name="TextBox 102">
            <a:extLst>
              <a:ext uri="{FF2B5EF4-FFF2-40B4-BE49-F238E27FC236}">
                <a16:creationId xmlns:a16="http://schemas.microsoft.com/office/drawing/2014/main" id="{7CDE0E1A-43D3-D043-783B-8B05D40013F8}"/>
              </a:ext>
            </a:extLst>
          </p:cNvPr>
          <p:cNvSpPr txBox="1">
            <a:spLocks/>
          </p:cNvSpPr>
          <p:nvPr/>
        </p:nvSpPr>
        <p:spPr>
          <a:xfrm>
            <a:off x="9570793" y="5815495"/>
            <a:ext cx="134867" cy="347411"/>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400" b="1" i="1">
                <a:solidFill>
                  <a:srgbClr val="FF4136"/>
                </a:solidFill>
                <a:latin typeface="Arial" panose="020B0604020202020204"/>
                <a:ea typeface="+mn-lt"/>
                <a:cs typeface="Arial" panose="020B0604020202020204"/>
                <a:sym typeface="+mn-lt"/>
              </a:rPr>
              <a:t>-</a:t>
            </a:r>
          </a:p>
        </p:txBody>
      </p:sp>
      <p:sp>
        <p:nvSpPr>
          <p:cNvPr id="104" name="TextBox 103">
            <a:extLst>
              <a:ext uri="{FF2B5EF4-FFF2-40B4-BE49-F238E27FC236}">
                <a16:creationId xmlns:a16="http://schemas.microsoft.com/office/drawing/2014/main" id="{FBF609C1-92FA-3EFC-9433-BFC4485B5650}"/>
              </a:ext>
            </a:extLst>
          </p:cNvPr>
          <p:cNvSpPr txBox="1">
            <a:spLocks/>
          </p:cNvSpPr>
          <p:nvPr/>
        </p:nvSpPr>
        <p:spPr>
          <a:xfrm>
            <a:off x="11284542" y="5815495"/>
            <a:ext cx="231654" cy="347411"/>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400" b="1" i="1">
                <a:solidFill>
                  <a:srgbClr val="2DB757"/>
                </a:solidFill>
                <a:latin typeface="Arial" panose="020B0604020202020204"/>
                <a:ea typeface="+mn-lt"/>
                <a:cs typeface="Arial" panose="020B0604020202020204"/>
                <a:sym typeface="+mn-lt"/>
              </a:rPr>
              <a:t>+</a:t>
            </a:r>
          </a:p>
        </p:txBody>
      </p:sp>
      <p:sp>
        <p:nvSpPr>
          <p:cNvPr id="105" name="Arrow: Left-Right 104">
            <a:extLst>
              <a:ext uri="{FF2B5EF4-FFF2-40B4-BE49-F238E27FC236}">
                <a16:creationId xmlns:a16="http://schemas.microsoft.com/office/drawing/2014/main" id="{9075FC14-C1CA-9D3C-A26F-2183BFC00C78}"/>
              </a:ext>
            </a:extLst>
          </p:cNvPr>
          <p:cNvSpPr>
            <a:spLocks/>
          </p:cNvSpPr>
          <p:nvPr/>
        </p:nvSpPr>
        <p:spPr>
          <a:xfrm>
            <a:off x="10415365" y="5919236"/>
            <a:ext cx="236004" cy="139928"/>
          </a:xfrm>
          <a:prstGeom prst="leftRightArrow">
            <a:avLst/>
          </a:prstGeom>
          <a:solidFill>
            <a:srgbClr val="FF810A"/>
          </a:solidFill>
          <a:ln w="9525" cap="flat" cmpd="sng" algn="ctr">
            <a:noFill/>
            <a:prstDash val="solid"/>
          </a:ln>
          <a:effectLst/>
        </p:spPr>
        <p:txBody>
          <a:bodyPr/>
          <a:lstStyle/>
          <a:p>
            <a:pPr algn="ctr" defTabSz="945415">
              <a:defRPr/>
            </a:pPr>
            <a:endParaRPr lang="en-IN" sz="900" i="1" kern="0">
              <a:solidFill>
                <a:srgbClr val="2E2E38"/>
              </a:solidFill>
              <a:latin typeface="Arial" panose="020B0604020202020204"/>
            </a:endParaRPr>
          </a:p>
        </p:txBody>
      </p:sp>
      <p:sp>
        <p:nvSpPr>
          <p:cNvPr id="106" name="TextBox 105">
            <a:extLst>
              <a:ext uri="{FF2B5EF4-FFF2-40B4-BE49-F238E27FC236}">
                <a16:creationId xmlns:a16="http://schemas.microsoft.com/office/drawing/2014/main" id="{1EA1D27A-3627-CA4C-834D-B3906F125055}"/>
              </a:ext>
            </a:extLst>
          </p:cNvPr>
          <p:cNvSpPr txBox="1"/>
          <p:nvPr/>
        </p:nvSpPr>
        <p:spPr>
          <a:xfrm>
            <a:off x="11537628" y="2712048"/>
            <a:ext cx="134867"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FF4136"/>
                </a:solidFill>
                <a:latin typeface="Arial" panose="020B0604020202020204"/>
                <a:ea typeface="+mn-lt"/>
                <a:cs typeface="Arial" panose="020B0604020202020204"/>
                <a:sym typeface="+mn-lt"/>
              </a:rPr>
              <a:t>-</a:t>
            </a:r>
          </a:p>
        </p:txBody>
      </p:sp>
      <p:sp>
        <p:nvSpPr>
          <p:cNvPr id="107" name="TextBox 106">
            <a:extLst>
              <a:ext uri="{FF2B5EF4-FFF2-40B4-BE49-F238E27FC236}">
                <a16:creationId xmlns:a16="http://schemas.microsoft.com/office/drawing/2014/main" id="{D7A6A275-78F5-76FA-5F39-A76E19A9486F}"/>
              </a:ext>
            </a:extLst>
          </p:cNvPr>
          <p:cNvSpPr txBox="1"/>
          <p:nvPr/>
        </p:nvSpPr>
        <p:spPr>
          <a:xfrm>
            <a:off x="11481066" y="3335627"/>
            <a:ext cx="231654"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08" name="TextBox 107">
            <a:extLst>
              <a:ext uri="{FF2B5EF4-FFF2-40B4-BE49-F238E27FC236}">
                <a16:creationId xmlns:a16="http://schemas.microsoft.com/office/drawing/2014/main" id="{BF0C9644-1804-0B30-CD03-8B9B6AFFECDD}"/>
              </a:ext>
            </a:extLst>
          </p:cNvPr>
          <p:cNvSpPr txBox="1"/>
          <p:nvPr/>
        </p:nvSpPr>
        <p:spPr>
          <a:xfrm>
            <a:off x="11498822" y="5082234"/>
            <a:ext cx="231654"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09" name="TextBox 108">
            <a:extLst>
              <a:ext uri="{FF2B5EF4-FFF2-40B4-BE49-F238E27FC236}">
                <a16:creationId xmlns:a16="http://schemas.microsoft.com/office/drawing/2014/main" id="{BCCD5B93-DE67-8DFE-9617-B6FA1E15C969}"/>
              </a:ext>
            </a:extLst>
          </p:cNvPr>
          <p:cNvSpPr txBox="1"/>
          <p:nvPr/>
        </p:nvSpPr>
        <p:spPr>
          <a:xfrm>
            <a:off x="11537628" y="3911611"/>
            <a:ext cx="134867"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FF4136"/>
                </a:solidFill>
                <a:latin typeface="Arial" panose="020B0604020202020204"/>
                <a:ea typeface="+mn-lt"/>
                <a:cs typeface="Arial" panose="020B0604020202020204"/>
                <a:sym typeface="+mn-lt"/>
              </a:rPr>
              <a:t>-</a:t>
            </a:r>
          </a:p>
        </p:txBody>
      </p:sp>
      <p:sp>
        <p:nvSpPr>
          <p:cNvPr id="110" name="TextBox 109">
            <a:extLst>
              <a:ext uri="{FF2B5EF4-FFF2-40B4-BE49-F238E27FC236}">
                <a16:creationId xmlns:a16="http://schemas.microsoft.com/office/drawing/2014/main" id="{8CC71462-90FE-3EC9-4044-D42C52F64986}"/>
              </a:ext>
            </a:extLst>
          </p:cNvPr>
          <p:cNvSpPr txBox="1"/>
          <p:nvPr/>
        </p:nvSpPr>
        <p:spPr>
          <a:xfrm>
            <a:off x="8257236" y="2712048"/>
            <a:ext cx="230067"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11" name="TextBox 110">
            <a:extLst>
              <a:ext uri="{FF2B5EF4-FFF2-40B4-BE49-F238E27FC236}">
                <a16:creationId xmlns:a16="http://schemas.microsoft.com/office/drawing/2014/main" id="{B31DCC2B-8624-5141-2FE2-FE5CE17D4BEE}"/>
              </a:ext>
            </a:extLst>
          </p:cNvPr>
          <p:cNvSpPr txBox="1"/>
          <p:nvPr/>
        </p:nvSpPr>
        <p:spPr>
          <a:xfrm>
            <a:off x="8257236" y="4464984"/>
            <a:ext cx="230067"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12" name="Arrow: Left-Right 111">
            <a:extLst>
              <a:ext uri="{FF2B5EF4-FFF2-40B4-BE49-F238E27FC236}">
                <a16:creationId xmlns:a16="http://schemas.microsoft.com/office/drawing/2014/main" id="{66318A29-9823-B50C-46CB-5E445F1FC563}"/>
              </a:ext>
            </a:extLst>
          </p:cNvPr>
          <p:cNvSpPr/>
          <p:nvPr/>
        </p:nvSpPr>
        <p:spPr>
          <a:xfrm>
            <a:off x="8218362" y="4026272"/>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13" name="TextBox 112">
            <a:extLst>
              <a:ext uri="{FF2B5EF4-FFF2-40B4-BE49-F238E27FC236}">
                <a16:creationId xmlns:a16="http://schemas.microsoft.com/office/drawing/2014/main" id="{47D6D800-972A-2925-BBCA-9869C490824C}"/>
              </a:ext>
            </a:extLst>
          </p:cNvPr>
          <p:cNvSpPr txBox="1"/>
          <p:nvPr/>
        </p:nvSpPr>
        <p:spPr>
          <a:xfrm>
            <a:off x="5104535" y="2712048"/>
            <a:ext cx="268940"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14" name="TextBox 113">
            <a:extLst>
              <a:ext uri="{FF2B5EF4-FFF2-40B4-BE49-F238E27FC236}">
                <a16:creationId xmlns:a16="http://schemas.microsoft.com/office/drawing/2014/main" id="{62418128-9301-5095-B287-179C33A8856F}"/>
              </a:ext>
            </a:extLst>
          </p:cNvPr>
          <p:cNvSpPr txBox="1"/>
          <p:nvPr/>
        </p:nvSpPr>
        <p:spPr>
          <a:xfrm>
            <a:off x="5103741" y="2206174"/>
            <a:ext cx="231654"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15" name="TextBox 114">
            <a:extLst>
              <a:ext uri="{FF2B5EF4-FFF2-40B4-BE49-F238E27FC236}">
                <a16:creationId xmlns:a16="http://schemas.microsoft.com/office/drawing/2014/main" id="{739B4CBA-F506-C0CE-E3C6-54E24258E78D}"/>
              </a:ext>
            </a:extLst>
          </p:cNvPr>
          <p:cNvSpPr txBox="1"/>
          <p:nvPr/>
        </p:nvSpPr>
        <p:spPr>
          <a:xfrm>
            <a:off x="5104535" y="3889742"/>
            <a:ext cx="230067"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116" name="Arrow: Left-Right 115">
            <a:extLst>
              <a:ext uri="{FF2B5EF4-FFF2-40B4-BE49-F238E27FC236}">
                <a16:creationId xmlns:a16="http://schemas.microsoft.com/office/drawing/2014/main" id="{08C49B92-576B-3F28-2B89-ADEDA5D163F1}"/>
              </a:ext>
            </a:extLst>
          </p:cNvPr>
          <p:cNvSpPr/>
          <p:nvPr/>
        </p:nvSpPr>
        <p:spPr>
          <a:xfrm>
            <a:off x="5065660" y="3450845"/>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17" name="Arrow: Left-Right 116">
            <a:extLst>
              <a:ext uri="{FF2B5EF4-FFF2-40B4-BE49-F238E27FC236}">
                <a16:creationId xmlns:a16="http://schemas.microsoft.com/office/drawing/2014/main" id="{5D46C7F9-80BB-FC56-8428-737C84316E4C}"/>
              </a:ext>
            </a:extLst>
          </p:cNvPr>
          <p:cNvSpPr/>
          <p:nvPr/>
        </p:nvSpPr>
        <p:spPr>
          <a:xfrm>
            <a:off x="8218362" y="3450845"/>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18" name="Arrow: Left-Right 117">
            <a:extLst>
              <a:ext uri="{FF2B5EF4-FFF2-40B4-BE49-F238E27FC236}">
                <a16:creationId xmlns:a16="http://schemas.microsoft.com/office/drawing/2014/main" id="{8F9E99DC-2753-7E91-1A03-9D97E36CDE7C}"/>
              </a:ext>
            </a:extLst>
          </p:cNvPr>
          <p:cNvSpPr/>
          <p:nvPr/>
        </p:nvSpPr>
        <p:spPr>
          <a:xfrm>
            <a:off x="8216407" y="5165553"/>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19" name="Arrow: Left-Right 118">
            <a:extLst>
              <a:ext uri="{FF2B5EF4-FFF2-40B4-BE49-F238E27FC236}">
                <a16:creationId xmlns:a16="http://schemas.microsoft.com/office/drawing/2014/main" id="{75EE576D-BDF7-E98B-2162-7C64D5B72FB0}"/>
              </a:ext>
            </a:extLst>
          </p:cNvPr>
          <p:cNvSpPr/>
          <p:nvPr/>
        </p:nvSpPr>
        <p:spPr>
          <a:xfrm>
            <a:off x="5065341" y="4545803"/>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20" name="TextBox 119">
            <a:extLst>
              <a:ext uri="{FF2B5EF4-FFF2-40B4-BE49-F238E27FC236}">
                <a16:creationId xmlns:a16="http://schemas.microsoft.com/office/drawing/2014/main" id="{1A57CCE3-1157-EC39-E3A9-7BEF63E518AA}"/>
              </a:ext>
            </a:extLst>
          </p:cNvPr>
          <p:cNvSpPr txBox="1"/>
          <p:nvPr/>
        </p:nvSpPr>
        <p:spPr>
          <a:xfrm>
            <a:off x="9436014" y="6104405"/>
            <a:ext cx="346177" cy="143886"/>
          </a:xfrm>
          <a:prstGeom prst="rect">
            <a:avLst/>
          </a:prstGeom>
          <a:noFill/>
        </p:spPr>
        <p:txBody>
          <a:bodyPr wrap="square" lIns="0" tIns="0" rIns="0" bIns="0" rtlCol="0">
            <a:noAutofit/>
          </a:bodyPr>
          <a:lstStyle/>
          <a:p>
            <a:pPr>
              <a:lnSpc>
                <a:spcPct val="85000"/>
              </a:lnSpc>
              <a:spcAft>
                <a:spcPts val="600"/>
              </a:spcAft>
              <a:buClr>
                <a:srgbClr val="27ACAA"/>
              </a:buClr>
              <a:buSzPct val="70000"/>
              <a:defRPr/>
            </a:pPr>
            <a:r>
              <a:rPr lang="en-IN" sz="1100">
                <a:solidFill>
                  <a:srgbClr val="2E2E38"/>
                </a:solidFill>
                <a:latin typeface="Arial" panose="020B0604020202020204"/>
                <a:ea typeface="+mn-lt"/>
                <a:cs typeface="Arial" panose="020B0604020202020204"/>
                <a:sym typeface="+mn-lt"/>
              </a:rPr>
              <a:t>Cons</a:t>
            </a:r>
          </a:p>
        </p:txBody>
      </p:sp>
      <p:sp>
        <p:nvSpPr>
          <p:cNvPr id="121" name="TextBox 120">
            <a:extLst>
              <a:ext uri="{FF2B5EF4-FFF2-40B4-BE49-F238E27FC236}">
                <a16:creationId xmlns:a16="http://schemas.microsoft.com/office/drawing/2014/main" id="{7E3989DA-F061-6C07-9916-83B0F5A5523F}"/>
              </a:ext>
            </a:extLst>
          </p:cNvPr>
          <p:cNvSpPr txBox="1"/>
          <p:nvPr/>
        </p:nvSpPr>
        <p:spPr>
          <a:xfrm>
            <a:off x="10274058" y="6104405"/>
            <a:ext cx="504586" cy="139928"/>
          </a:xfrm>
          <a:prstGeom prst="rect">
            <a:avLst/>
          </a:prstGeom>
          <a:noFill/>
        </p:spPr>
        <p:txBody>
          <a:bodyPr wrap="square" lIns="0" tIns="0" rIns="0" bIns="0" rtlCol="0">
            <a:noAutofit/>
          </a:bodyPr>
          <a:lstStyle/>
          <a:p>
            <a:pPr>
              <a:lnSpc>
                <a:spcPct val="85000"/>
              </a:lnSpc>
              <a:spcAft>
                <a:spcPts val="600"/>
              </a:spcAft>
              <a:buClr>
                <a:srgbClr val="27ACAA"/>
              </a:buClr>
              <a:buSzPct val="70000"/>
              <a:defRPr/>
            </a:pPr>
            <a:r>
              <a:rPr lang="en-IN" sz="1100">
                <a:solidFill>
                  <a:srgbClr val="2E2E38"/>
                </a:solidFill>
                <a:latin typeface="Arial" panose="020B0604020202020204"/>
                <a:ea typeface="+mn-lt"/>
                <a:cs typeface="Arial" panose="020B0604020202020204"/>
                <a:sym typeface="+mn-lt"/>
              </a:rPr>
              <a:t>Neutral</a:t>
            </a:r>
          </a:p>
        </p:txBody>
      </p:sp>
      <p:sp>
        <p:nvSpPr>
          <p:cNvPr id="122" name="TextBox 121">
            <a:extLst>
              <a:ext uri="{FF2B5EF4-FFF2-40B4-BE49-F238E27FC236}">
                <a16:creationId xmlns:a16="http://schemas.microsoft.com/office/drawing/2014/main" id="{2F8E3683-F09F-AEB4-06A6-467276517AE4}"/>
              </a:ext>
            </a:extLst>
          </p:cNvPr>
          <p:cNvSpPr txBox="1"/>
          <p:nvPr/>
        </p:nvSpPr>
        <p:spPr>
          <a:xfrm>
            <a:off x="11225710" y="6104405"/>
            <a:ext cx="504586" cy="139928"/>
          </a:xfrm>
          <a:prstGeom prst="rect">
            <a:avLst/>
          </a:prstGeom>
          <a:noFill/>
        </p:spPr>
        <p:txBody>
          <a:bodyPr wrap="square" lIns="0" tIns="0" rIns="0" bIns="0" rtlCol="0">
            <a:noAutofit/>
          </a:bodyPr>
          <a:lstStyle/>
          <a:p>
            <a:pPr>
              <a:lnSpc>
                <a:spcPct val="85000"/>
              </a:lnSpc>
              <a:spcAft>
                <a:spcPts val="600"/>
              </a:spcAft>
              <a:buClr>
                <a:srgbClr val="27ACAA"/>
              </a:buClr>
              <a:buSzPct val="70000"/>
              <a:defRPr/>
            </a:pPr>
            <a:r>
              <a:rPr lang="en-IN" sz="1100">
                <a:solidFill>
                  <a:srgbClr val="2E2E38"/>
                </a:solidFill>
                <a:latin typeface="Arial" panose="020B0604020202020204"/>
                <a:ea typeface="+mn-lt"/>
                <a:cs typeface="Arial" panose="020B0604020202020204"/>
                <a:sym typeface="+mn-lt"/>
              </a:rPr>
              <a:t>Pros</a:t>
            </a:r>
          </a:p>
        </p:txBody>
      </p:sp>
      <p:sp>
        <p:nvSpPr>
          <p:cNvPr id="123" name="Arrow: Left-Right 122">
            <a:extLst>
              <a:ext uri="{FF2B5EF4-FFF2-40B4-BE49-F238E27FC236}">
                <a16:creationId xmlns:a16="http://schemas.microsoft.com/office/drawing/2014/main" id="{55EAEFDF-DB64-8B00-0C8C-390E184DAF96}"/>
              </a:ext>
            </a:extLst>
          </p:cNvPr>
          <p:cNvSpPr/>
          <p:nvPr/>
        </p:nvSpPr>
        <p:spPr>
          <a:xfrm>
            <a:off x="8216407" y="2316504"/>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24" name="Arrow: Left-Right 123">
            <a:extLst>
              <a:ext uri="{FF2B5EF4-FFF2-40B4-BE49-F238E27FC236}">
                <a16:creationId xmlns:a16="http://schemas.microsoft.com/office/drawing/2014/main" id="{9714A533-7B00-296D-FE75-3FF4C4F5A16A}"/>
              </a:ext>
            </a:extLst>
          </p:cNvPr>
          <p:cNvSpPr/>
          <p:nvPr/>
        </p:nvSpPr>
        <p:spPr>
          <a:xfrm>
            <a:off x="11460741" y="2323103"/>
            <a:ext cx="307815" cy="182506"/>
          </a:xfrm>
          <a:prstGeom prst="leftRightArrow">
            <a:avLst/>
          </a:prstGeom>
          <a:solidFill>
            <a:srgbClr val="FF810A"/>
          </a:solidFill>
          <a:ln w="9525" cap="flat" cmpd="sng" algn="ctr">
            <a:noFill/>
            <a:prstDash val="solid"/>
          </a:ln>
          <a:effectLst/>
        </p:spPr>
        <p:txBody>
          <a:bodyPr/>
          <a:lstStyle/>
          <a:p>
            <a:pPr algn="ctr" defTabSz="945415">
              <a:defRPr/>
            </a:pPr>
            <a:endParaRPr lang="en-IN" sz="1049" i="1" kern="0">
              <a:solidFill>
                <a:srgbClr val="FF6D00"/>
              </a:solidFill>
              <a:latin typeface="Arial" panose="020B0604020202020204"/>
            </a:endParaRPr>
          </a:p>
        </p:txBody>
      </p:sp>
      <p:sp>
        <p:nvSpPr>
          <p:cNvPr id="125" name="TextBox 124">
            <a:extLst>
              <a:ext uri="{FF2B5EF4-FFF2-40B4-BE49-F238E27FC236}">
                <a16:creationId xmlns:a16="http://schemas.microsoft.com/office/drawing/2014/main" id="{13D618A8-C01C-2399-40EA-96D124AB733A}"/>
              </a:ext>
            </a:extLst>
          </p:cNvPr>
          <p:cNvSpPr txBox="1">
            <a:spLocks/>
          </p:cNvSpPr>
          <p:nvPr/>
        </p:nvSpPr>
        <p:spPr>
          <a:xfrm>
            <a:off x="5199735" y="5040569"/>
            <a:ext cx="134867" cy="347411"/>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400" b="1" i="1">
                <a:solidFill>
                  <a:srgbClr val="FF4136"/>
                </a:solidFill>
                <a:latin typeface="Arial" panose="020B0604020202020204"/>
                <a:ea typeface="+mn-lt"/>
                <a:cs typeface="Arial" panose="020B0604020202020204"/>
                <a:sym typeface="+mn-lt"/>
              </a:rPr>
              <a:t>-</a:t>
            </a:r>
          </a:p>
        </p:txBody>
      </p:sp>
      <p:sp>
        <p:nvSpPr>
          <p:cNvPr id="126" name="TextBox 125">
            <a:extLst>
              <a:ext uri="{FF2B5EF4-FFF2-40B4-BE49-F238E27FC236}">
                <a16:creationId xmlns:a16="http://schemas.microsoft.com/office/drawing/2014/main" id="{C6A15682-AF21-3ABE-D35A-4DB49BCC775C}"/>
              </a:ext>
            </a:extLst>
          </p:cNvPr>
          <p:cNvSpPr txBox="1"/>
          <p:nvPr/>
        </p:nvSpPr>
        <p:spPr>
          <a:xfrm>
            <a:off x="11492686" y="4490241"/>
            <a:ext cx="231654" cy="412942"/>
          </a:xfrm>
          <a:prstGeom prst="rect">
            <a:avLst/>
          </a:prstGeom>
          <a:noFill/>
        </p:spPr>
        <p:txBody>
          <a:bodyPr wrap="square" lIns="0" tIns="33155" rIns="0" bIns="0">
            <a:spAutoFit/>
          </a:bodyPr>
          <a:lstStyle/>
          <a:p>
            <a:pPr defTabSz="945415">
              <a:lnSpc>
                <a:spcPct val="85000"/>
              </a:lnSpc>
              <a:spcAft>
                <a:spcPts val="544"/>
              </a:spcAft>
              <a:buClr>
                <a:srgbClr val="FFE600"/>
              </a:buClr>
              <a:buSzPct val="70000"/>
              <a:defRPr/>
            </a:pPr>
            <a:r>
              <a:rPr lang="en-IN" sz="2901" b="1" i="1">
                <a:solidFill>
                  <a:srgbClr val="2DB757"/>
                </a:solidFill>
                <a:latin typeface="Arial" panose="020B0604020202020204"/>
                <a:ea typeface="+mn-lt"/>
                <a:cs typeface="Arial" panose="020B0604020202020204"/>
                <a:sym typeface="+mn-lt"/>
              </a:rPr>
              <a:t>+</a:t>
            </a:r>
          </a:p>
        </p:txBody>
      </p:sp>
      <p:sp>
        <p:nvSpPr>
          <p:cNvPr id="3" name="Date Placeholder 2">
            <a:extLst>
              <a:ext uri="{FF2B5EF4-FFF2-40B4-BE49-F238E27FC236}">
                <a16:creationId xmlns:a16="http://schemas.microsoft.com/office/drawing/2014/main" id="{27EBA45A-D789-759D-F73F-CDDBDDE33C10}"/>
              </a:ext>
            </a:extLst>
          </p:cNvPr>
          <p:cNvSpPr>
            <a:spLocks noGrp="1"/>
          </p:cNvSpPr>
          <p:nvPr>
            <p:ph type="dt" sz="half" idx="10"/>
          </p:nvPr>
        </p:nvSpPr>
        <p:spPr/>
        <p:txBody>
          <a:bodyPr/>
          <a:lstStyle/>
          <a:p>
            <a:fld id="{CD942A00-3023-4C9E-8354-F00239B892DE}" type="datetime1">
              <a:rPr lang="en-US" smtClean="0"/>
              <a:t>11/28/2025</a:t>
            </a:fld>
            <a:endParaRPr lang="en-US"/>
          </a:p>
        </p:txBody>
      </p:sp>
      <p:sp>
        <p:nvSpPr>
          <p:cNvPr id="4" name="Slide Number Placeholder 3">
            <a:extLst>
              <a:ext uri="{FF2B5EF4-FFF2-40B4-BE49-F238E27FC236}">
                <a16:creationId xmlns:a16="http://schemas.microsoft.com/office/drawing/2014/main" id="{6714CE07-EDAE-FBC0-77D0-3102DC349573}"/>
              </a:ext>
            </a:extLst>
          </p:cNvPr>
          <p:cNvSpPr>
            <a:spLocks noGrp="1"/>
          </p:cNvSpPr>
          <p:nvPr>
            <p:ph type="sldNum" sz="quarter" idx="12"/>
          </p:nvPr>
        </p:nvSpPr>
        <p:spPr/>
        <p:txBody>
          <a:bodyPr/>
          <a:lstStyle/>
          <a:p>
            <a:fld id="{94FCA0F3-9F3A-694B-99BB-0E592A797735}" type="slidenum">
              <a:rPr lang="en-US" smtClean="0"/>
              <a:t>29</a:t>
            </a:fld>
            <a:endParaRPr lang="en-US"/>
          </a:p>
        </p:txBody>
      </p:sp>
    </p:spTree>
    <p:extLst>
      <p:ext uri="{BB962C8B-B14F-4D97-AF65-F5344CB8AC3E}">
        <p14:creationId xmlns:p14="http://schemas.microsoft.com/office/powerpoint/2010/main" val="3211195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3D167-0FC8-6195-6E32-C760DD88CDC6}"/>
              </a:ext>
            </a:extLst>
          </p:cNvPr>
          <p:cNvSpPr>
            <a:spLocks noGrp="1"/>
          </p:cNvSpPr>
          <p:nvPr>
            <p:ph type="title"/>
          </p:nvPr>
        </p:nvSpPr>
        <p:spPr/>
        <p:txBody>
          <a:bodyPr/>
          <a:lstStyle/>
          <a:p>
            <a:r>
              <a:rPr lang="en-US"/>
              <a:t>Transition Strategy</a:t>
            </a:r>
            <a:endParaRPr lang="en-IN"/>
          </a:p>
        </p:txBody>
      </p:sp>
      <p:sp>
        <p:nvSpPr>
          <p:cNvPr id="8" name="SmartArt Placeholder 7">
            <a:extLst>
              <a:ext uri="{FF2B5EF4-FFF2-40B4-BE49-F238E27FC236}">
                <a16:creationId xmlns:a16="http://schemas.microsoft.com/office/drawing/2014/main" id="{7C233144-AA76-3682-A8D1-5A53E4BBEAB8}"/>
              </a:ext>
            </a:extLst>
          </p:cNvPr>
          <p:cNvSpPr>
            <a:spLocks noGrp="1"/>
          </p:cNvSpPr>
          <p:nvPr>
            <p:ph type="dgm" sz="quarter" idx="17"/>
          </p:nvPr>
        </p:nvSpPr>
        <p:spPr/>
        <p:txBody>
          <a:bodyPr/>
          <a:lstStyle/>
          <a:p>
            <a:endParaRPr lang="en-IN"/>
          </a:p>
        </p:txBody>
      </p:sp>
      <p:sp>
        <p:nvSpPr>
          <p:cNvPr id="159" name="Rectangle 158">
            <a:extLst>
              <a:ext uri="{FF2B5EF4-FFF2-40B4-BE49-F238E27FC236}">
                <a16:creationId xmlns:a16="http://schemas.microsoft.com/office/drawing/2014/main" id="{CE8618E9-42D5-B4EC-3BED-0B6D3B6F1DFD}"/>
              </a:ext>
            </a:extLst>
          </p:cNvPr>
          <p:cNvSpPr/>
          <p:nvPr/>
        </p:nvSpPr>
        <p:spPr>
          <a:xfrm>
            <a:off x="1147601" y="1906866"/>
            <a:ext cx="2284768" cy="1242915"/>
          </a:xfrm>
          <a:prstGeom prst="rect">
            <a:avLst/>
          </a:prstGeom>
          <a:solidFill>
            <a:srgbClr val="C4C4CD"/>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60" name="Group 159">
            <a:extLst>
              <a:ext uri="{FF2B5EF4-FFF2-40B4-BE49-F238E27FC236}">
                <a16:creationId xmlns:a16="http://schemas.microsoft.com/office/drawing/2014/main" id="{35F0E97C-0326-753E-66D5-0CED9D7C41AB}"/>
              </a:ext>
            </a:extLst>
          </p:cNvPr>
          <p:cNvGrpSpPr/>
          <p:nvPr/>
        </p:nvGrpSpPr>
        <p:grpSpPr>
          <a:xfrm>
            <a:off x="861212" y="2107279"/>
            <a:ext cx="206227" cy="731520"/>
            <a:chOff x="887762" y="2056340"/>
            <a:chExt cx="206334" cy="649288"/>
          </a:xfrm>
        </p:grpSpPr>
        <p:sp>
          <p:nvSpPr>
            <p:cNvPr id="161" name="Rectangle 160">
              <a:extLst>
                <a:ext uri="{FF2B5EF4-FFF2-40B4-BE49-F238E27FC236}">
                  <a16:creationId xmlns:a16="http://schemas.microsoft.com/office/drawing/2014/main" id="{6E7F3CCC-9054-023C-E334-02D5D5B3DEB0}"/>
                </a:ext>
              </a:extLst>
            </p:cNvPr>
            <p:cNvSpPr/>
            <p:nvPr/>
          </p:nvSpPr>
          <p:spPr>
            <a:xfrm rot="16200000">
              <a:off x="637549" y="2306553"/>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000000"/>
                  </a:solidFill>
                  <a:latin typeface="Arial" panose="020B0604020202020204"/>
                  <a:ea typeface="+mn-lt"/>
                  <a:cs typeface="Arial" panose="020B0604020202020204"/>
                  <a:sym typeface="+mn-lt"/>
                </a:rPr>
                <a:t>Transform</a:t>
              </a:r>
            </a:p>
          </p:txBody>
        </p:sp>
        <p:cxnSp>
          <p:nvCxnSpPr>
            <p:cNvPr id="162" name="Straight Connector 161">
              <a:extLst>
                <a:ext uri="{FF2B5EF4-FFF2-40B4-BE49-F238E27FC236}">
                  <a16:creationId xmlns:a16="http://schemas.microsoft.com/office/drawing/2014/main" id="{F2EC9F4F-DDB8-9C8F-B34F-EC8C4E3EDCE2}"/>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63" name="Rectangle 162">
            <a:extLst>
              <a:ext uri="{FF2B5EF4-FFF2-40B4-BE49-F238E27FC236}">
                <a16:creationId xmlns:a16="http://schemas.microsoft.com/office/drawing/2014/main" id="{64525CE1-D2DC-4013-39FD-26919125B1B8}"/>
              </a:ext>
            </a:extLst>
          </p:cNvPr>
          <p:cNvSpPr/>
          <p:nvPr/>
        </p:nvSpPr>
        <p:spPr>
          <a:xfrm>
            <a:off x="2130177" y="2854864"/>
            <a:ext cx="238001" cy="294917"/>
          </a:xfrm>
          <a:prstGeom prst="rect">
            <a:avLst/>
          </a:prstGeom>
          <a:solidFill>
            <a:srgbClr val="8BD3E6"/>
          </a:solidFill>
          <a:ln w="9525" cap="flat" cmpd="sng" algn="ctr">
            <a:noFill/>
            <a:prstDash val="solid"/>
          </a:ln>
          <a:effectLst/>
        </p:spPr>
        <p:txBody>
          <a:bodyPr lIns="71963" tIns="71963" rIns="71963" bIns="71963"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Arial" panose="020B0604020202020204"/>
            </a:endParaRPr>
          </a:p>
        </p:txBody>
      </p:sp>
      <p:sp>
        <p:nvSpPr>
          <p:cNvPr id="164" name="Rectangle 163">
            <a:extLst>
              <a:ext uri="{FF2B5EF4-FFF2-40B4-BE49-F238E27FC236}">
                <a16:creationId xmlns:a16="http://schemas.microsoft.com/office/drawing/2014/main" id="{DD5C2483-C572-095B-616C-3974EC6D80EE}"/>
              </a:ext>
            </a:extLst>
          </p:cNvPr>
          <p:cNvSpPr/>
          <p:nvPr/>
        </p:nvSpPr>
        <p:spPr>
          <a:xfrm>
            <a:off x="2130177" y="1958392"/>
            <a:ext cx="238001" cy="896470"/>
          </a:xfrm>
          <a:prstGeom prst="rect">
            <a:avLst/>
          </a:prstGeom>
          <a:solidFill>
            <a:srgbClr val="FFFFFF"/>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65" name="Group 164">
            <a:extLst>
              <a:ext uri="{FF2B5EF4-FFF2-40B4-BE49-F238E27FC236}">
                <a16:creationId xmlns:a16="http://schemas.microsoft.com/office/drawing/2014/main" id="{1B9B29FF-8E5A-3CED-80DC-3D05341D08AE}"/>
              </a:ext>
            </a:extLst>
          </p:cNvPr>
          <p:cNvGrpSpPr/>
          <p:nvPr/>
        </p:nvGrpSpPr>
        <p:grpSpPr>
          <a:xfrm rot="5400000">
            <a:off x="2145433" y="1433861"/>
            <a:ext cx="148784" cy="648950"/>
            <a:chOff x="954448" y="2098675"/>
            <a:chExt cx="148861" cy="649288"/>
          </a:xfrm>
        </p:grpSpPr>
        <p:sp>
          <p:nvSpPr>
            <p:cNvPr id="166" name="Rectangle 165">
              <a:extLst>
                <a:ext uri="{FF2B5EF4-FFF2-40B4-BE49-F238E27FC236}">
                  <a16:creationId xmlns:a16="http://schemas.microsoft.com/office/drawing/2014/main" id="{25540EE7-7CCD-2BF3-7C5F-0D4CC521775A}"/>
                </a:ext>
              </a:extLst>
            </p:cNvPr>
            <p:cNvSpPr/>
            <p:nvPr/>
          </p:nvSpPr>
          <p:spPr>
            <a:xfrm rot="16200000">
              <a:off x="704235"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000000"/>
                  </a:solidFill>
                  <a:latin typeface="Arial" panose="020B0604020202020204"/>
                  <a:ea typeface="+mn-lt"/>
                  <a:cs typeface="Arial" panose="020B0604020202020204"/>
                  <a:sym typeface="+mn-lt"/>
                </a:rPr>
                <a:t>Shift</a:t>
              </a:r>
            </a:p>
          </p:txBody>
        </p:sp>
        <p:cxnSp>
          <p:nvCxnSpPr>
            <p:cNvPr id="167" name="Straight Connector 166">
              <a:extLst>
                <a:ext uri="{FF2B5EF4-FFF2-40B4-BE49-F238E27FC236}">
                  <a16:creationId xmlns:a16="http://schemas.microsoft.com/office/drawing/2014/main" id="{84A547BF-D747-AD7B-6A76-C6D25E829E19}"/>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68" name="Rectangle 167">
            <a:extLst>
              <a:ext uri="{FF2B5EF4-FFF2-40B4-BE49-F238E27FC236}">
                <a16:creationId xmlns:a16="http://schemas.microsoft.com/office/drawing/2014/main" id="{BE5F8C85-C09E-9FBF-1A2A-2171F79AF426}"/>
              </a:ext>
            </a:extLst>
          </p:cNvPr>
          <p:cNvSpPr/>
          <p:nvPr/>
        </p:nvSpPr>
        <p:spPr>
          <a:xfrm>
            <a:off x="3884919" y="1906866"/>
            <a:ext cx="2284768" cy="1242915"/>
          </a:xfrm>
          <a:prstGeom prst="rect">
            <a:avLst/>
          </a:prstGeom>
          <a:solidFill>
            <a:srgbClr val="C4C4CD"/>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69" name="Group 168">
            <a:extLst>
              <a:ext uri="{FF2B5EF4-FFF2-40B4-BE49-F238E27FC236}">
                <a16:creationId xmlns:a16="http://schemas.microsoft.com/office/drawing/2014/main" id="{ACFE4910-85F1-11E1-2116-741417160599}"/>
              </a:ext>
            </a:extLst>
          </p:cNvPr>
          <p:cNvGrpSpPr/>
          <p:nvPr/>
        </p:nvGrpSpPr>
        <p:grpSpPr>
          <a:xfrm>
            <a:off x="3609591" y="2096961"/>
            <a:ext cx="206227" cy="731520"/>
            <a:chOff x="887762" y="2098675"/>
            <a:chExt cx="206334" cy="649288"/>
          </a:xfrm>
        </p:grpSpPr>
        <p:sp>
          <p:nvSpPr>
            <p:cNvPr id="170" name="Rectangle 169">
              <a:extLst>
                <a:ext uri="{FF2B5EF4-FFF2-40B4-BE49-F238E27FC236}">
                  <a16:creationId xmlns:a16="http://schemas.microsoft.com/office/drawing/2014/main" id="{A30CF1C5-FCB0-81F3-B53A-C04AE831BE7A}"/>
                </a:ext>
              </a:extLst>
            </p:cNvPr>
            <p:cNvSpPr/>
            <p:nvPr/>
          </p:nvSpPr>
          <p:spPr>
            <a:xfrm rot="16200000">
              <a:off x="637549"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2E2E38"/>
                  </a:solidFill>
                  <a:latin typeface="Arial" panose="020B0604020202020204"/>
                  <a:ea typeface="+mn-lt"/>
                  <a:cs typeface="Arial" panose="020B0604020202020204"/>
                  <a:sym typeface="+mn-lt"/>
                </a:rPr>
                <a:t>Transform</a:t>
              </a:r>
            </a:p>
          </p:txBody>
        </p:sp>
        <p:cxnSp>
          <p:nvCxnSpPr>
            <p:cNvPr id="171" name="Straight Connector 170">
              <a:extLst>
                <a:ext uri="{FF2B5EF4-FFF2-40B4-BE49-F238E27FC236}">
                  <a16:creationId xmlns:a16="http://schemas.microsoft.com/office/drawing/2014/main" id="{840157CD-5484-2DC5-16F6-CE25E6FDF8DF}"/>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72" name="Rectangle 171">
            <a:extLst>
              <a:ext uri="{FF2B5EF4-FFF2-40B4-BE49-F238E27FC236}">
                <a16:creationId xmlns:a16="http://schemas.microsoft.com/office/drawing/2014/main" id="{17396DDF-4F51-0F30-8F19-7DC459190A7C}"/>
              </a:ext>
            </a:extLst>
          </p:cNvPr>
          <p:cNvSpPr/>
          <p:nvPr/>
        </p:nvSpPr>
        <p:spPr>
          <a:xfrm>
            <a:off x="4867496" y="2854864"/>
            <a:ext cx="238001" cy="294917"/>
          </a:xfrm>
          <a:prstGeom prst="rect">
            <a:avLst/>
          </a:prstGeom>
          <a:solidFill>
            <a:srgbClr val="8BD3E6"/>
          </a:solidFill>
          <a:ln w="9525" cap="flat" cmpd="sng" algn="ctr">
            <a:noFill/>
            <a:prstDash val="solid"/>
          </a:ln>
          <a:effectLst/>
        </p:spPr>
        <p:txBody>
          <a:bodyPr lIns="71963" tIns="71963" rIns="71963" bIns="71963"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Arial" panose="020B0604020202020204"/>
            </a:endParaRPr>
          </a:p>
        </p:txBody>
      </p:sp>
      <p:sp>
        <p:nvSpPr>
          <p:cNvPr id="173" name="Rectangle 172">
            <a:extLst>
              <a:ext uri="{FF2B5EF4-FFF2-40B4-BE49-F238E27FC236}">
                <a16:creationId xmlns:a16="http://schemas.microsoft.com/office/drawing/2014/main" id="{DF220BA1-2ACF-82BF-AA0E-A0804ACAD600}"/>
              </a:ext>
            </a:extLst>
          </p:cNvPr>
          <p:cNvSpPr/>
          <p:nvPr/>
        </p:nvSpPr>
        <p:spPr>
          <a:xfrm>
            <a:off x="4867496" y="1958393"/>
            <a:ext cx="238001" cy="896470"/>
          </a:xfrm>
          <a:prstGeom prst="rect">
            <a:avLst/>
          </a:prstGeom>
          <a:solidFill>
            <a:srgbClr val="FFFFFF"/>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74" name="Group 173">
            <a:extLst>
              <a:ext uri="{FF2B5EF4-FFF2-40B4-BE49-F238E27FC236}">
                <a16:creationId xmlns:a16="http://schemas.microsoft.com/office/drawing/2014/main" id="{7B333D73-3E43-CC6F-396D-76CB7EE7892D}"/>
              </a:ext>
            </a:extLst>
          </p:cNvPr>
          <p:cNvGrpSpPr/>
          <p:nvPr/>
        </p:nvGrpSpPr>
        <p:grpSpPr>
          <a:xfrm rot="5400000">
            <a:off x="4882752" y="1433862"/>
            <a:ext cx="148784" cy="648950"/>
            <a:chOff x="954448" y="2098675"/>
            <a:chExt cx="148861" cy="649288"/>
          </a:xfrm>
        </p:grpSpPr>
        <p:sp>
          <p:nvSpPr>
            <p:cNvPr id="175" name="Rectangle 174">
              <a:extLst>
                <a:ext uri="{FF2B5EF4-FFF2-40B4-BE49-F238E27FC236}">
                  <a16:creationId xmlns:a16="http://schemas.microsoft.com/office/drawing/2014/main" id="{F6B463CC-8316-286F-ECE1-968A760FA40D}"/>
                </a:ext>
              </a:extLst>
            </p:cNvPr>
            <p:cNvSpPr/>
            <p:nvPr/>
          </p:nvSpPr>
          <p:spPr>
            <a:xfrm rot="16200000">
              <a:off x="704235"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000000"/>
                  </a:solidFill>
                  <a:latin typeface="Arial" panose="020B0604020202020204"/>
                  <a:ea typeface="+mn-lt"/>
                  <a:cs typeface="Arial" panose="020B0604020202020204"/>
                  <a:sym typeface="+mn-lt"/>
                </a:rPr>
                <a:t>Shift</a:t>
              </a:r>
            </a:p>
          </p:txBody>
        </p:sp>
        <p:cxnSp>
          <p:nvCxnSpPr>
            <p:cNvPr id="176" name="Straight Connector 175">
              <a:extLst>
                <a:ext uri="{FF2B5EF4-FFF2-40B4-BE49-F238E27FC236}">
                  <a16:creationId xmlns:a16="http://schemas.microsoft.com/office/drawing/2014/main" id="{2E9B4972-CB13-EFB9-5ADB-EA4638B2A8FA}"/>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77" name="Rectangle 176">
            <a:extLst>
              <a:ext uri="{FF2B5EF4-FFF2-40B4-BE49-F238E27FC236}">
                <a16:creationId xmlns:a16="http://schemas.microsoft.com/office/drawing/2014/main" id="{FC89C384-5219-F083-BFE9-E8632A28F84C}"/>
              </a:ext>
            </a:extLst>
          </p:cNvPr>
          <p:cNvSpPr/>
          <p:nvPr/>
        </p:nvSpPr>
        <p:spPr>
          <a:xfrm>
            <a:off x="6721278" y="1906866"/>
            <a:ext cx="2284768" cy="1242915"/>
          </a:xfrm>
          <a:prstGeom prst="rect">
            <a:avLst/>
          </a:prstGeom>
          <a:solidFill>
            <a:srgbClr val="C4C4CD"/>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78" name="Group 177">
            <a:extLst>
              <a:ext uri="{FF2B5EF4-FFF2-40B4-BE49-F238E27FC236}">
                <a16:creationId xmlns:a16="http://schemas.microsoft.com/office/drawing/2014/main" id="{6F1F2C94-D2AF-ADCB-4A5F-1E83073D78ED}"/>
              </a:ext>
            </a:extLst>
          </p:cNvPr>
          <p:cNvGrpSpPr/>
          <p:nvPr/>
        </p:nvGrpSpPr>
        <p:grpSpPr>
          <a:xfrm>
            <a:off x="6434849" y="2096961"/>
            <a:ext cx="206227" cy="731520"/>
            <a:chOff x="887762" y="2098675"/>
            <a:chExt cx="206334" cy="649288"/>
          </a:xfrm>
        </p:grpSpPr>
        <p:sp>
          <p:nvSpPr>
            <p:cNvPr id="179" name="Rectangle 178">
              <a:extLst>
                <a:ext uri="{FF2B5EF4-FFF2-40B4-BE49-F238E27FC236}">
                  <a16:creationId xmlns:a16="http://schemas.microsoft.com/office/drawing/2014/main" id="{65BBA12D-F7EB-9610-40D6-BE9F26C52511}"/>
                </a:ext>
              </a:extLst>
            </p:cNvPr>
            <p:cNvSpPr/>
            <p:nvPr/>
          </p:nvSpPr>
          <p:spPr>
            <a:xfrm rot="16200000">
              <a:off x="637549"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2E2E38"/>
                  </a:solidFill>
                  <a:latin typeface="Arial" panose="020B0604020202020204"/>
                  <a:ea typeface="+mn-lt"/>
                  <a:cs typeface="Arial" panose="020B0604020202020204"/>
                  <a:sym typeface="+mn-lt"/>
                </a:rPr>
                <a:t>Transform</a:t>
              </a:r>
            </a:p>
          </p:txBody>
        </p:sp>
        <p:cxnSp>
          <p:nvCxnSpPr>
            <p:cNvPr id="180" name="Straight Connector 179">
              <a:extLst>
                <a:ext uri="{FF2B5EF4-FFF2-40B4-BE49-F238E27FC236}">
                  <a16:creationId xmlns:a16="http://schemas.microsoft.com/office/drawing/2014/main" id="{8242727D-56C9-09FA-61ED-44AF26FB95F0}"/>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81" name="Rectangle 180">
            <a:extLst>
              <a:ext uri="{FF2B5EF4-FFF2-40B4-BE49-F238E27FC236}">
                <a16:creationId xmlns:a16="http://schemas.microsoft.com/office/drawing/2014/main" id="{6105C94B-94BF-F2AE-B758-9C02481CDFF8}"/>
              </a:ext>
            </a:extLst>
          </p:cNvPr>
          <p:cNvSpPr/>
          <p:nvPr/>
        </p:nvSpPr>
        <p:spPr>
          <a:xfrm>
            <a:off x="7703854" y="2854864"/>
            <a:ext cx="238001" cy="294917"/>
          </a:xfrm>
          <a:prstGeom prst="rect">
            <a:avLst/>
          </a:prstGeom>
          <a:solidFill>
            <a:srgbClr val="8BD3E6"/>
          </a:solidFill>
          <a:ln w="9525" cap="flat" cmpd="sng" algn="ctr">
            <a:noFill/>
            <a:prstDash val="solid"/>
          </a:ln>
          <a:effectLst/>
        </p:spPr>
        <p:txBody>
          <a:bodyPr lIns="71963" tIns="71963" rIns="71963" bIns="71963"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Arial" panose="020B0604020202020204"/>
            </a:endParaRPr>
          </a:p>
        </p:txBody>
      </p:sp>
      <p:sp>
        <p:nvSpPr>
          <p:cNvPr id="182" name="Rectangle 181">
            <a:extLst>
              <a:ext uri="{FF2B5EF4-FFF2-40B4-BE49-F238E27FC236}">
                <a16:creationId xmlns:a16="http://schemas.microsoft.com/office/drawing/2014/main" id="{55D8DD34-B8AA-1FBA-48BB-43295316AF1E}"/>
              </a:ext>
            </a:extLst>
          </p:cNvPr>
          <p:cNvSpPr/>
          <p:nvPr/>
        </p:nvSpPr>
        <p:spPr>
          <a:xfrm>
            <a:off x="7703854" y="1958393"/>
            <a:ext cx="238001" cy="896470"/>
          </a:xfrm>
          <a:prstGeom prst="rect">
            <a:avLst/>
          </a:prstGeom>
          <a:solidFill>
            <a:srgbClr val="FFFFFF"/>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83" name="Group 182">
            <a:extLst>
              <a:ext uri="{FF2B5EF4-FFF2-40B4-BE49-F238E27FC236}">
                <a16:creationId xmlns:a16="http://schemas.microsoft.com/office/drawing/2014/main" id="{6A55DE96-DEEB-25FD-276D-D3BFD351BF6A}"/>
              </a:ext>
            </a:extLst>
          </p:cNvPr>
          <p:cNvGrpSpPr/>
          <p:nvPr/>
        </p:nvGrpSpPr>
        <p:grpSpPr>
          <a:xfrm rot="5400000">
            <a:off x="7719110" y="1433862"/>
            <a:ext cx="148784" cy="648950"/>
            <a:chOff x="954448" y="2098675"/>
            <a:chExt cx="148861" cy="649288"/>
          </a:xfrm>
        </p:grpSpPr>
        <p:sp>
          <p:nvSpPr>
            <p:cNvPr id="184" name="Rectangle 183">
              <a:extLst>
                <a:ext uri="{FF2B5EF4-FFF2-40B4-BE49-F238E27FC236}">
                  <a16:creationId xmlns:a16="http://schemas.microsoft.com/office/drawing/2014/main" id="{6440E505-FC72-0BAB-A16B-75BA003F2B6D}"/>
                </a:ext>
              </a:extLst>
            </p:cNvPr>
            <p:cNvSpPr/>
            <p:nvPr/>
          </p:nvSpPr>
          <p:spPr>
            <a:xfrm rot="16200000">
              <a:off x="704235"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000000"/>
                  </a:solidFill>
                  <a:latin typeface="Arial" panose="020B0604020202020204"/>
                  <a:ea typeface="+mn-lt"/>
                  <a:cs typeface="Arial" panose="020B0604020202020204"/>
                  <a:sym typeface="+mn-lt"/>
                </a:rPr>
                <a:t>Shift</a:t>
              </a:r>
            </a:p>
          </p:txBody>
        </p:sp>
        <p:cxnSp>
          <p:nvCxnSpPr>
            <p:cNvPr id="185" name="Straight Connector 184">
              <a:extLst>
                <a:ext uri="{FF2B5EF4-FFF2-40B4-BE49-F238E27FC236}">
                  <a16:creationId xmlns:a16="http://schemas.microsoft.com/office/drawing/2014/main" id="{25C648DB-B69D-9B86-766A-34B6F23CB291}"/>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86" name="Rectangle 185">
            <a:extLst>
              <a:ext uri="{FF2B5EF4-FFF2-40B4-BE49-F238E27FC236}">
                <a16:creationId xmlns:a16="http://schemas.microsoft.com/office/drawing/2014/main" id="{D1150D87-C784-513F-24BF-C3C486250D37}"/>
              </a:ext>
            </a:extLst>
          </p:cNvPr>
          <p:cNvSpPr/>
          <p:nvPr/>
        </p:nvSpPr>
        <p:spPr>
          <a:xfrm>
            <a:off x="9463050" y="1906866"/>
            <a:ext cx="2284768" cy="1242915"/>
          </a:xfrm>
          <a:prstGeom prst="rect">
            <a:avLst/>
          </a:prstGeom>
          <a:solidFill>
            <a:srgbClr val="C4C4CD"/>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87" name="Group 186">
            <a:extLst>
              <a:ext uri="{FF2B5EF4-FFF2-40B4-BE49-F238E27FC236}">
                <a16:creationId xmlns:a16="http://schemas.microsoft.com/office/drawing/2014/main" id="{7EB5281B-F6AC-1A3F-C159-8D43C1438395}"/>
              </a:ext>
            </a:extLst>
          </p:cNvPr>
          <p:cNvGrpSpPr/>
          <p:nvPr/>
        </p:nvGrpSpPr>
        <p:grpSpPr>
          <a:xfrm>
            <a:off x="9186146" y="2096961"/>
            <a:ext cx="206227" cy="731520"/>
            <a:chOff x="887762" y="2098675"/>
            <a:chExt cx="206334" cy="649288"/>
          </a:xfrm>
        </p:grpSpPr>
        <p:sp>
          <p:nvSpPr>
            <p:cNvPr id="188" name="Rectangle 187">
              <a:extLst>
                <a:ext uri="{FF2B5EF4-FFF2-40B4-BE49-F238E27FC236}">
                  <a16:creationId xmlns:a16="http://schemas.microsoft.com/office/drawing/2014/main" id="{AB87D349-2DDB-0D75-FA92-FF4FCB20A0BB}"/>
                </a:ext>
              </a:extLst>
            </p:cNvPr>
            <p:cNvSpPr/>
            <p:nvPr/>
          </p:nvSpPr>
          <p:spPr>
            <a:xfrm rot="16200000">
              <a:off x="637549"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2E2E38"/>
                  </a:solidFill>
                  <a:latin typeface="Arial" panose="020B0604020202020204"/>
                  <a:ea typeface="+mn-lt"/>
                  <a:cs typeface="Arial" panose="020B0604020202020204"/>
                  <a:sym typeface="+mn-lt"/>
                </a:rPr>
                <a:t>Transform</a:t>
              </a:r>
            </a:p>
          </p:txBody>
        </p:sp>
        <p:cxnSp>
          <p:nvCxnSpPr>
            <p:cNvPr id="189" name="Straight Connector 188">
              <a:extLst>
                <a:ext uri="{FF2B5EF4-FFF2-40B4-BE49-F238E27FC236}">
                  <a16:creationId xmlns:a16="http://schemas.microsoft.com/office/drawing/2014/main" id="{2A2ECDFB-6486-73B5-2E6F-55CC89AFD452}"/>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sp>
        <p:nvSpPr>
          <p:cNvPr id="190" name="Rectangle 189">
            <a:extLst>
              <a:ext uri="{FF2B5EF4-FFF2-40B4-BE49-F238E27FC236}">
                <a16:creationId xmlns:a16="http://schemas.microsoft.com/office/drawing/2014/main" id="{24D842AB-8E1E-2C66-AE13-91EC642509DE}"/>
              </a:ext>
            </a:extLst>
          </p:cNvPr>
          <p:cNvSpPr/>
          <p:nvPr/>
        </p:nvSpPr>
        <p:spPr>
          <a:xfrm>
            <a:off x="10445626" y="2854864"/>
            <a:ext cx="238001" cy="294917"/>
          </a:xfrm>
          <a:prstGeom prst="rect">
            <a:avLst/>
          </a:prstGeom>
          <a:solidFill>
            <a:srgbClr val="8BD3E6"/>
          </a:solidFill>
          <a:ln w="9525" cap="flat" cmpd="sng" algn="ctr">
            <a:noFill/>
            <a:prstDash val="solid"/>
          </a:ln>
          <a:effectLst/>
        </p:spPr>
        <p:txBody>
          <a:bodyPr lIns="71963" tIns="71963" rIns="71963" bIns="71963"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Arial" panose="020B0604020202020204"/>
            </a:endParaRPr>
          </a:p>
        </p:txBody>
      </p:sp>
      <p:sp>
        <p:nvSpPr>
          <p:cNvPr id="191" name="Rectangle 190">
            <a:extLst>
              <a:ext uri="{FF2B5EF4-FFF2-40B4-BE49-F238E27FC236}">
                <a16:creationId xmlns:a16="http://schemas.microsoft.com/office/drawing/2014/main" id="{B724F4DE-B71A-E6C1-1FDB-70938A90D36E}"/>
              </a:ext>
            </a:extLst>
          </p:cNvPr>
          <p:cNvSpPr/>
          <p:nvPr/>
        </p:nvSpPr>
        <p:spPr>
          <a:xfrm>
            <a:off x="10445626" y="1958393"/>
            <a:ext cx="238001" cy="896470"/>
          </a:xfrm>
          <a:prstGeom prst="rect">
            <a:avLst/>
          </a:prstGeom>
          <a:solidFill>
            <a:srgbClr val="FFFFFF"/>
          </a:solidFill>
          <a:ln w="9525" cap="flat" cmpd="sng" algn="ctr">
            <a:noFill/>
            <a:prstDash val="solid"/>
          </a:ln>
          <a:effectLst/>
        </p:spPr>
        <p:txBody>
          <a:bodyPr lIns="71963" tIns="71963" rIns="71963" bIns="71963" rtlCol="0" anchor="ctr" anchorCtr="0"/>
          <a:lstStyle/>
          <a:p>
            <a:pPr>
              <a:defRPr/>
            </a:pPr>
            <a:endParaRPr lang="en-US" sz="1199" kern="0">
              <a:solidFill>
                <a:srgbClr val="2E2E38"/>
              </a:solidFill>
              <a:latin typeface="Arial" panose="020B0604020202020204"/>
            </a:endParaRPr>
          </a:p>
        </p:txBody>
      </p:sp>
      <p:grpSp>
        <p:nvGrpSpPr>
          <p:cNvPr id="192" name="Group 191">
            <a:extLst>
              <a:ext uri="{FF2B5EF4-FFF2-40B4-BE49-F238E27FC236}">
                <a16:creationId xmlns:a16="http://schemas.microsoft.com/office/drawing/2014/main" id="{4C57C0D0-1C72-8F9F-5CEF-726B4478F1AF}"/>
              </a:ext>
            </a:extLst>
          </p:cNvPr>
          <p:cNvGrpSpPr/>
          <p:nvPr/>
        </p:nvGrpSpPr>
        <p:grpSpPr>
          <a:xfrm rot="5400000">
            <a:off x="10460882" y="1433862"/>
            <a:ext cx="148784" cy="648950"/>
            <a:chOff x="954448" y="2098675"/>
            <a:chExt cx="148861" cy="649288"/>
          </a:xfrm>
        </p:grpSpPr>
        <p:sp>
          <p:nvSpPr>
            <p:cNvPr id="193" name="Rectangle 192">
              <a:extLst>
                <a:ext uri="{FF2B5EF4-FFF2-40B4-BE49-F238E27FC236}">
                  <a16:creationId xmlns:a16="http://schemas.microsoft.com/office/drawing/2014/main" id="{B3EDA7B1-1182-31AA-B50B-7BDC76BE1180}"/>
                </a:ext>
              </a:extLst>
            </p:cNvPr>
            <p:cNvSpPr/>
            <p:nvPr/>
          </p:nvSpPr>
          <p:spPr>
            <a:xfrm rot="16200000">
              <a:off x="704235" y="2348888"/>
              <a:ext cx="649288" cy="148861"/>
            </a:xfrm>
            <a:prstGeom prst="rect">
              <a:avLst/>
            </a:prstGeom>
            <a:noFill/>
            <a:ln w="9525" cap="flat" cmpd="sng" algn="ctr">
              <a:noFill/>
              <a:prstDash val="solid"/>
            </a:ln>
            <a:effectLst/>
          </p:spPr>
          <p:txBody>
            <a:bodyPr rtlCol="0" anchor="ctr" anchorCtr="0"/>
            <a:lstStyle/>
            <a:p>
              <a:pPr algn="ctr">
                <a:defRPr/>
              </a:pPr>
              <a:r>
                <a:rPr lang="en-US" sz="800" kern="0">
                  <a:solidFill>
                    <a:srgbClr val="000000"/>
                  </a:solidFill>
                  <a:latin typeface="Arial" panose="020B0604020202020204"/>
                  <a:ea typeface="+mn-lt"/>
                  <a:cs typeface="Arial" panose="020B0604020202020204"/>
                  <a:sym typeface="+mn-lt"/>
                </a:rPr>
                <a:t>Shift</a:t>
              </a:r>
            </a:p>
          </p:txBody>
        </p:sp>
        <p:cxnSp>
          <p:nvCxnSpPr>
            <p:cNvPr id="194" name="Straight Connector 193">
              <a:extLst>
                <a:ext uri="{FF2B5EF4-FFF2-40B4-BE49-F238E27FC236}">
                  <a16:creationId xmlns:a16="http://schemas.microsoft.com/office/drawing/2014/main" id="{2E810D31-E604-7BF0-34BA-0EB6FBE15F92}"/>
                </a:ext>
              </a:extLst>
            </p:cNvPr>
            <p:cNvCxnSpPr>
              <a:cxnSpLocks/>
            </p:cNvCxnSpPr>
            <p:nvPr/>
          </p:nvCxnSpPr>
          <p:spPr>
            <a:xfrm flipV="1">
              <a:off x="1094096" y="2149224"/>
              <a:ext cx="0" cy="441576"/>
            </a:xfrm>
            <a:prstGeom prst="line">
              <a:avLst/>
            </a:prstGeom>
            <a:noFill/>
            <a:ln w="6350" cap="flat" cmpd="sng" algn="ctr">
              <a:solidFill>
                <a:srgbClr val="747480"/>
              </a:solidFill>
              <a:prstDash val="solid"/>
              <a:headEnd type="none" w="sm" len="med"/>
              <a:tailEnd type="triangle" w="lg" len="lg"/>
            </a:ln>
            <a:effectLst/>
          </p:spPr>
        </p:cxnSp>
      </p:grpSp>
      <p:graphicFrame>
        <p:nvGraphicFramePr>
          <p:cNvPr id="195" name="Table 194">
            <a:extLst>
              <a:ext uri="{FF2B5EF4-FFF2-40B4-BE49-F238E27FC236}">
                <a16:creationId xmlns:a16="http://schemas.microsoft.com/office/drawing/2014/main" id="{169F9503-68F7-9ABA-E5F8-DE005FA2E4B1}"/>
              </a:ext>
            </a:extLst>
          </p:cNvPr>
          <p:cNvGraphicFramePr>
            <a:graphicFrameLocks noGrp="1"/>
          </p:cNvGraphicFramePr>
          <p:nvPr>
            <p:extLst>
              <p:ext uri="{D42A27DB-BD31-4B8C-83A1-F6EECF244321}">
                <p14:modId xmlns:p14="http://schemas.microsoft.com/office/powerpoint/2010/main" val="1814141846"/>
              </p:ext>
            </p:extLst>
          </p:nvPr>
        </p:nvGraphicFramePr>
        <p:xfrm>
          <a:off x="535188" y="3461310"/>
          <a:ext cx="11366329" cy="2734572"/>
        </p:xfrm>
        <a:graphic>
          <a:graphicData uri="http://schemas.openxmlformats.org/drawingml/2006/table">
            <a:tbl>
              <a:tblPr firstRow="1" bandRow="1"/>
              <a:tblGrid>
                <a:gridCol w="363337">
                  <a:extLst>
                    <a:ext uri="{9D8B030D-6E8A-4147-A177-3AD203B41FA5}">
                      <a16:colId xmlns:a16="http://schemas.microsoft.com/office/drawing/2014/main" val="20000"/>
                    </a:ext>
                  </a:extLst>
                </a:gridCol>
                <a:gridCol w="2699560">
                  <a:extLst>
                    <a:ext uri="{9D8B030D-6E8A-4147-A177-3AD203B41FA5}">
                      <a16:colId xmlns:a16="http://schemas.microsoft.com/office/drawing/2014/main" val="1975464537"/>
                    </a:ext>
                  </a:extLst>
                </a:gridCol>
                <a:gridCol w="2801936">
                  <a:extLst>
                    <a:ext uri="{9D8B030D-6E8A-4147-A177-3AD203B41FA5}">
                      <a16:colId xmlns:a16="http://schemas.microsoft.com/office/drawing/2014/main" val="20001"/>
                    </a:ext>
                  </a:extLst>
                </a:gridCol>
                <a:gridCol w="2750748">
                  <a:extLst>
                    <a:ext uri="{9D8B030D-6E8A-4147-A177-3AD203B41FA5}">
                      <a16:colId xmlns:a16="http://schemas.microsoft.com/office/drawing/2014/main" val="20002"/>
                    </a:ext>
                  </a:extLst>
                </a:gridCol>
                <a:gridCol w="2750748">
                  <a:extLst>
                    <a:ext uri="{9D8B030D-6E8A-4147-A177-3AD203B41FA5}">
                      <a16:colId xmlns:a16="http://schemas.microsoft.com/office/drawing/2014/main" val="20003"/>
                    </a:ext>
                  </a:extLst>
                </a:gridCol>
              </a:tblGrid>
              <a:tr h="1184406">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0" algn="ctr" defTabSz="913432" rtl="0" eaLnBrk="1" latinLnBrk="0" hangingPunct="1">
                        <a:spcBef>
                          <a:spcPts val="0"/>
                        </a:spcBef>
                        <a:spcAft>
                          <a:spcPts val="100"/>
                        </a:spcAft>
                      </a:pPr>
                      <a:r>
                        <a:rPr lang="en-US" sz="1199" b="1" kern="0">
                          <a:solidFill>
                            <a:schemeClr val="bg1"/>
                          </a:solidFill>
                          <a:latin typeface="+mn-lt"/>
                          <a:ea typeface="+mn-lt"/>
                          <a:cs typeface="+mn-lt"/>
                          <a:sym typeface="+mn-lt"/>
                        </a:rPr>
                        <a:t>Approach</a:t>
                      </a:r>
                    </a:p>
                  </a:txBody>
                  <a:tcPr marL="46966" marR="46966" marT="46966" marB="46966"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228600" indent="-228600">
                        <a:spcBef>
                          <a:spcPts val="0"/>
                        </a:spcBef>
                        <a:spcAft>
                          <a:spcPts val="100"/>
                        </a:spcAft>
                        <a:buClr>
                          <a:schemeClr val="tx1"/>
                        </a:buClr>
                        <a:buFont typeface="+mj-lt"/>
                        <a:buAutoNum type="arabicPeriod"/>
                      </a:pPr>
                      <a:r>
                        <a:rPr lang="en-US" sz="900" b="0">
                          <a:solidFill>
                            <a:schemeClr val="bg1"/>
                          </a:solidFill>
                          <a:latin typeface="+mn-lt"/>
                          <a:ea typeface="+mn-lt"/>
                          <a:cs typeface="+mn-lt"/>
                          <a:sym typeface="+mn-lt"/>
                        </a:rPr>
                        <a:t>Implements improvements to transform processes &amp; system capabilities</a:t>
                      </a:r>
                    </a:p>
                    <a:p>
                      <a:pPr marL="228600" indent="-228600">
                        <a:spcBef>
                          <a:spcPts val="0"/>
                        </a:spcBef>
                        <a:spcAft>
                          <a:spcPts val="100"/>
                        </a:spcAft>
                        <a:buClr>
                          <a:schemeClr val="tx1"/>
                        </a:buClr>
                        <a:buFont typeface="+mj-lt"/>
                        <a:buAutoNum type="arabicPeriod"/>
                      </a:pPr>
                      <a:r>
                        <a:rPr lang="en-US" sz="900" b="0" kern="1200">
                          <a:solidFill>
                            <a:schemeClr val="bg1"/>
                          </a:solidFill>
                          <a:latin typeface="+mn-lt"/>
                          <a:ea typeface="+mn-lt"/>
                          <a:cs typeface="+mn-lt"/>
                          <a:sym typeface="+mn-lt"/>
                        </a:rPr>
                        <a:t>Set up adequate governance structure in place to oversee transformation</a:t>
                      </a:r>
                    </a:p>
                    <a:p>
                      <a:pPr marL="228600" indent="-228600">
                        <a:spcBef>
                          <a:spcPts val="0"/>
                        </a:spcBef>
                        <a:spcAft>
                          <a:spcPts val="100"/>
                        </a:spcAft>
                        <a:buClr>
                          <a:schemeClr val="tx1"/>
                        </a:buClr>
                        <a:buFont typeface="+mj-lt"/>
                        <a:buAutoNum type="arabicPeriod"/>
                      </a:pPr>
                      <a:r>
                        <a:rPr lang="en-US" sz="900" b="0" kern="1200">
                          <a:solidFill>
                            <a:schemeClr val="bg1"/>
                          </a:solidFill>
                          <a:latin typeface="+mn-lt"/>
                          <a:ea typeface="+mn-lt"/>
                          <a:cs typeface="+mn-lt"/>
                          <a:sym typeface="+mn-lt"/>
                        </a:rPr>
                        <a:t>Efforts and activities remain onshore </a:t>
                      </a:r>
                    </a:p>
                    <a:p>
                      <a:pPr marL="228600" marR="0" lvl="0" indent="-228600" algn="l" defTabSz="914400" rtl="0" eaLnBrk="1" fontAlgn="auto" latinLnBrk="0" hangingPunct="1">
                        <a:lnSpc>
                          <a:spcPct val="100000"/>
                        </a:lnSpc>
                        <a:spcBef>
                          <a:spcPts val="0"/>
                        </a:spcBef>
                        <a:spcAft>
                          <a:spcPts val="100"/>
                        </a:spcAft>
                        <a:buClr>
                          <a:schemeClr val="tx1"/>
                        </a:buClr>
                        <a:buSzTx/>
                        <a:buFont typeface="+mj-lt"/>
                        <a:buAutoNum type="arabicPeriod"/>
                        <a:tabLst/>
                        <a:defRPr/>
                      </a:pPr>
                      <a:endParaRPr lang="en-US" sz="900" b="0">
                        <a:solidFill>
                          <a:schemeClr val="bg1"/>
                        </a:solidFill>
                        <a:latin typeface="+mn-lt"/>
                        <a:ea typeface="+mn-lt"/>
                        <a:cs typeface="+mn-lt"/>
                        <a:sym typeface="+mn-lt"/>
                      </a:endParaRPr>
                    </a:p>
                    <a:p>
                      <a:pPr marL="0" indent="0">
                        <a:spcBef>
                          <a:spcPts val="0"/>
                        </a:spcBef>
                        <a:spcAft>
                          <a:spcPts val="100"/>
                        </a:spcAft>
                        <a:buClr>
                          <a:schemeClr val="tx1"/>
                        </a:buClr>
                        <a:buFont typeface="+mj-lt"/>
                        <a:buNone/>
                      </a:pPr>
                      <a:endParaRPr lang="en-US" sz="900" b="0">
                        <a:solidFill>
                          <a:schemeClr val="bg1"/>
                        </a:solidFill>
                        <a:latin typeface="+mn-lt"/>
                        <a:ea typeface="+mn-lt"/>
                        <a:cs typeface="+mn-lt"/>
                        <a:sym typeface="+mn-lt"/>
                      </a:endParaRPr>
                    </a:p>
                  </a:txBody>
                  <a:tcPr marL="46966" marR="182785" marT="46966" marB="46966">
                    <a:lnL w="12700" cap="flat" cmpd="sng" algn="ctr">
                      <a:solidFill>
                        <a:srgbClr val="FFFFFF"/>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228600" indent="-228600">
                        <a:spcBef>
                          <a:spcPts val="0"/>
                        </a:spcBef>
                        <a:spcAft>
                          <a:spcPts val="100"/>
                        </a:spcAft>
                        <a:buClr>
                          <a:schemeClr val="tx1"/>
                        </a:buClr>
                        <a:buFont typeface="+mj-lt"/>
                        <a:buAutoNum type="arabicPeriod"/>
                      </a:pPr>
                      <a:r>
                        <a:rPr lang="en-US" sz="900" b="0" kern="1200">
                          <a:solidFill>
                            <a:schemeClr val="bg1"/>
                          </a:solidFill>
                          <a:latin typeface="Arial"/>
                          <a:ea typeface="+mn-lt"/>
                          <a:cs typeface="+mn-lt"/>
                          <a:sym typeface="+mn-lt"/>
                        </a:rPr>
                        <a:t>Implements improvements to transform processes &amp; system capabilities</a:t>
                      </a:r>
                    </a:p>
                    <a:p>
                      <a:pPr marL="228600" indent="-228600">
                        <a:spcBef>
                          <a:spcPts val="0"/>
                        </a:spcBef>
                        <a:spcAft>
                          <a:spcPts val="100"/>
                        </a:spcAft>
                        <a:buClr>
                          <a:schemeClr val="tx1"/>
                        </a:buClr>
                        <a:buFont typeface="+mj-lt"/>
                        <a:buAutoNum type="arabicPeriod"/>
                      </a:pPr>
                      <a:r>
                        <a:rPr lang="en-US" sz="900" b="0" u="none" baseline="0">
                          <a:solidFill>
                            <a:schemeClr val="bg1"/>
                          </a:solidFill>
                          <a:latin typeface="+mn-lt"/>
                          <a:ea typeface="+mn-lt"/>
                          <a:cs typeface="+mn-lt"/>
                          <a:sym typeface="+mn-lt"/>
                        </a:rPr>
                        <a:t>Define standardized global process designs based upon improvements </a:t>
                      </a:r>
                      <a:endParaRPr lang="en-US" sz="900" b="1" u="none">
                        <a:solidFill>
                          <a:schemeClr val="bg1"/>
                        </a:solidFill>
                        <a:latin typeface="+mn-lt"/>
                        <a:ea typeface="+mn-lt"/>
                        <a:cs typeface="+mn-lt"/>
                        <a:sym typeface="+mn-lt"/>
                      </a:endParaRPr>
                    </a:p>
                    <a:p>
                      <a:pPr marL="228600" indent="-228600">
                        <a:spcBef>
                          <a:spcPts val="0"/>
                        </a:spcBef>
                        <a:spcAft>
                          <a:spcPts val="100"/>
                        </a:spcAft>
                        <a:buClr>
                          <a:schemeClr val="tx1"/>
                        </a:buClr>
                        <a:buFont typeface="+mj-lt"/>
                        <a:buAutoNum type="arabicPeriod"/>
                      </a:pPr>
                      <a:r>
                        <a:rPr lang="en-US" sz="900" b="0" u="none">
                          <a:solidFill>
                            <a:schemeClr val="bg1"/>
                          </a:solidFill>
                          <a:latin typeface="+mn-lt"/>
                          <a:ea typeface="+mn-lt"/>
                          <a:cs typeface="+mn-lt"/>
                          <a:sym typeface="+mn-lt"/>
                        </a:rPr>
                        <a:t>Migrate to new operating model after</a:t>
                      </a:r>
                      <a:r>
                        <a:rPr lang="en-US" sz="900" b="0" u="none" baseline="0">
                          <a:solidFill>
                            <a:schemeClr val="bg1"/>
                          </a:solidFill>
                          <a:latin typeface="+mn-lt"/>
                          <a:ea typeface="+mn-lt"/>
                          <a:cs typeface="+mn-lt"/>
                          <a:sym typeface="+mn-lt"/>
                        </a:rPr>
                        <a:t> existing operations are optimized</a:t>
                      </a:r>
                      <a:endParaRPr lang="en-US" sz="900" b="0">
                        <a:solidFill>
                          <a:schemeClr val="bg1"/>
                        </a:solidFill>
                        <a:latin typeface="+mn-lt"/>
                        <a:ea typeface="+mn-lt"/>
                        <a:cs typeface="+mn-lt"/>
                        <a:sym typeface="+mn-lt"/>
                      </a:endParaRPr>
                    </a:p>
                  </a:txBody>
                  <a:tcPr marL="46966" marR="46966" marT="46966" marB="46966">
                    <a:lnL w="12700" cap="flat" cmpd="sng" algn="ctr">
                      <a:solidFill>
                        <a:srgbClr val="E7E6E6">
                          <a:lumMod val="90000"/>
                        </a:srgbClr>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228600" indent="-228600">
                        <a:spcBef>
                          <a:spcPts val="0"/>
                        </a:spcBef>
                        <a:spcAft>
                          <a:spcPts val="100"/>
                        </a:spcAft>
                        <a:buClr>
                          <a:schemeClr val="tx1"/>
                        </a:buClr>
                        <a:buFont typeface="+mj-lt"/>
                        <a:buAutoNum type="arabicPeriod"/>
                      </a:pPr>
                      <a:r>
                        <a:rPr lang="en-US" sz="900" b="0" u="none" kern="1200" baseline="0">
                          <a:solidFill>
                            <a:schemeClr val="bg1"/>
                          </a:solidFill>
                          <a:latin typeface="Arial"/>
                          <a:ea typeface="+mn-lt"/>
                          <a:cs typeface="+mn-lt"/>
                          <a:sym typeface="+mn-lt"/>
                        </a:rPr>
                        <a:t>Define standardized global process designs based upon improvements </a:t>
                      </a:r>
                      <a:endParaRPr lang="en-US" sz="900" b="1" u="none" kern="1200">
                        <a:solidFill>
                          <a:schemeClr val="bg1"/>
                        </a:solidFill>
                        <a:latin typeface="Arial"/>
                        <a:ea typeface="+mn-lt"/>
                        <a:cs typeface="+mn-lt"/>
                        <a:sym typeface="+mn-lt"/>
                      </a:endParaRPr>
                    </a:p>
                    <a:p>
                      <a:pPr marL="228600" indent="-228600" algn="l" defTabSz="914400" rtl="0" eaLnBrk="1" latinLnBrk="0" hangingPunct="1">
                        <a:spcBef>
                          <a:spcPts val="0"/>
                        </a:spcBef>
                        <a:spcAft>
                          <a:spcPts val="100"/>
                        </a:spcAft>
                        <a:buClr>
                          <a:schemeClr val="tx1"/>
                        </a:buClr>
                        <a:buFont typeface="+mj-lt"/>
                        <a:buAutoNum type="arabicPeriod"/>
                      </a:pPr>
                      <a:r>
                        <a:rPr lang="en-US" sz="900" b="0" u="none" kern="1200" baseline="0">
                          <a:solidFill>
                            <a:schemeClr val="bg1"/>
                          </a:solidFill>
                          <a:latin typeface="+mn-lt"/>
                          <a:ea typeface="+mn-lt"/>
                          <a:cs typeface="+mn-lt"/>
                          <a:sym typeface="+mn-lt"/>
                        </a:rPr>
                        <a:t>Build out infrastructure to support new operating model</a:t>
                      </a:r>
                    </a:p>
                    <a:p>
                      <a:pPr marL="228600" indent="-228600" algn="l" defTabSz="914400" rtl="0" eaLnBrk="1" latinLnBrk="0" hangingPunct="1">
                        <a:spcBef>
                          <a:spcPts val="0"/>
                        </a:spcBef>
                        <a:spcAft>
                          <a:spcPts val="100"/>
                        </a:spcAft>
                        <a:buClr>
                          <a:schemeClr val="tx1"/>
                        </a:buClr>
                        <a:buFont typeface="+mj-lt"/>
                        <a:buAutoNum type="arabicPeriod"/>
                      </a:pPr>
                      <a:r>
                        <a:rPr lang="en-US" sz="900" b="0" u="none" kern="1200" baseline="0">
                          <a:solidFill>
                            <a:schemeClr val="bg1"/>
                          </a:solidFill>
                          <a:latin typeface="+mn-lt"/>
                          <a:ea typeface="+mn-lt"/>
                          <a:cs typeface="+mn-lt"/>
                          <a:sym typeface="+mn-lt"/>
                        </a:rPr>
                        <a:t>Implement improved processes, organization and technology into new operating structure</a:t>
                      </a:r>
                    </a:p>
                  </a:txBody>
                  <a:tcPr marL="46966" marR="46966" marT="46966" marB="46966">
                    <a:lnL w="12700" cap="flat" cmpd="sng" algn="ctr">
                      <a:solidFill>
                        <a:srgbClr val="E7E6E6">
                          <a:lumMod val="90000"/>
                        </a:srgbClr>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228600" indent="-228600" algn="l" defTabSz="914400" rtl="0" eaLnBrk="1" latinLnBrk="0" hangingPunct="1">
                        <a:spcBef>
                          <a:spcPts val="0"/>
                        </a:spcBef>
                        <a:spcAft>
                          <a:spcPts val="100"/>
                        </a:spcAft>
                        <a:buClr>
                          <a:schemeClr val="tx1"/>
                        </a:buClr>
                        <a:buFont typeface="+mj-lt"/>
                        <a:buAutoNum type="arabicPeriod"/>
                      </a:pPr>
                      <a:r>
                        <a:rPr lang="en-US" sz="900" kern="1200">
                          <a:solidFill>
                            <a:schemeClr val="bg1"/>
                          </a:solidFill>
                          <a:latin typeface="+mn-lt"/>
                          <a:ea typeface="+mn-lt"/>
                          <a:cs typeface="+mn-lt"/>
                          <a:sym typeface="+mn-lt"/>
                        </a:rPr>
                        <a:t>Immediately implement organizational changes</a:t>
                      </a:r>
                      <a:r>
                        <a:rPr lang="en-US" sz="900" kern="1200" baseline="0">
                          <a:solidFill>
                            <a:schemeClr val="bg1"/>
                          </a:solidFill>
                          <a:latin typeface="+mn-lt"/>
                          <a:ea typeface="+mn-lt"/>
                          <a:cs typeface="+mn-lt"/>
                          <a:sym typeface="+mn-lt"/>
                        </a:rPr>
                        <a:t> </a:t>
                      </a:r>
                      <a:r>
                        <a:rPr lang="en-US" sz="900" kern="1200">
                          <a:solidFill>
                            <a:schemeClr val="bg1"/>
                          </a:solidFill>
                          <a:latin typeface="+mn-lt"/>
                          <a:ea typeface="+mn-lt"/>
                          <a:cs typeface="+mn-lt"/>
                          <a:sym typeface="+mn-lt"/>
                        </a:rPr>
                        <a:t>ahead of technology</a:t>
                      </a:r>
                      <a:r>
                        <a:rPr lang="en-US" sz="900" kern="1200" baseline="0">
                          <a:solidFill>
                            <a:schemeClr val="bg1"/>
                          </a:solidFill>
                          <a:latin typeface="+mn-lt"/>
                          <a:ea typeface="+mn-lt"/>
                          <a:cs typeface="+mn-lt"/>
                          <a:sym typeface="+mn-lt"/>
                        </a:rPr>
                        <a:t> and process </a:t>
                      </a:r>
                      <a:r>
                        <a:rPr lang="en-US" sz="900" kern="1200">
                          <a:solidFill>
                            <a:schemeClr val="bg1"/>
                          </a:solidFill>
                          <a:latin typeface="+mn-lt"/>
                          <a:ea typeface="+mn-lt"/>
                          <a:cs typeface="+mn-lt"/>
                          <a:sym typeface="+mn-lt"/>
                        </a:rPr>
                        <a:t>build-out</a:t>
                      </a:r>
                    </a:p>
                    <a:p>
                      <a:pPr marL="228600" indent="-228600">
                        <a:spcBef>
                          <a:spcPts val="0"/>
                        </a:spcBef>
                        <a:spcAft>
                          <a:spcPts val="100"/>
                        </a:spcAft>
                        <a:buClr>
                          <a:schemeClr val="tx1"/>
                        </a:buClr>
                        <a:buFont typeface="+mj-lt"/>
                        <a:buAutoNum type="arabicPeriod"/>
                      </a:pPr>
                      <a:r>
                        <a:rPr lang="en-US" sz="900" b="0" u="none" kern="1200" baseline="0">
                          <a:solidFill>
                            <a:schemeClr val="bg1"/>
                          </a:solidFill>
                          <a:latin typeface="Arial"/>
                          <a:ea typeface="+mn-lt"/>
                          <a:cs typeface="+mn-lt"/>
                          <a:sym typeface="+mn-lt"/>
                        </a:rPr>
                        <a:t>Define standardized global process designs </a:t>
                      </a:r>
                      <a:r>
                        <a:rPr lang="en-US" sz="900" b="0" kern="1200">
                          <a:solidFill>
                            <a:schemeClr val="bg1"/>
                          </a:solidFill>
                          <a:latin typeface="Arial"/>
                          <a:ea typeface="+mn-lt"/>
                          <a:cs typeface="+mn-lt"/>
                          <a:sym typeface="+mn-lt"/>
                        </a:rPr>
                        <a:t>Implements improvements to transform processes &amp; system capabilities</a:t>
                      </a:r>
                    </a:p>
                  </a:txBody>
                  <a:tcPr marL="46966" marR="46966" marT="46966" marB="46966">
                    <a:lnL w="12700" cap="flat" cmpd="sng" algn="ctr">
                      <a:solidFill>
                        <a:srgbClr val="E7E6E6">
                          <a:lumMod val="90000"/>
                        </a:srgbClr>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5760">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0" algn="ctr" defTabSz="913432" rtl="0" eaLnBrk="1" latinLnBrk="0" hangingPunct="1">
                        <a:spcBef>
                          <a:spcPts val="0"/>
                        </a:spcBef>
                        <a:spcAft>
                          <a:spcPts val="100"/>
                        </a:spcAft>
                      </a:pPr>
                      <a:endParaRPr lang="en-US" sz="1199" b="1" kern="0">
                        <a:solidFill>
                          <a:schemeClr val="tx1"/>
                        </a:solidFill>
                        <a:latin typeface="+mn-lt"/>
                        <a:ea typeface="+mn-lt"/>
                        <a:cs typeface="+mn-lt"/>
                        <a:sym typeface="+mn-lt"/>
                      </a:endParaRPr>
                    </a:p>
                  </a:txBody>
                  <a:tcPr marL="46966" marR="46966" marT="46966" marB="46966" vert="vert27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0" indent="0">
                        <a:spcBef>
                          <a:spcPts val="0"/>
                        </a:spcBef>
                        <a:spcAft>
                          <a:spcPts val="100"/>
                        </a:spcAft>
                        <a:buClr>
                          <a:srgbClr val="2E2E38"/>
                        </a:buClr>
                        <a:buFont typeface="+mj-lt"/>
                        <a:buNone/>
                      </a:pPr>
                      <a:endParaRPr lang="en-US" sz="900" b="0">
                        <a:solidFill>
                          <a:schemeClr val="bg1"/>
                        </a:solidFill>
                        <a:latin typeface="+mn-lt"/>
                        <a:ea typeface="+mn-lt"/>
                        <a:cs typeface="+mn-lt"/>
                        <a:sym typeface="+mn-lt"/>
                      </a:endParaRPr>
                    </a:p>
                  </a:txBody>
                  <a:tcPr marL="46966" marR="182785" marT="46966" marB="46966">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228600" indent="-228600">
                        <a:spcBef>
                          <a:spcPts val="0"/>
                        </a:spcBef>
                        <a:spcAft>
                          <a:spcPts val="100"/>
                        </a:spcAft>
                        <a:buClr>
                          <a:srgbClr val="2E2E38"/>
                        </a:buClr>
                        <a:buFont typeface="+mj-lt"/>
                        <a:buAutoNum type="arabicPeriod"/>
                      </a:pPr>
                      <a:endParaRPr lang="en-US" sz="900" b="0">
                        <a:solidFill>
                          <a:schemeClr val="bg1"/>
                        </a:solidFill>
                        <a:latin typeface="+mn-lt"/>
                        <a:ea typeface="+mn-lt"/>
                        <a:cs typeface="+mn-lt"/>
                        <a:sym typeface="+mn-lt"/>
                      </a:endParaRPr>
                    </a:p>
                  </a:txBody>
                  <a:tcPr marL="46966" marR="46966" marT="46966" marB="46966">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228600" indent="-228600" algn="l" defTabSz="914400" rtl="0" eaLnBrk="1" latinLnBrk="0" hangingPunct="1">
                        <a:spcBef>
                          <a:spcPts val="0"/>
                        </a:spcBef>
                        <a:spcAft>
                          <a:spcPts val="100"/>
                        </a:spcAft>
                        <a:buClr>
                          <a:srgbClr val="2E2E38"/>
                        </a:buClr>
                        <a:buFont typeface="+mj-lt"/>
                        <a:buAutoNum type="arabicPeriod"/>
                      </a:pPr>
                      <a:endParaRPr lang="en-US" sz="900" b="0" u="none" kern="1200" baseline="0">
                        <a:solidFill>
                          <a:schemeClr val="bg1"/>
                        </a:solidFill>
                        <a:latin typeface="+mn-lt"/>
                        <a:ea typeface="+mn-lt"/>
                        <a:cs typeface="+mn-lt"/>
                        <a:sym typeface="+mn-lt"/>
                      </a:endParaRPr>
                    </a:p>
                  </a:txBody>
                  <a:tcPr marL="46966" marR="46966" marT="46966" marB="46966">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228600" lvl="1" indent="-228600" algn="l" defTabSz="914400" rtl="0" eaLnBrk="1" latinLnBrk="0" hangingPunct="1">
                        <a:spcBef>
                          <a:spcPts val="0"/>
                        </a:spcBef>
                        <a:spcAft>
                          <a:spcPts val="100"/>
                        </a:spcAft>
                        <a:buClr>
                          <a:srgbClr val="2E2E38"/>
                        </a:buClr>
                        <a:buFont typeface="+mj-lt"/>
                        <a:buAutoNum type="arabicPeriod" startAt="2"/>
                      </a:pPr>
                      <a:endParaRPr lang="en-US" sz="900" kern="1200">
                        <a:solidFill>
                          <a:schemeClr val="bg1"/>
                        </a:solidFill>
                        <a:latin typeface="+mn-lt"/>
                        <a:ea typeface="+mn-lt"/>
                        <a:cs typeface="+mn-lt"/>
                        <a:sym typeface="+mn-lt"/>
                      </a:endParaRPr>
                    </a:p>
                  </a:txBody>
                  <a:tcPr marL="46966" marR="46966" marT="46966" marB="46966">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8237196"/>
                  </a:ext>
                </a:extLst>
              </a:tr>
              <a:tr h="1184406">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algn="ctr">
                        <a:spcBef>
                          <a:spcPts val="0"/>
                        </a:spcBef>
                        <a:spcAft>
                          <a:spcPts val="100"/>
                        </a:spcAft>
                      </a:pPr>
                      <a:r>
                        <a:rPr lang="en-US" sz="1199" b="1" kern="0">
                          <a:solidFill>
                            <a:schemeClr val="bg1"/>
                          </a:solidFill>
                          <a:latin typeface="+mn-lt"/>
                          <a:ea typeface="+mn-lt"/>
                          <a:cs typeface="+mn-lt"/>
                          <a:sym typeface="+mn-lt"/>
                        </a:rPr>
                        <a:t>Impact</a:t>
                      </a:r>
                    </a:p>
                  </a:txBody>
                  <a:tcPr marL="46966" marR="46966" marT="46966" marB="46966"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83D3"/>
                    </a:solidFill>
                  </a:tcPr>
                </a:tc>
                <a:tc>
                  <a:txBody>
                    <a:bodyPr/>
                    <a:lstStyle>
                      <a:lvl1pPr marL="0" algn="l" defTabSz="914400" rtl="0" eaLnBrk="1" latinLnBrk="0" hangingPunct="1">
                        <a:defRPr sz="1800" kern="1200">
                          <a:solidFill>
                            <a:schemeClr val="tx1"/>
                          </a:solidFill>
                          <a:latin typeface="EYInterstate Light"/>
                        </a:defRPr>
                      </a:lvl1pPr>
                      <a:lvl2pPr marL="457200" algn="l" defTabSz="914400" rtl="0" eaLnBrk="1" latinLnBrk="0" hangingPunct="1">
                        <a:defRPr sz="1800" kern="1200">
                          <a:solidFill>
                            <a:schemeClr val="tx1"/>
                          </a:solidFill>
                          <a:latin typeface="EYInterstate Light"/>
                        </a:defRPr>
                      </a:lvl2pPr>
                      <a:lvl3pPr marL="914400" algn="l" defTabSz="914400" rtl="0" eaLnBrk="1" latinLnBrk="0" hangingPunct="1">
                        <a:defRPr sz="1800" kern="1200">
                          <a:solidFill>
                            <a:schemeClr val="tx1"/>
                          </a:solidFill>
                          <a:latin typeface="EYInterstate Light"/>
                        </a:defRPr>
                      </a:lvl3pPr>
                      <a:lvl4pPr marL="1371600" algn="l" defTabSz="914400" rtl="0" eaLnBrk="1" latinLnBrk="0" hangingPunct="1">
                        <a:defRPr sz="1800" kern="1200">
                          <a:solidFill>
                            <a:schemeClr val="tx1"/>
                          </a:solidFill>
                          <a:latin typeface="EYInterstate Light"/>
                        </a:defRPr>
                      </a:lvl4pPr>
                      <a:lvl5pPr marL="1828800" algn="l" defTabSz="914400" rtl="0" eaLnBrk="1" latinLnBrk="0" hangingPunct="1">
                        <a:defRPr sz="1800" kern="1200">
                          <a:solidFill>
                            <a:schemeClr val="tx1"/>
                          </a:solidFill>
                          <a:latin typeface="EYInterstate Light"/>
                        </a:defRPr>
                      </a:lvl5pPr>
                      <a:lvl6pPr marL="2286000" algn="l" defTabSz="914400" rtl="0" eaLnBrk="1" latinLnBrk="0" hangingPunct="1">
                        <a:defRPr sz="1800" kern="1200">
                          <a:solidFill>
                            <a:schemeClr val="tx1"/>
                          </a:solidFill>
                          <a:latin typeface="EYInterstate Light"/>
                        </a:defRPr>
                      </a:lvl6pPr>
                      <a:lvl7pPr marL="2743200" algn="l" defTabSz="914400" rtl="0" eaLnBrk="1" latinLnBrk="0" hangingPunct="1">
                        <a:defRPr sz="1800" kern="1200">
                          <a:solidFill>
                            <a:schemeClr val="tx1"/>
                          </a:solidFill>
                          <a:latin typeface="EYInterstate Light"/>
                        </a:defRPr>
                      </a:lvl7pPr>
                      <a:lvl8pPr marL="3200400" algn="l" defTabSz="914400" rtl="0" eaLnBrk="1" latinLnBrk="0" hangingPunct="1">
                        <a:defRPr sz="1800" kern="1200">
                          <a:solidFill>
                            <a:schemeClr val="tx1"/>
                          </a:solidFill>
                          <a:latin typeface="EYInterstate Light"/>
                        </a:defRPr>
                      </a:lvl8pPr>
                      <a:lvl9pPr marL="3657600" algn="l" defTabSz="914400" rtl="0" eaLnBrk="1" latinLnBrk="0" hangingPunct="1">
                        <a:defRPr sz="1800" kern="1200">
                          <a:solidFill>
                            <a:schemeClr val="tx1"/>
                          </a:solidFill>
                          <a:latin typeface="EYInterstate Light"/>
                        </a:defRPr>
                      </a:lvl9pPr>
                    </a:lstStyle>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Greater control and oversight to transform the process</a:t>
                      </a:r>
                    </a:p>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Process knowledge and control is retained locally</a:t>
                      </a:r>
                    </a:p>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Delivers process optimization and greater agility</a:t>
                      </a:r>
                    </a:p>
                  </a:txBody>
                  <a:tcPr marL="46966" marR="182785" marT="46966" marB="46966">
                    <a:lnL w="12700" cap="flat" cmpd="sng" algn="ctr">
                      <a:solidFill>
                        <a:srgbClr val="FFFFFF"/>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a:solidFill>
                            <a:schemeClr val="bg1"/>
                          </a:solidFill>
                          <a:latin typeface="+mn-lt"/>
                          <a:ea typeface="+mn-lt"/>
                          <a:cs typeface="+mn-lt"/>
                          <a:sym typeface="+mn-lt"/>
                        </a:rPr>
                        <a:t>Delays</a:t>
                      </a:r>
                      <a:r>
                        <a:rPr lang="en-US" sz="900" baseline="0">
                          <a:solidFill>
                            <a:schemeClr val="bg1"/>
                          </a:solidFill>
                          <a:latin typeface="+mn-lt"/>
                          <a:ea typeface="+mn-lt"/>
                          <a:cs typeface="+mn-lt"/>
                          <a:sym typeface="+mn-lt"/>
                        </a:rPr>
                        <a:t> the realization of benefits</a:t>
                      </a:r>
                      <a:endParaRPr lang="en-US" sz="900">
                        <a:solidFill>
                          <a:schemeClr val="bg1"/>
                        </a:solidFill>
                        <a:latin typeface="+mn-lt"/>
                        <a:ea typeface="+mn-lt"/>
                        <a:cs typeface="+mn-lt"/>
                        <a:sym typeface="+mn-lt"/>
                      </a:endParaRPr>
                    </a:p>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More difficult</a:t>
                      </a:r>
                      <a:r>
                        <a:rPr lang="en-US" sz="900" kern="1200" baseline="0">
                          <a:solidFill>
                            <a:schemeClr val="bg1"/>
                          </a:solidFill>
                          <a:latin typeface="+mn-lt"/>
                          <a:ea typeface="+mn-lt"/>
                          <a:cs typeface="+mn-lt"/>
                          <a:sym typeface="+mn-lt"/>
                        </a:rPr>
                        <a:t> to implement new designs into decentralized organization </a:t>
                      </a:r>
                      <a:endParaRPr lang="en-US" sz="900" kern="1200">
                        <a:solidFill>
                          <a:schemeClr val="bg1"/>
                        </a:solidFill>
                        <a:latin typeface="+mn-lt"/>
                        <a:ea typeface="+mn-lt"/>
                        <a:cs typeface="+mn-lt"/>
                        <a:sym typeface="+mn-lt"/>
                      </a:endParaRPr>
                    </a:p>
                  </a:txBody>
                  <a:tcPr marL="46966" marR="46966" marT="46966" marB="46966">
                    <a:lnL w="12700" cap="flat" cmpd="sng" algn="ctr">
                      <a:solidFill>
                        <a:srgbClr val="E7E6E6">
                          <a:lumMod val="90000"/>
                        </a:srgbClr>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Balances operational risk and desire to achieve savings</a:t>
                      </a:r>
                    </a:p>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Easier to implement new designs into centralized locations</a:t>
                      </a:r>
                    </a:p>
                  </a:txBody>
                  <a:tcPr marL="46966" marR="46966" marT="46966" marB="46966">
                    <a:lnL w="12700" cap="flat" cmpd="sng" algn="ctr">
                      <a:solidFill>
                        <a:srgbClr val="E7E6E6">
                          <a:lumMod val="90000"/>
                        </a:srgbClr>
                      </a:solidFill>
                      <a:prstDash val="solid"/>
                      <a:round/>
                      <a:headEnd type="none" w="med" len="med"/>
                      <a:tailEnd type="none" w="med" len="med"/>
                    </a:lnL>
                    <a:lnR w="12700" cap="flat" cmpd="sng" algn="ctr">
                      <a:solidFill>
                        <a:srgbClr val="E7E6E6">
                          <a:lumMod val="90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432" rtl="0" eaLnBrk="1" latinLnBrk="0" hangingPunct="1">
                        <a:defRPr sz="1800" kern="1200">
                          <a:solidFill>
                            <a:schemeClr val="dk1"/>
                          </a:solidFill>
                          <a:latin typeface="Arial"/>
                          <a:ea typeface="华文楷体"/>
                        </a:defRPr>
                      </a:lvl1pPr>
                      <a:lvl2pPr marL="456716" algn="l" defTabSz="913432" rtl="0" eaLnBrk="1" latinLnBrk="0" hangingPunct="1">
                        <a:defRPr sz="1800" kern="1200">
                          <a:solidFill>
                            <a:schemeClr val="dk1"/>
                          </a:solidFill>
                          <a:latin typeface="Arial"/>
                          <a:ea typeface="华文楷体"/>
                        </a:defRPr>
                      </a:lvl2pPr>
                      <a:lvl3pPr marL="913432" algn="l" defTabSz="913432" rtl="0" eaLnBrk="1" latinLnBrk="0" hangingPunct="1">
                        <a:defRPr sz="1800" kern="1200">
                          <a:solidFill>
                            <a:schemeClr val="dk1"/>
                          </a:solidFill>
                          <a:latin typeface="Arial"/>
                          <a:ea typeface="华文楷体"/>
                        </a:defRPr>
                      </a:lvl3pPr>
                      <a:lvl4pPr marL="1370148" algn="l" defTabSz="913432" rtl="0" eaLnBrk="1" latinLnBrk="0" hangingPunct="1">
                        <a:defRPr sz="1800" kern="1200">
                          <a:solidFill>
                            <a:schemeClr val="dk1"/>
                          </a:solidFill>
                          <a:latin typeface="Arial"/>
                          <a:ea typeface="华文楷体"/>
                        </a:defRPr>
                      </a:lvl4pPr>
                      <a:lvl5pPr marL="1826865" algn="l" defTabSz="913432" rtl="0" eaLnBrk="1" latinLnBrk="0" hangingPunct="1">
                        <a:defRPr sz="1800" kern="1200">
                          <a:solidFill>
                            <a:schemeClr val="dk1"/>
                          </a:solidFill>
                          <a:latin typeface="Arial"/>
                          <a:ea typeface="华文楷体"/>
                        </a:defRPr>
                      </a:lvl5pPr>
                      <a:lvl6pPr marL="2283580" algn="l" defTabSz="913432" rtl="0" eaLnBrk="1" latinLnBrk="0" hangingPunct="1">
                        <a:defRPr sz="1800" kern="1200">
                          <a:solidFill>
                            <a:schemeClr val="dk1"/>
                          </a:solidFill>
                          <a:latin typeface="Arial"/>
                          <a:ea typeface="华文楷体"/>
                        </a:defRPr>
                      </a:lvl6pPr>
                      <a:lvl7pPr marL="2740297" algn="l" defTabSz="913432" rtl="0" eaLnBrk="1" latinLnBrk="0" hangingPunct="1">
                        <a:defRPr sz="1800" kern="1200">
                          <a:solidFill>
                            <a:schemeClr val="dk1"/>
                          </a:solidFill>
                          <a:latin typeface="Arial"/>
                          <a:ea typeface="华文楷体"/>
                        </a:defRPr>
                      </a:lvl7pPr>
                      <a:lvl8pPr marL="3197014" algn="l" defTabSz="913432" rtl="0" eaLnBrk="1" latinLnBrk="0" hangingPunct="1">
                        <a:defRPr sz="1800" kern="1200">
                          <a:solidFill>
                            <a:schemeClr val="dk1"/>
                          </a:solidFill>
                          <a:latin typeface="Arial"/>
                          <a:ea typeface="华文楷体"/>
                        </a:defRPr>
                      </a:lvl8pPr>
                      <a:lvl9pPr marL="3653728" algn="l" defTabSz="913432" rtl="0" eaLnBrk="1" latinLnBrk="0" hangingPunct="1">
                        <a:defRPr sz="1800" kern="1200">
                          <a:solidFill>
                            <a:schemeClr val="dk1"/>
                          </a:solidFill>
                          <a:latin typeface="Arial"/>
                          <a:ea typeface="华文楷体"/>
                        </a:defRPr>
                      </a:lvl9pPr>
                    </a:lstStyle>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Quickly achieves benefits from labor arbitrage and organizational restructuring</a:t>
                      </a:r>
                    </a:p>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Increases transition complexity and operational risk</a:t>
                      </a:r>
                    </a:p>
                    <a:p>
                      <a:pPr marL="182880" marR="0" lvl="0" indent="-182880" algn="l" defTabSz="914400" rtl="0" eaLnBrk="1" fontAlgn="auto" latinLnBrk="0" hangingPunct="1">
                        <a:lnSpc>
                          <a:spcPct val="100000"/>
                        </a:lnSpc>
                        <a:spcBef>
                          <a:spcPts val="0"/>
                        </a:spcBef>
                        <a:spcAft>
                          <a:spcPts val="100"/>
                        </a:spcAft>
                        <a:buClr>
                          <a:schemeClr val="tx1"/>
                        </a:buClr>
                        <a:buSzPct val="75000"/>
                        <a:buFont typeface="Wingdings 3" panose="05040102010807070707" pitchFamily="18" charset="2"/>
                        <a:buChar char=""/>
                        <a:tabLst/>
                        <a:defRPr/>
                      </a:pPr>
                      <a:r>
                        <a:rPr lang="en-US" sz="900" kern="1200">
                          <a:solidFill>
                            <a:schemeClr val="bg1"/>
                          </a:solidFill>
                          <a:latin typeface="+mn-lt"/>
                          <a:ea typeface="+mn-lt"/>
                          <a:cs typeface="+mn-lt"/>
                          <a:sym typeface="+mn-lt"/>
                        </a:rPr>
                        <a:t>Moves organization into suboptimized process and technology</a:t>
                      </a:r>
                    </a:p>
                  </a:txBody>
                  <a:tcPr marL="46966" marR="46966" marT="46966" marB="46966">
                    <a:lnL w="12700" cap="flat" cmpd="sng" algn="ctr">
                      <a:solidFill>
                        <a:srgbClr val="E7E6E6">
                          <a:lumMod val="90000"/>
                        </a:srgbClr>
                      </a:solidFill>
                      <a:prstDash val="solid"/>
                      <a:round/>
                      <a:headEnd type="none" w="med" len="med"/>
                      <a:tailEnd type="none" w="med" len="med"/>
                    </a:lnL>
                    <a:lnR w="12700" cap="flat" cmpd="sng" algn="ctr">
                      <a:solidFill>
                        <a:srgbClr val="FFFFFF">
                          <a:lumMod val="85000"/>
                        </a:srgbClr>
                      </a:solidFill>
                      <a:prstDash val="solid"/>
                      <a:round/>
                      <a:headEnd type="none" w="med" len="med"/>
                      <a:tailEnd type="none" w="med" len="med"/>
                    </a:lnR>
                    <a:lnT w="12700" cap="flat" cmpd="sng" algn="ctr">
                      <a:solidFill>
                        <a:srgbClr val="E7E6E6">
                          <a:lumMod val="90000"/>
                        </a:srgbClr>
                      </a:solidFill>
                      <a:prstDash val="solid"/>
                      <a:round/>
                      <a:headEnd type="none" w="med" len="med"/>
                      <a:tailEnd type="none" w="med" len="med"/>
                    </a:lnT>
                    <a:lnB w="12700" cap="flat" cmpd="sng" algn="ctr">
                      <a:solidFill>
                        <a:srgbClr val="E7E6E6">
                          <a:lumMod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196" name="Straight Arrow Connector 195">
            <a:extLst>
              <a:ext uri="{FF2B5EF4-FFF2-40B4-BE49-F238E27FC236}">
                <a16:creationId xmlns:a16="http://schemas.microsoft.com/office/drawing/2014/main" id="{CC8DC7D1-BE6C-FB06-130E-D7BA5A64BDA5}"/>
              </a:ext>
            </a:extLst>
          </p:cNvPr>
          <p:cNvCxnSpPr>
            <a:cxnSpLocks/>
            <a:stCxn id="197" idx="3"/>
          </p:cNvCxnSpPr>
          <p:nvPr/>
        </p:nvCxnSpPr>
        <p:spPr>
          <a:xfrm flipH="1" flipV="1">
            <a:off x="9463050" y="4825343"/>
            <a:ext cx="2438467" cy="1426"/>
          </a:xfrm>
          <a:prstGeom prst="straightConnector1">
            <a:avLst/>
          </a:prstGeom>
          <a:noFill/>
          <a:ln w="12700" cap="flat" cmpd="sng" algn="ctr">
            <a:solidFill>
              <a:srgbClr val="2E2E38">
                <a:lumMod val="60000"/>
                <a:lumOff val="40000"/>
              </a:srgbClr>
            </a:solidFill>
            <a:prstDash val="solid"/>
            <a:tailEnd type="triangle"/>
          </a:ln>
          <a:effectLst/>
        </p:spPr>
      </p:cxnSp>
      <p:sp>
        <p:nvSpPr>
          <p:cNvPr id="197" name="Rectangle 196">
            <a:extLst>
              <a:ext uri="{FF2B5EF4-FFF2-40B4-BE49-F238E27FC236}">
                <a16:creationId xmlns:a16="http://schemas.microsoft.com/office/drawing/2014/main" id="{A3FB388F-CC8F-CED0-F0A4-78436AD2B13E}"/>
              </a:ext>
            </a:extLst>
          </p:cNvPr>
          <p:cNvSpPr/>
          <p:nvPr/>
        </p:nvSpPr>
        <p:spPr>
          <a:xfrm>
            <a:off x="928357" y="4707959"/>
            <a:ext cx="10973160" cy="237620"/>
          </a:xfrm>
          <a:prstGeom prst="rect">
            <a:avLst/>
          </a:prstGeom>
          <a:gradFill flip="none" rotWithShape="1">
            <a:gsLst>
              <a:gs pos="95000">
                <a:srgbClr val="F37520"/>
              </a:gs>
              <a:gs pos="36000">
                <a:srgbClr val="FFFFFF"/>
              </a:gs>
            </a:gsLst>
            <a:lin ang="2700000" scaled="1"/>
            <a:tileRect/>
          </a:gradFill>
          <a:ln w="9525" cap="flat" cmpd="sng" algn="ctr">
            <a:solidFill>
              <a:srgbClr val="E7E6E6"/>
            </a:solidFill>
            <a:prstDash val="solid"/>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ea typeface="+mn-lt"/>
                <a:cs typeface="Arial" panose="020B0604020202020204"/>
                <a:sym typeface="+mn-lt"/>
              </a:rPr>
              <a:t>Transition Risk</a:t>
            </a:r>
            <a:r>
              <a:rPr kumimoji="0" lang="en-US" sz="1100" b="1" i="0" u="none" strike="noStrike" kern="0" cap="none" spc="0" normalizeH="0" baseline="30000" noProof="0">
                <a:ln>
                  <a:noFill/>
                </a:ln>
                <a:solidFill>
                  <a:srgbClr val="000000"/>
                </a:solidFill>
                <a:effectLst/>
                <a:uLnTx/>
                <a:uFillTx/>
                <a:ea typeface="+mn-lt"/>
                <a:cs typeface="Arial" panose="020B0604020202020204"/>
                <a:sym typeface="+mn-lt"/>
              </a:rPr>
              <a:t>1</a:t>
            </a:r>
          </a:p>
        </p:txBody>
      </p:sp>
      <p:sp>
        <p:nvSpPr>
          <p:cNvPr id="198" name="Rectangle 197">
            <a:extLst>
              <a:ext uri="{FF2B5EF4-FFF2-40B4-BE49-F238E27FC236}">
                <a16:creationId xmlns:a16="http://schemas.microsoft.com/office/drawing/2014/main" id="{506BAAFD-E49F-7F84-3CDD-4D9D5397EB61}"/>
              </a:ext>
            </a:extLst>
          </p:cNvPr>
          <p:cNvSpPr/>
          <p:nvPr/>
        </p:nvSpPr>
        <p:spPr>
          <a:xfrm>
            <a:off x="3962482" y="1389292"/>
            <a:ext cx="2202581" cy="274494"/>
          </a:xfrm>
          <a:prstGeom prst="rect">
            <a:avLst/>
          </a:prstGeom>
          <a:solidFill>
            <a:srgbClr val="0090A0"/>
          </a:solidFill>
          <a:ln w="12700" cap="flat" cmpd="sng" algn="ctr">
            <a:noFill/>
            <a:prstDash val="solid"/>
          </a:ln>
          <a:effectLst/>
        </p:spPr>
        <p:txBody>
          <a:bodyPr lIns="0" rIns="0"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9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rPr>
              <a:t>“Improve then Move”</a:t>
            </a:r>
            <a:endParaRPr kumimoji="0" lang="en-US" sz="104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endParaRPr>
          </a:p>
        </p:txBody>
      </p:sp>
      <p:sp>
        <p:nvSpPr>
          <p:cNvPr id="199" name="Oval 198">
            <a:extLst>
              <a:ext uri="{FF2B5EF4-FFF2-40B4-BE49-F238E27FC236}">
                <a16:creationId xmlns:a16="http://schemas.microsoft.com/office/drawing/2014/main" id="{D0780B79-EC88-7AEA-D40E-9AF1F39A3A6D}"/>
              </a:ext>
            </a:extLst>
          </p:cNvPr>
          <p:cNvSpPr/>
          <p:nvPr/>
        </p:nvSpPr>
        <p:spPr>
          <a:xfrm>
            <a:off x="3834513" y="1361888"/>
            <a:ext cx="322449" cy="332336"/>
          </a:xfrm>
          <a:prstGeom prst="ellipse">
            <a:avLst/>
          </a:prstGeom>
          <a:solidFill>
            <a:srgbClr val="2E2E38"/>
          </a:solidFill>
          <a:ln w="38100" cap="flat" cmpd="sng" algn="ctr">
            <a:noFill/>
            <a:prstDash val="solid"/>
            <a:headEnd type="none" w="med" len="med"/>
            <a:tailEnd type="none" w="med" len="med"/>
          </a:ln>
          <a:effectLst/>
        </p:spPr>
        <p:txBody>
          <a:bodyPr anchor="ctr"/>
          <a:lstStyle/>
          <a:p>
            <a:pPr algn="ctr" fontAlgn="base">
              <a:spcBef>
                <a:spcPct val="50000"/>
              </a:spcBef>
              <a:spcAft>
                <a:spcPct val="0"/>
              </a:spcAft>
              <a:defRPr/>
            </a:pPr>
            <a:r>
              <a:rPr lang="en-US" sz="1199" b="1" kern="0">
                <a:solidFill>
                  <a:srgbClr val="FFFFFF"/>
                </a:solidFill>
                <a:latin typeface="Arial" panose="020B0604020202020204"/>
                <a:ea typeface="+mn-lt"/>
                <a:cs typeface="Arial" panose="020B0604020202020204"/>
                <a:sym typeface="+mn-lt"/>
              </a:rPr>
              <a:t>B</a:t>
            </a:r>
          </a:p>
        </p:txBody>
      </p:sp>
      <p:sp>
        <p:nvSpPr>
          <p:cNvPr id="200" name="Rectangle 199">
            <a:extLst>
              <a:ext uri="{FF2B5EF4-FFF2-40B4-BE49-F238E27FC236}">
                <a16:creationId xmlns:a16="http://schemas.microsoft.com/office/drawing/2014/main" id="{891E59C7-BB4A-B815-9713-816E1E317AB1}"/>
              </a:ext>
            </a:extLst>
          </p:cNvPr>
          <p:cNvSpPr/>
          <p:nvPr/>
        </p:nvSpPr>
        <p:spPr>
          <a:xfrm>
            <a:off x="9569545" y="1376420"/>
            <a:ext cx="2178273" cy="274177"/>
          </a:xfrm>
          <a:prstGeom prst="rect">
            <a:avLst/>
          </a:prstGeom>
          <a:solidFill>
            <a:srgbClr val="0090A0"/>
          </a:solidFill>
          <a:ln w="25400" cap="flat" cmpd="sng" algn="ctr">
            <a:noFill/>
            <a:prstDash val="solid"/>
          </a:ln>
          <a:effectLst/>
        </p:spPr>
        <p:txBody>
          <a:bodyPr lIns="0" rIns="0"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9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rPr>
              <a:t>“Move then Improve”</a:t>
            </a:r>
            <a:endParaRPr kumimoji="0" lang="en-US" sz="104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endParaRPr>
          </a:p>
        </p:txBody>
      </p:sp>
      <p:sp>
        <p:nvSpPr>
          <p:cNvPr id="201" name="Oval 200">
            <a:extLst>
              <a:ext uri="{FF2B5EF4-FFF2-40B4-BE49-F238E27FC236}">
                <a16:creationId xmlns:a16="http://schemas.microsoft.com/office/drawing/2014/main" id="{E2EE7217-AB40-CA2F-9A26-03D858B2BE5B}"/>
              </a:ext>
            </a:extLst>
          </p:cNvPr>
          <p:cNvSpPr/>
          <p:nvPr/>
        </p:nvSpPr>
        <p:spPr>
          <a:xfrm>
            <a:off x="9391706" y="1361888"/>
            <a:ext cx="322449" cy="332336"/>
          </a:xfrm>
          <a:prstGeom prst="ellipse">
            <a:avLst/>
          </a:prstGeom>
          <a:solidFill>
            <a:srgbClr val="2E2E38"/>
          </a:solidFill>
          <a:ln w="38100" cap="flat" cmpd="sng" algn="ctr">
            <a:noFill/>
            <a:prstDash val="solid"/>
            <a:headEnd type="none" w="med" len="med"/>
            <a:tailEnd type="none" w="med" len="med"/>
          </a:ln>
          <a:effectLst/>
        </p:spPr>
        <p:txBody>
          <a:bodyPr anchor="ctr"/>
          <a:lstStyle/>
          <a:p>
            <a:pPr algn="ctr" fontAlgn="base">
              <a:spcBef>
                <a:spcPct val="50000"/>
              </a:spcBef>
              <a:spcAft>
                <a:spcPct val="0"/>
              </a:spcAft>
              <a:defRPr/>
            </a:pPr>
            <a:r>
              <a:rPr lang="en-US" sz="1199" b="1" kern="0">
                <a:solidFill>
                  <a:srgbClr val="FFFFFF"/>
                </a:solidFill>
                <a:latin typeface="Arial" panose="020B0604020202020204"/>
                <a:ea typeface="+mn-lt"/>
                <a:cs typeface="Arial" panose="020B0604020202020204"/>
                <a:sym typeface="+mn-lt"/>
              </a:rPr>
              <a:t>D</a:t>
            </a:r>
          </a:p>
        </p:txBody>
      </p:sp>
      <p:sp>
        <p:nvSpPr>
          <p:cNvPr id="202" name="Rectangle 201">
            <a:extLst>
              <a:ext uri="{FF2B5EF4-FFF2-40B4-BE49-F238E27FC236}">
                <a16:creationId xmlns:a16="http://schemas.microsoft.com/office/drawing/2014/main" id="{EF27F9BD-22E8-02A2-4D32-A86EE3FFDB5D}"/>
              </a:ext>
            </a:extLst>
          </p:cNvPr>
          <p:cNvSpPr/>
          <p:nvPr/>
        </p:nvSpPr>
        <p:spPr>
          <a:xfrm>
            <a:off x="6721084" y="1391734"/>
            <a:ext cx="2284765" cy="274177"/>
          </a:xfrm>
          <a:prstGeom prst="rect">
            <a:avLst/>
          </a:prstGeom>
          <a:solidFill>
            <a:srgbClr val="0090A0"/>
          </a:solidFill>
          <a:ln w="25400" cap="flat" cmpd="sng" algn="ctr">
            <a:noFill/>
            <a:prstDash val="solid"/>
          </a:ln>
          <a:effectLst/>
        </p:spPr>
        <p:txBody>
          <a:bodyPr lIns="0" rIns="0"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GB" sz="119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rPr>
              <a:t>“Move and Improve</a:t>
            </a:r>
            <a:r>
              <a:rPr kumimoji="0" lang="en-US" sz="119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rPr>
              <a:t>”</a:t>
            </a:r>
            <a:endParaRPr kumimoji="0" lang="en-GB" sz="119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endParaRPr>
          </a:p>
        </p:txBody>
      </p:sp>
      <p:sp>
        <p:nvSpPr>
          <p:cNvPr id="203" name="Oval 202">
            <a:extLst>
              <a:ext uri="{FF2B5EF4-FFF2-40B4-BE49-F238E27FC236}">
                <a16:creationId xmlns:a16="http://schemas.microsoft.com/office/drawing/2014/main" id="{8346F315-F1DC-4A34-2AA6-4E277343FA4E}"/>
              </a:ext>
            </a:extLst>
          </p:cNvPr>
          <p:cNvSpPr/>
          <p:nvPr/>
        </p:nvSpPr>
        <p:spPr>
          <a:xfrm>
            <a:off x="6590792" y="1361888"/>
            <a:ext cx="322449" cy="332336"/>
          </a:xfrm>
          <a:prstGeom prst="ellipse">
            <a:avLst/>
          </a:prstGeom>
          <a:solidFill>
            <a:srgbClr val="2E2E38"/>
          </a:solidFill>
          <a:ln w="38100" cap="flat" cmpd="sng" algn="ctr">
            <a:noFill/>
            <a:prstDash val="solid"/>
            <a:headEnd type="none" w="med" len="med"/>
            <a:tailEnd type="none" w="med" len="med"/>
          </a:ln>
          <a:effectLst/>
        </p:spPr>
        <p:txBody>
          <a:bodyPr anchor="ctr"/>
          <a:lstStyle/>
          <a:p>
            <a:pPr algn="ctr" fontAlgn="base">
              <a:spcBef>
                <a:spcPct val="50000"/>
              </a:spcBef>
              <a:spcAft>
                <a:spcPct val="0"/>
              </a:spcAft>
              <a:defRPr/>
            </a:pPr>
            <a:r>
              <a:rPr lang="en-US" sz="1199" b="1" kern="0">
                <a:solidFill>
                  <a:srgbClr val="FFFFFF"/>
                </a:solidFill>
                <a:latin typeface="Arial" panose="020B0604020202020204"/>
                <a:ea typeface="+mn-lt"/>
                <a:cs typeface="Arial" panose="020B0604020202020204"/>
                <a:sym typeface="+mn-lt"/>
              </a:rPr>
              <a:t>C</a:t>
            </a:r>
          </a:p>
        </p:txBody>
      </p:sp>
      <p:sp>
        <p:nvSpPr>
          <p:cNvPr id="204" name="Rectangle 203">
            <a:extLst>
              <a:ext uri="{FF2B5EF4-FFF2-40B4-BE49-F238E27FC236}">
                <a16:creationId xmlns:a16="http://schemas.microsoft.com/office/drawing/2014/main" id="{2C28E544-819A-4822-E038-57042DA4530E}"/>
              </a:ext>
            </a:extLst>
          </p:cNvPr>
          <p:cNvSpPr/>
          <p:nvPr/>
        </p:nvSpPr>
        <p:spPr>
          <a:xfrm>
            <a:off x="1064244" y="1389292"/>
            <a:ext cx="2368125" cy="274494"/>
          </a:xfrm>
          <a:prstGeom prst="rect">
            <a:avLst/>
          </a:prstGeom>
          <a:solidFill>
            <a:srgbClr val="0090A0"/>
          </a:solidFill>
          <a:ln w="12700" cap="flat" cmpd="sng" algn="ctr">
            <a:noFill/>
            <a:prstDash val="solid"/>
          </a:ln>
          <a:effectLst/>
        </p:spPr>
        <p:txBody>
          <a:bodyPr lIns="0" rIns="0"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9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rPr>
              <a:t>“Transform”</a:t>
            </a:r>
            <a:endParaRPr kumimoji="0" lang="en-US" sz="1049" b="1" i="0" u="none" strike="noStrike" kern="0" cap="none" spc="0" normalizeH="0" baseline="0" noProof="0">
              <a:ln>
                <a:noFill/>
              </a:ln>
              <a:solidFill>
                <a:srgbClr val="FFFFFF"/>
              </a:solidFill>
              <a:effectLst/>
              <a:uLnTx/>
              <a:uFillTx/>
              <a:latin typeface="Arial" panose="020B0604020202020204"/>
              <a:ea typeface="+mn-lt"/>
              <a:cs typeface="Arial" panose="020B0604020202020204"/>
              <a:sym typeface="+mn-lt"/>
            </a:endParaRPr>
          </a:p>
        </p:txBody>
      </p:sp>
      <p:sp>
        <p:nvSpPr>
          <p:cNvPr id="205" name="Oval 204">
            <a:extLst>
              <a:ext uri="{FF2B5EF4-FFF2-40B4-BE49-F238E27FC236}">
                <a16:creationId xmlns:a16="http://schemas.microsoft.com/office/drawing/2014/main" id="{740F713A-DDC2-9DD3-BF26-021EF9FC68AC}"/>
              </a:ext>
            </a:extLst>
          </p:cNvPr>
          <p:cNvSpPr/>
          <p:nvPr/>
        </p:nvSpPr>
        <p:spPr>
          <a:xfrm>
            <a:off x="928357" y="1361888"/>
            <a:ext cx="322449" cy="332336"/>
          </a:xfrm>
          <a:prstGeom prst="ellipse">
            <a:avLst/>
          </a:prstGeom>
          <a:solidFill>
            <a:srgbClr val="2E2E38"/>
          </a:solidFill>
          <a:ln w="38100" cap="flat" cmpd="sng" algn="ctr">
            <a:noFill/>
            <a:prstDash val="solid"/>
            <a:headEnd type="none" w="med" len="med"/>
            <a:tailEnd type="none" w="med" len="med"/>
          </a:ln>
          <a:effectLst/>
        </p:spPr>
        <p:txBody>
          <a:bodyPr anchor="ctr"/>
          <a:lstStyle/>
          <a:p>
            <a:pPr algn="ctr" fontAlgn="base">
              <a:spcBef>
                <a:spcPct val="50000"/>
              </a:spcBef>
              <a:spcAft>
                <a:spcPct val="0"/>
              </a:spcAft>
              <a:defRPr/>
            </a:pPr>
            <a:r>
              <a:rPr lang="en-US" sz="1199" b="1" kern="0">
                <a:solidFill>
                  <a:srgbClr val="FFFFFF"/>
                </a:solidFill>
                <a:latin typeface="Arial" panose="020B0604020202020204"/>
                <a:ea typeface="+mn-lt"/>
                <a:cs typeface="Arial" panose="020B0604020202020204"/>
                <a:sym typeface="+mn-lt"/>
              </a:rPr>
              <a:t>A</a:t>
            </a:r>
          </a:p>
        </p:txBody>
      </p:sp>
      <p:sp>
        <p:nvSpPr>
          <p:cNvPr id="206" name="Rectangle 205">
            <a:extLst>
              <a:ext uri="{FF2B5EF4-FFF2-40B4-BE49-F238E27FC236}">
                <a16:creationId xmlns:a16="http://schemas.microsoft.com/office/drawing/2014/main" id="{A736078E-140C-90A6-6CA6-2BFEB207A27A}"/>
              </a:ext>
            </a:extLst>
          </p:cNvPr>
          <p:cNvSpPr/>
          <p:nvPr/>
        </p:nvSpPr>
        <p:spPr>
          <a:xfrm>
            <a:off x="1147602" y="2894781"/>
            <a:ext cx="682987" cy="148784"/>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Onshore</a:t>
            </a:r>
          </a:p>
        </p:txBody>
      </p:sp>
      <p:sp>
        <p:nvSpPr>
          <p:cNvPr id="207" name="Rectangle 206">
            <a:extLst>
              <a:ext uri="{FF2B5EF4-FFF2-40B4-BE49-F238E27FC236}">
                <a16:creationId xmlns:a16="http://schemas.microsoft.com/office/drawing/2014/main" id="{2499406A-71AD-6D7E-AD9F-B4606FEFEFF8}"/>
              </a:ext>
            </a:extLst>
          </p:cNvPr>
          <p:cNvSpPr/>
          <p:nvPr/>
        </p:nvSpPr>
        <p:spPr>
          <a:xfrm>
            <a:off x="2542963" y="2894781"/>
            <a:ext cx="682987" cy="148784"/>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Offshore</a:t>
            </a:r>
          </a:p>
        </p:txBody>
      </p:sp>
      <p:sp>
        <p:nvSpPr>
          <p:cNvPr id="208" name="Rectangle 207">
            <a:extLst>
              <a:ext uri="{FF2B5EF4-FFF2-40B4-BE49-F238E27FC236}">
                <a16:creationId xmlns:a16="http://schemas.microsoft.com/office/drawing/2014/main" id="{4E0E1727-494F-8A97-177D-E513A6E394BC}"/>
              </a:ext>
            </a:extLst>
          </p:cNvPr>
          <p:cNvSpPr/>
          <p:nvPr/>
        </p:nvSpPr>
        <p:spPr>
          <a:xfrm>
            <a:off x="4041074" y="2894781"/>
            <a:ext cx="682987" cy="148784"/>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Onshore</a:t>
            </a:r>
          </a:p>
        </p:txBody>
      </p:sp>
      <p:sp>
        <p:nvSpPr>
          <p:cNvPr id="209" name="Rectangle 208">
            <a:extLst>
              <a:ext uri="{FF2B5EF4-FFF2-40B4-BE49-F238E27FC236}">
                <a16:creationId xmlns:a16="http://schemas.microsoft.com/office/drawing/2014/main" id="{D3585A5D-9612-7D35-5A86-2725DEB1B505}"/>
              </a:ext>
            </a:extLst>
          </p:cNvPr>
          <p:cNvSpPr/>
          <p:nvPr/>
        </p:nvSpPr>
        <p:spPr>
          <a:xfrm>
            <a:off x="5463293" y="2894781"/>
            <a:ext cx="682987" cy="148784"/>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Offshore</a:t>
            </a:r>
          </a:p>
        </p:txBody>
      </p:sp>
      <p:sp>
        <p:nvSpPr>
          <p:cNvPr id="210" name="Rectangle 209">
            <a:extLst>
              <a:ext uri="{FF2B5EF4-FFF2-40B4-BE49-F238E27FC236}">
                <a16:creationId xmlns:a16="http://schemas.microsoft.com/office/drawing/2014/main" id="{66CDCD64-3968-9D2C-210D-FD67019BFC1C}"/>
              </a:ext>
            </a:extLst>
          </p:cNvPr>
          <p:cNvSpPr/>
          <p:nvPr/>
        </p:nvSpPr>
        <p:spPr>
          <a:xfrm>
            <a:off x="6859781" y="2894781"/>
            <a:ext cx="645386" cy="148784"/>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Onshore</a:t>
            </a:r>
          </a:p>
        </p:txBody>
      </p:sp>
      <p:sp>
        <p:nvSpPr>
          <p:cNvPr id="211" name="Rectangle 210">
            <a:extLst>
              <a:ext uri="{FF2B5EF4-FFF2-40B4-BE49-F238E27FC236}">
                <a16:creationId xmlns:a16="http://schemas.microsoft.com/office/drawing/2014/main" id="{04D702AF-1692-EB70-D4D5-161B5E740886}"/>
              </a:ext>
            </a:extLst>
          </p:cNvPr>
          <p:cNvSpPr/>
          <p:nvPr/>
        </p:nvSpPr>
        <p:spPr>
          <a:xfrm>
            <a:off x="8255142" y="2894781"/>
            <a:ext cx="779265" cy="130956"/>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Offshore</a:t>
            </a:r>
          </a:p>
        </p:txBody>
      </p:sp>
      <p:sp>
        <p:nvSpPr>
          <p:cNvPr id="212" name="Rectangle 211">
            <a:extLst>
              <a:ext uri="{FF2B5EF4-FFF2-40B4-BE49-F238E27FC236}">
                <a16:creationId xmlns:a16="http://schemas.microsoft.com/office/drawing/2014/main" id="{B07D74CB-5CE5-6F37-FADC-224162F28B57}"/>
              </a:ext>
            </a:extLst>
          </p:cNvPr>
          <p:cNvSpPr/>
          <p:nvPr/>
        </p:nvSpPr>
        <p:spPr>
          <a:xfrm>
            <a:off x="9572617" y="2894781"/>
            <a:ext cx="654748" cy="148784"/>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Onshore</a:t>
            </a:r>
          </a:p>
        </p:txBody>
      </p:sp>
      <p:sp>
        <p:nvSpPr>
          <p:cNvPr id="213" name="Rectangle 212">
            <a:extLst>
              <a:ext uri="{FF2B5EF4-FFF2-40B4-BE49-F238E27FC236}">
                <a16:creationId xmlns:a16="http://schemas.microsoft.com/office/drawing/2014/main" id="{AB07EBB9-76A6-6BFC-044C-735D37165510}"/>
              </a:ext>
            </a:extLst>
          </p:cNvPr>
          <p:cNvSpPr/>
          <p:nvPr/>
        </p:nvSpPr>
        <p:spPr>
          <a:xfrm>
            <a:off x="11004905" y="2894781"/>
            <a:ext cx="805672" cy="148783"/>
          </a:xfrm>
          <a:prstGeom prst="rect">
            <a:avLst/>
          </a:prstGeom>
          <a:noFill/>
          <a:ln w="9525" cap="flat" cmpd="sng" algn="ctr">
            <a:noFill/>
            <a:prstDash val="solid"/>
          </a:ln>
          <a:effectLst/>
        </p:spPr>
        <p:txBody>
          <a:bodyPr rtlCol="0" anchor="ctr" anchorCtr="0"/>
          <a:lstStyle/>
          <a:p>
            <a:pPr algn="ctr">
              <a:defRPr/>
            </a:pPr>
            <a:r>
              <a:rPr lang="en-US" sz="800" b="1" kern="0">
                <a:solidFill>
                  <a:srgbClr val="2E2E38"/>
                </a:solidFill>
                <a:latin typeface="Arial" panose="020B0604020202020204"/>
                <a:ea typeface="+mn-lt"/>
                <a:cs typeface="Arial" panose="020B0604020202020204"/>
                <a:sym typeface="+mn-lt"/>
              </a:rPr>
              <a:t>Offshore</a:t>
            </a:r>
          </a:p>
        </p:txBody>
      </p:sp>
      <p:grpSp>
        <p:nvGrpSpPr>
          <p:cNvPr id="214" name="Group 213">
            <a:extLst>
              <a:ext uri="{FF2B5EF4-FFF2-40B4-BE49-F238E27FC236}">
                <a16:creationId xmlns:a16="http://schemas.microsoft.com/office/drawing/2014/main" id="{179C2644-8BE5-DB56-471E-4A2C3E7FBF56}"/>
              </a:ext>
            </a:extLst>
          </p:cNvPr>
          <p:cNvGrpSpPr/>
          <p:nvPr/>
        </p:nvGrpSpPr>
        <p:grpSpPr>
          <a:xfrm>
            <a:off x="1250805" y="1939251"/>
            <a:ext cx="548988" cy="936386"/>
            <a:chOff x="1425576" y="1822450"/>
            <a:chExt cx="549274" cy="1032125"/>
          </a:xfrm>
        </p:grpSpPr>
        <p:sp>
          <p:nvSpPr>
            <p:cNvPr id="215" name="Rectangle 214">
              <a:extLst>
                <a:ext uri="{FF2B5EF4-FFF2-40B4-BE49-F238E27FC236}">
                  <a16:creationId xmlns:a16="http://schemas.microsoft.com/office/drawing/2014/main" id="{003E34B2-C5AC-E87F-F6F0-6A39AAF053BE}"/>
                </a:ext>
              </a:extLst>
            </p:cNvPr>
            <p:cNvSpPr/>
            <p:nvPr/>
          </p:nvSpPr>
          <p:spPr>
            <a:xfrm>
              <a:off x="1425576" y="2630738"/>
              <a:ext cx="549274" cy="223837"/>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Start</a:t>
              </a:r>
            </a:p>
          </p:txBody>
        </p:sp>
        <p:sp>
          <p:nvSpPr>
            <p:cNvPr id="216" name="Rectangle 215">
              <a:extLst>
                <a:ext uri="{FF2B5EF4-FFF2-40B4-BE49-F238E27FC236}">
                  <a16:creationId xmlns:a16="http://schemas.microsoft.com/office/drawing/2014/main" id="{5C813D13-958F-29BB-6B51-E97AA71CE86D}"/>
                </a:ext>
              </a:extLst>
            </p:cNvPr>
            <p:cNvSpPr/>
            <p:nvPr/>
          </p:nvSpPr>
          <p:spPr>
            <a:xfrm>
              <a:off x="1425576" y="1822450"/>
              <a:ext cx="549274" cy="223837"/>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End</a:t>
              </a:r>
            </a:p>
          </p:txBody>
        </p:sp>
        <p:cxnSp>
          <p:nvCxnSpPr>
            <p:cNvPr id="217" name="Straight Connector 216">
              <a:extLst>
                <a:ext uri="{FF2B5EF4-FFF2-40B4-BE49-F238E27FC236}">
                  <a16:creationId xmlns:a16="http://schemas.microsoft.com/office/drawing/2014/main" id="{58A21C61-2492-6928-08AD-55C8963B582B}"/>
                </a:ext>
              </a:extLst>
            </p:cNvPr>
            <p:cNvCxnSpPr>
              <a:stCxn id="215" idx="0"/>
              <a:endCxn id="216" idx="2"/>
            </p:cNvCxnSpPr>
            <p:nvPr/>
          </p:nvCxnSpPr>
          <p:spPr>
            <a:xfrm flipV="1">
              <a:off x="1700213" y="2046287"/>
              <a:ext cx="0" cy="584451"/>
            </a:xfrm>
            <a:prstGeom prst="line">
              <a:avLst/>
            </a:prstGeom>
            <a:noFill/>
            <a:ln w="12700" cap="flat" cmpd="sng" algn="ctr">
              <a:solidFill>
                <a:srgbClr val="2E2E38"/>
              </a:solidFill>
              <a:prstDash val="solid"/>
              <a:headEnd type="none" w="med" len="med"/>
              <a:tailEnd type="triangle" w="lg" len="lg"/>
            </a:ln>
            <a:effectLst/>
          </p:spPr>
        </p:cxnSp>
      </p:grpSp>
      <p:sp>
        <p:nvSpPr>
          <p:cNvPr id="218" name="Rectangle 217">
            <a:extLst>
              <a:ext uri="{FF2B5EF4-FFF2-40B4-BE49-F238E27FC236}">
                <a16:creationId xmlns:a16="http://schemas.microsoft.com/office/drawing/2014/main" id="{18566A28-E938-3B19-55AD-587F019C6648}"/>
              </a:ext>
            </a:extLst>
          </p:cNvPr>
          <p:cNvSpPr/>
          <p:nvPr/>
        </p:nvSpPr>
        <p:spPr>
          <a:xfrm>
            <a:off x="4108072" y="2651917"/>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Start</a:t>
            </a:r>
          </a:p>
        </p:txBody>
      </p:sp>
      <p:sp>
        <p:nvSpPr>
          <p:cNvPr id="219" name="Rectangle 218">
            <a:extLst>
              <a:ext uri="{FF2B5EF4-FFF2-40B4-BE49-F238E27FC236}">
                <a16:creationId xmlns:a16="http://schemas.microsoft.com/office/drawing/2014/main" id="{106D6478-6D0F-1F64-44F6-72FC51FF8D5E}"/>
              </a:ext>
            </a:extLst>
          </p:cNvPr>
          <p:cNvSpPr/>
          <p:nvPr/>
        </p:nvSpPr>
        <p:spPr>
          <a:xfrm>
            <a:off x="5283553" y="1869540"/>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End</a:t>
            </a:r>
          </a:p>
        </p:txBody>
      </p:sp>
      <p:cxnSp>
        <p:nvCxnSpPr>
          <p:cNvPr id="220" name="Connector: Elbow 219">
            <a:extLst>
              <a:ext uri="{FF2B5EF4-FFF2-40B4-BE49-F238E27FC236}">
                <a16:creationId xmlns:a16="http://schemas.microsoft.com/office/drawing/2014/main" id="{F34EA639-B2AF-DF62-8763-037A8DE62F0D}"/>
              </a:ext>
            </a:extLst>
          </p:cNvPr>
          <p:cNvCxnSpPr>
            <a:cxnSpLocks/>
          </p:cNvCxnSpPr>
          <p:nvPr/>
        </p:nvCxnSpPr>
        <p:spPr>
          <a:xfrm rot="5400000" flipH="1" flipV="1">
            <a:off x="4654438" y="1727533"/>
            <a:ext cx="537883" cy="1269339"/>
          </a:xfrm>
          <a:prstGeom prst="bentConnector3">
            <a:avLst>
              <a:gd name="adj1" fmla="val 68879"/>
            </a:avLst>
          </a:prstGeom>
          <a:noFill/>
          <a:ln w="12700" cap="flat" cmpd="sng" algn="ctr">
            <a:solidFill>
              <a:srgbClr val="2E2E38"/>
            </a:solidFill>
            <a:prstDash val="solid"/>
            <a:headEnd type="none" w="med" len="med"/>
            <a:tailEnd type="triangle" w="lg" len="lg"/>
          </a:ln>
          <a:effectLst/>
        </p:spPr>
      </p:cxnSp>
      <p:sp>
        <p:nvSpPr>
          <p:cNvPr id="221" name="Rectangle 220">
            <a:extLst>
              <a:ext uri="{FF2B5EF4-FFF2-40B4-BE49-F238E27FC236}">
                <a16:creationId xmlns:a16="http://schemas.microsoft.com/office/drawing/2014/main" id="{D30D46B7-629D-8CFF-F58D-FD621A97C607}"/>
              </a:ext>
            </a:extLst>
          </p:cNvPr>
          <p:cNvSpPr/>
          <p:nvPr/>
        </p:nvSpPr>
        <p:spPr>
          <a:xfrm>
            <a:off x="6907980" y="2651917"/>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Start</a:t>
            </a:r>
          </a:p>
        </p:txBody>
      </p:sp>
      <p:sp>
        <p:nvSpPr>
          <p:cNvPr id="222" name="Rectangle 221">
            <a:extLst>
              <a:ext uri="{FF2B5EF4-FFF2-40B4-BE49-F238E27FC236}">
                <a16:creationId xmlns:a16="http://schemas.microsoft.com/office/drawing/2014/main" id="{8363A587-6557-DDAC-F277-856DB0B70355}"/>
              </a:ext>
            </a:extLst>
          </p:cNvPr>
          <p:cNvSpPr/>
          <p:nvPr/>
        </p:nvSpPr>
        <p:spPr>
          <a:xfrm>
            <a:off x="8138951" y="1869540"/>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End</a:t>
            </a:r>
          </a:p>
        </p:txBody>
      </p:sp>
      <p:cxnSp>
        <p:nvCxnSpPr>
          <p:cNvPr id="223" name="Connector: Elbow 222">
            <a:extLst>
              <a:ext uri="{FF2B5EF4-FFF2-40B4-BE49-F238E27FC236}">
                <a16:creationId xmlns:a16="http://schemas.microsoft.com/office/drawing/2014/main" id="{95EF3A7B-3298-34BB-520F-0168F787C468}"/>
              </a:ext>
            </a:extLst>
          </p:cNvPr>
          <p:cNvCxnSpPr>
            <a:cxnSpLocks/>
          </p:cNvCxnSpPr>
          <p:nvPr/>
        </p:nvCxnSpPr>
        <p:spPr>
          <a:xfrm rot="5400000" flipH="1" flipV="1">
            <a:off x="7509836" y="1727533"/>
            <a:ext cx="537883" cy="1269339"/>
          </a:xfrm>
          <a:prstGeom prst="bentConnector3">
            <a:avLst/>
          </a:prstGeom>
          <a:noFill/>
          <a:ln w="12700" cap="flat" cmpd="sng" algn="ctr">
            <a:solidFill>
              <a:srgbClr val="2E2E38"/>
            </a:solidFill>
            <a:prstDash val="solid"/>
            <a:headEnd type="none" w="med" len="med"/>
            <a:tailEnd type="triangle" w="lg" len="lg"/>
          </a:ln>
          <a:effectLst/>
        </p:spPr>
      </p:cxnSp>
      <p:sp>
        <p:nvSpPr>
          <p:cNvPr id="224" name="Freeform: Shape 223">
            <a:extLst>
              <a:ext uri="{FF2B5EF4-FFF2-40B4-BE49-F238E27FC236}">
                <a16:creationId xmlns:a16="http://schemas.microsoft.com/office/drawing/2014/main" id="{C1856E42-647B-85D0-A2EE-EF4CF4C02D89}"/>
              </a:ext>
            </a:extLst>
          </p:cNvPr>
          <p:cNvSpPr/>
          <p:nvPr/>
        </p:nvSpPr>
        <p:spPr>
          <a:xfrm>
            <a:off x="7149921" y="2182641"/>
            <a:ext cx="1218565" cy="209441"/>
          </a:xfrm>
          <a:custGeom>
            <a:avLst/>
            <a:gdLst>
              <a:gd name="connsiteX0" fmla="*/ 0 w 1219200"/>
              <a:gd name="connsiteY0" fmla="*/ 209550 h 209550"/>
              <a:gd name="connsiteX1" fmla="*/ 0 w 1219200"/>
              <a:gd name="connsiteY1" fmla="*/ 0 h 209550"/>
              <a:gd name="connsiteX2" fmla="*/ 1219200 w 1219200"/>
              <a:gd name="connsiteY2" fmla="*/ 0 h 209550"/>
            </a:gdLst>
            <a:ahLst/>
            <a:cxnLst>
              <a:cxn ang="0">
                <a:pos x="connsiteX0" y="connsiteY0"/>
              </a:cxn>
              <a:cxn ang="0">
                <a:pos x="connsiteX1" y="connsiteY1"/>
              </a:cxn>
              <a:cxn ang="0">
                <a:pos x="connsiteX2" y="connsiteY2"/>
              </a:cxn>
            </a:cxnLst>
            <a:rect l="l" t="t" r="r" b="b"/>
            <a:pathLst>
              <a:path w="1219200" h="209550">
                <a:moveTo>
                  <a:pt x="0" y="209550"/>
                </a:moveTo>
                <a:lnTo>
                  <a:pt x="0" y="0"/>
                </a:lnTo>
                <a:lnTo>
                  <a:pt x="1219200" y="0"/>
                </a:lnTo>
              </a:path>
            </a:pathLst>
          </a:custGeom>
          <a:noFill/>
          <a:ln w="9525" cap="flat" cmpd="sng" algn="ctr">
            <a:solidFill>
              <a:srgbClr val="747480"/>
            </a:solidFill>
            <a:prstDash val="lgDash"/>
          </a:ln>
          <a:effectLst/>
        </p:spPr>
        <p:txBody>
          <a:bodyPr rtlCol="0" anchor="ctr"/>
          <a:lstStyle/>
          <a:p>
            <a:pPr algn="ctr">
              <a:defRPr/>
            </a:pPr>
            <a:endParaRPr lang="en-US" sz="1799" kern="0">
              <a:solidFill>
                <a:srgbClr val="2E2E38"/>
              </a:solidFill>
              <a:latin typeface="Arial" panose="020B0604020202020204"/>
            </a:endParaRPr>
          </a:p>
        </p:txBody>
      </p:sp>
      <p:sp>
        <p:nvSpPr>
          <p:cNvPr id="225" name="Rectangle 224">
            <a:extLst>
              <a:ext uri="{FF2B5EF4-FFF2-40B4-BE49-F238E27FC236}">
                <a16:creationId xmlns:a16="http://schemas.microsoft.com/office/drawing/2014/main" id="{EFC966B8-D2CC-D7BA-0EFC-EF1FAA32948A}"/>
              </a:ext>
            </a:extLst>
          </p:cNvPr>
          <p:cNvSpPr/>
          <p:nvPr/>
        </p:nvSpPr>
        <p:spPr>
          <a:xfrm>
            <a:off x="9625496" y="2651917"/>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Start</a:t>
            </a:r>
          </a:p>
        </p:txBody>
      </p:sp>
      <p:sp>
        <p:nvSpPr>
          <p:cNvPr id="226" name="Rectangle 225">
            <a:extLst>
              <a:ext uri="{FF2B5EF4-FFF2-40B4-BE49-F238E27FC236}">
                <a16:creationId xmlns:a16="http://schemas.microsoft.com/office/drawing/2014/main" id="{C8F6691E-E92B-91C7-F156-74EB238FD9C2}"/>
              </a:ext>
            </a:extLst>
          </p:cNvPr>
          <p:cNvSpPr/>
          <p:nvPr/>
        </p:nvSpPr>
        <p:spPr>
          <a:xfrm>
            <a:off x="10880723" y="1901274"/>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End</a:t>
            </a:r>
          </a:p>
        </p:txBody>
      </p:sp>
      <p:cxnSp>
        <p:nvCxnSpPr>
          <p:cNvPr id="227" name="Connector: Elbow 226">
            <a:extLst>
              <a:ext uri="{FF2B5EF4-FFF2-40B4-BE49-F238E27FC236}">
                <a16:creationId xmlns:a16="http://schemas.microsoft.com/office/drawing/2014/main" id="{E4FBFFE3-7E6D-A37A-30FC-17F9BFE85323}"/>
              </a:ext>
            </a:extLst>
          </p:cNvPr>
          <p:cNvCxnSpPr>
            <a:cxnSpLocks/>
            <a:endCxn id="226" idx="2"/>
          </p:cNvCxnSpPr>
          <p:nvPr/>
        </p:nvCxnSpPr>
        <p:spPr>
          <a:xfrm flipV="1">
            <a:off x="10160375" y="2124993"/>
            <a:ext cx="994843" cy="663231"/>
          </a:xfrm>
          <a:prstGeom prst="bentConnector2">
            <a:avLst/>
          </a:prstGeom>
          <a:noFill/>
          <a:ln w="12700" cap="flat" cmpd="sng" algn="ctr">
            <a:solidFill>
              <a:srgbClr val="2E2E38"/>
            </a:solidFill>
            <a:prstDash val="solid"/>
            <a:headEnd type="none" w="med" len="med"/>
            <a:tailEnd type="triangle" w="lg" len="lg"/>
          </a:ln>
          <a:effectLst/>
        </p:spPr>
      </p:cxnSp>
      <p:sp>
        <p:nvSpPr>
          <p:cNvPr id="228" name="Rectangle 227">
            <a:extLst>
              <a:ext uri="{FF2B5EF4-FFF2-40B4-BE49-F238E27FC236}">
                <a16:creationId xmlns:a16="http://schemas.microsoft.com/office/drawing/2014/main" id="{059C3653-87CC-344E-CC73-109E40D2A0F5}"/>
              </a:ext>
            </a:extLst>
          </p:cNvPr>
          <p:cNvSpPr/>
          <p:nvPr/>
        </p:nvSpPr>
        <p:spPr>
          <a:xfrm>
            <a:off x="9609541" y="2093261"/>
            <a:ext cx="548988" cy="223720"/>
          </a:xfrm>
          <a:prstGeom prst="rect">
            <a:avLst/>
          </a:prstGeom>
          <a:solidFill>
            <a:srgbClr val="747480"/>
          </a:solidFill>
          <a:ln w="12700" cap="flat" cmpd="sng" algn="ctr">
            <a:noFill/>
            <a:prstDash val="solid"/>
          </a:ln>
          <a:effectLst/>
        </p:spPr>
        <p:txBody>
          <a:bodyPr lIns="0" rIns="0" anchor="ctr"/>
          <a:lstStyle/>
          <a:p>
            <a:pPr algn="ctr" fontAlgn="base">
              <a:spcBef>
                <a:spcPct val="50000"/>
              </a:spcBef>
              <a:spcAft>
                <a:spcPct val="0"/>
              </a:spcAft>
              <a:defRPr/>
            </a:pPr>
            <a:r>
              <a:rPr lang="en-US" sz="800" kern="0">
                <a:solidFill>
                  <a:srgbClr val="FFFFFF"/>
                </a:solidFill>
                <a:latin typeface="Arial" panose="020B0604020202020204"/>
                <a:ea typeface="+mn-lt"/>
                <a:cs typeface="Arial" panose="020B0604020202020204"/>
                <a:sym typeface="+mn-lt"/>
              </a:rPr>
              <a:t>Start</a:t>
            </a:r>
          </a:p>
        </p:txBody>
      </p:sp>
      <p:cxnSp>
        <p:nvCxnSpPr>
          <p:cNvPr id="229" name="Straight Connector 228">
            <a:extLst>
              <a:ext uri="{FF2B5EF4-FFF2-40B4-BE49-F238E27FC236}">
                <a16:creationId xmlns:a16="http://schemas.microsoft.com/office/drawing/2014/main" id="{A8F2B5E4-7B83-4F5F-E44C-80555AC97BD3}"/>
              </a:ext>
            </a:extLst>
          </p:cNvPr>
          <p:cNvCxnSpPr>
            <a:cxnSpLocks/>
          </p:cNvCxnSpPr>
          <p:nvPr/>
        </p:nvCxnSpPr>
        <p:spPr>
          <a:xfrm flipV="1">
            <a:off x="10152668" y="2186874"/>
            <a:ext cx="969264" cy="0"/>
          </a:xfrm>
          <a:prstGeom prst="line">
            <a:avLst/>
          </a:prstGeom>
          <a:noFill/>
          <a:ln w="9525" cap="flat" cmpd="sng" algn="ctr">
            <a:solidFill>
              <a:srgbClr val="2E2E38">
                <a:lumMod val="60000"/>
                <a:lumOff val="40000"/>
              </a:srgbClr>
            </a:solidFill>
            <a:prstDash val="solid"/>
            <a:headEnd type="none" w="med" len="med"/>
            <a:tailEnd type="none" w="med" len="med"/>
          </a:ln>
          <a:effectLst/>
        </p:spPr>
      </p:cxnSp>
      <p:cxnSp>
        <p:nvCxnSpPr>
          <p:cNvPr id="230" name="Straight Connector 229">
            <a:extLst>
              <a:ext uri="{FF2B5EF4-FFF2-40B4-BE49-F238E27FC236}">
                <a16:creationId xmlns:a16="http://schemas.microsoft.com/office/drawing/2014/main" id="{AE8E5AA9-AD9D-4372-C0B3-DB7CD2806E63}"/>
              </a:ext>
            </a:extLst>
          </p:cNvPr>
          <p:cNvCxnSpPr>
            <a:cxnSpLocks/>
          </p:cNvCxnSpPr>
          <p:nvPr/>
        </p:nvCxnSpPr>
        <p:spPr>
          <a:xfrm>
            <a:off x="3581355" y="1581353"/>
            <a:ext cx="0" cy="1879957"/>
          </a:xfrm>
          <a:prstGeom prst="line">
            <a:avLst/>
          </a:prstGeom>
          <a:noFill/>
          <a:ln w="9525" cap="flat" cmpd="sng" algn="ctr">
            <a:solidFill>
              <a:srgbClr val="2E2E38">
                <a:lumMod val="60000"/>
                <a:lumOff val="40000"/>
              </a:srgbClr>
            </a:solidFill>
            <a:prstDash val="lgDash"/>
            <a:headEnd type="none" w="med" len="med"/>
            <a:tailEnd type="none" w="med" len="med"/>
          </a:ln>
          <a:effectLst/>
        </p:spPr>
      </p:cxnSp>
      <p:cxnSp>
        <p:nvCxnSpPr>
          <p:cNvPr id="231" name="Straight Connector 230">
            <a:extLst>
              <a:ext uri="{FF2B5EF4-FFF2-40B4-BE49-F238E27FC236}">
                <a16:creationId xmlns:a16="http://schemas.microsoft.com/office/drawing/2014/main" id="{DE476BE1-A301-C846-1D7B-EF38F7C80D48}"/>
              </a:ext>
            </a:extLst>
          </p:cNvPr>
          <p:cNvCxnSpPr>
            <a:cxnSpLocks/>
          </p:cNvCxnSpPr>
          <p:nvPr/>
        </p:nvCxnSpPr>
        <p:spPr>
          <a:xfrm>
            <a:off x="6378993" y="1581353"/>
            <a:ext cx="0" cy="1879957"/>
          </a:xfrm>
          <a:prstGeom prst="line">
            <a:avLst/>
          </a:prstGeom>
          <a:noFill/>
          <a:ln w="9525" cap="flat" cmpd="sng" algn="ctr">
            <a:solidFill>
              <a:srgbClr val="2E2E38">
                <a:lumMod val="60000"/>
                <a:lumOff val="40000"/>
              </a:srgbClr>
            </a:solidFill>
            <a:prstDash val="lgDash"/>
            <a:headEnd type="none" w="med" len="med"/>
            <a:tailEnd type="none" w="med" len="med"/>
          </a:ln>
          <a:effectLst/>
        </p:spPr>
      </p:cxnSp>
      <p:cxnSp>
        <p:nvCxnSpPr>
          <p:cNvPr id="232" name="Straight Connector 231">
            <a:extLst>
              <a:ext uri="{FF2B5EF4-FFF2-40B4-BE49-F238E27FC236}">
                <a16:creationId xmlns:a16="http://schemas.microsoft.com/office/drawing/2014/main" id="{C9F0900C-83D6-3D35-4413-1057C241FE6E}"/>
              </a:ext>
            </a:extLst>
          </p:cNvPr>
          <p:cNvCxnSpPr>
            <a:cxnSpLocks/>
          </p:cNvCxnSpPr>
          <p:nvPr/>
        </p:nvCxnSpPr>
        <p:spPr>
          <a:xfrm>
            <a:off x="9130290" y="1593447"/>
            <a:ext cx="0" cy="1879957"/>
          </a:xfrm>
          <a:prstGeom prst="line">
            <a:avLst/>
          </a:prstGeom>
          <a:noFill/>
          <a:ln w="9525" cap="flat" cmpd="sng" algn="ctr">
            <a:solidFill>
              <a:srgbClr val="2E2E38">
                <a:lumMod val="60000"/>
                <a:lumOff val="40000"/>
              </a:srgbClr>
            </a:solidFill>
            <a:prstDash val="lgDash"/>
            <a:headEnd type="none" w="med" len="med"/>
            <a:tailEnd type="none" w="med" len="med"/>
          </a:ln>
          <a:effectLst/>
        </p:spPr>
      </p:cxnSp>
      <p:sp>
        <p:nvSpPr>
          <p:cNvPr id="3" name="Date Placeholder 2">
            <a:extLst>
              <a:ext uri="{FF2B5EF4-FFF2-40B4-BE49-F238E27FC236}">
                <a16:creationId xmlns:a16="http://schemas.microsoft.com/office/drawing/2014/main" id="{F4F69F5C-B649-A838-0578-44783D995365}"/>
              </a:ext>
            </a:extLst>
          </p:cNvPr>
          <p:cNvSpPr>
            <a:spLocks noGrp="1"/>
          </p:cNvSpPr>
          <p:nvPr>
            <p:ph type="dt" sz="half" idx="10"/>
          </p:nvPr>
        </p:nvSpPr>
        <p:spPr/>
        <p:txBody>
          <a:bodyPr/>
          <a:lstStyle/>
          <a:p>
            <a:fld id="{EBCC9B09-A1DE-41EA-AE1F-B5017660D67D}" type="datetime1">
              <a:rPr lang="en-US" smtClean="0"/>
              <a:t>11/28/2025</a:t>
            </a:fld>
            <a:endParaRPr lang="en-US"/>
          </a:p>
        </p:txBody>
      </p:sp>
      <p:sp>
        <p:nvSpPr>
          <p:cNvPr id="4" name="Slide Number Placeholder 3">
            <a:extLst>
              <a:ext uri="{FF2B5EF4-FFF2-40B4-BE49-F238E27FC236}">
                <a16:creationId xmlns:a16="http://schemas.microsoft.com/office/drawing/2014/main" id="{70C2093B-77AD-5F23-CF1F-D5BC7674B4B2}"/>
              </a:ext>
            </a:extLst>
          </p:cNvPr>
          <p:cNvSpPr>
            <a:spLocks noGrp="1"/>
          </p:cNvSpPr>
          <p:nvPr>
            <p:ph type="sldNum" sz="quarter" idx="12"/>
          </p:nvPr>
        </p:nvSpPr>
        <p:spPr/>
        <p:txBody>
          <a:bodyPr/>
          <a:lstStyle/>
          <a:p>
            <a:fld id="{94FCA0F3-9F3A-694B-99BB-0E592A797735}" type="slidenum">
              <a:rPr lang="en-US" smtClean="0"/>
              <a:t>30</a:t>
            </a:fld>
            <a:endParaRPr lang="en-US"/>
          </a:p>
        </p:txBody>
      </p:sp>
    </p:spTree>
    <p:extLst>
      <p:ext uri="{BB962C8B-B14F-4D97-AF65-F5344CB8AC3E}">
        <p14:creationId xmlns:p14="http://schemas.microsoft.com/office/powerpoint/2010/main" val="1098649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8E821-F965-C869-31DD-EE05FE19991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B1E33B1-6302-6BD7-55E9-38CD54BEF28B}"/>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Personas and Skills</a:t>
            </a:r>
          </a:p>
          <a:p>
            <a:pPr algn="ctr"/>
            <a:r>
              <a:rPr lang="en-IN" sz="4000" b="1">
                <a:solidFill>
                  <a:schemeClr val="tx2"/>
                </a:solidFill>
                <a:latin typeface="+mj-lt"/>
              </a:rPr>
              <a:t>(People)</a:t>
            </a:r>
          </a:p>
        </p:txBody>
      </p:sp>
    </p:spTree>
    <p:extLst>
      <p:ext uri="{BB962C8B-B14F-4D97-AF65-F5344CB8AC3E}">
        <p14:creationId xmlns:p14="http://schemas.microsoft.com/office/powerpoint/2010/main" val="1141548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D367-BF56-C2C1-FBE2-C4686BA12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A121A-B4FB-8163-8107-DF4DBD0E864C}"/>
              </a:ext>
            </a:extLst>
          </p:cNvPr>
          <p:cNvSpPr>
            <a:spLocks noGrp="1"/>
          </p:cNvSpPr>
          <p:nvPr>
            <p:ph type="title"/>
          </p:nvPr>
        </p:nvSpPr>
        <p:spPr>
          <a:xfrm>
            <a:off x="609600" y="274320"/>
            <a:ext cx="10972800" cy="548640"/>
          </a:xfrm>
        </p:spPr>
        <p:txBody>
          <a:bodyPr lIns="91440" tIns="45720" rIns="91440"/>
          <a:lstStyle/>
          <a:p>
            <a:pPr>
              <a:lnSpc>
                <a:spcPct val="100000"/>
              </a:lnSpc>
            </a:pPr>
            <a:r>
              <a:rPr lang="en-US" noProof="0" dirty="0"/>
              <a:t>Persona Capability Summary – General Ledger (GL) Accountant</a:t>
            </a:r>
          </a:p>
        </p:txBody>
      </p:sp>
      <p:sp>
        <p:nvSpPr>
          <p:cNvPr id="5" name="Slide Number Placeholder 4">
            <a:extLst>
              <a:ext uri="{FF2B5EF4-FFF2-40B4-BE49-F238E27FC236}">
                <a16:creationId xmlns:a16="http://schemas.microsoft.com/office/drawing/2014/main" id="{A87F4D9D-92DE-DF6B-7D0F-D8D86A1E4FC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DFDDEB7B-A9E9-07A0-C854-17298E149FB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772E00-D7F7-40FD-832D-6C39A8B43411}"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pic>
        <p:nvPicPr>
          <p:cNvPr id="4" name="Picture 3">
            <a:extLst>
              <a:ext uri="{FF2B5EF4-FFF2-40B4-BE49-F238E27FC236}">
                <a16:creationId xmlns:a16="http://schemas.microsoft.com/office/drawing/2014/main" id="{6075D764-AB3D-0FD7-6638-4CB43819B31C}"/>
              </a:ext>
            </a:extLst>
          </p:cNvPr>
          <p:cNvPicPr>
            <a:picLocks noChangeAspect="1"/>
          </p:cNvPicPr>
          <p:nvPr/>
        </p:nvPicPr>
        <p:blipFill rotWithShape="1">
          <a:blip r:embed="rId2">
            <a:extLst>
              <a:ext uri="{28A0092B-C50C-407E-A947-70E740481C1C}">
                <a14:useLocalDpi xmlns:a14="http://schemas.microsoft.com/office/drawing/2010/main" val="0"/>
              </a:ext>
            </a:extLst>
          </a:blip>
          <a:srcRect l="9221" t="25382" r="74705" b="60078"/>
          <a:stretch/>
        </p:blipFill>
        <p:spPr>
          <a:xfrm>
            <a:off x="945816" y="1075219"/>
            <a:ext cx="1373743" cy="1371600"/>
          </a:xfrm>
          <a:prstGeom prst="rect">
            <a:avLst/>
          </a:prstGeom>
        </p:spPr>
      </p:pic>
      <p:sp>
        <p:nvSpPr>
          <p:cNvPr id="8" name="Rectangle 7">
            <a:extLst>
              <a:ext uri="{FF2B5EF4-FFF2-40B4-BE49-F238E27FC236}">
                <a16:creationId xmlns:a16="http://schemas.microsoft.com/office/drawing/2014/main" id="{181E8BE8-26F0-276F-EC8A-820A1375F322}"/>
              </a:ext>
            </a:extLst>
          </p:cNvPr>
          <p:cNvSpPr/>
          <p:nvPr/>
        </p:nvSpPr>
        <p:spPr>
          <a:xfrm>
            <a:off x="3261360" y="938059"/>
            <a:ext cx="274320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Role and Responsibilities Summary</a:t>
            </a:r>
          </a:p>
        </p:txBody>
      </p:sp>
      <p:sp>
        <p:nvSpPr>
          <p:cNvPr id="9" name="Rectangle 8">
            <a:extLst>
              <a:ext uri="{FF2B5EF4-FFF2-40B4-BE49-F238E27FC236}">
                <a16:creationId xmlns:a16="http://schemas.microsoft.com/office/drawing/2014/main" id="{4B99C7EE-C060-715F-1CDE-6F6D29B1E784}"/>
              </a:ext>
            </a:extLst>
          </p:cNvPr>
          <p:cNvSpPr/>
          <p:nvPr/>
        </p:nvSpPr>
        <p:spPr>
          <a:xfrm>
            <a:off x="3261360" y="3904207"/>
            <a:ext cx="265176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Motivations Summary</a:t>
            </a:r>
            <a:endParaRPr kumimoji="0" lang="en-US" sz="12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10" name="Rectangle 9">
            <a:extLst>
              <a:ext uri="{FF2B5EF4-FFF2-40B4-BE49-F238E27FC236}">
                <a16:creationId xmlns:a16="http://schemas.microsoft.com/office/drawing/2014/main" id="{ADED8329-BC14-21F6-D484-2E3EC66AE6B7}"/>
              </a:ext>
            </a:extLst>
          </p:cNvPr>
          <p:cNvSpPr/>
          <p:nvPr/>
        </p:nvSpPr>
        <p:spPr>
          <a:xfrm>
            <a:off x="6461760" y="3904207"/>
            <a:ext cx="265176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Questions and Concerns Summary</a:t>
            </a:r>
            <a:endParaRPr kumimoji="0" lang="en-US" sz="12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11" name="Rectangle 10">
            <a:extLst>
              <a:ext uri="{FF2B5EF4-FFF2-40B4-BE49-F238E27FC236}">
                <a16:creationId xmlns:a16="http://schemas.microsoft.com/office/drawing/2014/main" id="{F2793F25-EB78-ADBD-9D94-B681D8720828}"/>
              </a:ext>
            </a:extLst>
          </p:cNvPr>
          <p:cNvSpPr/>
          <p:nvPr/>
        </p:nvSpPr>
        <p:spPr>
          <a:xfrm>
            <a:off x="9662160" y="3904207"/>
            <a:ext cx="192024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Team Structure*</a:t>
            </a:r>
          </a:p>
        </p:txBody>
      </p:sp>
      <p:sp>
        <p:nvSpPr>
          <p:cNvPr id="12" name="Rectangle 11">
            <a:extLst>
              <a:ext uri="{FF2B5EF4-FFF2-40B4-BE49-F238E27FC236}">
                <a16:creationId xmlns:a16="http://schemas.microsoft.com/office/drawing/2014/main" id="{B777CFE6-4146-BE7B-9F53-0FBDB87C0E60}"/>
              </a:ext>
            </a:extLst>
          </p:cNvPr>
          <p:cNvSpPr/>
          <p:nvPr/>
        </p:nvSpPr>
        <p:spPr>
          <a:xfrm>
            <a:off x="609600" y="2583979"/>
            <a:ext cx="2057400" cy="320040"/>
          </a:xfrm>
          <a:prstGeom prst="rect">
            <a:avLst/>
          </a:prstGeom>
          <a:solidFill>
            <a:srgbClr val="646464">
              <a:alpha val="75000"/>
            </a:srgbClr>
          </a:solid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FFFFFF"/>
                </a:solidFill>
                <a:effectLst/>
                <a:uLnTx/>
                <a:uFillTx/>
                <a:latin typeface="EYInterstate Light"/>
                <a:ea typeface="+mn-ea"/>
                <a:cs typeface="+mn-cs"/>
              </a:rPr>
              <a:t>Stakeholder Interaction</a:t>
            </a:r>
            <a:endParaRPr kumimoji="0" lang="en-US" sz="12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18" name="Rectangle 17">
            <a:extLst>
              <a:ext uri="{FF2B5EF4-FFF2-40B4-BE49-F238E27FC236}">
                <a16:creationId xmlns:a16="http://schemas.microsoft.com/office/drawing/2014/main" id="{B43A2916-ABA4-68C9-BF91-86B0728A7F36}"/>
              </a:ext>
            </a:extLst>
          </p:cNvPr>
          <p:cNvSpPr/>
          <p:nvPr/>
        </p:nvSpPr>
        <p:spPr>
          <a:xfrm>
            <a:off x="2895600" y="4269966"/>
            <a:ext cx="3017520" cy="20593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0" numCol="1" spcCol="91440" rtlCol="0" anchor="t" anchorCtr="0"/>
          <a:lstStyle/>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Deliver timely and accurate financial data for decision-making.</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Maintain compliance with accounting standards and internal controls.</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Ensure smooth period-end processes with minimal adjustments or rework.</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Streamline processes through automation and standardization.</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Foster strong relationships with cross-functional teams and auditors.</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20" name="Rectangle 19">
            <a:extLst>
              <a:ext uri="{FF2B5EF4-FFF2-40B4-BE49-F238E27FC236}">
                <a16:creationId xmlns:a16="http://schemas.microsoft.com/office/drawing/2014/main" id="{D87B2006-AE7B-3C23-1C58-400CE317D42E}"/>
              </a:ext>
            </a:extLst>
          </p:cNvPr>
          <p:cNvSpPr/>
          <p:nvPr/>
        </p:nvSpPr>
        <p:spPr>
          <a:xfrm>
            <a:off x="609599" y="2945987"/>
            <a:ext cx="2057400" cy="16002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91440" numCol="1" spcCol="91440" rtlCol="0" anchor="ctr" anchorCtr="0"/>
          <a:lstStyle/>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Accounts Payable (AP)</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Accounts Receivable (AR)</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FP&amp;A and Payroll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Tax and Treasury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Controllers / Finance Business Partners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IT / ERP Support Teams</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22" name="Rectangle 21">
            <a:extLst>
              <a:ext uri="{FF2B5EF4-FFF2-40B4-BE49-F238E27FC236}">
                <a16:creationId xmlns:a16="http://schemas.microsoft.com/office/drawing/2014/main" id="{8143E00B-E8BB-F4C2-7232-839042C8A175}"/>
              </a:ext>
            </a:extLst>
          </p:cNvPr>
          <p:cNvSpPr/>
          <p:nvPr/>
        </p:nvSpPr>
        <p:spPr>
          <a:xfrm>
            <a:off x="609599" y="4683347"/>
            <a:ext cx="2057400" cy="320040"/>
          </a:xfrm>
          <a:prstGeom prst="rect">
            <a:avLst/>
          </a:prstGeom>
          <a:solidFill>
            <a:srgbClr val="646464">
              <a:alpha val="75000"/>
            </a:srgbClr>
          </a:solid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FFFFFF"/>
                </a:solidFill>
                <a:effectLst/>
                <a:uLnTx/>
                <a:uFillTx/>
                <a:latin typeface="EYInterstate Light"/>
                <a:ea typeface="+mn-ea"/>
                <a:cs typeface="+mn-cs"/>
              </a:rPr>
              <a:t>Process Understanding</a:t>
            </a:r>
          </a:p>
        </p:txBody>
      </p:sp>
      <p:graphicFrame>
        <p:nvGraphicFramePr>
          <p:cNvPr id="24" name="Table 23">
            <a:extLst>
              <a:ext uri="{FF2B5EF4-FFF2-40B4-BE49-F238E27FC236}">
                <a16:creationId xmlns:a16="http://schemas.microsoft.com/office/drawing/2014/main" id="{029DE113-0A23-D70F-7AA5-092C6DE8A1E3}"/>
              </a:ext>
            </a:extLst>
          </p:cNvPr>
          <p:cNvGraphicFramePr>
            <a:graphicFrameLocks noGrp="1"/>
          </p:cNvGraphicFramePr>
          <p:nvPr>
            <p:extLst>
              <p:ext uri="{D42A27DB-BD31-4B8C-83A1-F6EECF244321}">
                <p14:modId xmlns:p14="http://schemas.microsoft.com/office/powerpoint/2010/main" val="3549083158"/>
              </p:ext>
            </p:extLst>
          </p:nvPr>
        </p:nvGraphicFramePr>
        <p:xfrm>
          <a:off x="609599" y="5049106"/>
          <a:ext cx="2057400" cy="12801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774526519"/>
                    </a:ext>
                  </a:extLst>
                </a:gridCol>
                <a:gridCol w="914400">
                  <a:extLst>
                    <a:ext uri="{9D8B030D-6E8A-4147-A177-3AD203B41FA5}">
                      <a16:colId xmlns:a16="http://schemas.microsoft.com/office/drawing/2014/main" val="2589780332"/>
                    </a:ext>
                  </a:extLst>
                </a:gridCol>
              </a:tblGrid>
              <a:tr h="256032">
                <a:tc>
                  <a:txBody>
                    <a:bodyPr/>
                    <a:lstStyle/>
                    <a:p>
                      <a:r>
                        <a:rPr lang="en-US" sz="1000" b="0">
                          <a:solidFill>
                            <a:schemeClr val="bg1"/>
                          </a:solidFill>
                        </a:rPr>
                        <a:t>Record</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tx1"/>
                          </a:solidFill>
                        </a:rPr>
                        <a:t>9/10</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EA72E"/>
                    </a:solidFill>
                  </a:tcPr>
                </a:tc>
                <a:extLst>
                  <a:ext uri="{0D108BD9-81ED-4DB2-BD59-A6C34878D82A}">
                    <a16:rowId xmlns:a16="http://schemas.microsoft.com/office/drawing/2014/main" val="390316834"/>
                  </a:ext>
                </a:extLst>
              </a:tr>
              <a:tr h="256032">
                <a:tc>
                  <a:txBody>
                    <a:bodyPr/>
                    <a:lstStyle/>
                    <a:p>
                      <a:r>
                        <a:rPr lang="en-US" sz="1000" b="0">
                          <a:solidFill>
                            <a:schemeClr val="bg1"/>
                          </a:solidFill>
                        </a:rPr>
                        <a:t>Reconcile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100" b="1">
                          <a:solidFill>
                            <a:schemeClr val="tx1"/>
                          </a:solidFill>
                        </a:rPr>
                        <a:t>9/10</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EA72E"/>
                    </a:solidFill>
                  </a:tcPr>
                </a:tc>
                <a:extLst>
                  <a:ext uri="{0D108BD9-81ED-4DB2-BD59-A6C34878D82A}">
                    <a16:rowId xmlns:a16="http://schemas.microsoft.com/office/drawing/2014/main" val="437865336"/>
                  </a:ext>
                </a:extLst>
              </a:tr>
              <a:tr h="256032">
                <a:tc>
                  <a:txBody>
                    <a:bodyPr/>
                    <a:lstStyle/>
                    <a:p>
                      <a:r>
                        <a:rPr lang="en-US" sz="1000" b="0">
                          <a:solidFill>
                            <a:schemeClr val="bg1"/>
                          </a:solidFill>
                        </a:rPr>
                        <a:t>Close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bg1"/>
                          </a:solidFill>
                        </a:rPr>
                        <a:t>8/10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ED973"/>
                    </a:solidFill>
                  </a:tcPr>
                </a:tc>
                <a:extLst>
                  <a:ext uri="{0D108BD9-81ED-4DB2-BD59-A6C34878D82A}">
                    <a16:rowId xmlns:a16="http://schemas.microsoft.com/office/drawing/2014/main" val="3576259115"/>
                  </a:ext>
                </a:extLst>
              </a:tr>
              <a:tr h="256032">
                <a:tc>
                  <a:txBody>
                    <a:bodyPr/>
                    <a:lstStyle/>
                    <a:p>
                      <a:r>
                        <a:rPr lang="en-US" sz="1000" b="0">
                          <a:solidFill>
                            <a:schemeClr val="bg1"/>
                          </a:solidFill>
                        </a:rPr>
                        <a:t>Consolidate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100" b="1">
                          <a:solidFill>
                            <a:schemeClr val="bg1"/>
                          </a:solidFill>
                        </a:rPr>
                        <a:t>5/10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00"/>
                    </a:solidFill>
                  </a:tcPr>
                </a:tc>
                <a:extLst>
                  <a:ext uri="{0D108BD9-81ED-4DB2-BD59-A6C34878D82A}">
                    <a16:rowId xmlns:a16="http://schemas.microsoft.com/office/drawing/2014/main" val="3104640811"/>
                  </a:ext>
                </a:extLst>
              </a:tr>
              <a:tr h="256032">
                <a:tc>
                  <a:txBody>
                    <a:bodyPr/>
                    <a:lstStyle/>
                    <a:p>
                      <a:r>
                        <a:rPr lang="en-US" sz="1000" b="0">
                          <a:solidFill>
                            <a:schemeClr val="bg1"/>
                          </a:solidFill>
                        </a:rPr>
                        <a:t>Report</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bg1"/>
                          </a:solidFill>
                        </a:rPr>
                        <a:t>6/10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00"/>
                    </a:solidFill>
                  </a:tcPr>
                </a:tc>
                <a:extLst>
                  <a:ext uri="{0D108BD9-81ED-4DB2-BD59-A6C34878D82A}">
                    <a16:rowId xmlns:a16="http://schemas.microsoft.com/office/drawing/2014/main" val="3383410164"/>
                  </a:ext>
                </a:extLst>
              </a:tr>
            </a:tbl>
          </a:graphicData>
        </a:graphic>
      </p:graphicFrame>
      <p:graphicFrame>
        <p:nvGraphicFramePr>
          <p:cNvPr id="26" name="Table 25">
            <a:extLst>
              <a:ext uri="{FF2B5EF4-FFF2-40B4-BE49-F238E27FC236}">
                <a16:creationId xmlns:a16="http://schemas.microsoft.com/office/drawing/2014/main" id="{55414ACF-8938-8F75-4E9B-3774CEF33851}"/>
              </a:ext>
            </a:extLst>
          </p:cNvPr>
          <p:cNvGraphicFramePr>
            <a:graphicFrameLocks noGrp="1"/>
          </p:cNvGraphicFramePr>
          <p:nvPr/>
        </p:nvGraphicFramePr>
        <p:xfrm>
          <a:off x="2666999" y="6545949"/>
          <a:ext cx="2286000" cy="182880"/>
        </p:xfrm>
        <a:graphic>
          <a:graphicData uri="http://schemas.openxmlformats.org/drawingml/2006/table">
            <a:tbl>
              <a:tblPr firstRow="1" bandRow="1"/>
              <a:tblGrid>
                <a:gridCol w="228600">
                  <a:extLst>
                    <a:ext uri="{9D8B030D-6E8A-4147-A177-3AD203B41FA5}">
                      <a16:colId xmlns:a16="http://schemas.microsoft.com/office/drawing/2014/main" val="2033441762"/>
                    </a:ext>
                  </a:extLst>
                </a:gridCol>
                <a:gridCol w="228600">
                  <a:extLst>
                    <a:ext uri="{9D8B030D-6E8A-4147-A177-3AD203B41FA5}">
                      <a16:colId xmlns:a16="http://schemas.microsoft.com/office/drawing/2014/main" val="3449813922"/>
                    </a:ext>
                  </a:extLst>
                </a:gridCol>
                <a:gridCol w="228600">
                  <a:extLst>
                    <a:ext uri="{9D8B030D-6E8A-4147-A177-3AD203B41FA5}">
                      <a16:colId xmlns:a16="http://schemas.microsoft.com/office/drawing/2014/main" val="4151504232"/>
                    </a:ext>
                  </a:extLst>
                </a:gridCol>
                <a:gridCol w="228600">
                  <a:extLst>
                    <a:ext uri="{9D8B030D-6E8A-4147-A177-3AD203B41FA5}">
                      <a16:colId xmlns:a16="http://schemas.microsoft.com/office/drawing/2014/main" val="3651163233"/>
                    </a:ext>
                  </a:extLst>
                </a:gridCol>
                <a:gridCol w="228600">
                  <a:extLst>
                    <a:ext uri="{9D8B030D-6E8A-4147-A177-3AD203B41FA5}">
                      <a16:colId xmlns:a16="http://schemas.microsoft.com/office/drawing/2014/main" val="155501932"/>
                    </a:ext>
                  </a:extLst>
                </a:gridCol>
                <a:gridCol w="228600">
                  <a:extLst>
                    <a:ext uri="{9D8B030D-6E8A-4147-A177-3AD203B41FA5}">
                      <a16:colId xmlns:a16="http://schemas.microsoft.com/office/drawing/2014/main" val="2054273059"/>
                    </a:ext>
                  </a:extLst>
                </a:gridCol>
                <a:gridCol w="228600">
                  <a:extLst>
                    <a:ext uri="{9D8B030D-6E8A-4147-A177-3AD203B41FA5}">
                      <a16:colId xmlns:a16="http://schemas.microsoft.com/office/drawing/2014/main" val="2964105552"/>
                    </a:ext>
                  </a:extLst>
                </a:gridCol>
                <a:gridCol w="228600">
                  <a:extLst>
                    <a:ext uri="{9D8B030D-6E8A-4147-A177-3AD203B41FA5}">
                      <a16:colId xmlns:a16="http://schemas.microsoft.com/office/drawing/2014/main" val="3230257800"/>
                    </a:ext>
                  </a:extLst>
                </a:gridCol>
                <a:gridCol w="228600">
                  <a:extLst>
                    <a:ext uri="{9D8B030D-6E8A-4147-A177-3AD203B41FA5}">
                      <a16:colId xmlns:a16="http://schemas.microsoft.com/office/drawing/2014/main" val="2596560962"/>
                    </a:ext>
                  </a:extLst>
                </a:gridCol>
                <a:gridCol w="228600">
                  <a:extLst>
                    <a:ext uri="{9D8B030D-6E8A-4147-A177-3AD203B41FA5}">
                      <a16:colId xmlns:a16="http://schemas.microsoft.com/office/drawing/2014/main" val="3804317012"/>
                    </a:ext>
                  </a:extLst>
                </a:gridCol>
              </a:tblGrid>
              <a:tr h="182880">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1</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2</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3</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33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4</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6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5</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99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6</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7</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8</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lumMod val="60000"/>
                        <a:lumOff val="40000"/>
                      </a:srgbClr>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9</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10</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lumMod val="75000"/>
                      </a:srgbClr>
                    </a:solidFill>
                  </a:tcPr>
                </a:tc>
                <a:extLst>
                  <a:ext uri="{0D108BD9-81ED-4DB2-BD59-A6C34878D82A}">
                    <a16:rowId xmlns:a16="http://schemas.microsoft.com/office/drawing/2014/main" val="2923592930"/>
                  </a:ext>
                </a:extLst>
              </a:tr>
            </a:tbl>
          </a:graphicData>
        </a:graphic>
      </p:graphicFrame>
      <p:sp>
        <p:nvSpPr>
          <p:cNvPr id="27" name="Rectangle 26">
            <a:extLst>
              <a:ext uri="{FF2B5EF4-FFF2-40B4-BE49-F238E27FC236}">
                <a16:creationId xmlns:a16="http://schemas.microsoft.com/office/drawing/2014/main" id="{FE3FCAC0-D55D-D5E1-C4B2-2C91DD1836BB}"/>
              </a:ext>
            </a:extLst>
          </p:cNvPr>
          <p:cNvSpPr/>
          <p:nvPr/>
        </p:nvSpPr>
        <p:spPr>
          <a:xfrm>
            <a:off x="2164079" y="6548223"/>
            <a:ext cx="502920" cy="182880"/>
          </a:xfrm>
          <a:prstGeom prst="rect">
            <a:avLst/>
          </a:prstGeom>
          <a:noFill/>
          <a:ln w="12700" cap="flat" cmpd="sng" algn="ctr">
            <a:noFill/>
            <a:prstDash val="solid"/>
            <a:miter lim="800000"/>
            <a:headEnd type="none" w="med" len="med"/>
            <a:tailEnd type="none" w="med" len="med"/>
          </a:ln>
          <a:effectLst/>
        </p:spPr>
        <p:txBody>
          <a:bodyPr lIns="45720" tIns="18288" rIns="45720" bIns="18288"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600" b="1" i="1" u="none" strike="noStrike" kern="0" cap="none" spc="0" normalizeH="0" baseline="0" noProof="0">
                <a:ln>
                  <a:noFill/>
                </a:ln>
                <a:solidFill>
                  <a:srgbClr val="1A1A24"/>
                </a:solidFill>
                <a:effectLst/>
                <a:uLnTx/>
                <a:uFillTx/>
                <a:latin typeface="EYInterstate Light"/>
                <a:ea typeface="+mn-ea"/>
                <a:cs typeface="+mn-cs"/>
              </a:rPr>
              <a:t>Color Key</a:t>
            </a:r>
          </a:p>
        </p:txBody>
      </p:sp>
      <p:sp>
        <p:nvSpPr>
          <p:cNvPr id="28" name="Rectangle 27">
            <a:extLst>
              <a:ext uri="{FF2B5EF4-FFF2-40B4-BE49-F238E27FC236}">
                <a16:creationId xmlns:a16="http://schemas.microsoft.com/office/drawing/2014/main" id="{95C38A45-9D9B-CABE-290A-685C679B924D}"/>
              </a:ext>
            </a:extLst>
          </p:cNvPr>
          <p:cNvSpPr/>
          <p:nvPr/>
        </p:nvSpPr>
        <p:spPr>
          <a:xfrm>
            <a:off x="6096000" y="4265676"/>
            <a:ext cx="3017520" cy="20593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0" numCol="1" spcCol="91440" rtlCol="0" anchor="t" anchorCtr="0"/>
          <a:lstStyle/>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all journal entries recorded accurately and in a timely manner?</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GL accounts reconciled and discrepancies resolved before deadlines?</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Is the data prepared in a format suitable for consolidation?</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financial reports compliant with internal and external requirements?</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Do upstream/downstream data sources impact the accuracy of the GL?</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graphicFrame>
        <p:nvGraphicFramePr>
          <p:cNvPr id="37" name="Table 36">
            <a:extLst>
              <a:ext uri="{FF2B5EF4-FFF2-40B4-BE49-F238E27FC236}">
                <a16:creationId xmlns:a16="http://schemas.microsoft.com/office/drawing/2014/main" id="{F96072DC-5677-B57C-6B9B-79977CA9C67B}"/>
              </a:ext>
            </a:extLst>
          </p:cNvPr>
          <p:cNvGraphicFramePr>
            <a:graphicFrameLocks noGrp="1"/>
          </p:cNvGraphicFramePr>
          <p:nvPr>
            <p:extLst>
              <p:ext uri="{D42A27DB-BD31-4B8C-83A1-F6EECF244321}">
                <p14:modId xmlns:p14="http://schemas.microsoft.com/office/powerpoint/2010/main" val="893049121"/>
              </p:ext>
            </p:extLst>
          </p:nvPr>
        </p:nvGraphicFramePr>
        <p:xfrm>
          <a:off x="9296400" y="4265676"/>
          <a:ext cx="2286000" cy="20574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1774526519"/>
                    </a:ext>
                  </a:extLst>
                </a:gridCol>
                <a:gridCol w="594360">
                  <a:extLst>
                    <a:ext uri="{9D8B030D-6E8A-4147-A177-3AD203B41FA5}">
                      <a16:colId xmlns:a16="http://schemas.microsoft.com/office/drawing/2014/main" val="2421986053"/>
                    </a:ext>
                  </a:extLst>
                </a:gridCol>
              </a:tblGrid>
              <a:tr h="374904">
                <a:tc>
                  <a:txBody>
                    <a:bodyPr/>
                    <a:lstStyle/>
                    <a:p>
                      <a:r>
                        <a:rPr lang="en-US" sz="1000" b="0" i="0">
                          <a:solidFill>
                            <a:schemeClr val="bg1"/>
                          </a:solidFill>
                        </a:rPr>
                        <a:t>GL Accountants</a:t>
                      </a:r>
                      <a:endParaRPr lang="en-IN" sz="1000" b="0"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6 – 10</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37865336"/>
                  </a:ext>
                </a:extLst>
              </a:tr>
              <a:tr h="374904">
                <a:tc>
                  <a:txBody>
                    <a:bodyPr/>
                    <a:lstStyle/>
                    <a:p>
                      <a:r>
                        <a:rPr lang="en-US" sz="1000" b="0" i="0">
                          <a:solidFill>
                            <a:schemeClr val="bg1"/>
                          </a:solidFill>
                        </a:rPr>
                        <a:t>GL Lead / Supervisor</a:t>
                      </a:r>
                      <a:endParaRPr lang="en-IN" sz="1000" b="0"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050" b="1" i="0">
                          <a:solidFill>
                            <a:schemeClr val="bg1"/>
                          </a:solidFill>
                        </a:rPr>
                        <a:t>1 – 2</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76259115"/>
                  </a:ext>
                </a:extLst>
              </a:tr>
              <a:tr h="374904">
                <a:tc>
                  <a:txBody>
                    <a:bodyPr/>
                    <a:lstStyle/>
                    <a:p>
                      <a:r>
                        <a:rPr lang="en-US" sz="1000" b="0" i="0">
                          <a:solidFill>
                            <a:schemeClr val="bg1"/>
                          </a:solidFill>
                        </a:rPr>
                        <a:t>R2R Process Manager</a:t>
                      </a:r>
                      <a:endParaRPr lang="en-IN" sz="1000" b="0"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1</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04640811"/>
                  </a:ext>
                </a:extLst>
              </a:tr>
              <a:tr h="466344">
                <a:tc>
                  <a:txBody>
                    <a:bodyPr/>
                    <a:lstStyle/>
                    <a:p>
                      <a:r>
                        <a:rPr lang="en-IN" sz="1000" b="0" i="0">
                          <a:solidFill>
                            <a:schemeClr val="bg1"/>
                          </a:solidFill>
                        </a:rPr>
                        <a:t>Transaction Processing Staff </a:t>
                      </a:r>
                      <a:r>
                        <a:rPr lang="en-IN" sz="900" b="0" i="1">
                          <a:solidFill>
                            <a:schemeClr val="bg1"/>
                          </a:solidFill>
                        </a:rPr>
                        <a:t>(Shared Services)</a:t>
                      </a:r>
                      <a:endParaRPr lang="en-IN" sz="1000" b="0" i="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050" b="1" i="0">
                          <a:solidFill>
                            <a:schemeClr val="bg1"/>
                          </a:solidFill>
                        </a:rPr>
                        <a:t>3 – 6</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84830849"/>
                  </a:ext>
                </a:extLst>
              </a:tr>
              <a:tr h="466344">
                <a:tc>
                  <a:txBody>
                    <a:bodyPr/>
                    <a:lstStyle/>
                    <a:p>
                      <a:r>
                        <a:rPr lang="en-IN" sz="1000" b="0" i="0">
                          <a:solidFill>
                            <a:schemeClr val="bg1"/>
                          </a:solidFill>
                        </a:rPr>
                        <a:t>Finance Transformation Specialist</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1 – 2</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043179453"/>
                  </a:ext>
                </a:extLst>
              </a:tr>
            </a:tbl>
          </a:graphicData>
        </a:graphic>
      </p:graphicFrame>
      <p:sp>
        <p:nvSpPr>
          <p:cNvPr id="40" name="Rectangle 39">
            <a:extLst>
              <a:ext uri="{FF2B5EF4-FFF2-40B4-BE49-F238E27FC236}">
                <a16:creationId xmlns:a16="http://schemas.microsoft.com/office/drawing/2014/main" id="{0BFF1EAF-61FA-0EAE-3A22-D0E30B2E597D}"/>
              </a:ext>
            </a:extLst>
          </p:cNvPr>
          <p:cNvSpPr/>
          <p:nvPr/>
        </p:nvSpPr>
        <p:spPr>
          <a:xfrm>
            <a:off x="7696200" y="6542219"/>
            <a:ext cx="3886200" cy="182880"/>
          </a:xfrm>
          <a:prstGeom prst="rect">
            <a:avLst/>
          </a:prstGeom>
          <a:noFill/>
          <a:ln w="12700" cap="flat" cmpd="sng" algn="ctr">
            <a:noFill/>
            <a:prstDash val="solid"/>
            <a:miter lim="800000"/>
            <a:headEnd type="none" w="med" len="med"/>
            <a:tailEnd type="none" w="med" len="med"/>
          </a:ln>
          <a:effectLst/>
        </p:spPr>
        <p:txBody>
          <a:bodyPr lIns="45720" tIns="18288" rIns="45720" bIns="18288"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IN" sz="1000" b="1" i="1" u="none" strike="noStrike" kern="0" cap="none" spc="0" normalizeH="0" baseline="0" noProof="0">
                <a:ln>
                  <a:noFill/>
                </a:ln>
                <a:solidFill>
                  <a:srgbClr val="1A1A24"/>
                </a:solidFill>
                <a:effectLst/>
                <a:uLnTx/>
                <a:uFillTx/>
                <a:latin typeface="EYInterstate Light"/>
                <a:ea typeface="+mn-ea"/>
                <a:cs typeface="+mn-cs"/>
              </a:rPr>
              <a:t>*</a:t>
            </a:r>
            <a:r>
              <a:rPr kumimoji="0" lang="en-IN" sz="600" b="0" i="1" u="none" strike="noStrike" kern="0" cap="none" spc="0" normalizeH="0" baseline="0" noProof="0">
                <a:ln>
                  <a:noFill/>
                </a:ln>
                <a:solidFill>
                  <a:srgbClr val="1A1A24"/>
                </a:solidFill>
                <a:effectLst/>
                <a:uLnTx/>
                <a:uFillTx/>
                <a:latin typeface="EYInterstate Light"/>
                <a:ea typeface="+mn-ea"/>
                <a:cs typeface="+mn-cs"/>
              </a:rPr>
              <a:t>Team structure may vary based on business size, number of entities, transaction volume, and tool maturity</a:t>
            </a:r>
            <a:endParaRPr kumimoji="0" lang="en-US" sz="600" b="0" i="1" u="none" strike="noStrike" kern="0" cap="none" spc="0" normalizeH="0" baseline="0" noProof="0">
              <a:ln>
                <a:noFill/>
              </a:ln>
              <a:solidFill>
                <a:srgbClr val="1A1A24"/>
              </a:solidFill>
              <a:effectLst/>
              <a:uLnTx/>
              <a:uFillTx/>
              <a:latin typeface="EYInterstate Light"/>
              <a:ea typeface="+mn-ea"/>
              <a:cs typeface="+mn-cs"/>
            </a:endParaRPr>
          </a:p>
        </p:txBody>
      </p:sp>
      <p:pic>
        <p:nvPicPr>
          <p:cNvPr id="62" name="Graphic 61" descr="Male profile with solid fill">
            <a:extLst>
              <a:ext uri="{FF2B5EF4-FFF2-40B4-BE49-F238E27FC236}">
                <a16:creationId xmlns:a16="http://schemas.microsoft.com/office/drawing/2014/main" id="{B4AF418D-4D8B-0F5D-1078-AB6968A7BD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79" y="2981477"/>
            <a:ext cx="228600" cy="228600"/>
          </a:xfrm>
          <a:prstGeom prst="rect">
            <a:avLst/>
          </a:prstGeom>
        </p:spPr>
      </p:pic>
      <p:pic>
        <p:nvPicPr>
          <p:cNvPr id="63" name="Graphic 62" descr="Female Profile with solid fill">
            <a:extLst>
              <a:ext uri="{FF2B5EF4-FFF2-40B4-BE49-F238E27FC236}">
                <a16:creationId xmlns:a16="http://schemas.microsoft.com/office/drawing/2014/main" id="{CCFB72E5-2AB1-7EE1-279B-6C0DBDE421D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79" y="3212689"/>
            <a:ext cx="228600" cy="228600"/>
          </a:xfrm>
          <a:prstGeom prst="rect">
            <a:avLst/>
          </a:prstGeom>
        </p:spPr>
      </p:pic>
      <p:pic>
        <p:nvPicPr>
          <p:cNvPr id="71" name="Graphic 70" descr="Male profile with solid fill">
            <a:extLst>
              <a:ext uri="{FF2B5EF4-FFF2-40B4-BE49-F238E27FC236}">
                <a16:creationId xmlns:a16="http://schemas.microsoft.com/office/drawing/2014/main" id="{816CC13F-254D-5FA8-0D0E-EFD5787448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79" y="3440213"/>
            <a:ext cx="228600" cy="228600"/>
          </a:xfrm>
          <a:prstGeom prst="rect">
            <a:avLst/>
          </a:prstGeom>
        </p:spPr>
      </p:pic>
      <p:pic>
        <p:nvPicPr>
          <p:cNvPr id="72" name="Graphic 71" descr="Female Profile with solid fill">
            <a:extLst>
              <a:ext uri="{FF2B5EF4-FFF2-40B4-BE49-F238E27FC236}">
                <a16:creationId xmlns:a16="http://schemas.microsoft.com/office/drawing/2014/main" id="{6E210A4D-501F-F7AE-70D2-D0E0F7069E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495" y="3669251"/>
            <a:ext cx="228600" cy="228600"/>
          </a:xfrm>
          <a:prstGeom prst="rect">
            <a:avLst/>
          </a:prstGeom>
        </p:spPr>
      </p:pic>
      <p:pic>
        <p:nvPicPr>
          <p:cNvPr id="73" name="Graphic 72" descr="Male profile with solid fill">
            <a:extLst>
              <a:ext uri="{FF2B5EF4-FFF2-40B4-BE49-F238E27FC236}">
                <a16:creationId xmlns:a16="http://schemas.microsoft.com/office/drawing/2014/main" id="{0D36DED2-13F7-3A12-898C-981A7D0A54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79" y="4280521"/>
            <a:ext cx="228600" cy="228600"/>
          </a:xfrm>
          <a:prstGeom prst="rect">
            <a:avLst/>
          </a:prstGeom>
        </p:spPr>
      </p:pic>
      <p:pic>
        <p:nvPicPr>
          <p:cNvPr id="74" name="Graphic 73" descr="Female Profile with solid fill">
            <a:extLst>
              <a:ext uri="{FF2B5EF4-FFF2-40B4-BE49-F238E27FC236}">
                <a16:creationId xmlns:a16="http://schemas.microsoft.com/office/drawing/2014/main" id="{2475C38C-AF37-0848-36DF-5A0D0CD492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79" y="3974294"/>
            <a:ext cx="228600" cy="228600"/>
          </a:xfrm>
          <a:prstGeom prst="rect">
            <a:avLst/>
          </a:prstGeom>
        </p:spPr>
      </p:pic>
      <p:graphicFrame>
        <p:nvGraphicFramePr>
          <p:cNvPr id="36" name="Table 35">
            <a:extLst>
              <a:ext uri="{FF2B5EF4-FFF2-40B4-BE49-F238E27FC236}">
                <a16:creationId xmlns:a16="http://schemas.microsoft.com/office/drawing/2014/main" id="{8BBCB9D7-9EF0-AD4A-B14D-6769FD41B4A4}"/>
              </a:ext>
            </a:extLst>
          </p:cNvPr>
          <p:cNvGraphicFramePr>
            <a:graphicFrameLocks noGrp="1"/>
          </p:cNvGraphicFramePr>
          <p:nvPr>
            <p:extLst>
              <p:ext uri="{D42A27DB-BD31-4B8C-83A1-F6EECF244321}">
                <p14:modId xmlns:p14="http://schemas.microsoft.com/office/powerpoint/2010/main" val="2106668732"/>
              </p:ext>
            </p:extLst>
          </p:nvPr>
        </p:nvGraphicFramePr>
        <p:xfrm>
          <a:off x="2895600" y="1298259"/>
          <a:ext cx="8686800" cy="24688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1774526519"/>
                    </a:ext>
                  </a:extLst>
                </a:gridCol>
                <a:gridCol w="1737360">
                  <a:extLst>
                    <a:ext uri="{9D8B030D-6E8A-4147-A177-3AD203B41FA5}">
                      <a16:colId xmlns:a16="http://schemas.microsoft.com/office/drawing/2014/main" val="2421986053"/>
                    </a:ext>
                  </a:extLst>
                </a:gridCol>
                <a:gridCol w="1737360">
                  <a:extLst>
                    <a:ext uri="{9D8B030D-6E8A-4147-A177-3AD203B41FA5}">
                      <a16:colId xmlns:a16="http://schemas.microsoft.com/office/drawing/2014/main" val="2395235058"/>
                    </a:ext>
                  </a:extLst>
                </a:gridCol>
                <a:gridCol w="1737360">
                  <a:extLst>
                    <a:ext uri="{9D8B030D-6E8A-4147-A177-3AD203B41FA5}">
                      <a16:colId xmlns:a16="http://schemas.microsoft.com/office/drawing/2014/main" val="4280830803"/>
                    </a:ext>
                  </a:extLst>
                </a:gridCol>
                <a:gridCol w="1737360">
                  <a:extLst>
                    <a:ext uri="{9D8B030D-6E8A-4147-A177-3AD203B41FA5}">
                      <a16:colId xmlns:a16="http://schemas.microsoft.com/office/drawing/2014/main" val="2486003711"/>
                    </a:ext>
                  </a:extLst>
                </a:gridCol>
              </a:tblGrid>
              <a:tr h="320040">
                <a:tc>
                  <a:txBody>
                    <a:bodyPr/>
                    <a:lstStyle/>
                    <a:p>
                      <a:r>
                        <a:rPr lang="en-US" sz="1100" b="1">
                          <a:solidFill>
                            <a:schemeClr val="tx1"/>
                          </a:solidFill>
                        </a:rPr>
                        <a:t>Record</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Reconcile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Close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Consolidate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Report</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extLst>
                  <a:ext uri="{0D108BD9-81ED-4DB2-BD59-A6C34878D82A}">
                    <a16:rowId xmlns:a16="http://schemas.microsoft.com/office/drawing/2014/main" val="390316834"/>
                  </a:ext>
                </a:extLst>
              </a:tr>
              <a:tr h="777240">
                <a:tc>
                  <a:txBody>
                    <a:bodyPr/>
                    <a:lstStyle/>
                    <a:p>
                      <a:pPr algn="l"/>
                      <a:r>
                        <a:rPr lang="en-IN" sz="1000" b="0" i="1">
                          <a:solidFill>
                            <a:schemeClr val="bg1"/>
                          </a:solidFill>
                        </a:rPr>
                        <a:t>Post journal entries (accruals, prepayments, intercompany, etc.)</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Perform GL account reconciliations (bank, intercompany, sub-ledgers)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Support monthly/quarterly/year-end close processes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Assist in preparing data for group-level consolidation</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Generate internal financial reports (trial balances, P&amp;L, balance sheets)</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37865336"/>
                  </a:ext>
                </a:extLst>
              </a:tr>
              <a:tr h="685800">
                <a:tc>
                  <a:txBody>
                    <a:bodyPr/>
                    <a:lstStyle/>
                    <a:p>
                      <a:pPr algn="l"/>
                      <a:r>
                        <a:rPr lang="en-IN" sz="1000" b="0" i="1">
                          <a:solidFill>
                            <a:schemeClr val="bg1"/>
                          </a:solidFill>
                        </a:rPr>
                        <a:t>Ensure accurate GL coding and documentation</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Investigate discrepancies and ensure timely resolution</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Ensure completeness and accuracy of GL entries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Support intercompany eliminations and group adjustments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Provide supporting documentation for audit or management review</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576259115"/>
                  </a:ext>
                </a:extLst>
              </a:tr>
              <a:tr h="685800">
                <a:tc>
                  <a:txBody>
                    <a:bodyPr/>
                    <a:lstStyle/>
                    <a:p>
                      <a:pPr algn="l"/>
                      <a:r>
                        <a:rPr lang="en-IN" sz="1000" b="0" i="1">
                          <a:solidFill>
                            <a:schemeClr val="bg1"/>
                          </a:solidFill>
                        </a:rPr>
                        <a:t>Maintain master data integrity (e.g., chart of accounts, cost centres)</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Adhere to internal controls and reconciliation policies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Coordinate with AP, AR, and other functions to validate balances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Liaise with corporate finance on local entity results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Assist in regulatory / statutory financial reporting where applicable</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04640811"/>
                  </a:ext>
                </a:extLst>
              </a:tr>
            </a:tbl>
          </a:graphicData>
        </a:graphic>
      </p:graphicFrame>
      <p:pic>
        <p:nvPicPr>
          <p:cNvPr id="3074" name="Picture 2" descr="Job description">
            <a:extLst>
              <a:ext uri="{FF2B5EF4-FFF2-40B4-BE49-F238E27FC236}">
                <a16:creationId xmlns:a16="http://schemas.microsoft.com/office/drawing/2014/main" id="{3391C1E2-BA9C-C3E9-E587-7B28284B9CFF}"/>
              </a:ext>
            </a:extLst>
          </p:cNvPr>
          <p:cNvPicPr>
            <a:picLocks noChangeAspect="1" noChangeArrowheads="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600" y="915595"/>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otivation ">
            <a:extLst>
              <a:ext uri="{FF2B5EF4-FFF2-40B4-BE49-F238E27FC236}">
                <a16:creationId xmlns:a16="http://schemas.microsoft.com/office/drawing/2014/main" id="{8BF7AC6A-846E-1664-09AD-52FA6C2BFC3C}"/>
              </a:ext>
            </a:extLst>
          </p:cNvPr>
          <p:cNvPicPr>
            <a:picLocks noChangeAspect="1" noChangeArrowheads="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600" y="388134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oncerned ">
            <a:extLst>
              <a:ext uri="{FF2B5EF4-FFF2-40B4-BE49-F238E27FC236}">
                <a16:creationId xmlns:a16="http://schemas.microsoft.com/office/drawing/2014/main" id="{D2F54F55-9A54-BAD2-515A-0F9529C54248}"/>
              </a:ext>
            </a:extLst>
          </p:cNvPr>
          <p:cNvPicPr>
            <a:picLocks noChangeAspect="1" noChangeArrowheads="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96000" y="388134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Organization structure ">
            <a:extLst>
              <a:ext uri="{FF2B5EF4-FFF2-40B4-BE49-F238E27FC236}">
                <a16:creationId xmlns:a16="http://schemas.microsoft.com/office/drawing/2014/main" id="{5E726B33-6D92-BBCB-A4EA-61271928D169}"/>
              </a:ext>
            </a:extLst>
          </p:cNvPr>
          <p:cNvPicPr>
            <a:picLocks noChangeAspect="1" noChangeArrowheads="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296400" y="3881347"/>
            <a:ext cx="365760"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671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82B34-6A21-0072-E210-032C422C5A1C}"/>
            </a:ext>
          </a:extLst>
        </p:cNvPr>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D9EEE035-CF14-F6C9-E73D-7BEC0AF4C84B}"/>
              </a:ext>
            </a:extLst>
          </p:cNvPr>
          <p:cNvGraphicFramePr>
            <a:graphicFrameLocks noGrp="1"/>
          </p:cNvGraphicFramePr>
          <p:nvPr>
            <p:extLst>
              <p:ext uri="{D42A27DB-BD31-4B8C-83A1-F6EECF244321}">
                <p14:modId xmlns:p14="http://schemas.microsoft.com/office/powerpoint/2010/main" val="905513425"/>
              </p:ext>
            </p:extLst>
          </p:nvPr>
        </p:nvGraphicFramePr>
        <p:xfrm>
          <a:off x="2895600" y="1297063"/>
          <a:ext cx="8686800" cy="247802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1774526519"/>
                    </a:ext>
                  </a:extLst>
                </a:gridCol>
                <a:gridCol w="1737360">
                  <a:extLst>
                    <a:ext uri="{9D8B030D-6E8A-4147-A177-3AD203B41FA5}">
                      <a16:colId xmlns:a16="http://schemas.microsoft.com/office/drawing/2014/main" val="2421986053"/>
                    </a:ext>
                  </a:extLst>
                </a:gridCol>
                <a:gridCol w="1737360">
                  <a:extLst>
                    <a:ext uri="{9D8B030D-6E8A-4147-A177-3AD203B41FA5}">
                      <a16:colId xmlns:a16="http://schemas.microsoft.com/office/drawing/2014/main" val="2395235058"/>
                    </a:ext>
                  </a:extLst>
                </a:gridCol>
                <a:gridCol w="1737360">
                  <a:extLst>
                    <a:ext uri="{9D8B030D-6E8A-4147-A177-3AD203B41FA5}">
                      <a16:colId xmlns:a16="http://schemas.microsoft.com/office/drawing/2014/main" val="4280830803"/>
                    </a:ext>
                  </a:extLst>
                </a:gridCol>
                <a:gridCol w="1737360">
                  <a:extLst>
                    <a:ext uri="{9D8B030D-6E8A-4147-A177-3AD203B41FA5}">
                      <a16:colId xmlns:a16="http://schemas.microsoft.com/office/drawing/2014/main" val="2486003711"/>
                    </a:ext>
                  </a:extLst>
                </a:gridCol>
              </a:tblGrid>
              <a:tr h="320040">
                <a:tc>
                  <a:txBody>
                    <a:bodyPr/>
                    <a:lstStyle/>
                    <a:p>
                      <a:r>
                        <a:rPr lang="en-US" sz="1100" b="1">
                          <a:solidFill>
                            <a:schemeClr val="tx1"/>
                          </a:solidFill>
                        </a:rPr>
                        <a:t>Record</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Reconcile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Close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Consolidate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Report</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extLst>
                  <a:ext uri="{0D108BD9-81ED-4DB2-BD59-A6C34878D82A}">
                    <a16:rowId xmlns:a16="http://schemas.microsoft.com/office/drawing/2014/main" val="390316834"/>
                  </a:ext>
                </a:extLst>
              </a:tr>
              <a:tr h="758952">
                <a:tc>
                  <a:txBody>
                    <a:bodyPr/>
                    <a:lstStyle/>
                    <a:p>
                      <a:pPr algn="l"/>
                      <a:r>
                        <a:rPr lang="en-IN" sz="1000" b="0" i="1">
                          <a:solidFill>
                            <a:schemeClr val="bg1"/>
                          </a:solidFill>
                        </a:rPr>
                        <a:t>Record intercompany transactions (sales, services, charges, cost allocations)</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Match intercompany balances between entities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Coordinate with counterparties to ensure balances align pre-close</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Provide accurate intercompany data for elimination during consolidation</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Prepare intercompany balance reports and aging schedules</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37865336"/>
                  </a:ext>
                </a:extLst>
              </a:tr>
              <a:tr h="640080">
                <a:tc>
                  <a:txBody>
                    <a:bodyPr/>
                    <a:lstStyle/>
                    <a:p>
                      <a:pPr algn="l"/>
                      <a:r>
                        <a:rPr lang="en-IN" sz="1000" b="0" i="1">
                          <a:solidFill>
                            <a:schemeClr val="bg1"/>
                          </a:solidFill>
                        </a:rPr>
                        <a:t>Ensure accurate and timely posting across entities</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Investigate and resolve mismatches in timing, currency, and amounts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Book necessary accruals or adjustments to align intercompany positions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Ensure proper tagging of intercompany transactions for reporting tools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Report unresolved mismatches and reconciliation items</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576259115"/>
                  </a:ext>
                </a:extLst>
              </a:tr>
              <a:tr h="758952">
                <a:tc>
                  <a:txBody>
                    <a:bodyPr/>
                    <a:lstStyle/>
                    <a:p>
                      <a:pPr algn="l"/>
                      <a:r>
                        <a:rPr lang="en-IN" sz="1000" b="0" i="1">
                          <a:solidFill>
                            <a:schemeClr val="bg1"/>
                          </a:solidFill>
                        </a:rPr>
                        <a:t>Apply correct intercompany pricing and terms (as per transfer pricing policy)</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Maintain audit trail and documentation for eliminations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Support timely completion of period-end tasks related to intercompany activity</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Collaborate with group consolidation teams to resolve discrepancies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Support audit and compliance reporting with intercompany data</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04640811"/>
                  </a:ext>
                </a:extLst>
              </a:tr>
            </a:tbl>
          </a:graphicData>
        </a:graphic>
      </p:graphicFrame>
      <p:sp>
        <p:nvSpPr>
          <p:cNvPr id="2" name="Title 1">
            <a:extLst>
              <a:ext uri="{FF2B5EF4-FFF2-40B4-BE49-F238E27FC236}">
                <a16:creationId xmlns:a16="http://schemas.microsoft.com/office/drawing/2014/main" id="{72D148C9-31C9-448F-60FD-9876A99AFC61}"/>
              </a:ext>
            </a:extLst>
          </p:cNvPr>
          <p:cNvSpPr>
            <a:spLocks noGrp="1"/>
          </p:cNvSpPr>
          <p:nvPr>
            <p:ph type="title"/>
          </p:nvPr>
        </p:nvSpPr>
        <p:spPr>
          <a:xfrm>
            <a:off x="609600" y="274320"/>
            <a:ext cx="10972800" cy="548640"/>
          </a:xfrm>
        </p:spPr>
        <p:txBody>
          <a:bodyPr lIns="91440" tIns="45720" rIns="91440"/>
          <a:lstStyle/>
          <a:p>
            <a:pPr>
              <a:lnSpc>
                <a:spcPct val="100000"/>
              </a:lnSpc>
            </a:pPr>
            <a:r>
              <a:rPr lang="en-US" noProof="0" dirty="0"/>
              <a:t>Persona Capability Summary – Intercompany Accountant</a:t>
            </a:r>
          </a:p>
        </p:txBody>
      </p:sp>
      <p:sp>
        <p:nvSpPr>
          <p:cNvPr id="5" name="Slide Number Placeholder 4">
            <a:extLst>
              <a:ext uri="{FF2B5EF4-FFF2-40B4-BE49-F238E27FC236}">
                <a16:creationId xmlns:a16="http://schemas.microsoft.com/office/drawing/2014/main" id="{706DB70C-411C-1DAB-E361-11761D26DAE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B1956DC6-86CB-5AE7-9522-755C8F59E87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772E00-D7F7-40FD-832D-6C39A8B43411}"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pic>
        <p:nvPicPr>
          <p:cNvPr id="4" name="Picture 3">
            <a:extLst>
              <a:ext uri="{FF2B5EF4-FFF2-40B4-BE49-F238E27FC236}">
                <a16:creationId xmlns:a16="http://schemas.microsoft.com/office/drawing/2014/main" id="{41B396E0-3DCB-96B5-3685-0CD340AE6983}"/>
              </a:ext>
            </a:extLst>
          </p:cNvPr>
          <p:cNvPicPr>
            <a:picLocks noChangeAspect="1"/>
          </p:cNvPicPr>
          <p:nvPr/>
        </p:nvPicPr>
        <p:blipFill rotWithShape="1">
          <a:blip r:embed="rId2">
            <a:extLst>
              <a:ext uri="{28A0092B-C50C-407E-A947-70E740481C1C}">
                <a14:useLocalDpi xmlns:a14="http://schemas.microsoft.com/office/drawing/2010/main" val="0"/>
              </a:ext>
            </a:extLst>
          </a:blip>
          <a:srcRect l="9221" t="25382" r="74705" b="60078"/>
          <a:stretch/>
        </p:blipFill>
        <p:spPr>
          <a:xfrm>
            <a:off x="945816" y="1074023"/>
            <a:ext cx="1373743" cy="1371600"/>
          </a:xfrm>
          <a:prstGeom prst="rect">
            <a:avLst/>
          </a:prstGeom>
        </p:spPr>
      </p:pic>
      <p:sp>
        <p:nvSpPr>
          <p:cNvPr id="18" name="Rectangle 17">
            <a:extLst>
              <a:ext uri="{FF2B5EF4-FFF2-40B4-BE49-F238E27FC236}">
                <a16:creationId xmlns:a16="http://schemas.microsoft.com/office/drawing/2014/main" id="{BFDB12AB-94A0-377B-3373-557B2696CA3C}"/>
              </a:ext>
            </a:extLst>
          </p:cNvPr>
          <p:cNvSpPr/>
          <p:nvPr/>
        </p:nvSpPr>
        <p:spPr>
          <a:xfrm>
            <a:off x="2895600" y="4268770"/>
            <a:ext cx="3017520" cy="20593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0" numCol="1" spcCol="91440" rtlCol="0" anchor="t" anchorCtr="0"/>
          <a:lstStyle/>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Ensure all intercompany transactions are accurately recorded and reconciled.</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Meet internal deadlines for reconciliation and close.</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Maintain clean audit trails and documentation for compliance (e.g., SOX, statutory).</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Foster smooth collaboration with intercompany counterparties.</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Support end-to-end process automation and efficiency improvements.</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20" name="Rectangle 19">
            <a:extLst>
              <a:ext uri="{FF2B5EF4-FFF2-40B4-BE49-F238E27FC236}">
                <a16:creationId xmlns:a16="http://schemas.microsoft.com/office/drawing/2014/main" id="{B2EB9FBB-38B3-EE82-DDBB-76AFB54D94D7}"/>
              </a:ext>
            </a:extLst>
          </p:cNvPr>
          <p:cNvSpPr/>
          <p:nvPr/>
        </p:nvSpPr>
        <p:spPr>
          <a:xfrm>
            <a:off x="609599" y="2944791"/>
            <a:ext cx="2057400" cy="16002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91440" numCol="1" spcCol="91440" rtlCol="0" anchor="ctr" anchorCtr="0"/>
          <a:lstStyle/>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GL Accountants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AP and AR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Corporate Finance (FP&amp;A)</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Tax and Treasury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Entity Controllers / Local Finance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IT / ERP Support Teams</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graphicFrame>
        <p:nvGraphicFramePr>
          <p:cNvPr id="24" name="Table 23">
            <a:extLst>
              <a:ext uri="{FF2B5EF4-FFF2-40B4-BE49-F238E27FC236}">
                <a16:creationId xmlns:a16="http://schemas.microsoft.com/office/drawing/2014/main" id="{5A34CC62-5861-A782-94DD-4B5B2A63E133}"/>
              </a:ext>
            </a:extLst>
          </p:cNvPr>
          <p:cNvGraphicFramePr>
            <a:graphicFrameLocks noGrp="1"/>
          </p:cNvGraphicFramePr>
          <p:nvPr>
            <p:extLst>
              <p:ext uri="{D42A27DB-BD31-4B8C-83A1-F6EECF244321}">
                <p14:modId xmlns:p14="http://schemas.microsoft.com/office/powerpoint/2010/main" val="3085495840"/>
              </p:ext>
            </p:extLst>
          </p:nvPr>
        </p:nvGraphicFramePr>
        <p:xfrm>
          <a:off x="609599" y="5047910"/>
          <a:ext cx="2057400" cy="12801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774526519"/>
                    </a:ext>
                  </a:extLst>
                </a:gridCol>
                <a:gridCol w="914400">
                  <a:extLst>
                    <a:ext uri="{9D8B030D-6E8A-4147-A177-3AD203B41FA5}">
                      <a16:colId xmlns:a16="http://schemas.microsoft.com/office/drawing/2014/main" val="2589780332"/>
                    </a:ext>
                  </a:extLst>
                </a:gridCol>
              </a:tblGrid>
              <a:tr h="256032">
                <a:tc>
                  <a:txBody>
                    <a:bodyPr/>
                    <a:lstStyle/>
                    <a:p>
                      <a:r>
                        <a:rPr lang="en-US" sz="1000" b="0">
                          <a:solidFill>
                            <a:schemeClr val="bg1"/>
                          </a:solidFill>
                        </a:rPr>
                        <a:t>Record</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bg1"/>
                          </a:solidFill>
                        </a:rPr>
                        <a:t>8/10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ED973"/>
                    </a:solidFill>
                  </a:tcPr>
                </a:tc>
                <a:extLst>
                  <a:ext uri="{0D108BD9-81ED-4DB2-BD59-A6C34878D82A}">
                    <a16:rowId xmlns:a16="http://schemas.microsoft.com/office/drawing/2014/main" val="390316834"/>
                  </a:ext>
                </a:extLst>
              </a:tr>
              <a:tr h="256032">
                <a:tc>
                  <a:txBody>
                    <a:bodyPr/>
                    <a:lstStyle/>
                    <a:p>
                      <a:r>
                        <a:rPr lang="en-US" sz="1000" b="0">
                          <a:solidFill>
                            <a:schemeClr val="bg1"/>
                          </a:solidFill>
                        </a:rPr>
                        <a:t>Reconcile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100" b="1">
                          <a:solidFill>
                            <a:schemeClr val="tx1"/>
                          </a:solidFill>
                        </a:rPr>
                        <a:t>10/10</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B7D23"/>
                    </a:solidFill>
                  </a:tcPr>
                </a:tc>
                <a:extLst>
                  <a:ext uri="{0D108BD9-81ED-4DB2-BD59-A6C34878D82A}">
                    <a16:rowId xmlns:a16="http://schemas.microsoft.com/office/drawing/2014/main" val="437865336"/>
                  </a:ext>
                </a:extLst>
              </a:tr>
              <a:tr h="256032">
                <a:tc>
                  <a:txBody>
                    <a:bodyPr/>
                    <a:lstStyle/>
                    <a:p>
                      <a:r>
                        <a:rPr lang="en-US" sz="1000" b="0">
                          <a:solidFill>
                            <a:schemeClr val="bg1"/>
                          </a:solidFill>
                        </a:rPr>
                        <a:t>Close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tx1"/>
                          </a:solidFill>
                        </a:rPr>
                        <a:t>9/10</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EA72E"/>
                    </a:solidFill>
                  </a:tcPr>
                </a:tc>
                <a:extLst>
                  <a:ext uri="{0D108BD9-81ED-4DB2-BD59-A6C34878D82A}">
                    <a16:rowId xmlns:a16="http://schemas.microsoft.com/office/drawing/2014/main" val="3576259115"/>
                  </a:ext>
                </a:extLst>
              </a:tr>
              <a:tr h="256032">
                <a:tc>
                  <a:txBody>
                    <a:bodyPr/>
                    <a:lstStyle/>
                    <a:p>
                      <a:r>
                        <a:rPr lang="en-US" sz="1000" b="0">
                          <a:solidFill>
                            <a:schemeClr val="bg1"/>
                          </a:solidFill>
                        </a:rPr>
                        <a:t>Consolidate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100" b="1">
                          <a:solidFill>
                            <a:schemeClr val="bg1"/>
                          </a:solidFill>
                        </a:rPr>
                        <a:t>7/10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104640811"/>
                  </a:ext>
                </a:extLst>
              </a:tr>
              <a:tr h="256032">
                <a:tc>
                  <a:txBody>
                    <a:bodyPr/>
                    <a:lstStyle/>
                    <a:p>
                      <a:r>
                        <a:rPr lang="en-US" sz="1000" b="0">
                          <a:solidFill>
                            <a:schemeClr val="bg1"/>
                          </a:solidFill>
                        </a:rPr>
                        <a:t>Report</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bg1"/>
                          </a:solidFill>
                        </a:rPr>
                        <a:t>7/10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383410164"/>
                  </a:ext>
                </a:extLst>
              </a:tr>
            </a:tbl>
          </a:graphicData>
        </a:graphic>
      </p:graphicFrame>
      <p:graphicFrame>
        <p:nvGraphicFramePr>
          <p:cNvPr id="26" name="Table 25">
            <a:extLst>
              <a:ext uri="{FF2B5EF4-FFF2-40B4-BE49-F238E27FC236}">
                <a16:creationId xmlns:a16="http://schemas.microsoft.com/office/drawing/2014/main" id="{D70A99BB-A5E3-B207-19DF-E4864452BE86}"/>
              </a:ext>
            </a:extLst>
          </p:cNvPr>
          <p:cNvGraphicFramePr>
            <a:graphicFrameLocks noGrp="1"/>
          </p:cNvGraphicFramePr>
          <p:nvPr/>
        </p:nvGraphicFramePr>
        <p:xfrm>
          <a:off x="2666999" y="6545949"/>
          <a:ext cx="2286000" cy="182880"/>
        </p:xfrm>
        <a:graphic>
          <a:graphicData uri="http://schemas.openxmlformats.org/drawingml/2006/table">
            <a:tbl>
              <a:tblPr firstRow="1" bandRow="1"/>
              <a:tblGrid>
                <a:gridCol w="228600">
                  <a:extLst>
                    <a:ext uri="{9D8B030D-6E8A-4147-A177-3AD203B41FA5}">
                      <a16:colId xmlns:a16="http://schemas.microsoft.com/office/drawing/2014/main" val="2033441762"/>
                    </a:ext>
                  </a:extLst>
                </a:gridCol>
                <a:gridCol w="228600">
                  <a:extLst>
                    <a:ext uri="{9D8B030D-6E8A-4147-A177-3AD203B41FA5}">
                      <a16:colId xmlns:a16="http://schemas.microsoft.com/office/drawing/2014/main" val="3449813922"/>
                    </a:ext>
                  </a:extLst>
                </a:gridCol>
                <a:gridCol w="228600">
                  <a:extLst>
                    <a:ext uri="{9D8B030D-6E8A-4147-A177-3AD203B41FA5}">
                      <a16:colId xmlns:a16="http://schemas.microsoft.com/office/drawing/2014/main" val="4151504232"/>
                    </a:ext>
                  </a:extLst>
                </a:gridCol>
                <a:gridCol w="228600">
                  <a:extLst>
                    <a:ext uri="{9D8B030D-6E8A-4147-A177-3AD203B41FA5}">
                      <a16:colId xmlns:a16="http://schemas.microsoft.com/office/drawing/2014/main" val="3651163233"/>
                    </a:ext>
                  </a:extLst>
                </a:gridCol>
                <a:gridCol w="228600">
                  <a:extLst>
                    <a:ext uri="{9D8B030D-6E8A-4147-A177-3AD203B41FA5}">
                      <a16:colId xmlns:a16="http://schemas.microsoft.com/office/drawing/2014/main" val="155501932"/>
                    </a:ext>
                  </a:extLst>
                </a:gridCol>
                <a:gridCol w="228600">
                  <a:extLst>
                    <a:ext uri="{9D8B030D-6E8A-4147-A177-3AD203B41FA5}">
                      <a16:colId xmlns:a16="http://schemas.microsoft.com/office/drawing/2014/main" val="2054273059"/>
                    </a:ext>
                  </a:extLst>
                </a:gridCol>
                <a:gridCol w="228600">
                  <a:extLst>
                    <a:ext uri="{9D8B030D-6E8A-4147-A177-3AD203B41FA5}">
                      <a16:colId xmlns:a16="http://schemas.microsoft.com/office/drawing/2014/main" val="2964105552"/>
                    </a:ext>
                  </a:extLst>
                </a:gridCol>
                <a:gridCol w="228600">
                  <a:extLst>
                    <a:ext uri="{9D8B030D-6E8A-4147-A177-3AD203B41FA5}">
                      <a16:colId xmlns:a16="http://schemas.microsoft.com/office/drawing/2014/main" val="3230257800"/>
                    </a:ext>
                  </a:extLst>
                </a:gridCol>
                <a:gridCol w="228600">
                  <a:extLst>
                    <a:ext uri="{9D8B030D-6E8A-4147-A177-3AD203B41FA5}">
                      <a16:colId xmlns:a16="http://schemas.microsoft.com/office/drawing/2014/main" val="2596560962"/>
                    </a:ext>
                  </a:extLst>
                </a:gridCol>
                <a:gridCol w="228600">
                  <a:extLst>
                    <a:ext uri="{9D8B030D-6E8A-4147-A177-3AD203B41FA5}">
                      <a16:colId xmlns:a16="http://schemas.microsoft.com/office/drawing/2014/main" val="3804317012"/>
                    </a:ext>
                  </a:extLst>
                </a:gridCol>
              </a:tblGrid>
              <a:tr h="182880">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1</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2</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3</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33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4</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6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5</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99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6</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7</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t>8</a:t>
                      </a:r>
                      <a:endParaRPr lang="en-IN" sz="600"/>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lumMod val="60000"/>
                        <a:lumOff val="40000"/>
                      </a:srgbClr>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9</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rPr>
                        <a:t>10</a:t>
                      </a:r>
                      <a:endParaRPr lang="en-IN" sz="600">
                        <a:solidFill>
                          <a:schemeClr val="tx1"/>
                        </a:solidFill>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lumMod val="75000"/>
                      </a:srgbClr>
                    </a:solidFill>
                  </a:tcPr>
                </a:tc>
                <a:extLst>
                  <a:ext uri="{0D108BD9-81ED-4DB2-BD59-A6C34878D82A}">
                    <a16:rowId xmlns:a16="http://schemas.microsoft.com/office/drawing/2014/main" val="2923592930"/>
                  </a:ext>
                </a:extLst>
              </a:tr>
            </a:tbl>
          </a:graphicData>
        </a:graphic>
      </p:graphicFrame>
      <p:sp>
        <p:nvSpPr>
          <p:cNvPr id="27" name="Rectangle 26">
            <a:extLst>
              <a:ext uri="{FF2B5EF4-FFF2-40B4-BE49-F238E27FC236}">
                <a16:creationId xmlns:a16="http://schemas.microsoft.com/office/drawing/2014/main" id="{69858C41-8FF3-5FCE-3D75-DAE78305BD6C}"/>
              </a:ext>
            </a:extLst>
          </p:cNvPr>
          <p:cNvSpPr/>
          <p:nvPr/>
        </p:nvSpPr>
        <p:spPr>
          <a:xfrm>
            <a:off x="2164079" y="6548223"/>
            <a:ext cx="502920" cy="182880"/>
          </a:xfrm>
          <a:prstGeom prst="rect">
            <a:avLst/>
          </a:prstGeom>
          <a:noFill/>
          <a:ln w="12700" cap="flat" cmpd="sng" algn="ctr">
            <a:noFill/>
            <a:prstDash val="solid"/>
            <a:miter lim="800000"/>
            <a:headEnd type="none" w="med" len="med"/>
            <a:tailEnd type="none" w="med" len="med"/>
          </a:ln>
          <a:effectLst/>
        </p:spPr>
        <p:txBody>
          <a:bodyPr lIns="45720" tIns="18288" rIns="45720" bIns="18288"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600" b="1" i="1" u="none" strike="noStrike" kern="0" cap="none" spc="0" normalizeH="0" baseline="0" noProof="0">
                <a:ln>
                  <a:noFill/>
                </a:ln>
                <a:solidFill>
                  <a:srgbClr val="1A1A24"/>
                </a:solidFill>
                <a:effectLst/>
                <a:uLnTx/>
                <a:uFillTx/>
                <a:latin typeface="EYInterstate Light"/>
                <a:ea typeface="+mn-ea"/>
                <a:cs typeface="+mn-cs"/>
              </a:rPr>
              <a:t>Color Key</a:t>
            </a:r>
          </a:p>
        </p:txBody>
      </p:sp>
      <p:sp>
        <p:nvSpPr>
          <p:cNvPr id="28" name="Rectangle 27">
            <a:extLst>
              <a:ext uri="{FF2B5EF4-FFF2-40B4-BE49-F238E27FC236}">
                <a16:creationId xmlns:a16="http://schemas.microsoft.com/office/drawing/2014/main" id="{5B46BB44-064C-CC5A-04DE-1D6A07DF9B71}"/>
              </a:ext>
            </a:extLst>
          </p:cNvPr>
          <p:cNvSpPr/>
          <p:nvPr/>
        </p:nvSpPr>
        <p:spPr>
          <a:xfrm>
            <a:off x="6096000" y="4264480"/>
            <a:ext cx="3017520" cy="20593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0" numCol="1" spcCol="91440" rtlCol="0" anchor="t" anchorCtr="0"/>
          <a:lstStyle/>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all intercompany transactions recorded by both entities, on time and accurately?</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exchange rate differences and timing mismatches properly accounted for?</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outstanding intercompany balances justified or actionable?</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all intercompany eliminations reflected correctly in consolidation?</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Is the ERP or reconciliation tool providing sufficient visibility and automation?</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graphicFrame>
        <p:nvGraphicFramePr>
          <p:cNvPr id="37" name="Table 36">
            <a:extLst>
              <a:ext uri="{FF2B5EF4-FFF2-40B4-BE49-F238E27FC236}">
                <a16:creationId xmlns:a16="http://schemas.microsoft.com/office/drawing/2014/main" id="{DF4F17D1-2A0E-3DDF-0925-AD23BECCD488}"/>
              </a:ext>
            </a:extLst>
          </p:cNvPr>
          <p:cNvGraphicFramePr>
            <a:graphicFrameLocks noGrp="1"/>
          </p:cNvGraphicFramePr>
          <p:nvPr>
            <p:extLst>
              <p:ext uri="{D42A27DB-BD31-4B8C-83A1-F6EECF244321}">
                <p14:modId xmlns:p14="http://schemas.microsoft.com/office/powerpoint/2010/main" val="2870858462"/>
              </p:ext>
            </p:extLst>
          </p:nvPr>
        </p:nvGraphicFramePr>
        <p:xfrm>
          <a:off x="9296400" y="4264480"/>
          <a:ext cx="2286000" cy="20574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1774526519"/>
                    </a:ext>
                  </a:extLst>
                </a:gridCol>
                <a:gridCol w="594360">
                  <a:extLst>
                    <a:ext uri="{9D8B030D-6E8A-4147-A177-3AD203B41FA5}">
                      <a16:colId xmlns:a16="http://schemas.microsoft.com/office/drawing/2014/main" val="2421986053"/>
                    </a:ext>
                  </a:extLst>
                </a:gridCol>
              </a:tblGrid>
              <a:tr h="429768">
                <a:tc>
                  <a:txBody>
                    <a:bodyPr/>
                    <a:lstStyle/>
                    <a:p>
                      <a:r>
                        <a:rPr lang="en-US" sz="1000" b="0" i="0">
                          <a:solidFill>
                            <a:schemeClr val="bg1"/>
                          </a:solidFill>
                        </a:rPr>
                        <a:t>Intercompany Accountants</a:t>
                      </a:r>
                      <a:endParaRPr lang="en-IN" sz="1000" b="0"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4 – 6</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37865336"/>
                  </a:ext>
                </a:extLst>
              </a:tr>
              <a:tr h="429768">
                <a:tc>
                  <a:txBody>
                    <a:bodyPr/>
                    <a:lstStyle/>
                    <a:p>
                      <a:r>
                        <a:rPr lang="en-US" sz="1000" b="0" i="0">
                          <a:solidFill>
                            <a:schemeClr val="bg1"/>
                          </a:solidFill>
                        </a:rPr>
                        <a:t>Intercompany Lead / Senior Accountant</a:t>
                      </a:r>
                      <a:endParaRPr lang="en-IN" sz="1000" b="0"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050" b="1" i="0">
                          <a:solidFill>
                            <a:schemeClr val="bg1"/>
                          </a:solidFill>
                        </a:rPr>
                        <a:t>1 – 2</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76259115"/>
                  </a:ext>
                </a:extLst>
              </a:tr>
              <a:tr h="429768">
                <a:tc>
                  <a:txBody>
                    <a:bodyPr/>
                    <a:lstStyle/>
                    <a:p>
                      <a:r>
                        <a:rPr lang="en-US" sz="1000" b="0" i="0">
                          <a:solidFill>
                            <a:schemeClr val="bg1"/>
                          </a:solidFill>
                        </a:rPr>
                        <a:t>R2R Process Manager (Intercompany Focus)</a:t>
                      </a:r>
                      <a:endParaRPr lang="en-IN" sz="1000" b="0"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1</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04640811"/>
                  </a:ext>
                </a:extLst>
              </a:tr>
              <a:tr h="768096">
                <a:tc>
                  <a:txBody>
                    <a:bodyPr/>
                    <a:lstStyle/>
                    <a:p>
                      <a:r>
                        <a:rPr lang="en-IN" sz="1000" b="0" i="0" dirty="0">
                          <a:solidFill>
                            <a:schemeClr val="bg1"/>
                          </a:solidFill>
                        </a:rPr>
                        <a:t>Reconciliation Tool Specialist</a:t>
                      </a:r>
                      <a:br>
                        <a:rPr lang="en-IN" sz="1000" b="0" i="0" dirty="0">
                          <a:solidFill>
                            <a:schemeClr val="bg1"/>
                          </a:solidFill>
                        </a:rPr>
                      </a:br>
                      <a:r>
                        <a:rPr lang="en-IN" sz="1000" b="0" i="1" dirty="0">
                          <a:solidFill>
                            <a:schemeClr val="bg1"/>
                          </a:solidFill>
                        </a:rPr>
                        <a:t>(example: BlackLine, Trintech)</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050" b="1" i="0">
                          <a:solidFill>
                            <a:schemeClr val="bg1"/>
                          </a:solidFill>
                        </a:rPr>
                        <a:t>1</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043179453"/>
                  </a:ext>
                </a:extLst>
              </a:tr>
            </a:tbl>
          </a:graphicData>
        </a:graphic>
      </p:graphicFrame>
      <p:pic>
        <p:nvPicPr>
          <p:cNvPr id="62" name="Graphic 61" descr="Male profile with solid fill">
            <a:extLst>
              <a:ext uri="{FF2B5EF4-FFF2-40B4-BE49-F238E27FC236}">
                <a16:creationId xmlns:a16="http://schemas.microsoft.com/office/drawing/2014/main" id="{89C13737-3489-2234-31AD-12DE3B19FD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79" y="2980281"/>
            <a:ext cx="228600" cy="228600"/>
          </a:xfrm>
          <a:prstGeom prst="rect">
            <a:avLst/>
          </a:prstGeom>
        </p:spPr>
      </p:pic>
      <p:pic>
        <p:nvPicPr>
          <p:cNvPr id="63" name="Graphic 62" descr="Female Profile with solid fill">
            <a:extLst>
              <a:ext uri="{FF2B5EF4-FFF2-40B4-BE49-F238E27FC236}">
                <a16:creationId xmlns:a16="http://schemas.microsoft.com/office/drawing/2014/main" id="{997667AD-F685-4B85-9695-97E933CE29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79" y="3211493"/>
            <a:ext cx="228600" cy="228600"/>
          </a:xfrm>
          <a:prstGeom prst="rect">
            <a:avLst/>
          </a:prstGeom>
        </p:spPr>
      </p:pic>
      <p:pic>
        <p:nvPicPr>
          <p:cNvPr id="71" name="Graphic 70" descr="Male profile with solid fill">
            <a:extLst>
              <a:ext uri="{FF2B5EF4-FFF2-40B4-BE49-F238E27FC236}">
                <a16:creationId xmlns:a16="http://schemas.microsoft.com/office/drawing/2014/main" id="{E7E26036-33DC-D427-0D0A-209D83D091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79" y="3439017"/>
            <a:ext cx="228600" cy="228600"/>
          </a:xfrm>
          <a:prstGeom prst="rect">
            <a:avLst/>
          </a:prstGeom>
        </p:spPr>
      </p:pic>
      <p:pic>
        <p:nvPicPr>
          <p:cNvPr id="72" name="Graphic 71" descr="Female Profile with solid fill">
            <a:extLst>
              <a:ext uri="{FF2B5EF4-FFF2-40B4-BE49-F238E27FC236}">
                <a16:creationId xmlns:a16="http://schemas.microsoft.com/office/drawing/2014/main" id="{9DB8232D-7A3E-6C29-1EA7-8326B973A9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495" y="3668055"/>
            <a:ext cx="228600" cy="228600"/>
          </a:xfrm>
          <a:prstGeom prst="rect">
            <a:avLst/>
          </a:prstGeom>
        </p:spPr>
      </p:pic>
      <p:pic>
        <p:nvPicPr>
          <p:cNvPr id="73" name="Graphic 72" descr="Male profile with solid fill">
            <a:extLst>
              <a:ext uri="{FF2B5EF4-FFF2-40B4-BE49-F238E27FC236}">
                <a16:creationId xmlns:a16="http://schemas.microsoft.com/office/drawing/2014/main" id="{3F139D6B-9175-91A9-35BB-CCF365148A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79" y="4279325"/>
            <a:ext cx="228600" cy="228600"/>
          </a:xfrm>
          <a:prstGeom prst="rect">
            <a:avLst/>
          </a:prstGeom>
        </p:spPr>
      </p:pic>
      <p:pic>
        <p:nvPicPr>
          <p:cNvPr id="74" name="Graphic 73" descr="Female Profile with solid fill">
            <a:extLst>
              <a:ext uri="{FF2B5EF4-FFF2-40B4-BE49-F238E27FC236}">
                <a16:creationId xmlns:a16="http://schemas.microsoft.com/office/drawing/2014/main" id="{D08854E8-9A5D-B97F-79AD-F33ABE2E00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79" y="3973098"/>
            <a:ext cx="228600" cy="228600"/>
          </a:xfrm>
          <a:prstGeom prst="rect">
            <a:avLst/>
          </a:prstGeom>
        </p:spPr>
      </p:pic>
      <p:sp>
        <p:nvSpPr>
          <p:cNvPr id="13" name="Rectangle 12">
            <a:extLst>
              <a:ext uri="{FF2B5EF4-FFF2-40B4-BE49-F238E27FC236}">
                <a16:creationId xmlns:a16="http://schemas.microsoft.com/office/drawing/2014/main" id="{45B4276F-B2B5-F293-08ED-727CBA56C4DC}"/>
              </a:ext>
            </a:extLst>
          </p:cNvPr>
          <p:cNvSpPr/>
          <p:nvPr/>
        </p:nvSpPr>
        <p:spPr>
          <a:xfrm>
            <a:off x="7696200" y="6542219"/>
            <a:ext cx="3886200" cy="182880"/>
          </a:xfrm>
          <a:prstGeom prst="rect">
            <a:avLst/>
          </a:prstGeom>
          <a:noFill/>
          <a:ln w="12700" cap="flat" cmpd="sng" algn="ctr">
            <a:noFill/>
            <a:prstDash val="solid"/>
            <a:miter lim="800000"/>
            <a:headEnd type="none" w="med" len="med"/>
            <a:tailEnd type="none" w="med" len="med"/>
          </a:ln>
          <a:effectLst/>
        </p:spPr>
        <p:txBody>
          <a:bodyPr lIns="45720" tIns="18288" rIns="45720" bIns="18288"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IN" sz="1000" b="1" i="1" u="none" strike="noStrike" kern="0" cap="none" spc="0" normalizeH="0" baseline="0" noProof="0">
                <a:ln>
                  <a:noFill/>
                </a:ln>
                <a:solidFill>
                  <a:srgbClr val="1A1A24"/>
                </a:solidFill>
                <a:effectLst/>
                <a:uLnTx/>
                <a:uFillTx/>
                <a:latin typeface="EYInterstate Light"/>
                <a:ea typeface="+mn-ea"/>
                <a:cs typeface="+mn-cs"/>
              </a:rPr>
              <a:t>*</a:t>
            </a:r>
            <a:r>
              <a:rPr kumimoji="0" lang="en-IN" sz="600" b="0" i="1" u="none" strike="noStrike" kern="0" cap="none" spc="0" normalizeH="0" baseline="0" noProof="0">
                <a:ln>
                  <a:noFill/>
                </a:ln>
                <a:solidFill>
                  <a:srgbClr val="1A1A24"/>
                </a:solidFill>
                <a:effectLst/>
                <a:uLnTx/>
                <a:uFillTx/>
                <a:latin typeface="EYInterstate Light"/>
                <a:ea typeface="+mn-ea"/>
                <a:cs typeface="+mn-cs"/>
              </a:rPr>
              <a:t>Team structure may vary based on business size, number of entities, transaction volume, and tool maturity</a:t>
            </a:r>
            <a:endParaRPr kumimoji="0" lang="en-US" sz="600" b="0" i="1" u="none" strike="noStrike" kern="0" cap="none" spc="0" normalizeH="0" baseline="0" noProof="0">
              <a:ln>
                <a:noFill/>
              </a:ln>
              <a:solidFill>
                <a:srgbClr val="1A1A24"/>
              </a:solidFill>
              <a:effectLst/>
              <a:uLnTx/>
              <a:uFillTx/>
              <a:latin typeface="EYInterstate Light"/>
              <a:ea typeface="+mn-ea"/>
              <a:cs typeface="+mn-cs"/>
            </a:endParaRPr>
          </a:p>
        </p:txBody>
      </p:sp>
      <p:sp>
        <p:nvSpPr>
          <p:cNvPr id="17" name="Rectangle 16">
            <a:extLst>
              <a:ext uri="{FF2B5EF4-FFF2-40B4-BE49-F238E27FC236}">
                <a16:creationId xmlns:a16="http://schemas.microsoft.com/office/drawing/2014/main" id="{F622EDAF-086B-BA6C-D2A5-AB3F0F4A3E22}"/>
              </a:ext>
            </a:extLst>
          </p:cNvPr>
          <p:cNvSpPr/>
          <p:nvPr/>
        </p:nvSpPr>
        <p:spPr>
          <a:xfrm>
            <a:off x="3261360" y="936863"/>
            <a:ext cx="274320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Role and Responsibilities Summary</a:t>
            </a:r>
          </a:p>
        </p:txBody>
      </p:sp>
      <p:sp>
        <p:nvSpPr>
          <p:cNvPr id="19" name="Rectangle 18">
            <a:extLst>
              <a:ext uri="{FF2B5EF4-FFF2-40B4-BE49-F238E27FC236}">
                <a16:creationId xmlns:a16="http://schemas.microsoft.com/office/drawing/2014/main" id="{B1BAFF31-8983-438A-B7CF-8404EE10C18F}"/>
              </a:ext>
            </a:extLst>
          </p:cNvPr>
          <p:cNvSpPr/>
          <p:nvPr/>
        </p:nvSpPr>
        <p:spPr>
          <a:xfrm>
            <a:off x="3261360" y="3903011"/>
            <a:ext cx="265176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Motivations Summary</a:t>
            </a:r>
            <a:endParaRPr kumimoji="0" lang="en-US" sz="12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21" name="Rectangle 20">
            <a:extLst>
              <a:ext uri="{FF2B5EF4-FFF2-40B4-BE49-F238E27FC236}">
                <a16:creationId xmlns:a16="http://schemas.microsoft.com/office/drawing/2014/main" id="{2594B0FB-7FAC-A2D9-C8D7-0BE13CE194A0}"/>
              </a:ext>
            </a:extLst>
          </p:cNvPr>
          <p:cNvSpPr/>
          <p:nvPr/>
        </p:nvSpPr>
        <p:spPr>
          <a:xfrm>
            <a:off x="6461760" y="3903011"/>
            <a:ext cx="265176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Questions and Concerns Summary</a:t>
            </a:r>
            <a:endParaRPr kumimoji="0" lang="en-US" sz="12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23" name="Rectangle 22">
            <a:extLst>
              <a:ext uri="{FF2B5EF4-FFF2-40B4-BE49-F238E27FC236}">
                <a16:creationId xmlns:a16="http://schemas.microsoft.com/office/drawing/2014/main" id="{93A9D3F0-3A5F-3B02-0388-A1E655DE07E2}"/>
              </a:ext>
            </a:extLst>
          </p:cNvPr>
          <p:cNvSpPr/>
          <p:nvPr/>
        </p:nvSpPr>
        <p:spPr>
          <a:xfrm>
            <a:off x="9662160" y="3903011"/>
            <a:ext cx="192024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Team Structure*</a:t>
            </a:r>
          </a:p>
        </p:txBody>
      </p:sp>
      <p:sp>
        <p:nvSpPr>
          <p:cNvPr id="25" name="Rectangle 24">
            <a:extLst>
              <a:ext uri="{FF2B5EF4-FFF2-40B4-BE49-F238E27FC236}">
                <a16:creationId xmlns:a16="http://schemas.microsoft.com/office/drawing/2014/main" id="{E2E50414-8B23-9FEF-AA6C-139C2D66F346}"/>
              </a:ext>
            </a:extLst>
          </p:cNvPr>
          <p:cNvSpPr/>
          <p:nvPr/>
        </p:nvSpPr>
        <p:spPr>
          <a:xfrm>
            <a:off x="609600" y="2582783"/>
            <a:ext cx="2057400" cy="320040"/>
          </a:xfrm>
          <a:prstGeom prst="rect">
            <a:avLst/>
          </a:prstGeom>
          <a:solidFill>
            <a:srgbClr val="646464">
              <a:alpha val="75000"/>
            </a:srgbClr>
          </a:solid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FFFFFF"/>
                </a:solidFill>
                <a:effectLst/>
                <a:uLnTx/>
                <a:uFillTx/>
                <a:latin typeface="EYInterstate Light"/>
                <a:ea typeface="+mn-ea"/>
                <a:cs typeface="+mn-cs"/>
              </a:rPr>
              <a:t>Stakeholder Interaction</a:t>
            </a:r>
            <a:endParaRPr kumimoji="0" lang="en-US" sz="12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29" name="Rectangle 28">
            <a:extLst>
              <a:ext uri="{FF2B5EF4-FFF2-40B4-BE49-F238E27FC236}">
                <a16:creationId xmlns:a16="http://schemas.microsoft.com/office/drawing/2014/main" id="{816FC9EE-5BBA-44EE-7C26-F17F91E5FF05}"/>
              </a:ext>
            </a:extLst>
          </p:cNvPr>
          <p:cNvSpPr/>
          <p:nvPr/>
        </p:nvSpPr>
        <p:spPr>
          <a:xfrm>
            <a:off x="609599" y="4682151"/>
            <a:ext cx="2057400" cy="320040"/>
          </a:xfrm>
          <a:prstGeom prst="rect">
            <a:avLst/>
          </a:prstGeom>
          <a:solidFill>
            <a:srgbClr val="646464">
              <a:alpha val="75000"/>
            </a:srgbClr>
          </a:solid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FFFFFF"/>
                </a:solidFill>
                <a:effectLst/>
                <a:uLnTx/>
                <a:uFillTx/>
                <a:latin typeface="EYInterstate Light"/>
                <a:ea typeface="+mn-ea"/>
                <a:cs typeface="+mn-cs"/>
              </a:rPr>
              <a:t>Process Understanding</a:t>
            </a:r>
          </a:p>
        </p:txBody>
      </p:sp>
      <p:pic>
        <p:nvPicPr>
          <p:cNvPr id="30" name="Picture 2" descr="Job description">
            <a:extLst>
              <a:ext uri="{FF2B5EF4-FFF2-40B4-BE49-F238E27FC236}">
                <a16:creationId xmlns:a16="http://schemas.microsoft.com/office/drawing/2014/main" id="{8B7F7729-BAFF-9A7C-A77B-852A7E66D9D4}"/>
              </a:ext>
            </a:extLst>
          </p:cNvPr>
          <p:cNvPicPr>
            <a:picLocks noChangeAspect="1" noChangeArrowheads="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600" y="914399"/>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Motivation ">
            <a:extLst>
              <a:ext uri="{FF2B5EF4-FFF2-40B4-BE49-F238E27FC236}">
                <a16:creationId xmlns:a16="http://schemas.microsoft.com/office/drawing/2014/main" id="{3DEB5BDF-ED9B-1615-6D47-808948F43D57}"/>
              </a:ext>
            </a:extLst>
          </p:cNvPr>
          <p:cNvPicPr>
            <a:picLocks noChangeAspect="1" noChangeArrowheads="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600" y="3880151"/>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Concerned ">
            <a:extLst>
              <a:ext uri="{FF2B5EF4-FFF2-40B4-BE49-F238E27FC236}">
                <a16:creationId xmlns:a16="http://schemas.microsoft.com/office/drawing/2014/main" id="{08B5C98D-4512-B234-BC9D-8E4D2D166AEE}"/>
              </a:ext>
            </a:extLst>
          </p:cNvPr>
          <p:cNvPicPr>
            <a:picLocks noChangeAspect="1" noChangeArrowheads="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96000" y="3880151"/>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Organization structure ">
            <a:extLst>
              <a:ext uri="{FF2B5EF4-FFF2-40B4-BE49-F238E27FC236}">
                <a16:creationId xmlns:a16="http://schemas.microsoft.com/office/drawing/2014/main" id="{BD433D11-624B-E8F5-6581-5CCAF9356394}"/>
              </a:ext>
            </a:extLst>
          </p:cNvPr>
          <p:cNvPicPr>
            <a:picLocks noChangeAspect="1" noChangeArrowheads="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296400" y="3880151"/>
            <a:ext cx="365760"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8039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7107-79A9-646B-133B-3F398DC1A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90E54-08B6-A0BA-C4E9-AF49227153F1}"/>
              </a:ext>
            </a:extLst>
          </p:cNvPr>
          <p:cNvSpPr>
            <a:spLocks noGrp="1"/>
          </p:cNvSpPr>
          <p:nvPr>
            <p:ph type="title"/>
          </p:nvPr>
        </p:nvSpPr>
        <p:spPr>
          <a:xfrm>
            <a:off x="609600" y="274320"/>
            <a:ext cx="10972800" cy="548640"/>
          </a:xfrm>
        </p:spPr>
        <p:txBody>
          <a:bodyPr lIns="91440" tIns="45720" rIns="91440"/>
          <a:lstStyle/>
          <a:p>
            <a:pPr>
              <a:lnSpc>
                <a:spcPct val="100000"/>
              </a:lnSpc>
            </a:pPr>
            <a:r>
              <a:rPr lang="en-US" noProof="0" dirty="0"/>
              <a:t>Persona Capability Summary – Consolidation &amp; Reporting Specialist</a:t>
            </a:r>
          </a:p>
        </p:txBody>
      </p:sp>
      <p:sp>
        <p:nvSpPr>
          <p:cNvPr id="5" name="Slide Number Placeholder 4">
            <a:extLst>
              <a:ext uri="{FF2B5EF4-FFF2-40B4-BE49-F238E27FC236}">
                <a16:creationId xmlns:a16="http://schemas.microsoft.com/office/drawing/2014/main" id="{6FF3C757-4123-AA88-A890-A731772A3F4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AC9F235D-5A74-1335-8C0B-310E2663D4B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772E00-D7F7-40FD-832D-6C39A8B43411}"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pic>
        <p:nvPicPr>
          <p:cNvPr id="4" name="Picture 3">
            <a:extLst>
              <a:ext uri="{FF2B5EF4-FFF2-40B4-BE49-F238E27FC236}">
                <a16:creationId xmlns:a16="http://schemas.microsoft.com/office/drawing/2014/main" id="{EAF41F94-F99F-DA17-AAF3-4395EBDD7639}"/>
              </a:ext>
            </a:extLst>
          </p:cNvPr>
          <p:cNvPicPr>
            <a:picLocks noChangeAspect="1"/>
          </p:cNvPicPr>
          <p:nvPr/>
        </p:nvPicPr>
        <p:blipFill rotWithShape="1">
          <a:blip r:embed="rId2">
            <a:extLst>
              <a:ext uri="{28A0092B-C50C-407E-A947-70E740481C1C}">
                <a14:useLocalDpi xmlns:a14="http://schemas.microsoft.com/office/drawing/2010/main" val="0"/>
              </a:ext>
            </a:extLst>
          </a:blip>
          <a:srcRect l="9221" t="25382" r="74705" b="60078"/>
          <a:stretch/>
        </p:blipFill>
        <p:spPr>
          <a:xfrm>
            <a:off x="945817" y="1074023"/>
            <a:ext cx="1373743" cy="1371600"/>
          </a:xfrm>
          <a:prstGeom prst="rect">
            <a:avLst/>
          </a:prstGeom>
        </p:spPr>
      </p:pic>
      <p:sp>
        <p:nvSpPr>
          <p:cNvPr id="18" name="Rectangle 17">
            <a:extLst>
              <a:ext uri="{FF2B5EF4-FFF2-40B4-BE49-F238E27FC236}">
                <a16:creationId xmlns:a16="http://schemas.microsoft.com/office/drawing/2014/main" id="{26EEF63F-7BFD-636C-654A-85F1BBDF5F83}"/>
              </a:ext>
            </a:extLst>
          </p:cNvPr>
          <p:cNvSpPr/>
          <p:nvPr/>
        </p:nvSpPr>
        <p:spPr>
          <a:xfrm>
            <a:off x="2895601" y="4268770"/>
            <a:ext cx="3017520" cy="20593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0" numCol="1" spcCol="91440" rtlCol="0" anchor="t" anchorCtr="0"/>
          <a:lstStyle/>
          <a:p>
            <a:pPr marL="182880" marR="0" lvl="0" indent="-182880" algn="l" defTabSz="914400" rtl="0" eaLnBrk="1" fontAlgn="auto" latinLnBrk="0" hangingPunct="1">
              <a:lnSpc>
                <a:spcPct val="100000"/>
              </a:lnSpc>
              <a:spcBef>
                <a:spcPts val="4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Delivering accurate and timely consolidated financials to meet statutory, regulatory, and management expectations.</a:t>
            </a:r>
          </a:p>
          <a:p>
            <a:pPr marL="182880" marR="0" lvl="0" indent="-182880" algn="l" defTabSz="914400" rtl="0" eaLnBrk="1" fontAlgn="auto" latinLnBrk="0" hangingPunct="1">
              <a:lnSpc>
                <a:spcPct val="100000"/>
              </a:lnSpc>
              <a:spcBef>
                <a:spcPts val="4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Driving standardization and automation in consolidation &amp; reporting processes.</a:t>
            </a:r>
          </a:p>
          <a:p>
            <a:pPr marL="182880" marR="0" lvl="0" indent="-182880" algn="l" defTabSz="914400" rtl="0" eaLnBrk="1" fontAlgn="auto" latinLnBrk="0" hangingPunct="1">
              <a:lnSpc>
                <a:spcPct val="100000"/>
              </a:lnSpc>
              <a:spcBef>
                <a:spcPts val="4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Ensuring compliance with IFRS/US GAAP/local GAAP and internal policies.</a:t>
            </a:r>
          </a:p>
          <a:p>
            <a:pPr marL="182880" marR="0" lvl="0" indent="-182880" algn="l" defTabSz="914400" rtl="0" eaLnBrk="1" fontAlgn="auto" latinLnBrk="0" hangingPunct="1">
              <a:lnSpc>
                <a:spcPct val="100000"/>
              </a:lnSpc>
              <a:spcBef>
                <a:spcPts val="4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Supporting management with data-driven insights to improve decision-making.</a:t>
            </a:r>
          </a:p>
          <a:p>
            <a:pPr marL="182880" marR="0" lvl="0" indent="-182880" algn="l" defTabSz="914400" rtl="0" eaLnBrk="1" fontAlgn="auto" latinLnBrk="0" hangingPunct="1">
              <a:lnSpc>
                <a:spcPct val="100000"/>
              </a:lnSpc>
              <a:spcBef>
                <a:spcPts val="4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Building a reputation for being a trusted advisor within finance.</a:t>
            </a:r>
          </a:p>
        </p:txBody>
      </p:sp>
      <p:sp>
        <p:nvSpPr>
          <p:cNvPr id="20" name="Rectangle 19">
            <a:extLst>
              <a:ext uri="{FF2B5EF4-FFF2-40B4-BE49-F238E27FC236}">
                <a16:creationId xmlns:a16="http://schemas.microsoft.com/office/drawing/2014/main" id="{41186D7A-5092-7AF9-2BDE-CFE99395F7B2}"/>
              </a:ext>
            </a:extLst>
          </p:cNvPr>
          <p:cNvSpPr/>
          <p:nvPr/>
        </p:nvSpPr>
        <p:spPr>
          <a:xfrm>
            <a:off x="609600" y="2944791"/>
            <a:ext cx="2057400" cy="16002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91440" numCol="1" spcCol="91440" rtlCol="0" anchor="ctr" anchorCtr="0"/>
          <a:lstStyle/>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Country Finance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Regional Finance Leads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Corporate Finance (FP&amp;A)</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Tax &amp; Treasury Teams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GL and Intercompany Accountants</a:t>
            </a:r>
          </a:p>
          <a:p>
            <a:pPr marL="274320" marR="0" lvl="0" indent="0" algn="l" defTabSz="914400" rtl="0" eaLnBrk="1" fontAlgn="auto" latinLnBrk="0" hangingPunct="1">
              <a:lnSpc>
                <a:spcPct val="100000"/>
              </a:lnSpc>
              <a:spcBef>
                <a:spcPts val="600"/>
              </a:spcBef>
              <a:spcAft>
                <a:spcPts val="0"/>
              </a:spcAft>
              <a:buClr>
                <a:srgbClr val="1A1A24"/>
              </a:buClr>
              <a:buSzTx/>
              <a:buFontTx/>
              <a:buNone/>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IT / System Admin</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graphicFrame>
        <p:nvGraphicFramePr>
          <p:cNvPr id="24" name="Table 23">
            <a:extLst>
              <a:ext uri="{FF2B5EF4-FFF2-40B4-BE49-F238E27FC236}">
                <a16:creationId xmlns:a16="http://schemas.microsoft.com/office/drawing/2014/main" id="{7A6B0B11-56D3-0262-3A88-D7A39CFBEB6E}"/>
              </a:ext>
            </a:extLst>
          </p:cNvPr>
          <p:cNvGraphicFramePr>
            <a:graphicFrameLocks noGrp="1"/>
          </p:cNvGraphicFramePr>
          <p:nvPr>
            <p:extLst>
              <p:ext uri="{D42A27DB-BD31-4B8C-83A1-F6EECF244321}">
                <p14:modId xmlns:p14="http://schemas.microsoft.com/office/powerpoint/2010/main" val="2556356636"/>
              </p:ext>
            </p:extLst>
          </p:nvPr>
        </p:nvGraphicFramePr>
        <p:xfrm>
          <a:off x="609600" y="5047910"/>
          <a:ext cx="2057400" cy="12801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774526519"/>
                    </a:ext>
                  </a:extLst>
                </a:gridCol>
                <a:gridCol w="914400">
                  <a:extLst>
                    <a:ext uri="{9D8B030D-6E8A-4147-A177-3AD203B41FA5}">
                      <a16:colId xmlns:a16="http://schemas.microsoft.com/office/drawing/2014/main" val="2589780332"/>
                    </a:ext>
                  </a:extLst>
                </a:gridCol>
              </a:tblGrid>
              <a:tr h="256032">
                <a:tc>
                  <a:txBody>
                    <a:bodyPr/>
                    <a:lstStyle/>
                    <a:p>
                      <a:r>
                        <a:rPr lang="en-US" sz="1000" b="0">
                          <a:solidFill>
                            <a:schemeClr val="bg1"/>
                          </a:solidFill>
                        </a:rPr>
                        <a:t>Record</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bg1"/>
                          </a:solidFill>
                        </a:rPr>
                        <a:t>6/10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00"/>
                    </a:solidFill>
                  </a:tcPr>
                </a:tc>
                <a:extLst>
                  <a:ext uri="{0D108BD9-81ED-4DB2-BD59-A6C34878D82A}">
                    <a16:rowId xmlns:a16="http://schemas.microsoft.com/office/drawing/2014/main" val="390316834"/>
                  </a:ext>
                </a:extLst>
              </a:tr>
              <a:tr h="256032">
                <a:tc>
                  <a:txBody>
                    <a:bodyPr/>
                    <a:lstStyle/>
                    <a:p>
                      <a:r>
                        <a:rPr lang="en-US" sz="1000" b="0">
                          <a:solidFill>
                            <a:schemeClr val="bg1"/>
                          </a:solidFill>
                        </a:rPr>
                        <a:t>Reconcile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100" b="1">
                          <a:solidFill>
                            <a:schemeClr val="bg1"/>
                          </a:solidFill>
                        </a:rPr>
                        <a:t>7/10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37865336"/>
                  </a:ext>
                </a:extLst>
              </a:tr>
              <a:tr h="256032">
                <a:tc>
                  <a:txBody>
                    <a:bodyPr/>
                    <a:lstStyle/>
                    <a:p>
                      <a:r>
                        <a:rPr lang="en-US" sz="1000" b="0">
                          <a:solidFill>
                            <a:schemeClr val="bg1"/>
                          </a:solidFill>
                        </a:rPr>
                        <a:t>Close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bg1"/>
                          </a:solidFill>
                        </a:rPr>
                        <a:t>8/10</a:t>
                      </a:r>
                      <a:endParaRPr lang="en-IN" sz="1100" b="1">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ED973"/>
                    </a:solidFill>
                  </a:tcPr>
                </a:tc>
                <a:extLst>
                  <a:ext uri="{0D108BD9-81ED-4DB2-BD59-A6C34878D82A}">
                    <a16:rowId xmlns:a16="http://schemas.microsoft.com/office/drawing/2014/main" val="3576259115"/>
                  </a:ext>
                </a:extLst>
              </a:tr>
              <a:tr h="256032">
                <a:tc>
                  <a:txBody>
                    <a:bodyPr/>
                    <a:lstStyle/>
                    <a:p>
                      <a:r>
                        <a:rPr lang="en-US" sz="1000" b="0">
                          <a:solidFill>
                            <a:schemeClr val="bg1"/>
                          </a:solidFill>
                        </a:rPr>
                        <a:t>Consolidate</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100" b="1">
                          <a:solidFill>
                            <a:schemeClr val="tx1"/>
                          </a:solidFill>
                        </a:rPr>
                        <a:t>10/10</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B7D23"/>
                    </a:solidFill>
                  </a:tcPr>
                </a:tc>
                <a:extLst>
                  <a:ext uri="{0D108BD9-81ED-4DB2-BD59-A6C34878D82A}">
                    <a16:rowId xmlns:a16="http://schemas.microsoft.com/office/drawing/2014/main" val="3104640811"/>
                  </a:ext>
                </a:extLst>
              </a:tr>
              <a:tr h="256032">
                <a:tc>
                  <a:txBody>
                    <a:bodyPr/>
                    <a:lstStyle/>
                    <a:p>
                      <a:r>
                        <a:rPr lang="en-US" sz="1000" b="0">
                          <a:solidFill>
                            <a:schemeClr val="bg1"/>
                          </a:solidFill>
                        </a:rPr>
                        <a:t>Report</a:t>
                      </a:r>
                      <a:endParaRPr lang="en-IN" sz="1000" b="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100" b="1">
                          <a:solidFill>
                            <a:schemeClr val="tx1"/>
                          </a:solidFill>
                        </a:rPr>
                        <a:t>9/10</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EA72E"/>
                    </a:solidFill>
                  </a:tcPr>
                </a:tc>
                <a:extLst>
                  <a:ext uri="{0D108BD9-81ED-4DB2-BD59-A6C34878D82A}">
                    <a16:rowId xmlns:a16="http://schemas.microsoft.com/office/drawing/2014/main" val="3383410164"/>
                  </a:ext>
                </a:extLst>
              </a:tr>
            </a:tbl>
          </a:graphicData>
        </a:graphic>
      </p:graphicFrame>
      <p:graphicFrame>
        <p:nvGraphicFramePr>
          <p:cNvPr id="26" name="Table 25">
            <a:extLst>
              <a:ext uri="{FF2B5EF4-FFF2-40B4-BE49-F238E27FC236}">
                <a16:creationId xmlns:a16="http://schemas.microsoft.com/office/drawing/2014/main" id="{02CF7F52-5A29-11B8-4C3D-B2A80FFE8FBF}"/>
              </a:ext>
            </a:extLst>
          </p:cNvPr>
          <p:cNvGraphicFramePr>
            <a:graphicFrameLocks noGrp="1"/>
          </p:cNvGraphicFramePr>
          <p:nvPr/>
        </p:nvGraphicFramePr>
        <p:xfrm>
          <a:off x="2666999" y="6545949"/>
          <a:ext cx="2286000" cy="182880"/>
        </p:xfrm>
        <a:graphic>
          <a:graphicData uri="http://schemas.openxmlformats.org/drawingml/2006/table">
            <a:tbl>
              <a:tblPr firstRow="1" bandRow="1"/>
              <a:tblGrid>
                <a:gridCol w="228600">
                  <a:extLst>
                    <a:ext uri="{9D8B030D-6E8A-4147-A177-3AD203B41FA5}">
                      <a16:colId xmlns:a16="http://schemas.microsoft.com/office/drawing/2014/main" val="2033441762"/>
                    </a:ext>
                  </a:extLst>
                </a:gridCol>
                <a:gridCol w="228600">
                  <a:extLst>
                    <a:ext uri="{9D8B030D-6E8A-4147-A177-3AD203B41FA5}">
                      <a16:colId xmlns:a16="http://schemas.microsoft.com/office/drawing/2014/main" val="3449813922"/>
                    </a:ext>
                  </a:extLst>
                </a:gridCol>
                <a:gridCol w="228600">
                  <a:extLst>
                    <a:ext uri="{9D8B030D-6E8A-4147-A177-3AD203B41FA5}">
                      <a16:colId xmlns:a16="http://schemas.microsoft.com/office/drawing/2014/main" val="4151504232"/>
                    </a:ext>
                  </a:extLst>
                </a:gridCol>
                <a:gridCol w="228600">
                  <a:extLst>
                    <a:ext uri="{9D8B030D-6E8A-4147-A177-3AD203B41FA5}">
                      <a16:colId xmlns:a16="http://schemas.microsoft.com/office/drawing/2014/main" val="3651163233"/>
                    </a:ext>
                  </a:extLst>
                </a:gridCol>
                <a:gridCol w="228600">
                  <a:extLst>
                    <a:ext uri="{9D8B030D-6E8A-4147-A177-3AD203B41FA5}">
                      <a16:colId xmlns:a16="http://schemas.microsoft.com/office/drawing/2014/main" val="155501932"/>
                    </a:ext>
                  </a:extLst>
                </a:gridCol>
                <a:gridCol w="228600">
                  <a:extLst>
                    <a:ext uri="{9D8B030D-6E8A-4147-A177-3AD203B41FA5}">
                      <a16:colId xmlns:a16="http://schemas.microsoft.com/office/drawing/2014/main" val="2054273059"/>
                    </a:ext>
                  </a:extLst>
                </a:gridCol>
                <a:gridCol w="228600">
                  <a:extLst>
                    <a:ext uri="{9D8B030D-6E8A-4147-A177-3AD203B41FA5}">
                      <a16:colId xmlns:a16="http://schemas.microsoft.com/office/drawing/2014/main" val="2964105552"/>
                    </a:ext>
                  </a:extLst>
                </a:gridCol>
                <a:gridCol w="228600">
                  <a:extLst>
                    <a:ext uri="{9D8B030D-6E8A-4147-A177-3AD203B41FA5}">
                      <a16:colId xmlns:a16="http://schemas.microsoft.com/office/drawing/2014/main" val="3230257800"/>
                    </a:ext>
                  </a:extLst>
                </a:gridCol>
                <a:gridCol w="228600">
                  <a:extLst>
                    <a:ext uri="{9D8B030D-6E8A-4147-A177-3AD203B41FA5}">
                      <a16:colId xmlns:a16="http://schemas.microsoft.com/office/drawing/2014/main" val="2596560962"/>
                    </a:ext>
                  </a:extLst>
                </a:gridCol>
                <a:gridCol w="228600">
                  <a:extLst>
                    <a:ext uri="{9D8B030D-6E8A-4147-A177-3AD203B41FA5}">
                      <a16:colId xmlns:a16="http://schemas.microsoft.com/office/drawing/2014/main" val="3804317012"/>
                    </a:ext>
                  </a:extLst>
                </a:gridCol>
              </a:tblGrid>
              <a:tr h="182880">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latin typeface="+mn-lt"/>
                        </a:rPr>
                        <a:t>1</a:t>
                      </a:r>
                      <a:endParaRPr lang="en-IN" sz="600">
                        <a:solidFill>
                          <a:schemeClr val="tx1"/>
                        </a:solidFill>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latin typeface="+mn-lt"/>
                        </a:rPr>
                        <a:t>2</a:t>
                      </a:r>
                      <a:endParaRPr lang="en-IN" sz="600">
                        <a:solidFill>
                          <a:schemeClr val="tx1"/>
                        </a:solidFill>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latin typeface="+mn-lt"/>
                        </a:rPr>
                        <a:t>3</a:t>
                      </a:r>
                      <a:endParaRPr lang="en-IN" sz="600">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33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latin typeface="+mn-lt"/>
                        </a:rPr>
                        <a:t>4</a:t>
                      </a:r>
                      <a:endParaRPr lang="en-IN" sz="600">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6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latin typeface="+mn-lt"/>
                        </a:rPr>
                        <a:t>5</a:t>
                      </a:r>
                      <a:endParaRPr lang="en-IN" sz="600">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99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latin typeface="+mn-lt"/>
                        </a:rPr>
                        <a:t>6</a:t>
                      </a:r>
                      <a:endParaRPr lang="en-IN" sz="600">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latin typeface="+mn-lt"/>
                        </a:rPr>
                        <a:t>7</a:t>
                      </a:r>
                      <a:endParaRPr lang="en-IN" sz="600">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latin typeface="+mn-lt"/>
                        </a:rPr>
                        <a:t>8</a:t>
                      </a:r>
                      <a:endParaRPr lang="en-IN" sz="600">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lumMod val="60000"/>
                        <a:lumOff val="40000"/>
                      </a:srgbClr>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latin typeface="+mn-lt"/>
                        </a:rPr>
                        <a:t>9</a:t>
                      </a:r>
                      <a:endParaRPr lang="en-IN" sz="600">
                        <a:solidFill>
                          <a:schemeClr val="tx1"/>
                        </a:solidFill>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ctr"/>
                      <a:r>
                        <a:rPr lang="en-US" sz="600">
                          <a:solidFill>
                            <a:schemeClr val="tx1"/>
                          </a:solidFill>
                          <a:latin typeface="+mn-lt"/>
                        </a:rPr>
                        <a:t>10</a:t>
                      </a:r>
                      <a:endParaRPr lang="en-IN" sz="600">
                        <a:solidFill>
                          <a:schemeClr val="tx1"/>
                        </a:solidFill>
                        <a:latin typeface="+mn-lt"/>
                      </a:endParaRPr>
                    </a:p>
                  </a:txBody>
                  <a:tcPr marL="45720" marR="45720" marT="18288" marB="18288"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EA72E">
                        <a:lumMod val="75000"/>
                      </a:srgbClr>
                    </a:solidFill>
                  </a:tcPr>
                </a:tc>
                <a:extLst>
                  <a:ext uri="{0D108BD9-81ED-4DB2-BD59-A6C34878D82A}">
                    <a16:rowId xmlns:a16="http://schemas.microsoft.com/office/drawing/2014/main" val="2923592930"/>
                  </a:ext>
                </a:extLst>
              </a:tr>
            </a:tbl>
          </a:graphicData>
        </a:graphic>
      </p:graphicFrame>
      <p:sp>
        <p:nvSpPr>
          <p:cNvPr id="27" name="Rectangle 26">
            <a:extLst>
              <a:ext uri="{FF2B5EF4-FFF2-40B4-BE49-F238E27FC236}">
                <a16:creationId xmlns:a16="http://schemas.microsoft.com/office/drawing/2014/main" id="{8DF33C4C-AC11-ECD7-3A2C-4E807763BF21}"/>
              </a:ext>
            </a:extLst>
          </p:cNvPr>
          <p:cNvSpPr/>
          <p:nvPr/>
        </p:nvSpPr>
        <p:spPr>
          <a:xfrm>
            <a:off x="2164079" y="6548223"/>
            <a:ext cx="502920" cy="182880"/>
          </a:xfrm>
          <a:prstGeom prst="rect">
            <a:avLst/>
          </a:prstGeom>
          <a:noFill/>
          <a:ln w="12700" cap="flat" cmpd="sng" algn="ctr">
            <a:noFill/>
            <a:prstDash val="solid"/>
            <a:miter lim="800000"/>
            <a:headEnd type="none" w="med" len="med"/>
            <a:tailEnd type="none" w="med" len="med"/>
          </a:ln>
          <a:effectLst/>
        </p:spPr>
        <p:txBody>
          <a:bodyPr lIns="45720" tIns="18288" rIns="45720" bIns="18288"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600" b="1" i="1" u="none" strike="noStrike" kern="0" cap="none" spc="0" normalizeH="0" baseline="0" noProof="0">
                <a:ln>
                  <a:noFill/>
                </a:ln>
                <a:solidFill>
                  <a:srgbClr val="1A1A24"/>
                </a:solidFill>
                <a:effectLst/>
                <a:uLnTx/>
                <a:uFillTx/>
                <a:latin typeface="EYInterstate Light"/>
                <a:ea typeface="+mn-ea"/>
                <a:cs typeface="+mn-cs"/>
              </a:rPr>
              <a:t>Color Key</a:t>
            </a:r>
          </a:p>
        </p:txBody>
      </p:sp>
      <p:sp>
        <p:nvSpPr>
          <p:cNvPr id="28" name="Rectangle 27">
            <a:extLst>
              <a:ext uri="{FF2B5EF4-FFF2-40B4-BE49-F238E27FC236}">
                <a16:creationId xmlns:a16="http://schemas.microsoft.com/office/drawing/2014/main" id="{92B2053D-FC09-31C9-21B6-F66E7A90EEB6}"/>
              </a:ext>
            </a:extLst>
          </p:cNvPr>
          <p:cNvSpPr/>
          <p:nvPr/>
        </p:nvSpPr>
        <p:spPr>
          <a:xfrm>
            <a:off x="6096001" y="4264480"/>
            <a:ext cx="3017520" cy="2059300"/>
          </a:xfrm>
          <a:prstGeom prst="rect">
            <a:avLst/>
          </a:prstGeom>
          <a:solidFill>
            <a:srgbClr val="646464">
              <a:alpha val="20000"/>
            </a:srgbClr>
          </a:solidFill>
          <a:ln w="12700" cap="flat" cmpd="sng" algn="ctr">
            <a:solidFill>
              <a:schemeClr val="tx1"/>
            </a:solidFill>
            <a:prstDash val="solid"/>
            <a:miter lim="800000"/>
            <a:headEnd type="none" w="med" len="med"/>
            <a:tailEnd type="none" w="med" len="med"/>
          </a:ln>
          <a:effectLst/>
        </p:spPr>
        <p:txBody>
          <a:bodyPr lIns="91440" tIns="91440" rIns="91440" bIns="0" numCol="1" spcCol="91440" rtlCol="0" anchor="t" anchorCtr="0"/>
          <a:lstStyle/>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all local entities aligned with accounting policies, timelines, and reporting standards?</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intercompany mismatches and FX translation issues resolved on time?</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Is there full visibility of adjustments and eliminations across the group?</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Are the tools/systems reliable and automated enough to minimize manual interventions?</a:t>
            </a:r>
          </a:p>
          <a:p>
            <a:pPr marL="182880" marR="0" lvl="0" indent="-182880" algn="l" defTabSz="914400" rtl="0" eaLnBrk="1" fontAlgn="auto" latinLnBrk="0" hangingPunct="1">
              <a:lnSpc>
                <a:spcPct val="100000"/>
              </a:lnSpc>
              <a:spcBef>
                <a:spcPts val="600"/>
              </a:spcBef>
              <a:spcAft>
                <a:spcPts val="0"/>
              </a:spcAft>
              <a:buClr>
                <a:srgbClr val="1A1A24">
                  <a:lumMod val="50000"/>
                  <a:lumOff val="50000"/>
                </a:srgbClr>
              </a:buClr>
              <a:buSzTx/>
              <a:buFont typeface="Wingdings 3" panose="05040102010807070707" pitchFamily="18" charset="2"/>
              <a:buChar char="Æ"/>
              <a:tabLst/>
              <a:defRPr/>
            </a:pPr>
            <a:r>
              <a:rPr kumimoji="0" lang="en-IN" sz="1000" b="0" i="0" u="none" strike="noStrike" kern="0" cap="none" spc="0" normalizeH="0" baseline="0" noProof="0">
                <a:ln>
                  <a:noFill/>
                </a:ln>
                <a:solidFill>
                  <a:srgbClr val="1A1A24"/>
                </a:solidFill>
                <a:effectLst/>
                <a:uLnTx/>
                <a:uFillTx/>
                <a:latin typeface="EYInterstate Light"/>
                <a:ea typeface="+mn-ea"/>
                <a:cs typeface="+mn-cs"/>
              </a:rPr>
              <a:t>Can I trust the data quality being submitted by local and regional teams?</a:t>
            </a:r>
            <a:endParaRPr kumimoji="0" lang="en-US" sz="1000" b="0" i="0" u="none" strike="noStrike" kern="0" cap="none" spc="0" normalizeH="0" baseline="0" noProof="0">
              <a:ln>
                <a:noFill/>
              </a:ln>
              <a:solidFill>
                <a:srgbClr val="1A1A24"/>
              </a:solidFill>
              <a:effectLst/>
              <a:uLnTx/>
              <a:uFillTx/>
              <a:latin typeface="EYInterstate Light"/>
              <a:ea typeface="+mn-ea"/>
              <a:cs typeface="+mn-cs"/>
            </a:endParaRPr>
          </a:p>
        </p:txBody>
      </p:sp>
      <p:graphicFrame>
        <p:nvGraphicFramePr>
          <p:cNvPr id="37" name="Table 36">
            <a:extLst>
              <a:ext uri="{FF2B5EF4-FFF2-40B4-BE49-F238E27FC236}">
                <a16:creationId xmlns:a16="http://schemas.microsoft.com/office/drawing/2014/main" id="{DA1A7B4F-6400-B77D-5CC4-9098ED901AE3}"/>
              </a:ext>
            </a:extLst>
          </p:cNvPr>
          <p:cNvGraphicFramePr>
            <a:graphicFrameLocks noGrp="1"/>
          </p:cNvGraphicFramePr>
          <p:nvPr>
            <p:extLst>
              <p:ext uri="{D42A27DB-BD31-4B8C-83A1-F6EECF244321}">
                <p14:modId xmlns:p14="http://schemas.microsoft.com/office/powerpoint/2010/main" val="3613747125"/>
              </p:ext>
            </p:extLst>
          </p:nvPr>
        </p:nvGraphicFramePr>
        <p:xfrm>
          <a:off x="9296401" y="4264480"/>
          <a:ext cx="2286000" cy="20574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1774526519"/>
                    </a:ext>
                  </a:extLst>
                </a:gridCol>
                <a:gridCol w="594360">
                  <a:extLst>
                    <a:ext uri="{9D8B030D-6E8A-4147-A177-3AD203B41FA5}">
                      <a16:colId xmlns:a16="http://schemas.microsoft.com/office/drawing/2014/main" val="2421986053"/>
                    </a:ext>
                  </a:extLst>
                </a:gridCol>
              </a:tblGrid>
              <a:tr h="512064">
                <a:tc>
                  <a:txBody>
                    <a:bodyPr/>
                    <a:lstStyle/>
                    <a:p>
                      <a:r>
                        <a:rPr lang="en-US" sz="1000" b="0" i="0">
                          <a:solidFill>
                            <a:schemeClr val="bg1"/>
                          </a:solidFill>
                        </a:rPr>
                        <a:t>Consolidation and Reporting Specialists</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3 – 5</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37865336"/>
                  </a:ext>
                </a:extLst>
              </a:tr>
              <a:tr h="512064">
                <a:tc>
                  <a:txBody>
                    <a:bodyPr/>
                    <a:lstStyle/>
                    <a:p>
                      <a:r>
                        <a:rPr lang="en-IN" sz="1000" b="0" i="0">
                          <a:solidFill>
                            <a:schemeClr val="bg1"/>
                          </a:solidFill>
                        </a:rPr>
                        <a:t>Senior Consolidation Financial Analyst / Lead</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050" b="1" i="0">
                          <a:solidFill>
                            <a:schemeClr val="bg1"/>
                          </a:solidFill>
                        </a:rPr>
                        <a:t>2 – 3</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76259115"/>
                  </a:ext>
                </a:extLst>
              </a:tr>
              <a:tr h="512064">
                <a:tc>
                  <a:txBody>
                    <a:bodyPr/>
                    <a:lstStyle/>
                    <a:p>
                      <a:r>
                        <a:rPr lang="en-IN" sz="1000" b="0" i="0">
                          <a:solidFill>
                            <a:schemeClr val="bg1"/>
                          </a:solidFill>
                        </a:rPr>
                        <a:t>Consolidation and Reporting Manager</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050" b="1" i="0">
                          <a:solidFill>
                            <a:schemeClr val="bg1"/>
                          </a:solidFill>
                        </a:rPr>
                        <a:t>1</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04640811"/>
                  </a:ext>
                </a:extLst>
              </a:tr>
              <a:tr h="521208">
                <a:tc>
                  <a:txBody>
                    <a:bodyPr/>
                    <a:lstStyle/>
                    <a:p>
                      <a:r>
                        <a:rPr lang="en-IN" sz="1000" b="0" i="0">
                          <a:solidFill>
                            <a:schemeClr val="bg1"/>
                          </a:solidFill>
                        </a:rPr>
                        <a:t>Systems Administrator / Consolidation Tool Expert</a:t>
                      </a: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ctr"/>
                      <a:r>
                        <a:rPr lang="en-US" sz="1050" b="1" i="0">
                          <a:solidFill>
                            <a:schemeClr val="bg1"/>
                          </a:solidFill>
                        </a:rPr>
                        <a:t>1 – 2</a:t>
                      </a:r>
                      <a:endParaRPr lang="en-IN" sz="1050" b="1" i="0">
                        <a:solidFill>
                          <a:schemeClr val="bg1"/>
                        </a:solidFill>
                      </a:endParaRPr>
                    </a:p>
                  </a:txBody>
                  <a:tcPr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884830849"/>
                  </a:ext>
                </a:extLst>
              </a:tr>
            </a:tbl>
          </a:graphicData>
        </a:graphic>
      </p:graphicFrame>
      <p:pic>
        <p:nvPicPr>
          <p:cNvPr id="62" name="Graphic 61" descr="Male profile with solid fill">
            <a:extLst>
              <a:ext uri="{FF2B5EF4-FFF2-40B4-BE49-F238E27FC236}">
                <a16:creationId xmlns:a16="http://schemas.microsoft.com/office/drawing/2014/main" id="{6BA78D77-F8AC-0023-54A5-D60F1B1762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80" y="2980281"/>
            <a:ext cx="228600" cy="228600"/>
          </a:xfrm>
          <a:prstGeom prst="rect">
            <a:avLst/>
          </a:prstGeom>
        </p:spPr>
      </p:pic>
      <p:pic>
        <p:nvPicPr>
          <p:cNvPr id="63" name="Graphic 62" descr="Female Profile with solid fill">
            <a:extLst>
              <a:ext uri="{FF2B5EF4-FFF2-40B4-BE49-F238E27FC236}">
                <a16:creationId xmlns:a16="http://schemas.microsoft.com/office/drawing/2014/main" id="{0F039C67-3CAE-17D0-5D85-74024AD98B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80" y="3211493"/>
            <a:ext cx="228600" cy="228600"/>
          </a:xfrm>
          <a:prstGeom prst="rect">
            <a:avLst/>
          </a:prstGeom>
        </p:spPr>
      </p:pic>
      <p:pic>
        <p:nvPicPr>
          <p:cNvPr id="71" name="Graphic 70" descr="Male profile with solid fill">
            <a:extLst>
              <a:ext uri="{FF2B5EF4-FFF2-40B4-BE49-F238E27FC236}">
                <a16:creationId xmlns:a16="http://schemas.microsoft.com/office/drawing/2014/main" id="{9FED891E-725E-7EF2-454F-C59034B094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80" y="3439017"/>
            <a:ext cx="228600" cy="228600"/>
          </a:xfrm>
          <a:prstGeom prst="rect">
            <a:avLst/>
          </a:prstGeom>
        </p:spPr>
      </p:pic>
      <p:pic>
        <p:nvPicPr>
          <p:cNvPr id="72" name="Graphic 71" descr="Female Profile with solid fill">
            <a:extLst>
              <a:ext uri="{FF2B5EF4-FFF2-40B4-BE49-F238E27FC236}">
                <a16:creationId xmlns:a16="http://schemas.microsoft.com/office/drawing/2014/main" id="{442AF871-923D-35BB-F4BE-6BE6E206C6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496" y="3668055"/>
            <a:ext cx="228600" cy="228600"/>
          </a:xfrm>
          <a:prstGeom prst="rect">
            <a:avLst/>
          </a:prstGeom>
        </p:spPr>
      </p:pic>
      <p:pic>
        <p:nvPicPr>
          <p:cNvPr id="73" name="Graphic 72" descr="Male profile with solid fill">
            <a:extLst>
              <a:ext uri="{FF2B5EF4-FFF2-40B4-BE49-F238E27FC236}">
                <a16:creationId xmlns:a16="http://schemas.microsoft.com/office/drawing/2014/main" id="{8AE7BF3F-F59D-3911-D80C-160200C10B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180" y="4279325"/>
            <a:ext cx="228600" cy="228600"/>
          </a:xfrm>
          <a:prstGeom prst="rect">
            <a:avLst/>
          </a:prstGeom>
        </p:spPr>
      </p:pic>
      <p:pic>
        <p:nvPicPr>
          <p:cNvPr id="74" name="Graphic 73" descr="Female Profile with solid fill">
            <a:extLst>
              <a:ext uri="{FF2B5EF4-FFF2-40B4-BE49-F238E27FC236}">
                <a16:creationId xmlns:a16="http://schemas.microsoft.com/office/drawing/2014/main" id="{6238CE8A-E6E1-C95F-5BFC-D98A5F6BCE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80" y="3973098"/>
            <a:ext cx="228600" cy="228600"/>
          </a:xfrm>
          <a:prstGeom prst="rect">
            <a:avLst/>
          </a:prstGeom>
        </p:spPr>
      </p:pic>
      <p:sp>
        <p:nvSpPr>
          <p:cNvPr id="3" name="Rectangle 2">
            <a:extLst>
              <a:ext uri="{FF2B5EF4-FFF2-40B4-BE49-F238E27FC236}">
                <a16:creationId xmlns:a16="http://schemas.microsoft.com/office/drawing/2014/main" id="{8E937E52-812A-9086-5BA5-3312169FE3B4}"/>
              </a:ext>
            </a:extLst>
          </p:cNvPr>
          <p:cNvSpPr/>
          <p:nvPr/>
        </p:nvSpPr>
        <p:spPr>
          <a:xfrm>
            <a:off x="7696200" y="6542219"/>
            <a:ext cx="3886200" cy="182880"/>
          </a:xfrm>
          <a:prstGeom prst="rect">
            <a:avLst/>
          </a:prstGeom>
          <a:noFill/>
          <a:ln w="12700" cap="flat" cmpd="sng" algn="ctr">
            <a:noFill/>
            <a:prstDash val="solid"/>
            <a:miter lim="800000"/>
            <a:headEnd type="none" w="med" len="med"/>
            <a:tailEnd type="none" w="med" len="med"/>
          </a:ln>
          <a:effectLst/>
        </p:spPr>
        <p:txBody>
          <a:bodyPr lIns="45720" tIns="18288" rIns="45720" bIns="18288"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IN" sz="1000" b="1" i="1" u="none" strike="noStrike" kern="0" cap="none" spc="0" normalizeH="0" baseline="0" noProof="0">
                <a:ln>
                  <a:noFill/>
                </a:ln>
                <a:solidFill>
                  <a:srgbClr val="1A1A24"/>
                </a:solidFill>
                <a:effectLst/>
                <a:uLnTx/>
                <a:uFillTx/>
                <a:latin typeface="EYInterstate Light"/>
                <a:ea typeface="+mn-ea"/>
                <a:cs typeface="+mn-cs"/>
              </a:rPr>
              <a:t>*</a:t>
            </a:r>
            <a:r>
              <a:rPr kumimoji="0" lang="en-IN" sz="600" b="0" i="1" u="none" strike="noStrike" kern="0" cap="none" spc="0" normalizeH="0" baseline="0" noProof="0">
                <a:ln>
                  <a:noFill/>
                </a:ln>
                <a:solidFill>
                  <a:srgbClr val="1A1A24"/>
                </a:solidFill>
                <a:effectLst/>
                <a:uLnTx/>
                <a:uFillTx/>
                <a:latin typeface="EYInterstate Light"/>
                <a:ea typeface="+mn-ea"/>
                <a:cs typeface="+mn-cs"/>
              </a:rPr>
              <a:t>Team structure may vary based on business size, number of entities, transaction volume, and tool maturity</a:t>
            </a:r>
            <a:endParaRPr kumimoji="0" lang="en-US" sz="600" b="0" i="1" u="none" strike="noStrike" kern="0" cap="none" spc="0" normalizeH="0" baseline="0" noProof="0">
              <a:ln>
                <a:noFill/>
              </a:ln>
              <a:solidFill>
                <a:srgbClr val="1A1A24"/>
              </a:solidFill>
              <a:effectLst/>
              <a:uLnTx/>
              <a:uFillTx/>
              <a:latin typeface="EYInterstate Light"/>
              <a:ea typeface="+mn-ea"/>
              <a:cs typeface="+mn-cs"/>
            </a:endParaRPr>
          </a:p>
        </p:txBody>
      </p:sp>
      <p:graphicFrame>
        <p:nvGraphicFramePr>
          <p:cNvPr id="36" name="Table 35">
            <a:extLst>
              <a:ext uri="{FF2B5EF4-FFF2-40B4-BE49-F238E27FC236}">
                <a16:creationId xmlns:a16="http://schemas.microsoft.com/office/drawing/2014/main" id="{57D82506-2A5B-52C1-FD0C-D74561F9D1F1}"/>
              </a:ext>
            </a:extLst>
          </p:cNvPr>
          <p:cNvGraphicFramePr>
            <a:graphicFrameLocks noGrp="1"/>
          </p:cNvGraphicFramePr>
          <p:nvPr>
            <p:extLst>
              <p:ext uri="{D42A27DB-BD31-4B8C-83A1-F6EECF244321}">
                <p14:modId xmlns:p14="http://schemas.microsoft.com/office/powerpoint/2010/main" val="627253829"/>
              </p:ext>
            </p:extLst>
          </p:nvPr>
        </p:nvGraphicFramePr>
        <p:xfrm>
          <a:off x="2895601" y="1297063"/>
          <a:ext cx="8686800" cy="2478024"/>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1774526519"/>
                    </a:ext>
                  </a:extLst>
                </a:gridCol>
                <a:gridCol w="1737360">
                  <a:extLst>
                    <a:ext uri="{9D8B030D-6E8A-4147-A177-3AD203B41FA5}">
                      <a16:colId xmlns:a16="http://schemas.microsoft.com/office/drawing/2014/main" val="2421986053"/>
                    </a:ext>
                  </a:extLst>
                </a:gridCol>
                <a:gridCol w="1737360">
                  <a:extLst>
                    <a:ext uri="{9D8B030D-6E8A-4147-A177-3AD203B41FA5}">
                      <a16:colId xmlns:a16="http://schemas.microsoft.com/office/drawing/2014/main" val="2395235058"/>
                    </a:ext>
                  </a:extLst>
                </a:gridCol>
                <a:gridCol w="1737360">
                  <a:extLst>
                    <a:ext uri="{9D8B030D-6E8A-4147-A177-3AD203B41FA5}">
                      <a16:colId xmlns:a16="http://schemas.microsoft.com/office/drawing/2014/main" val="4280830803"/>
                    </a:ext>
                  </a:extLst>
                </a:gridCol>
                <a:gridCol w="1737360">
                  <a:extLst>
                    <a:ext uri="{9D8B030D-6E8A-4147-A177-3AD203B41FA5}">
                      <a16:colId xmlns:a16="http://schemas.microsoft.com/office/drawing/2014/main" val="2486003711"/>
                    </a:ext>
                  </a:extLst>
                </a:gridCol>
              </a:tblGrid>
              <a:tr h="320040">
                <a:tc>
                  <a:txBody>
                    <a:bodyPr/>
                    <a:lstStyle/>
                    <a:p>
                      <a:r>
                        <a:rPr lang="en-US" sz="1100" b="1">
                          <a:solidFill>
                            <a:schemeClr val="tx1"/>
                          </a:solidFill>
                        </a:rPr>
                        <a:t>Record</a:t>
                      </a:r>
                      <a:endParaRPr lang="en-IN" sz="1100" b="1">
                        <a:solidFill>
                          <a:schemeClr val="tx1"/>
                        </a:solidFill>
                      </a:endParaRP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Reconcile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Close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Consolidate</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tc>
                  <a:txBody>
                    <a:bodyPr/>
                    <a:lstStyle/>
                    <a:p>
                      <a:r>
                        <a:rPr lang="en-US" sz="1100" b="1">
                          <a:solidFill>
                            <a:schemeClr val="tx1"/>
                          </a:solidFill>
                        </a:rPr>
                        <a:t>Report</a:t>
                      </a:r>
                      <a:endParaRPr lang="en-IN" sz="1100" b="1">
                        <a:solidFill>
                          <a:schemeClr val="tx1"/>
                        </a:solidFill>
                      </a:endParaRP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50000"/>
                      </a:schemeClr>
                    </a:solidFill>
                  </a:tcPr>
                </a:tc>
                <a:extLst>
                  <a:ext uri="{0D108BD9-81ED-4DB2-BD59-A6C34878D82A}">
                    <a16:rowId xmlns:a16="http://schemas.microsoft.com/office/drawing/2014/main" val="390316834"/>
                  </a:ext>
                </a:extLst>
              </a:tr>
              <a:tr h="758952">
                <a:tc>
                  <a:txBody>
                    <a:bodyPr/>
                    <a:lstStyle/>
                    <a:p>
                      <a:pPr algn="l"/>
                      <a:r>
                        <a:rPr lang="en-IN" sz="1000" b="0" i="1">
                          <a:solidFill>
                            <a:schemeClr val="bg1"/>
                          </a:solidFill>
                        </a:rPr>
                        <a:t>Ensure accuracy of GL, sub-ledgers, and intercompany postings</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Review reconciliations of intercompany balances and key GL accounts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Validate trial balances for month-end/quarter-end close activities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Execute consolidation processes using HFM/OneStream/SAP Group Reporting</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Prepare and deliver consolidated financial statements for reporting</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37865336"/>
                  </a:ext>
                </a:extLst>
              </a:tr>
              <a:tr h="640080">
                <a:tc>
                  <a:txBody>
                    <a:bodyPr/>
                    <a:lstStyle/>
                    <a:p>
                      <a:pPr algn="l"/>
                      <a:r>
                        <a:rPr lang="en-IN" sz="1000" b="0" i="1">
                          <a:solidFill>
                            <a:schemeClr val="bg1"/>
                          </a:solidFill>
                        </a:rPr>
                        <a:t>Validate chart of accounts for consolidation</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Identify and resolve mismatches with entity controllers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Monitor close calendars and escalate delays affecting consolidation</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Post top-side adjustments (eliminations, minority interest, etc.)</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Support management reporting and regulatory filings</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576259115"/>
                  </a:ext>
                </a:extLst>
              </a:tr>
              <a:tr h="758952">
                <a:tc>
                  <a:txBody>
                    <a:bodyPr/>
                    <a:lstStyle/>
                    <a:p>
                      <a:pPr algn="l"/>
                      <a:r>
                        <a:rPr lang="en-IN" sz="1000" b="0" i="1">
                          <a:solidFill>
                            <a:schemeClr val="bg1"/>
                          </a:solidFill>
                        </a:rPr>
                        <a:t>Collaborate with local entities on standard templates and accounting principles</a:t>
                      </a:r>
                    </a:p>
                  </a:txBody>
                  <a:tcPr marT="18288" marB="18288"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Oversee foreign currency translation accuracy per group policies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Conduct preliminary variance analysis for unusual trends</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a:r>
                        <a:rPr lang="en-IN" sz="1000" b="0" i="1">
                          <a:solidFill>
                            <a:schemeClr val="bg1"/>
                          </a:solidFill>
                        </a:rPr>
                        <a:t>Validate accuracy of consolidated P&amp;L, BS, and CF</a:t>
                      </a:r>
                    </a:p>
                  </a:txBody>
                  <a:tcPr marT="18288" marB="18288"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algn="l"/>
                      <a:r>
                        <a:rPr lang="en-IN" sz="1000" b="0" i="1">
                          <a:solidFill>
                            <a:schemeClr val="bg1"/>
                          </a:solidFill>
                        </a:rPr>
                        <a:t>Liaise with auditors on consolidation queries and provide analysis on financial results and KPIs</a:t>
                      </a:r>
                    </a:p>
                  </a:txBody>
                  <a:tcPr marT="18288" marB="18288"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04640811"/>
                  </a:ext>
                </a:extLst>
              </a:tr>
            </a:tbl>
          </a:graphicData>
        </a:graphic>
      </p:graphicFrame>
      <p:sp>
        <p:nvSpPr>
          <p:cNvPr id="15" name="Rectangle 14">
            <a:extLst>
              <a:ext uri="{FF2B5EF4-FFF2-40B4-BE49-F238E27FC236}">
                <a16:creationId xmlns:a16="http://schemas.microsoft.com/office/drawing/2014/main" id="{ADA3567C-00F4-E298-57D3-F057B75B7A12}"/>
              </a:ext>
            </a:extLst>
          </p:cNvPr>
          <p:cNvSpPr/>
          <p:nvPr/>
        </p:nvSpPr>
        <p:spPr>
          <a:xfrm>
            <a:off x="3261361" y="936863"/>
            <a:ext cx="274320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Role and Responsibilities Summary</a:t>
            </a:r>
          </a:p>
        </p:txBody>
      </p:sp>
      <p:sp>
        <p:nvSpPr>
          <p:cNvPr id="16" name="Rectangle 15">
            <a:extLst>
              <a:ext uri="{FF2B5EF4-FFF2-40B4-BE49-F238E27FC236}">
                <a16:creationId xmlns:a16="http://schemas.microsoft.com/office/drawing/2014/main" id="{DE63E69D-BBFD-ED39-ED61-D0F4E16F8E1C}"/>
              </a:ext>
            </a:extLst>
          </p:cNvPr>
          <p:cNvSpPr/>
          <p:nvPr/>
        </p:nvSpPr>
        <p:spPr>
          <a:xfrm>
            <a:off x="3261361" y="3903011"/>
            <a:ext cx="265176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Motivations Summary</a:t>
            </a:r>
            <a:endParaRPr kumimoji="0" lang="en-US" sz="12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17" name="Rectangle 16">
            <a:extLst>
              <a:ext uri="{FF2B5EF4-FFF2-40B4-BE49-F238E27FC236}">
                <a16:creationId xmlns:a16="http://schemas.microsoft.com/office/drawing/2014/main" id="{33F1615B-F19C-6B74-3847-D7281B15847D}"/>
              </a:ext>
            </a:extLst>
          </p:cNvPr>
          <p:cNvSpPr/>
          <p:nvPr/>
        </p:nvSpPr>
        <p:spPr>
          <a:xfrm>
            <a:off x="6461761" y="3903011"/>
            <a:ext cx="265176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Questions and Concerns Summary</a:t>
            </a:r>
            <a:endParaRPr kumimoji="0" lang="en-US" sz="1200" b="0" i="0" u="none" strike="noStrike" kern="0" cap="none" spc="0" normalizeH="0" baseline="0" noProof="0">
              <a:ln>
                <a:noFill/>
              </a:ln>
              <a:solidFill>
                <a:srgbClr val="1A1A24"/>
              </a:solidFill>
              <a:effectLst/>
              <a:uLnTx/>
              <a:uFillTx/>
              <a:latin typeface="EYInterstate Light"/>
              <a:ea typeface="+mn-ea"/>
              <a:cs typeface="+mn-cs"/>
            </a:endParaRPr>
          </a:p>
        </p:txBody>
      </p:sp>
      <p:sp>
        <p:nvSpPr>
          <p:cNvPr id="19" name="Rectangle 18">
            <a:extLst>
              <a:ext uri="{FF2B5EF4-FFF2-40B4-BE49-F238E27FC236}">
                <a16:creationId xmlns:a16="http://schemas.microsoft.com/office/drawing/2014/main" id="{7336FC4A-E8DA-B694-980C-9266BA255CBB}"/>
              </a:ext>
            </a:extLst>
          </p:cNvPr>
          <p:cNvSpPr/>
          <p:nvPr/>
        </p:nvSpPr>
        <p:spPr>
          <a:xfrm>
            <a:off x="9662161" y="3903011"/>
            <a:ext cx="1920240" cy="320040"/>
          </a:xfrm>
          <a:prstGeom prst="rect">
            <a:avLst/>
          </a:prstGeom>
          <a:no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1A1A24"/>
                </a:solidFill>
                <a:effectLst/>
                <a:uLnTx/>
                <a:uFillTx/>
                <a:latin typeface="EYInterstate Light"/>
                <a:ea typeface="+mn-ea"/>
                <a:cs typeface="+mn-cs"/>
              </a:rPr>
              <a:t>Team Structure*</a:t>
            </a:r>
          </a:p>
        </p:txBody>
      </p:sp>
      <p:sp>
        <p:nvSpPr>
          <p:cNvPr id="21" name="Rectangle 20">
            <a:extLst>
              <a:ext uri="{FF2B5EF4-FFF2-40B4-BE49-F238E27FC236}">
                <a16:creationId xmlns:a16="http://schemas.microsoft.com/office/drawing/2014/main" id="{19626EBA-D33F-9BBC-6B64-7F6F5A7DB241}"/>
              </a:ext>
            </a:extLst>
          </p:cNvPr>
          <p:cNvSpPr/>
          <p:nvPr/>
        </p:nvSpPr>
        <p:spPr>
          <a:xfrm>
            <a:off x="609601" y="2582783"/>
            <a:ext cx="2057400" cy="320040"/>
          </a:xfrm>
          <a:prstGeom prst="rect">
            <a:avLst/>
          </a:prstGeom>
          <a:solidFill>
            <a:srgbClr val="646464">
              <a:alpha val="75000"/>
            </a:srgbClr>
          </a:solid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FFFFFF"/>
                </a:solidFill>
                <a:effectLst/>
                <a:uLnTx/>
                <a:uFillTx/>
                <a:latin typeface="EYInterstate Light"/>
                <a:ea typeface="+mn-ea"/>
                <a:cs typeface="+mn-cs"/>
              </a:rPr>
              <a:t>Stakeholder Interaction</a:t>
            </a:r>
            <a:endParaRPr kumimoji="0" lang="en-US" sz="12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23" name="Rectangle 22">
            <a:extLst>
              <a:ext uri="{FF2B5EF4-FFF2-40B4-BE49-F238E27FC236}">
                <a16:creationId xmlns:a16="http://schemas.microsoft.com/office/drawing/2014/main" id="{8717B984-B458-0808-8826-AB1B920DC0DA}"/>
              </a:ext>
            </a:extLst>
          </p:cNvPr>
          <p:cNvSpPr/>
          <p:nvPr/>
        </p:nvSpPr>
        <p:spPr>
          <a:xfrm>
            <a:off x="609600" y="4682151"/>
            <a:ext cx="2057400" cy="320040"/>
          </a:xfrm>
          <a:prstGeom prst="rect">
            <a:avLst/>
          </a:prstGeom>
          <a:solidFill>
            <a:srgbClr val="646464">
              <a:alpha val="75000"/>
            </a:srgbClr>
          </a:solidFill>
          <a:ln w="6350" cap="flat" cmpd="sng" algn="ctr">
            <a:noFill/>
            <a:prstDash val="lgDash"/>
            <a:miter lim="800000"/>
            <a:headEnd type="none" w="med" len="med"/>
            <a:tailEnd type="none" w="med" len="med"/>
          </a:ln>
          <a:effectLst/>
        </p:spPr>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0"/>
              </a:spcAft>
              <a:buClr>
                <a:srgbClr val="FFE600"/>
              </a:buClr>
              <a:buSzTx/>
              <a:buFontTx/>
              <a:buNone/>
              <a:tabLst/>
              <a:defRPr/>
            </a:pPr>
            <a:r>
              <a:rPr kumimoji="0" lang="en-US" sz="1200" b="1" i="0" u="none" strike="noStrike" kern="0" cap="none" spc="0" normalizeH="0" baseline="0" noProof="0">
                <a:ln>
                  <a:noFill/>
                </a:ln>
                <a:solidFill>
                  <a:srgbClr val="FFFFFF"/>
                </a:solidFill>
                <a:effectLst/>
                <a:uLnTx/>
                <a:uFillTx/>
                <a:latin typeface="EYInterstate Light"/>
                <a:ea typeface="+mn-ea"/>
                <a:cs typeface="+mn-cs"/>
              </a:rPr>
              <a:t>Process Understanding</a:t>
            </a:r>
          </a:p>
        </p:txBody>
      </p:sp>
      <p:pic>
        <p:nvPicPr>
          <p:cNvPr id="25" name="Picture 2" descr="Job description">
            <a:extLst>
              <a:ext uri="{FF2B5EF4-FFF2-40B4-BE49-F238E27FC236}">
                <a16:creationId xmlns:a16="http://schemas.microsoft.com/office/drawing/2014/main" id="{6D7A6B50-F600-CAA1-771C-3FF282537EA0}"/>
              </a:ext>
            </a:extLst>
          </p:cNvPr>
          <p:cNvPicPr>
            <a:picLocks noChangeAspect="1" noChangeArrowheads="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601" y="914399"/>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Motivation ">
            <a:extLst>
              <a:ext uri="{FF2B5EF4-FFF2-40B4-BE49-F238E27FC236}">
                <a16:creationId xmlns:a16="http://schemas.microsoft.com/office/drawing/2014/main" id="{34FEBFEA-B147-021F-FD0D-55B816FA9E8F}"/>
              </a:ext>
            </a:extLst>
          </p:cNvPr>
          <p:cNvPicPr>
            <a:picLocks noChangeAspect="1" noChangeArrowheads="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601" y="3880151"/>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Concerned ">
            <a:extLst>
              <a:ext uri="{FF2B5EF4-FFF2-40B4-BE49-F238E27FC236}">
                <a16:creationId xmlns:a16="http://schemas.microsoft.com/office/drawing/2014/main" id="{F3AF1470-E6C8-D4CA-3888-BEF4C85855D2}"/>
              </a:ext>
            </a:extLst>
          </p:cNvPr>
          <p:cNvPicPr>
            <a:picLocks noChangeAspect="1" noChangeArrowheads="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96001" y="3880151"/>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descr="Organization structure ">
            <a:extLst>
              <a:ext uri="{FF2B5EF4-FFF2-40B4-BE49-F238E27FC236}">
                <a16:creationId xmlns:a16="http://schemas.microsoft.com/office/drawing/2014/main" id="{4EBB5002-D038-1AE3-E739-B7EA1269ED28}"/>
              </a:ext>
            </a:extLst>
          </p:cNvPr>
          <p:cNvPicPr>
            <a:picLocks noChangeAspect="1" noChangeArrowheads="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296401" y="3880151"/>
            <a:ext cx="365760"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514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9F28E-65AA-D139-F5A3-544B298B1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952E4-EC14-B369-7B51-4484E5EA9D37}"/>
              </a:ext>
            </a:extLst>
          </p:cNvPr>
          <p:cNvSpPr>
            <a:spLocks noGrp="1"/>
          </p:cNvSpPr>
          <p:nvPr>
            <p:ph type="title"/>
          </p:nvPr>
        </p:nvSpPr>
        <p:spPr>
          <a:xfrm>
            <a:off x="609600" y="274320"/>
            <a:ext cx="10972800" cy="457200"/>
          </a:xfrm>
        </p:spPr>
        <p:txBody>
          <a:bodyPr/>
          <a:lstStyle/>
          <a:p>
            <a:r>
              <a:rPr lang="en-IN" noProof="0"/>
              <a:t>Record-to-Report | Maturity Model</a:t>
            </a:r>
            <a:endParaRPr lang="en-US" noProof="0"/>
          </a:p>
        </p:txBody>
      </p:sp>
      <p:sp>
        <p:nvSpPr>
          <p:cNvPr id="5" name="Slide Number Placeholder 4">
            <a:extLst>
              <a:ext uri="{FF2B5EF4-FFF2-40B4-BE49-F238E27FC236}">
                <a16:creationId xmlns:a16="http://schemas.microsoft.com/office/drawing/2014/main" id="{0BBFE48C-20C9-C294-69F7-A6E033EA0E53}"/>
              </a:ext>
            </a:extLst>
          </p:cNvPr>
          <p:cNvSpPr>
            <a:spLocks noGrp="1"/>
          </p:cNvSpPr>
          <p:nvPr>
            <p:ph type="sldNum" sz="quarter" idx="12"/>
          </p:nvPr>
        </p:nvSpPr>
        <p:spPr/>
        <p:txBody>
          <a:bodyPr/>
          <a:lstStyle/>
          <a:p>
            <a:fld id="{94FCA0F3-9F3A-694B-99BB-0E592A797735}" type="slidenum">
              <a:rPr lang="en-US" noProof="0" smtClean="0"/>
              <a:t>35</a:t>
            </a:fld>
            <a:endParaRPr lang="en-US" noProof="0"/>
          </a:p>
        </p:txBody>
      </p:sp>
      <p:sp>
        <p:nvSpPr>
          <p:cNvPr id="6" name="Date Placeholder 5">
            <a:extLst>
              <a:ext uri="{FF2B5EF4-FFF2-40B4-BE49-F238E27FC236}">
                <a16:creationId xmlns:a16="http://schemas.microsoft.com/office/drawing/2014/main" id="{F78D8BEA-26A8-EA0B-39F1-6F706B38F739}"/>
              </a:ext>
            </a:extLst>
          </p:cNvPr>
          <p:cNvSpPr>
            <a:spLocks noGrp="1"/>
          </p:cNvSpPr>
          <p:nvPr>
            <p:ph type="dt" sz="half" idx="10"/>
          </p:nvPr>
        </p:nvSpPr>
        <p:spPr/>
        <p:txBody>
          <a:bodyPr/>
          <a:lstStyle/>
          <a:p>
            <a:fld id="{F3772E00-D7F7-40FD-832D-6C39A8B43411}" type="datetime1">
              <a:rPr lang="en-US" noProof="0" smtClean="0"/>
              <a:t>11/28/2025</a:t>
            </a:fld>
            <a:endParaRPr lang="en-US" noProof="0"/>
          </a:p>
        </p:txBody>
      </p:sp>
      <p:graphicFrame>
        <p:nvGraphicFramePr>
          <p:cNvPr id="3" name="Group 3">
            <a:extLst>
              <a:ext uri="{FF2B5EF4-FFF2-40B4-BE49-F238E27FC236}">
                <a16:creationId xmlns:a16="http://schemas.microsoft.com/office/drawing/2014/main" id="{CC85D2F6-51AD-B768-1A8C-3831FDE4A53A}"/>
              </a:ext>
            </a:extLst>
          </p:cNvPr>
          <p:cNvGraphicFramePr>
            <a:graphicFrameLocks/>
          </p:cNvGraphicFramePr>
          <p:nvPr>
            <p:extLst>
              <p:ext uri="{D42A27DB-BD31-4B8C-83A1-F6EECF244321}">
                <p14:modId xmlns:p14="http://schemas.microsoft.com/office/powerpoint/2010/main" val="1371701760"/>
              </p:ext>
            </p:extLst>
          </p:nvPr>
        </p:nvGraphicFramePr>
        <p:xfrm>
          <a:off x="609600" y="868680"/>
          <a:ext cx="10972800" cy="5440680"/>
        </p:xfrm>
        <a:graphic>
          <a:graphicData uri="http://schemas.openxmlformats.org/drawingml/2006/table">
            <a:tbl>
              <a:tblPr/>
              <a:tblGrid>
                <a:gridCol w="3657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tblGrid>
              <a:tr h="4572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rgbClr val="646464"/>
                        </a:solidFill>
                        <a:effectLst/>
                        <a:latin typeface="+mn-lt"/>
                        <a:cs typeface="Arial" charset="0"/>
                      </a:endParaRPr>
                    </a:p>
                  </a:txBody>
                  <a:tcPr marL="45720" marR="45720" marT="27432" marB="27432" vert="eaVert" anchor="ctr" horzOverflow="overflow">
                    <a:lnL w="635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Basic</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Developing</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3</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Established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4</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Advanced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5</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Leading</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0"/>
                  </a:ext>
                </a:extLst>
              </a:tr>
              <a:tr h="320040">
                <a:tc rowSpan="4">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Process</a:t>
                      </a:r>
                    </a:p>
                  </a:txBody>
                  <a:tcPr marL="45720" marR="45720" marT="27432" marB="27432"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No formal close calendar(s) or cut-offs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Multiple close calendars and cut-offs in place monitored locally</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Multiple close calendars, but cut-offs/deadlines are standardized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 common close calendar is in place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 single, closely monitored, close calendar with soft close is in use</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1"/>
                  </a:ext>
                </a:extLst>
              </a:tr>
              <a:tr h="41148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Policies, processes, and procedures are inconsistent and undocumented</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Policies, processes, and procedures are documented, but not consistently applied in practice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Standardized policies, processes, and procedures are documented, and adhered to</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Policies, processes, and procedures are standardized, documented, adhered to, and monitored regularly</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dirty="0">
                          <a:ln>
                            <a:noFill/>
                          </a:ln>
                          <a:solidFill>
                            <a:srgbClr val="646464"/>
                          </a:solidFill>
                          <a:effectLst/>
                          <a:latin typeface="+mn-lt"/>
                          <a:ea typeface="+mn-ea"/>
                          <a:cs typeface="Arial" charset="0"/>
                        </a:rPr>
                        <a:t>Policies, processes, and procedures are standardized, documented, adhered to, enforced by the system, and monitored by a center of excellence (COE)</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2"/>
                  </a:ext>
                </a:extLst>
              </a:tr>
              <a:tr h="3200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Financial Statements are prepared in Excel</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System runs Financial Statements, but manual adjustments are required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Preparation of the BS and P&amp;L is automated; Cash Flow is manual</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All Financial Statement preparation is automated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All Financial Statement preparation and distribution is automated</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3"/>
                  </a:ext>
                </a:extLst>
              </a:tr>
              <a:tr h="3200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Accounts are not analyzed</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Limited account analysis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Account analysis is common, limited forward-looking analysis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Account analysis is performed regularly with some forward-looking analysis </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Comprehensive account analysis is performed </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4"/>
                  </a:ext>
                </a:extLst>
              </a:tr>
              <a:tr h="411480">
                <a:tc rowSpan="4">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People</a:t>
                      </a:r>
                    </a:p>
                  </a:txBody>
                  <a:tcPr marL="45720" marR="45720" marT="27432" marB="27432"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Few transactional activities are outsourced or centralized; no global centralization or outsourcing</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Some outsourcing or centralization, but not country or world-wide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Partial outsourcing or centralization by country</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Majority of transactions are centralized by country and recorded consistently across the region</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All transactional activity is outsourced or handled in shared services center environment</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5"/>
                  </a:ext>
                </a:extLst>
              </a:tr>
              <a:tr h="3200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Roles and responsibilities are not clear</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Roles and responsibilities are assigned, but confusion and overlap exists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Roles and responsibilities understood, but not documented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Roles and responsibilities are clearly understood and documented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dirty="0">
                          <a:ln>
                            <a:noFill/>
                          </a:ln>
                          <a:solidFill>
                            <a:srgbClr val="646464"/>
                          </a:solidFill>
                          <a:effectLst/>
                          <a:latin typeface="+mn-lt"/>
                          <a:ea typeface="+mn-ea"/>
                          <a:cs typeface="Arial" charset="0"/>
                        </a:rPr>
                        <a:t>Roles and responsibilities are understood, documented, and monitored by the COE</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6"/>
                  </a:ext>
                </a:extLst>
              </a:tr>
              <a:tr h="41148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Limited business/finance understanding</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Uneven technical skills and business acumen</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Adequate and consistent finance technical skills, but uneven business acumen within finance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Adequate and consistent technical skills and business understanding within finance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Deep technical skills and business understanding of business and finance</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7"/>
                  </a:ext>
                </a:extLst>
              </a:tr>
              <a:tr h="3200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No development or training is available to employees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Limited development and ad hoc training</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Functional training and development programs are in place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Rotation programs and leadership training is available for select individuals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Finance staff rotations and leadership programs are in place</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8"/>
                  </a:ext>
                </a:extLst>
              </a:tr>
              <a:tr h="411480">
                <a:tc rowSpan="5">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Technology</a:t>
                      </a:r>
                    </a:p>
                  </a:txBody>
                  <a:tcPr marL="45720" marR="45720" marT="27432" marB="27432"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Fragmented systems with redundant and inconsistent data and extensive Excel-based reporting</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Fragmented systems with manual steps in place to address data consistency and accuracy</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Single master data systems within business units; some manual procedures to interface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Best of breed automated systems are interfaced to general ledger; workflow approvals for journal entries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Integrated ERP platform and common COA </a:t>
                      </a:r>
                    </a:p>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BPM platform interfaced to GL and operational databases for reporting data</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9"/>
                  </a:ext>
                </a:extLst>
              </a:tr>
              <a:tr h="3200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No reconciliations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Manual reconciliations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Semi-automated reconciliations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Automated reconciliations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Fully integrated system makes manual GL reconciliations unnecessary</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10"/>
                  </a:ext>
                </a:extLst>
              </a:tr>
              <a:tr h="3200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Multiple COAs in use with inconsistent definitions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Multiple COAs in use with consistent definitions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Common COA in use but limited rationalization of number of accounts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Standard, appropriately structured COA and governance process in place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Single, rationalized COA that optimizes module/sub-ledger functionality and strong governance process</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11"/>
                  </a:ext>
                </a:extLst>
              </a:tr>
              <a:tr h="5486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Close/consolidation process is complex and manual with high degree of adjustments and reconciliations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Infrequent feeds to reporting system with spreadsheet or manual consolidation and reporting process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Consolidation done primarily in ledger with some Excel reporting</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Streamlined consolidation using a dedicated consolidation tool</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Automated consolidation and elimination entries for legal, statutory and management books</a:t>
                      </a:r>
                    </a:p>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Workflow application in place to integrate 10Q/10K management discussion </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12"/>
                  </a:ext>
                </a:extLst>
              </a:tr>
              <a:tr h="548640">
                <a:tc v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Sub-ledger data is reformatted and manually entered/uploaded; adjusting entries are required</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Sub-ledger data is interfaced with the GL but requires manual intervention and manual reconciliation to test data integrity and accuracy</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Sub-ledger data is transferred to the GL electronically; top-side adjustments are required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Sub-ledger data is electronically transferred to the GL with web-enables interfaces and automatic data capture, few adjustments are needed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
                          <a:srgbClr val="808080"/>
                        </a:buClr>
                        <a:buSzPct val="70000"/>
                        <a:buFont typeface="Arial" panose="020B0604020202020204" pitchFamily="34" charset="0"/>
                        <a:buChar char="►"/>
                        <a:tabLst/>
                      </a:pPr>
                      <a:r>
                        <a:rPr kumimoji="0" lang="en-US" sz="700" b="0" i="0" u="none" strike="noStrike" kern="1200" cap="none" normalizeH="0" baseline="0">
                          <a:ln>
                            <a:noFill/>
                          </a:ln>
                          <a:solidFill>
                            <a:srgbClr val="646464"/>
                          </a:solidFill>
                          <a:effectLst/>
                          <a:latin typeface="+mn-lt"/>
                          <a:ea typeface="+mn-ea"/>
                          <a:cs typeface="Arial" charset="0"/>
                        </a:rPr>
                        <a:t>Sub-ledger data is automatically interfaced and balanced daily</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925467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5C857-7B17-07AD-37F8-1B1BD5091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32D1D-13CB-4CFF-7658-62F7FEF0FE3B}"/>
              </a:ext>
            </a:extLst>
          </p:cNvPr>
          <p:cNvSpPr>
            <a:spLocks noGrp="1"/>
          </p:cNvSpPr>
          <p:nvPr>
            <p:ph type="title"/>
          </p:nvPr>
        </p:nvSpPr>
        <p:spPr>
          <a:xfrm>
            <a:off x="609600" y="274320"/>
            <a:ext cx="10972800" cy="457200"/>
          </a:xfrm>
        </p:spPr>
        <p:txBody>
          <a:bodyPr/>
          <a:lstStyle/>
          <a:p>
            <a:r>
              <a:rPr lang="en-IN" noProof="0"/>
              <a:t>Intercompany Accounting | Maturity Model</a:t>
            </a:r>
            <a:endParaRPr lang="en-US" noProof="0"/>
          </a:p>
        </p:txBody>
      </p:sp>
      <p:sp>
        <p:nvSpPr>
          <p:cNvPr id="5" name="Slide Number Placeholder 4">
            <a:extLst>
              <a:ext uri="{FF2B5EF4-FFF2-40B4-BE49-F238E27FC236}">
                <a16:creationId xmlns:a16="http://schemas.microsoft.com/office/drawing/2014/main" id="{CE796BAA-1156-2338-6E87-3B0DB12E6A27}"/>
              </a:ext>
            </a:extLst>
          </p:cNvPr>
          <p:cNvSpPr>
            <a:spLocks noGrp="1"/>
          </p:cNvSpPr>
          <p:nvPr>
            <p:ph type="sldNum" sz="quarter" idx="12"/>
          </p:nvPr>
        </p:nvSpPr>
        <p:spPr/>
        <p:txBody>
          <a:bodyPr/>
          <a:lstStyle/>
          <a:p>
            <a:fld id="{94FCA0F3-9F3A-694B-99BB-0E592A797735}" type="slidenum">
              <a:rPr lang="en-US" noProof="0" smtClean="0"/>
              <a:t>36</a:t>
            </a:fld>
            <a:endParaRPr lang="en-US" noProof="0"/>
          </a:p>
        </p:txBody>
      </p:sp>
      <p:sp>
        <p:nvSpPr>
          <p:cNvPr id="6" name="Date Placeholder 5">
            <a:extLst>
              <a:ext uri="{FF2B5EF4-FFF2-40B4-BE49-F238E27FC236}">
                <a16:creationId xmlns:a16="http://schemas.microsoft.com/office/drawing/2014/main" id="{36DFF79F-8B18-A0F2-D0E6-2A52BBC20279}"/>
              </a:ext>
            </a:extLst>
          </p:cNvPr>
          <p:cNvSpPr>
            <a:spLocks noGrp="1"/>
          </p:cNvSpPr>
          <p:nvPr>
            <p:ph type="dt" sz="half" idx="10"/>
          </p:nvPr>
        </p:nvSpPr>
        <p:spPr/>
        <p:txBody>
          <a:bodyPr/>
          <a:lstStyle/>
          <a:p>
            <a:fld id="{F3772E00-D7F7-40FD-832D-6C39A8B43411}" type="datetime1">
              <a:rPr lang="en-US" noProof="0" smtClean="0"/>
              <a:t>11/28/2025</a:t>
            </a:fld>
            <a:endParaRPr lang="en-US" noProof="0"/>
          </a:p>
        </p:txBody>
      </p:sp>
      <p:graphicFrame>
        <p:nvGraphicFramePr>
          <p:cNvPr id="4" name="Group 237">
            <a:extLst>
              <a:ext uri="{FF2B5EF4-FFF2-40B4-BE49-F238E27FC236}">
                <a16:creationId xmlns:a16="http://schemas.microsoft.com/office/drawing/2014/main" id="{A249244A-CC95-3D1F-5B1C-CAB6E5322BC4}"/>
              </a:ext>
            </a:extLst>
          </p:cNvPr>
          <p:cNvGraphicFramePr>
            <a:graphicFrameLocks/>
          </p:cNvGraphicFramePr>
          <p:nvPr>
            <p:extLst>
              <p:ext uri="{D42A27DB-BD31-4B8C-83A1-F6EECF244321}">
                <p14:modId xmlns:p14="http://schemas.microsoft.com/office/powerpoint/2010/main" val="4212643337"/>
              </p:ext>
            </p:extLst>
          </p:nvPr>
        </p:nvGraphicFramePr>
        <p:xfrm>
          <a:off x="609600" y="868680"/>
          <a:ext cx="10972800" cy="5440680"/>
        </p:xfrm>
        <a:graphic>
          <a:graphicData uri="http://schemas.openxmlformats.org/drawingml/2006/table">
            <a:tbl>
              <a:tblPr/>
              <a:tblGrid>
                <a:gridCol w="10058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2004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ts val="0"/>
                        </a:spcBef>
                        <a:spcAft>
                          <a:spcPts val="200"/>
                        </a:spcAft>
                        <a:buClr>
                          <a:schemeClr val="tx1"/>
                        </a:buClr>
                        <a:buSzTx/>
                        <a:buFontTx/>
                        <a:buNone/>
                        <a:tabLst/>
                      </a:pPr>
                      <a:endParaRPr kumimoji="0" lang="en-GB" sz="700" b="1" i="0" u="none" strike="noStrike" cap="none" normalizeH="0" baseline="0">
                        <a:ln>
                          <a:noFill/>
                        </a:ln>
                        <a:solidFill>
                          <a:schemeClr val="tx2"/>
                        </a:solidFill>
                        <a:effectLst/>
                        <a:latin typeface="+mn-lt"/>
                      </a:endParaRPr>
                    </a:p>
                  </a:txBody>
                  <a:tcPr marL="45720" marR="45720" marT="27432" marB="27432" anchor="ctr" horzOverflow="overflow">
                    <a:lnL w="6350" cap="flat" cmpd="sng" algn="ctr">
                      <a:solidFill>
                        <a:srgbClr val="FFFFFF"/>
                      </a:solid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0"/>
                        </a:spcAft>
                        <a:buClr>
                          <a:schemeClr val="tx1"/>
                        </a:buClr>
                        <a:buSzTx/>
                        <a:buFontTx/>
                        <a:buNone/>
                        <a:tabLst/>
                      </a:pPr>
                      <a:r>
                        <a:rPr kumimoji="0" lang="en-GB" sz="1100" b="1" i="0" u="none" strike="noStrike" cap="none" normalizeH="0" baseline="0">
                          <a:ln>
                            <a:noFill/>
                          </a:ln>
                          <a:solidFill>
                            <a:schemeClr val="tx2"/>
                          </a:solidFill>
                          <a:effectLst/>
                          <a:latin typeface="+mn-lt"/>
                        </a:rPr>
                        <a:t>1. Basic</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0"/>
                        </a:spcAft>
                        <a:buClrTx/>
                        <a:buSzTx/>
                        <a:buFontTx/>
                        <a:buNone/>
                        <a:tabLst/>
                      </a:pPr>
                      <a:r>
                        <a:rPr kumimoji="0" lang="en-GB" sz="1100" b="1" i="0" u="none" strike="noStrike" cap="none" normalizeH="0" baseline="0">
                          <a:ln>
                            <a:noFill/>
                          </a:ln>
                          <a:solidFill>
                            <a:schemeClr val="tx2"/>
                          </a:solidFill>
                          <a:effectLst/>
                          <a:latin typeface="+mn-lt"/>
                        </a:rPr>
                        <a:t>2. Developing</a:t>
                      </a:r>
                      <a:endParaRPr kumimoji="0" lang="en-GB" sz="1100" b="0" i="0" u="none" strike="noStrike" cap="none" normalizeH="0" baseline="0">
                        <a:ln>
                          <a:noFill/>
                        </a:ln>
                        <a:solidFill>
                          <a:schemeClr val="tx2"/>
                        </a:solidFill>
                        <a:effectLst/>
                        <a:latin typeface="+mn-lt"/>
                      </a:endParaRP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0"/>
                        </a:spcAft>
                        <a:buClr>
                          <a:srgbClr val="00A28A"/>
                        </a:buClr>
                        <a:buSzTx/>
                        <a:buFont typeface="Times" pitchFamily="18" charset="0"/>
                        <a:buNone/>
                        <a:tabLst/>
                      </a:pPr>
                      <a:r>
                        <a:rPr kumimoji="0" lang="en-GB" sz="1100" b="1" i="0" u="none" strike="noStrike" cap="none" normalizeH="0" baseline="0">
                          <a:ln>
                            <a:noFill/>
                          </a:ln>
                          <a:solidFill>
                            <a:schemeClr val="tx2"/>
                          </a:solidFill>
                          <a:effectLst/>
                          <a:latin typeface="+mn-lt"/>
                        </a:rPr>
                        <a:t>3. Established</a:t>
                      </a:r>
                      <a:endParaRPr kumimoji="0" lang="en-GB" sz="1100" b="0" i="0" u="none" strike="noStrike" cap="none" normalizeH="0" baseline="0">
                        <a:ln>
                          <a:noFill/>
                        </a:ln>
                        <a:solidFill>
                          <a:schemeClr val="tx2"/>
                        </a:solidFill>
                        <a:effectLst/>
                        <a:latin typeface="+mn-lt"/>
                      </a:endParaRP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0"/>
                        </a:spcAft>
                        <a:buClr>
                          <a:srgbClr val="00A28A"/>
                        </a:buClr>
                        <a:buSzTx/>
                        <a:buFont typeface="Times" pitchFamily="18" charset="0"/>
                        <a:buNone/>
                        <a:tabLst/>
                      </a:pPr>
                      <a:r>
                        <a:rPr kumimoji="0" lang="en-GB" sz="1100" b="1" i="0" u="none" strike="noStrike" cap="none" normalizeH="0" baseline="0">
                          <a:ln>
                            <a:noFill/>
                          </a:ln>
                          <a:solidFill>
                            <a:schemeClr val="tx2"/>
                          </a:solidFill>
                          <a:effectLst/>
                          <a:latin typeface="+mn-lt"/>
                        </a:rPr>
                        <a:t>4. Advanced</a:t>
                      </a:r>
                      <a:endParaRPr kumimoji="0" lang="en-GB" sz="1100" b="0" i="0" u="none" strike="noStrike" cap="none" normalizeH="0" baseline="0">
                        <a:ln>
                          <a:noFill/>
                        </a:ln>
                        <a:solidFill>
                          <a:schemeClr val="tx2"/>
                        </a:solidFill>
                        <a:effectLst/>
                        <a:latin typeface="+mn-lt"/>
                      </a:endParaRP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0"/>
                        </a:spcAft>
                        <a:buClrTx/>
                        <a:buSzTx/>
                        <a:buFontTx/>
                        <a:buNone/>
                        <a:tabLst/>
                      </a:pPr>
                      <a:r>
                        <a:rPr kumimoji="0" lang="en-GB" sz="1100" b="1" i="0" u="none" strike="noStrike" cap="none" normalizeH="0" baseline="0">
                          <a:ln>
                            <a:noFill/>
                          </a:ln>
                          <a:solidFill>
                            <a:schemeClr val="tx2"/>
                          </a:solidFill>
                          <a:effectLst/>
                          <a:latin typeface="+mn-lt"/>
                        </a:rPr>
                        <a:t>5. Leading *</a:t>
                      </a:r>
                      <a:endParaRPr kumimoji="0" lang="en-GB" sz="1100" b="0" i="0" u="none" strike="noStrike" cap="none" normalizeH="0" baseline="0">
                        <a:ln>
                          <a:noFill/>
                        </a:ln>
                        <a:solidFill>
                          <a:schemeClr val="tx2"/>
                        </a:solidFill>
                        <a:effectLst/>
                        <a:latin typeface="+mn-lt"/>
                      </a:endParaRP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77724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0"/>
                        </a:spcAft>
                        <a:buClr>
                          <a:schemeClr val="tx1"/>
                        </a:buClr>
                        <a:buSzTx/>
                        <a:buFontTx/>
                        <a:buNone/>
                        <a:tabLst/>
                      </a:pPr>
                      <a:r>
                        <a:rPr kumimoji="0" lang="en-US" sz="1100" b="1" i="0" u="none" strike="noStrike" cap="none" normalizeH="0" baseline="0">
                          <a:ln>
                            <a:noFill/>
                          </a:ln>
                          <a:solidFill>
                            <a:schemeClr val="tx2"/>
                          </a:solidFill>
                          <a:effectLst/>
                          <a:latin typeface="+mn-lt"/>
                        </a:rPr>
                        <a:t>Strategic Direction</a:t>
                      </a:r>
                      <a:endParaRPr kumimoji="0" lang="en-GB" sz="1100" b="1" i="0" u="none" strike="noStrike" cap="none" normalizeH="0" baseline="0">
                        <a:ln>
                          <a:noFill/>
                        </a:ln>
                        <a:solidFill>
                          <a:schemeClr val="tx2"/>
                        </a:solidFill>
                        <a:effectLst/>
                        <a:latin typeface="+mn-lt"/>
                      </a:endParaRPr>
                    </a:p>
                  </a:txBody>
                  <a:tcPr marL="45720" marR="45720" marT="27432" marB="27432"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No leadership exposure/awareness of intercompany out of balance conditions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Limited leadership interest in out of balance conditions, unclear direction for clearing discrepancies/out of balance conditions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Moderate net intercompany out of balance amounts carried forward with basic tracking and resolution direction</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Management focus on intercompany absolute gross amounts to avoid “netting”; management support to address all out of balance conditions promptly</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Leadership focus on efficient intercompany processes and high levels of accuracy</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1"/>
                  </a:ext>
                </a:extLst>
              </a:tr>
              <a:tr h="187452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0"/>
                        </a:spcAft>
                        <a:buClr>
                          <a:schemeClr val="tx1"/>
                        </a:buClr>
                        <a:buSzTx/>
                        <a:buFontTx/>
                        <a:buNone/>
                        <a:tabLst/>
                      </a:pPr>
                      <a:r>
                        <a:rPr kumimoji="0" lang="en-US" sz="1100" b="1" i="0" u="none" strike="noStrike" cap="none" normalizeH="0" baseline="0">
                          <a:ln>
                            <a:noFill/>
                          </a:ln>
                          <a:solidFill>
                            <a:schemeClr val="tx2"/>
                          </a:solidFill>
                          <a:effectLst/>
                          <a:latin typeface="+mn-lt"/>
                        </a:rPr>
                        <a:t>Processes</a:t>
                      </a:r>
                      <a:endParaRPr kumimoji="0" lang="en-GB" sz="1100" b="1" i="0" u="none" strike="noStrike" cap="none" normalizeH="0" baseline="0">
                        <a:ln>
                          <a:noFill/>
                        </a:ln>
                        <a:solidFill>
                          <a:schemeClr val="tx2"/>
                        </a:solidFill>
                        <a:effectLst/>
                        <a:latin typeface="+mn-lt"/>
                      </a:endParaRPr>
                    </a:p>
                  </a:txBody>
                  <a:tcPr marL="45720" marR="45720" marT="27432" marB="27432"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No formal intercompany transaction and dispute resolution process definitions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Routine charges to incorrect/inactive trading partners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No formal intercompany policy definitions for required review/approvals or materiality levels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Intercompany activities viewed as a month-end exercise</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Substantial historic and current imbalances exist</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defRPr/>
                      </a:pPr>
                      <a:r>
                        <a:rPr kumimoji="0" lang="en-GB" sz="800" b="0" i="0" u="none" strike="noStrike" cap="none" normalizeH="0" baseline="0">
                          <a:ln>
                            <a:noFill/>
                          </a:ln>
                          <a:solidFill>
                            <a:srgbClr val="646464"/>
                          </a:solidFill>
                          <a:effectLst/>
                          <a:latin typeface="+mn-lt"/>
                        </a:rPr>
                        <a:t>Standardized intercompany invoices with required intercompany elements incorporated</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Basic intercompany policy exists with limited compliance</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Relatively high error rates in intercompany processing</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Periodic review of intercompany discrepancies with limited follow up to address core issues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Out of balance conditions reported with progress to resolution</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Fully documented and deployed processes as well as expanded intercompany policy development with high levels of adherence</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Resolution process fully defined with tracking and reporting resolution transactions and timing</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Intercompany “adjustments” are reviewed to ensure true reconciliation at the transaction level</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Intercompany processing is treated with the same “rigor” as third-party transactions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Core intercompany activities require limited attention, focus on exception-based processing</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Periodic review of discrepancy volume and types with root cause analysis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Very low error rates for intercompany activity</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Substantial reconciliation efforts are completed outside of the defined close cycle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Optimized processes with focus on key process measures and continuous improvement</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Fully adopted thresholds/materiality levels based upon transaction effort requirements, risk and financial impact</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All discrepancies tracked by defined type and root causes addressed on an immediate basis</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2"/>
                  </a:ext>
                </a:extLst>
              </a:tr>
              <a:tr h="109728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0"/>
                        </a:spcAft>
                        <a:buClr>
                          <a:schemeClr val="tx1"/>
                        </a:buClr>
                        <a:buSzTx/>
                        <a:buFontTx/>
                        <a:buNone/>
                        <a:tabLst/>
                      </a:pPr>
                      <a:r>
                        <a:rPr kumimoji="0" lang="en-US" sz="1100" b="1" i="0" u="none" strike="noStrike" cap="none" normalizeH="0" baseline="0">
                          <a:ln>
                            <a:noFill/>
                          </a:ln>
                          <a:solidFill>
                            <a:schemeClr val="tx2"/>
                          </a:solidFill>
                          <a:effectLst/>
                          <a:latin typeface="+mn-lt"/>
                        </a:rPr>
                        <a:t>People and Organization</a:t>
                      </a:r>
                      <a:endParaRPr kumimoji="0" lang="en-GB" sz="1100" b="1" i="0" u="none" strike="noStrike" cap="none" normalizeH="0" baseline="0">
                        <a:ln>
                          <a:noFill/>
                        </a:ln>
                        <a:solidFill>
                          <a:schemeClr val="tx2"/>
                        </a:solidFill>
                        <a:effectLst/>
                        <a:latin typeface="+mn-lt"/>
                      </a:endParaRPr>
                    </a:p>
                  </a:txBody>
                  <a:tcPr marL="45720" marR="45720" marT="27432" marB="27432"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Organization views intercompany problems as solely a finance issue</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People involved in intercompany processing do not understand downstream impacts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No identified contacts to resolve intercompany transaction issues</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Inconsistent training for personnel involved in intercompany processing</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Limited awareness of better intercompany processes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Degrees of roles and responsibilities definitions deployed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Personnel empowered to take corrective action to address intercompany issue root causes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Organization shares common understanding of intercompany significance</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Measures set utilized support efficient intercompany processing </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Organization identifies and quickly adopts changes to improve intercompany activities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Personnel thoroughly understand and apply intercompany leading practices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Intercompany personnel and organization structure aligned to focus on exception-based processing</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Fully coordinated intercompany account teams with explicit knowledge of all downstream impacts and upstream dependencies</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3"/>
                  </a:ext>
                </a:extLst>
              </a:tr>
              <a:tr h="137160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0"/>
                        </a:spcAft>
                        <a:buClr>
                          <a:schemeClr val="tx1"/>
                        </a:buClr>
                        <a:buSzTx/>
                        <a:buFontTx/>
                        <a:buNone/>
                        <a:tabLst/>
                      </a:pPr>
                      <a:r>
                        <a:rPr kumimoji="0" lang="en-US" sz="1100" b="1" i="0" u="none" strike="noStrike" cap="none" normalizeH="0" baseline="0">
                          <a:ln>
                            <a:noFill/>
                          </a:ln>
                          <a:solidFill>
                            <a:schemeClr val="tx2"/>
                          </a:solidFill>
                          <a:effectLst/>
                          <a:latin typeface="+mn-lt"/>
                        </a:rPr>
                        <a:t>Technology</a:t>
                      </a:r>
                      <a:endParaRPr kumimoji="0" lang="en-GB" sz="1100" b="1" i="0" u="none" strike="noStrike" cap="none" normalizeH="0" baseline="0">
                        <a:ln>
                          <a:noFill/>
                        </a:ln>
                        <a:solidFill>
                          <a:schemeClr val="tx2"/>
                        </a:solidFill>
                        <a:effectLst/>
                        <a:latin typeface="+mn-lt"/>
                      </a:endParaRPr>
                    </a:p>
                  </a:txBody>
                  <a:tcPr marL="45720" marR="45720" marT="27432" marB="27432"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Limited use of core systems to support intercompany processing</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No integration between related party systems </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Data model inconsistent from system to system</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Technology in wider use across business but not integrated</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Supporting technology leveraged for validation of key intercompany elements</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Inconsistency in data cleansing activities and requirements to process intercompany transactions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defRPr/>
                      </a:pPr>
                      <a:r>
                        <a:rPr kumimoji="0" lang="en-GB" sz="800" b="0" i="0" u="none" strike="noStrike" cap="none" normalizeH="0" baseline="0">
                          <a:ln>
                            <a:noFill/>
                          </a:ln>
                          <a:solidFill>
                            <a:srgbClr val="646464"/>
                          </a:solidFill>
                          <a:effectLst/>
                          <a:latin typeface="+mn-lt"/>
                        </a:rPr>
                        <a:t>Technology is being implemented to achieve fully integrated intercompany activities </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Key measures intercompany metrics are identified and partially deployed to incent improved intercompany processing </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Technology readily available to assist in detail analysis of intercompany discrepancies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Key intercompany information is accessible through technology enablement</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Technology leveraged to automate notification of intercompany issues and “pre-populate” resolution</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Technology is fully integrated, information and drill down capabilities are optimized</a:t>
                      </a:r>
                    </a:p>
                    <a:p>
                      <a:pPr marL="91440" marR="0" lvl="0" indent="-91440" algn="l" defTabSz="914400" rtl="0" eaLnBrk="1" fontAlgn="base" latinLnBrk="0" hangingPunct="1">
                        <a:lnSpc>
                          <a:spcPct val="100000"/>
                        </a:lnSpc>
                        <a:spcBef>
                          <a:spcPts val="200"/>
                        </a:spcBef>
                        <a:spcAft>
                          <a:spcPts val="0"/>
                        </a:spcAft>
                        <a:buClrTx/>
                        <a:buSzTx/>
                        <a:buFont typeface="Wingdings" panose="05000000000000000000" pitchFamily="2" charset="2"/>
                        <a:buChar char="§"/>
                        <a:tabLst/>
                      </a:pPr>
                      <a:r>
                        <a:rPr kumimoji="0" lang="en-GB" sz="800" b="0" i="0" u="none" strike="noStrike" cap="none" normalizeH="0" baseline="0">
                          <a:ln>
                            <a:noFill/>
                          </a:ln>
                          <a:solidFill>
                            <a:srgbClr val="646464"/>
                          </a:solidFill>
                          <a:effectLst/>
                          <a:latin typeface="+mn-lt"/>
                        </a:rPr>
                        <a:t>Technology automation leveraged to facilitate capture and delivery of intercompany performance measures </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5986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16FE-0C8D-39D1-B46B-424C4051F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7B544-FD07-805A-4647-BE65A228BFD3}"/>
              </a:ext>
            </a:extLst>
          </p:cNvPr>
          <p:cNvSpPr>
            <a:spLocks noGrp="1"/>
          </p:cNvSpPr>
          <p:nvPr>
            <p:ph type="title"/>
          </p:nvPr>
        </p:nvSpPr>
        <p:spPr>
          <a:xfrm>
            <a:off x="609600" y="274320"/>
            <a:ext cx="10972800" cy="457200"/>
          </a:xfrm>
        </p:spPr>
        <p:txBody>
          <a:bodyPr/>
          <a:lstStyle/>
          <a:p>
            <a:r>
              <a:rPr lang="en-IN" noProof="0"/>
              <a:t>Revenue Recognition Model (1/3)</a:t>
            </a:r>
            <a:endParaRPr lang="en-US" noProof="0"/>
          </a:p>
        </p:txBody>
      </p:sp>
      <p:sp>
        <p:nvSpPr>
          <p:cNvPr id="5" name="Slide Number Placeholder 4">
            <a:extLst>
              <a:ext uri="{FF2B5EF4-FFF2-40B4-BE49-F238E27FC236}">
                <a16:creationId xmlns:a16="http://schemas.microsoft.com/office/drawing/2014/main" id="{2C8F5419-C7AE-9507-6A47-9D1145FD7BC7}"/>
              </a:ext>
            </a:extLst>
          </p:cNvPr>
          <p:cNvSpPr>
            <a:spLocks noGrp="1"/>
          </p:cNvSpPr>
          <p:nvPr>
            <p:ph type="sldNum" sz="quarter" idx="12"/>
          </p:nvPr>
        </p:nvSpPr>
        <p:spPr/>
        <p:txBody>
          <a:bodyPr/>
          <a:lstStyle/>
          <a:p>
            <a:fld id="{94FCA0F3-9F3A-694B-99BB-0E592A797735}" type="slidenum">
              <a:rPr lang="en-US" noProof="0" smtClean="0"/>
              <a:t>37</a:t>
            </a:fld>
            <a:endParaRPr lang="en-US" noProof="0"/>
          </a:p>
        </p:txBody>
      </p:sp>
      <p:sp>
        <p:nvSpPr>
          <p:cNvPr id="6" name="Date Placeholder 5">
            <a:extLst>
              <a:ext uri="{FF2B5EF4-FFF2-40B4-BE49-F238E27FC236}">
                <a16:creationId xmlns:a16="http://schemas.microsoft.com/office/drawing/2014/main" id="{6ACFD732-06BD-E636-B1E8-F01EFEBBF6B2}"/>
              </a:ext>
            </a:extLst>
          </p:cNvPr>
          <p:cNvSpPr>
            <a:spLocks noGrp="1"/>
          </p:cNvSpPr>
          <p:nvPr>
            <p:ph type="dt" sz="half" idx="10"/>
          </p:nvPr>
        </p:nvSpPr>
        <p:spPr/>
        <p:txBody>
          <a:bodyPr/>
          <a:lstStyle/>
          <a:p>
            <a:fld id="{F3772E00-D7F7-40FD-832D-6C39A8B43411}" type="datetime1">
              <a:rPr lang="en-US" noProof="0" smtClean="0"/>
              <a:t>11/28/2025</a:t>
            </a:fld>
            <a:endParaRPr lang="en-US" noProof="0"/>
          </a:p>
        </p:txBody>
      </p:sp>
      <p:graphicFrame>
        <p:nvGraphicFramePr>
          <p:cNvPr id="4" name="Group 3">
            <a:extLst>
              <a:ext uri="{FF2B5EF4-FFF2-40B4-BE49-F238E27FC236}">
                <a16:creationId xmlns:a16="http://schemas.microsoft.com/office/drawing/2014/main" id="{DE4620E6-3601-1D62-5966-1DFA9370D666}"/>
              </a:ext>
            </a:extLst>
          </p:cNvPr>
          <p:cNvGraphicFramePr>
            <a:graphicFrameLocks/>
          </p:cNvGraphicFramePr>
          <p:nvPr>
            <p:extLst>
              <p:ext uri="{D42A27DB-BD31-4B8C-83A1-F6EECF244321}">
                <p14:modId xmlns:p14="http://schemas.microsoft.com/office/powerpoint/2010/main" val="1082044599"/>
              </p:ext>
            </p:extLst>
          </p:nvPr>
        </p:nvGraphicFramePr>
        <p:xfrm>
          <a:off x="609600" y="868680"/>
          <a:ext cx="11018520" cy="5394960"/>
        </p:xfrm>
        <a:graphic>
          <a:graphicData uri="http://schemas.openxmlformats.org/drawingml/2006/table">
            <a:tbl>
              <a:tblPr/>
              <a:tblGrid>
                <a:gridCol w="548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gridCol w="2148840">
                  <a:extLst>
                    <a:ext uri="{9D8B030D-6E8A-4147-A177-3AD203B41FA5}">
                      <a16:colId xmlns:a16="http://schemas.microsoft.com/office/drawing/2014/main" val="20005"/>
                    </a:ext>
                  </a:extLst>
                </a:gridCol>
              </a:tblGrid>
              <a:tr h="4572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200"/>
                        </a:spcAft>
                        <a:buClrTx/>
                        <a:buSzTx/>
                        <a:buFontTx/>
                        <a:buNone/>
                        <a:tabLst/>
                      </a:pPr>
                      <a:endParaRPr kumimoji="0" lang="en-US" sz="1100" b="1" i="0" u="none" strike="noStrike" cap="none" normalizeH="0" baseline="0">
                        <a:ln>
                          <a:noFill/>
                        </a:ln>
                        <a:solidFill>
                          <a:srgbClr val="646464"/>
                        </a:solidFill>
                        <a:effectLst/>
                        <a:latin typeface="+mn-lt"/>
                        <a:cs typeface="Arial" charset="0"/>
                      </a:endParaRPr>
                    </a:p>
                  </a:txBody>
                  <a:tcPr marL="45720" marR="45720" marT="27432" marB="27432" vert="eaVert" anchor="ctr" horzOverflow="overflow">
                    <a:lnL w="635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Stage 1</a:t>
                      </a:r>
                    </a:p>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Basic</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Stage 2</a:t>
                      </a:r>
                    </a:p>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Developing</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Stage 3</a:t>
                      </a:r>
                    </a:p>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Established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Stage 4</a:t>
                      </a:r>
                    </a:p>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Advanced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Stage 5</a:t>
                      </a:r>
                    </a:p>
                    <a:p>
                      <a:pPr marL="1588"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kern="1200" cap="none" normalizeH="0" baseline="0">
                          <a:ln>
                            <a:noFill/>
                          </a:ln>
                          <a:solidFill>
                            <a:schemeClr val="tx2"/>
                          </a:solidFill>
                          <a:effectLst/>
                          <a:latin typeface="+mn-lt"/>
                          <a:ea typeface="+mn-ea"/>
                          <a:cs typeface="+mn-cs"/>
                        </a:rPr>
                        <a:t>Leading</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16002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cap="none" normalizeH="0" baseline="0">
                          <a:ln>
                            <a:noFill/>
                          </a:ln>
                          <a:solidFill>
                            <a:schemeClr val="tx2"/>
                          </a:solidFill>
                          <a:effectLst/>
                          <a:latin typeface="+mn-lt"/>
                          <a:cs typeface="Arial" charset="0"/>
                        </a:rPr>
                        <a:t>Business Principles </a:t>
                      </a:r>
                      <a:br>
                        <a:rPr kumimoji="0" lang="en-US" sz="1100" b="1" i="0" u="none" strike="noStrike" cap="none" normalizeH="0" baseline="0">
                          <a:ln>
                            <a:noFill/>
                          </a:ln>
                          <a:solidFill>
                            <a:schemeClr val="tx2"/>
                          </a:solidFill>
                          <a:effectLst/>
                          <a:latin typeface="+mn-lt"/>
                          <a:cs typeface="Arial" charset="0"/>
                        </a:rPr>
                      </a:br>
                      <a:r>
                        <a:rPr kumimoji="0" lang="en-US" sz="1100" b="1" i="0" u="none" strike="noStrike" cap="none" normalizeH="0" baseline="0">
                          <a:ln>
                            <a:noFill/>
                          </a:ln>
                          <a:solidFill>
                            <a:schemeClr val="tx2"/>
                          </a:solidFill>
                          <a:effectLst/>
                          <a:latin typeface="+mn-lt"/>
                          <a:cs typeface="Arial" charset="0"/>
                        </a:rPr>
                        <a:t>and Policies</a:t>
                      </a:r>
                    </a:p>
                  </a:txBody>
                  <a:tcPr marL="45720" marR="45720" marT="27432" marB="27432"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Finance systems organically grown with no reference to Finance strategy or business model</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A basic revenue recognition policy is in place in each business unit</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Common Finance architecture at business unit level which allows strategic change with significant effort</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policies aligned with local GAAP exist but are not systematically implemented and require manual monitoring procedures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Global finance architecture designed to support existing Finance needs, but requires major effort to support changes to strategy</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Company wide revenue recognition policy is in place that requires significant interpretation for application to local business unit transactions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Enterprise business architecture designed to support existing Finance needs and supports annual business plans and strategic change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Enterprise-wide governance of revenue recognition policy in place providing detailed guidance on application of local GAAP</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Dynamic global business architecture designed to support existing Finance needs and allow for business and strategic changes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Substantially all major elements of enterprise revenue recognition policy are automated in a transaction processing application that provides compliance reporting</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1"/>
                  </a:ext>
                </a:extLst>
              </a:tr>
              <a:tr h="17373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cap="none" normalizeH="0" baseline="0">
                          <a:ln>
                            <a:noFill/>
                          </a:ln>
                          <a:solidFill>
                            <a:schemeClr val="tx2"/>
                          </a:solidFill>
                          <a:effectLst/>
                          <a:latin typeface="+mn-lt"/>
                          <a:cs typeface="Arial" charset="0"/>
                        </a:rPr>
                        <a:t>Performance Measurement</a:t>
                      </a:r>
                    </a:p>
                  </a:txBody>
                  <a:tcPr marL="45720" marR="45720" marT="27432" marB="27432"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process performance measurement defined only as variance of actual revenue against plan</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No GAAP revenue forecasting capability</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process performance measurement aligned to strategic objectives at a high level</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Limited GAAP revenue forecasting as an output of manual period close processes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process performance measurements align process or transaction drivers that have a significant impact on outcome metrics which in turn provide a business service perspective on the achievement of strategic objectives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Limited GAAP revenue forecasting as part of period close flash reporting process</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Driver based performance measurement enabled through ERP custom reporting and data warehouse analysis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GAAP revenue forecasting enabled through manual reporting for deals booked prior to current open accounting period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performance measures and GAAP revenue forecasting available daily from stand alone revenue recognition application</a:t>
                      </a: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2"/>
                  </a:ext>
                </a:extLst>
              </a:tr>
              <a:tr h="16002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0"/>
                        </a:spcBef>
                        <a:spcAft>
                          <a:spcPts val="200"/>
                        </a:spcAft>
                        <a:buClrTx/>
                        <a:buSzTx/>
                        <a:buFontTx/>
                        <a:buNone/>
                        <a:tabLst/>
                      </a:pPr>
                      <a:r>
                        <a:rPr kumimoji="0" lang="en-US" sz="1100" b="1" i="0" u="none" strike="noStrike" cap="none" normalizeH="0" baseline="0">
                          <a:ln>
                            <a:noFill/>
                          </a:ln>
                          <a:solidFill>
                            <a:schemeClr val="tx2"/>
                          </a:solidFill>
                          <a:effectLst/>
                          <a:latin typeface="+mn-lt"/>
                          <a:cs typeface="Arial" charset="0"/>
                        </a:rPr>
                        <a:t>Organization and People</a:t>
                      </a:r>
                    </a:p>
                  </a:txBody>
                  <a:tcPr marL="45720" marR="45720" marT="27432" marB="27432"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skillset undefined in standard finance roles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No centralized revenue assurance function in finance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No formal revenue recognition subject matter resources established</a:t>
                      </a:r>
                    </a:p>
                  </a:txBody>
                  <a:tcPr marL="45720" marR="45720" marT="27432" marB="27432"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recognition skills defined in terms of control compliance in standard finance roles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Business unit level revenue assurance function for only large or complex transactions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Business unit level revenue recognition subject matter resources established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Specific revenue analyst skills defined for finance role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950" b="0" i="0" u="none" strike="noStrike" cap="none" normalizeH="0" baseline="0">
                          <a:ln>
                            <a:noFill/>
                          </a:ln>
                          <a:solidFill>
                            <a:srgbClr val="646464"/>
                          </a:solidFill>
                          <a:effectLst/>
                          <a:latin typeface="+mn-lt"/>
                          <a:cs typeface="Arial" charset="0"/>
                        </a:rPr>
                        <a:t>Corporate level revenue assurance function for only large or complex transactions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950" b="0" i="0" u="none" strike="noStrike" cap="none" normalizeH="0" baseline="0">
                          <a:ln>
                            <a:noFill/>
                          </a:ln>
                          <a:solidFill>
                            <a:srgbClr val="646464"/>
                          </a:solidFill>
                          <a:effectLst/>
                          <a:latin typeface="+mn-lt"/>
                          <a:cs typeface="Arial" charset="0"/>
                        </a:rPr>
                        <a:t>Corporate and Business unit level revenue recognition subject matter resources established</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Arial" charset="0"/>
                        </a:rPr>
                        <a:t>Revenue assurance function established with deal review, compliance monitoring, revenue forecasting, fair value, and period close roles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950" b="0" i="0" u="none" strike="noStrike" cap="none" normalizeH="0" baseline="0">
                          <a:ln>
                            <a:noFill/>
                          </a:ln>
                          <a:solidFill>
                            <a:srgbClr val="646464"/>
                          </a:solidFill>
                          <a:effectLst/>
                          <a:latin typeface="+mn-lt"/>
                          <a:cs typeface="Arial" charset="0"/>
                        </a:rPr>
                        <a:t>Corporate level revenue assurance function for all transactions at quarter close and large deal review</a:t>
                      </a:r>
                    </a:p>
                  </a:txBody>
                  <a:tcPr marL="45720" marR="45720" marT="27432" marB="27432"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950" b="0" i="0" u="none" strike="noStrike" cap="none" normalizeH="0" baseline="0">
                          <a:ln>
                            <a:noFill/>
                          </a:ln>
                          <a:solidFill>
                            <a:srgbClr val="646464"/>
                          </a:solidFill>
                          <a:effectLst/>
                          <a:latin typeface="+mn-lt"/>
                          <a:cs typeface="Times New Roman" pitchFamily="18" charset="0"/>
                        </a:rPr>
                        <a:t>Centralized revenue assurance function administers stand alone revenue recognition application</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950" b="0" i="0" u="none" strike="noStrike" cap="none" normalizeH="0" baseline="0">
                          <a:ln>
                            <a:noFill/>
                          </a:ln>
                          <a:solidFill>
                            <a:srgbClr val="646464"/>
                          </a:solidFill>
                          <a:effectLst/>
                          <a:latin typeface="+mn-lt"/>
                          <a:cs typeface="Arial" charset="0"/>
                        </a:rPr>
                        <a:t>Corporate level revenue assurance function provides daily deal review services, GAAP revenue forecasting, multi-dimensional revenue reporting for operations and compliance</a:t>
                      </a:r>
                      <a:endParaRPr kumimoji="0" lang="en-US" sz="950" b="0" i="0" u="none" strike="noStrike" cap="none" normalizeH="0" baseline="0">
                        <a:ln>
                          <a:noFill/>
                        </a:ln>
                        <a:solidFill>
                          <a:srgbClr val="646464"/>
                        </a:solidFill>
                        <a:effectLst/>
                        <a:latin typeface="+mn-lt"/>
                        <a:cs typeface="Times New Roman" pitchFamily="18" charset="0"/>
                      </a:endParaRPr>
                    </a:p>
                  </a:txBody>
                  <a:tcPr marL="45720" marR="45720" marT="27432" marB="27432"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48258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8CDE-C9E9-9197-9B96-D16BA4B55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4EDD4-1208-0B70-34EA-7C025DC6005B}"/>
              </a:ext>
            </a:extLst>
          </p:cNvPr>
          <p:cNvSpPr>
            <a:spLocks noGrp="1"/>
          </p:cNvSpPr>
          <p:nvPr>
            <p:ph type="title"/>
          </p:nvPr>
        </p:nvSpPr>
        <p:spPr>
          <a:xfrm>
            <a:off x="609600" y="274320"/>
            <a:ext cx="10972800" cy="457200"/>
          </a:xfrm>
        </p:spPr>
        <p:txBody>
          <a:bodyPr/>
          <a:lstStyle/>
          <a:p>
            <a:r>
              <a:rPr lang="en-IN" noProof="0"/>
              <a:t>Revenue Recognition Model (2/3)</a:t>
            </a:r>
            <a:endParaRPr lang="en-US" noProof="0"/>
          </a:p>
        </p:txBody>
      </p:sp>
      <p:sp>
        <p:nvSpPr>
          <p:cNvPr id="5" name="Slide Number Placeholder 4">
            <a:extLst>
              <a:ext uri="{FF2B5EF4-FFF2-40B4-BE49-F238E27FC236}">
                <a16:creationId xmlns:a16="http://schemas.microsoft.com/office/drawing/2014/main" id="{2010E266-200D-6E9A-2368-2E161FCF1F42}"/>
              </a:ext>
            </a:extLst>
          </p:cNvPr>
          <p:cNvSpPr>
            <a:spLocks noGrp="1"/>
          </p:cNvSpPr>
          <p:nvPr>
            <p:ph type="sldNum" sz="quarter" idx="12"/>
          </p:nvPr>
        </p:nvSpPr>
        <p:spPr/>
        <p:txBody>
          <a:bodyPr/>
          <a:lstStyle/>
          <a:p>
            <a:fld id="{94FCA0F3-9F3A-694B-99BB-0E592A797735}" type="slidenum">
              <a:rPr lang="en-US" noProof="0" smtClean="0"/>
              <a:t>38</a:t>
            </a:fld>
            <a:endParaRPr lang="en-US" noProof="0"/>
          </a:p>
        </p:txBody>
      </p:sp>
      <p:sp>
        <p:nvSpPr>
          <p:cNvPr id="6" name="Date Placeholder 5">
            <a:extLst>
              <a:ext uri="{FF2B5EF4-FFF2-40B4-BE49-F238E27FC236}">
                <a16:creationId xmlns:a16="http://schemas.microsoft.com/office/drawing/2014/main" id="{88B515C7-A368-11F6-F3AE-7EC152876B32}"/>
              </a:ext>
            </a:extLst>
          </p:cNvPr>
          <p:cNvSpPr>
            <a:spLocks noGrp="1"/>
          </p:cNvSpPr>
          <p:nvPr>
            <p:ph type="dt" sz="half" idx="10"/>
          </p:nvPr>
        </p:nvSpPr>
        <p:spPr/>
        <p:txBody>
          <a:bodyPr/>
          <a:lstStyle/>
          <a:p>
            <a:fld id="{F3772E00-D7F7-40FD-832D-6C39A8B43411}" type="datetime1">
              <a:rPr lang="en-US" noProof="0" smtClean="0"/>
              <a:t>11/28/2025</a:t>
            </a:fld>
            <a:endParaRPr lang="en-US" noProof="0"/>
          </a:p>
        </p:txBody>
      </p:sp>
      <p:graphicFrame>
        <p:nvGraphicFramePr>
          <p:cNvPr id="3" name="Group 3">
            <a:extLst>
              <a:ext uri="{FF2B5EF4-FFF2-40B4-BE49-F238E27FC236}">
                <a16:creationId xmlns:a16="http://schemas.microsoft.com/office/drawing/2014/main" id="{1DCA104D-AAB6-8E9E-4B71-2E89AA45E686}"/>
              </a:ext>
            </a:extLst>
          </p:cNvPr>
          <p:cNvGraphicFramePr>
            <a:graphicFrameLocks/>
          </p:cNvGraphicFramePr>
          <p:nvPr>
            <p:extLst>
              <p:ext uri="{D42A27DB-BD31-4B8C-83A1-F6EECF244321}">
                <p14:modId xmlns:p14="http://schemas.microsoft.com/office/powerpoint/2010/main" val="1927510604"/>
              </p:ext>
            </p:extLst>
          </p:nvPr>
        </p:nvGraphicFramePr>
        <p:xfrm>
          <a:off x="609600" y="868680"/>
          <a:ext cx="11018520" cy="5494020"/>
        </p:xfrm>
        <a:graphic>
          <a:graphicData uri="http://schemas.openxmlformats.org/drawingml/2006/table">
            <a:tbl>
              <a:tblPr/>
              <a:tblGrid>
                <a:gridCol w="320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gridCol w="2103120">
                  <a:extLst>
                    <a:ext uri="{9D8B030D-6E8A-4147-A177-3AD203B41FA5}">
                      <a16:colId xmlns:a16="http://schemas.microsoft.com/office/drawing/2014/main" val="20006"/>
                    </a:ext>
                  </a:extLst>
                </a:gridCol>
              </a:tblGrid>
              <a:tr h="457200">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rgbClr val="646464"/>
                        </a:solidFill>
                        <a:effectLst/>
                        <a:latin typeface="+mn-lt"/>
                        <a:cs typeface="Arial" charset="0"/>
                      </a:endParaRPr>
                    </a:p>
                  </a:txBody>
                  <a:tcPr marL="45720" marR="45720" vert="eaVert" anchor="ctr" horzOverflow="overflow">
                    <a:lnL w="635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Basic</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Developing</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3</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Established</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4</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Advanced</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5</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Leading</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0"/>
                  </a:ext>
                </a:extLst>
              </a:tr>
              <a:tr h="496767">
                <a:tc rowSpan="6">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PROCESS</a:t>
                      </a:r>
                    </a:p>
                  </a:txBody>
                  <a:tcPr marL="45720" marR="45720" vert="vert27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Deal Review</a:t>
                      </a:r>
                    </a:p>
                  </a:txBody>
                  <a:tcPr marL="45720" marR="45720" vert="vert27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6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Deal reviews completed at business unit level after being booked in ERP system</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Times New Roman" pitchFamily="18" charset="0"/>
                        </a:rPr>
                        <a:t>All deal reviews utilize revenue assurance checklist to ensure corporate policy compliance</a:t>
                      </a:r>
                      <a:endParaRPr kumimoji="0" lang="en-US" sz="800" b="0" i="0" u="none" strike="noStrike" cap="none" normalizeH="0" baseline="0">
                        <a:ln>
                          <a:noFill/>
                        </a:ln>
                        <a:solidFill>
                          <a:srgbClr val="646464"/>
                        </a:solidFill>
                        <a:effectLst/>
                        <a:latin typeface="+mn-lt"/>
                        <a:cs typeface="Arial" charset="0"/>
                      </a:endParaRP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All complex deal reviews consist of checklist and GAAP revenue waterfall forecast prior to being booked</a:t>
                      </a:r>
                      <a:endParaRPr kumimoji="0" lang="en-US" sz="800" b="0" i="0" u="none" strike="noStrike" cap="none" normalizeH="0" baseline="0">
                        <a:ln>
                          <a:noFill/>
                        </a:ln>
                        <a:solidFill>
                          <a:srgbClr val="646464"/>
                        </a:solidFill>
                        <a:effectLst/>
                        <a:latin typeface="+mn-lt"/>
                        <a:cs typeface="Arial" charset="0"/>
                      </a:endParaRP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dirty="0">
                          <a:ln>
                            <a:noFill/>
                          </a:ln>
                          <a:solidFill>
                            <a:srgbClr val="646464"/>
                          </a:solidFill>
                          <a:effectLst/>
                          <a:latin typeface="+mn-lt"/>
                          <a:cs typeface="Times New Roman" pitchFamily="18" charset="0"/>
                        </a:rPr>
                        <a:t>Center of Excellence (COE) revenue assurance team reviews all deals over specific thresholds and/or by contract type</a:t>
                      </a:r>
                      <a:endParaRPr kumimoji="0" lang="en-US" sz="800" b="0" i="0" u="none" strike="noStrike" cap="none" normalizeH="0" baseline="0" dirty="0">
                        <a:ln>
                          <a:noFill/>
                        </a:ln>
                        <a:solidFill>
                          <a:srgbClr val="646464"/>
                        </a:solidFill>
                        <a:effectLst/>
                        <a:latin typeface="+mn-lt"/>
                        <a:cs typeface="Arial" charset="0"/>
                      </a:endParaRP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All deal reviews utilize revenue forecasting feature in stand alone revenue recognition application</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1"/>
                  </a:ext>
                </a:extLst>
              </a:tr>
              <a:tr h="799484">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a:ln>
                          <a:noFill/>
                        </a:ln>
                        <a:solidFill>
                          <a:sysClr val="windowText" lastClr="000000"/>
                        </a:solidFill>
                        <a:effectLst/>
                        <a:latin typeface="Arial" charset="0"/>
                        <a:cs typeface="Arial" charset="0"/>
                      </a:endParaRPr>
                    </a:p>
                  </a:txBody>
                  <a:tcPr marL="0" marR="0" vert="vert27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Transaction Booking</a:t>
                      </a:r>
                    </a:p>
                  </a:txBody>
                  <a:tcPr marL="45720" marR="45720" vert="vert27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6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Significant number of transactions require periodic manual entries in the GL to accurately record GAAP revenue</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Complex revenue transactions require manual steps to record GAAP revenue:</a:t>
                      </a:r>
                    </a:p>
                    <a:p>
                      <a:pPr marL="109728" marR="0" lvl="1"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Date Based</a:t>
                      </a:r>
                    </a:p>
                    <a:p>
                      <a:pPr marL="109728" marR="0" lvl="1"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Event Based</a:t>
                      </a:r>
                    </a:p>
                    <a:p>
                      <a:pPr marL="109728" marR="0" lvl="1"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Percentage of Completion</a:t>
                      </a:r>
                    </a:p>
                    <a:p>
                      <a:pPr marL="109728" marR="0" lvl="1"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Multiple Elements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Non-standard contracts and revenue recognition models require manual procedures to record GAAP revenue</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Transaction templates developed to support GAAP revenue recognition in ERP customizations</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Elements outside template parameters are booked as separate orders requiring manual adjustments to revenue</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Nearly all revenue impacting events are recorded through automated processes </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Manual postings in revenue accounts limited to external audit adjustments and specific reserves</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2"/>
                  </a:ext>
                </a:extLst>
              </a:tr>
              <a:tr h="69857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a:ln>
                          <a:noFill/>
                        </a:ln>
                        <a:solidFill>
                          <a:sysClr val="windowText" lastClr="000000"/>
                        </a:solidFill>
                        <a:effectLst/>
                        <a:latin typeface="Arial" charset="0"/>
                        <a:cs typeface="Arial" charset="0"/>
                      </a:endParaRPr>
                    </a:p>
                  </a:txBody>
                  <a:tcPr marL="0" marR="0" vert="vert27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Revenue Leakage</a:t>
                      </a:r>
                    </a:p>
                  </a:txBody>
                  <a:tcPr marL="45720" marR="45720" vert="vert27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6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No ongoing review and analysis of deal structure, fulfillment practices, and billing processes to identify potential revenue leakage issues </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Terms and conditions used for booked deals are monitored to ensure they maximize recognition of GAAP revenue</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Transactions lacking standard data investigated for possible fraud</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Unbilled items are reviewed on a periodic basis to ensure revenue can be recognized at the earliest point permissible under local GAAP</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Systems used for provisioning, recording service time, and initiating transaction lifecycle events monitored to detect lost or corrupted data</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Revenue analysis performed at customer, product, material, and transaction type level to determine revenue leakage issues</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3"/>
                  </a:ext>
                </a:extLst>
              </a:tr>
              <a:tr h="799484">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a:ln>
                          <a:noFill/>
                        </a:ln>
                        <a:solidFill>
                          <a:sysClr val="windowText" lastClr="000000"/>
                        </a:solidFill>
                        <a:effectLst/>
                        <a:latin typeface="Arial" charset="0"/>
                        <a:cs typeface="Arial" charset="0"/>
                      </a:endParaRPr>
                    </a:p>
                  </a:txBody>
                  <a:tcPr marL="0" marR="0" vert="vert27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Compliance</a:t>
                      </a:r>
                    </a:p>
                  </a:txBody>
                  <a:tcPr marL="45720" marR="45720" vert="vert27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6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Times New Roman" pitchFamily="18" charset="0"/>
                        </a:rPr>
                        <a:t>Minimal attempt to calculate and applies Vendor Specific Objective Evidence (VSOE), Third Party Evidence (TPE), Selling Price principles to revenue recognition allocations</a:t>
                      </a:r>
                      <a:endParaRPr kumimoji="0" lang="en-US" sz="800" b="0" i="0" u="none" strike="noStrike" cap="none" normalizeH="0" baseline="0">
                        <a:ln>
                          <a:noFill/>
                        </a:ln>
                        <a:solidFill>
                          <a:srgbClr val="646464"/>
                        </a:solidFill>
                        <a:effectLst/>
                        <a:latin typeface="+mn-lt"/>
                        <a:cs typeface="Arial" charset="0"/>
                      </a:endParaRP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Times New Roman" pitchFamily="18" charset="0"/>
                        </a:rPr>
                        <a:t>Business unit calculates, stores VSOE, TPE, Selling Price</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Times New Roman" pitchFamily="18" charset="0"/>
                        </a:rPr>
                        <a:t>Business unit applies VSOE, TPE, Selling Price, and performs allocations manually</a:t>
                      </a:r>
                      <a:endParaRPr kumimoji="0" lang="en-US" sz="800" b="0" i="0" u="none" strike="noStrike" cap="none" normalizeH="0" baseline="0">
                        <a:ln>
                          <a:noFill/>
                        </a:ln>
                        <a:solidFill>
                          <a:srgbClr val="646464"/>
                        </a:solidFill>
                        <a:effectLst/>
                        <a:latin typeface="+mn-lt"/>
                        <a:cs typeface="Arial" charset="0"/>
                      </a:endParaRP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dirty="0">
                          <a:ln>
                            <a:noFill/>
                          </a:ln>
                          <a:solidFill>
                            <a:srgbClr val="646464"/>
                          </a:solidFill>
                          <a:effectLst/>
                          <a:latin typeface="+mn-lt"/>
                          <a:cs typeface="Times New Roman" pitchFamily="18" charset="0"/>
                        </a:rPr>
                        <a:t>Center of Excellence (COE) calculates, stores VSOE, TPE, Selling Price</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dirty="0">
                          <a:ln>
                            <a:noFill/>
                          </a:ln>
                          <a:solidFill>
                            <a:srgbClr val="646464"/>
                          </a:solidFill>
                          <a:effectLst/>
                          <a:latin typeface="+mn-lt"/>
                          <a:cs typeface="Times New Roman" pitchFamily="18" charset="0"/>
                        </a:rPr>
                        <a:t>Central revenue assurance team applies VSOE, TPE, Selling Price, and performs allocations manually</a:t>
                      </a:r>
                      <a:endParaRPr kumimoji="0" lang="en-US" sz="800" b="0" i="0" u="none" strike="noStrike" cap="none" normalizeH="0" baseline="0" dirty="0">
                        <a:ln>
                          <a:noFill/>
                        </a:ln>
                        <a:solidFill>
                          <a:srgbClr val="646464"/>
                        </a:solidFill>
                        <a:effectLst/>
                        <a:latin typeface="+mn-lt"/>
                        <a:cs typeface="Arial" charset="0"/>
                      </a:endParaRP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Times New Roman" pitchFamily="18" charset="0"/>
                        </a:rPr>
                        <a:t>Revenue recognition customizations in ERP provides audit trail only for manual journals posted to the General Ledger</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Times New Roman" pitchFamily="18" charset="0"/>
                        </a:rPr>
                        <a:t>Custom processing in ERP requires annual IT controls testing</a:t>
                      </a:r>
                      <a:endParaRPr kumimoji="0" lang="en-US" sz="800" b="0" i="0" u="none" strike="noStrike" cap="none" normalizeH="0" baseline="0">
                        <a:ln>
                          <a:noFill/>
                        </a:ln>
                        <a:solidFill>
                          <a:srgbClr val="646464"/>
                        </a:solidFill>
                        <a:effectLst/>
                        <a:latin typeface="+mn-lt"/>
                        <a:cs typeface="Arial" charset="0"/>
                      </a:endParaRP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Stand alone revenue recognition application stores and applies VSOE, TPE, Selling Price</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Revenue recognition application provides audit trail for changes to revenue related transactions</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4"/>
                  </a:ext>
                </a:extLst>
              </a:tr>
              <a:tr h="900390">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a:ln>
                          <a:noFill/>
                        </a:ln>
                        <a:solidFill>
                          <a:sysClr val="windowText" lastClr="000000"/>
                        </a:solidFill>
                        <a:effectLst/>
                        <a:latin typeface="Arial" charset="0"/>
                        <a:cs typeface="Arial" charset="0"/>
                      </a:endParaRPr>
                    </a:p>
                  </a:txBody>
                  <a:tcPr marL="0" marR="0" vert="vert27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Period Close</a:t>
                      </a:r>
                    </a:p>
                  </a:txBody>
                  <a:tcPr marL="45720" marR="45720" vert="vert27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6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Manual period cutoff procedures monitored for booking of new orders</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Preparation of manual adjusting entries for orders booked in previous periods with revenue recognition over multiple periods</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Standard ERP reports and shipping confirmations monitored for period cutoff</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recognition spreadsheet updated throughout quarter close to produce adjusting entries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Transaction types known to cause revenue recognition irregularities monitored in last period of quarter to ensure they meet all revenue recognition criteria</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Manual adjustments made for new and existing deals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assurance close meetings conducted at quarter end to review new complex deals, revenue leakage issues, and performance of related internal controls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Stand alone revenue recognition application requires only quality assurance and internal control reviews of standard reports to perform period close for revenue accounts</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Revenue assurance close meetings held for all period closings</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5"/>
                  </a:ext>
                </a:extLst>
              </a:tr>
              <a:tr h="69857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a:ln>
                          <a:noFill/>
                        </a:ln>
                        <a:solidFill>
                          <a:sysClr val="windowText" lastClr="000000"/>
                        </a:solidFill>
                        <a:effectLst/>
                        <a:latin typeface="Arial" charset="0"/>
                        <a:cs typeface="Arial" charset="0"/>
                      </a:endParaRPr>
                    </a:p>
                  </a:txBody>
                  <a:tcPr marL="0" marR="0" vert="vert27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Reporting &amp; Forecasting</a:t>
                      </a:r>
                    </a:p>
                  </a:txBody>
                  <a:tcPr marL="45720" marR="45720" vert="vert27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6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reporting limited to standard financial statement reporting</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analysis performed manually utilizing limited data points</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No revenue forecasting capability</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reporting limited to standard ERP reports</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analysis performed manually utilizing data from multiple sources</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forecasting limited to ERP treatment without GAAP adjustments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reporting and analysis supported by both ERP and data warehouse</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Arial" charset="0"/>
                        </a:rPr>
                        <a:t>Revenue forecasting enabled only at period end through customization of data warehouse</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Arial" charset="0"/>
                        </a:rPr>
                        <a:t>Revenue reporting and analysis supported by customization of ERP</a:t>
                      </a:r>
                    </a:p>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defRPr/>
                      </a:pPr>
                      <a:r>
                        <a:rPr kumimoji="0" lang="en-US" sz="800" b="0" i="0" u="none" strike="noStrike" cap="none" normalizeH="0" baseline="0">
                          <a:ln>
                            <a:noFill/>
                          </a:ln>
                          <a:solidFill>
                            <a:srgbClr val="646464"/>
                          </a:solidFill>
                          <a:effectLst/>
                          <a:latin typeface="+mn-lt"/>
                          <a:cs typeface="Arial" charset="0"/>
                        </a:rPr>
                        <a:t>Revenue forecasting enabled throughout period by customization of data warehouse</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ct val="0"/>
                        </a:spcAft>
                        <a:buClr>
                          <a:srgbClr val="808080"/>
                        </a:buClr>
                        <a:buSzPct val="70000"/>
                        <a:buFont typeface="Arial" panose="020B0604020202020204" pitchFamily="34" charset="0"/>
                        <a:buChar char="►"/>
                        <a:tabLst/>
                      </a:pPr>
                      <a:r>
                        <a:rPr kumimoji="0" lang="en-US" sz="800" b="0" i="0" u="none" strike="noStrike" cap="none" normalizeH="0" baseline="0">
                          <a:ln>
                            <a:noFill/>
                          </a:ln>
                          <a:solidFill>
                            <a:srgbClr val="646464"/>
                          </a:solidFill>
                          <a:effectLst/>
                          <a:latin typeface="+mn-lt"/>
                          <a:cs typeface="Times New Roman" pitchFamily="18" charset="0"/>
                        </a:rPr>
                        <a:t>Stand alone revenue recognition application provides daily GAAP revenue forecasting capability and multi-dimensional revenue management reporting</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71222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D7CE6-3A9D-1305-87BB-55B0B44DB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A1A9A-8414-B4EF-1147-A911986A4970}"/>
              </a:ext>
            </a:extLst>
          </p:cNvPr>
          <p:cNvSpPr>
            <a:spLocks noGrp="1"/>
          </p:cNvSpPr>
          <p:nvPr>
            <p:ph type="title"/>
          </p:nvPr>
        </p:nvSpPr>
        <p:spPr>
          <a:xfrm>
            <a:off x="609600" y="274320"/>
            <a:ext cx="10972800" cy="457200"/>
          </a:xfrm>
        </p:spPr>
        <p:txBody>
          <a:bodyPr/>
          <a:lstStyle/>
          <a:p>
            <a:r>
              <a:rPr lang="en-IN" noProof="0"/>
              <a:t>Revenue Recognition Model (3/3)</a:t>
            </a:r>
            <a:endParaRPr lang="en-US" noProof="0"/>
          </a:p>
        </p:txBody>
      </p:sp>
      <p:sp>
        <p:nvSpPr>
          <p:cNvPr id="5" name="Slide Number Placeholder 4">
            <a:extLst>
              <a:ext uri="{FF2B5EF4-FFF2-40B4-BE49-F238E27FC236}">
                <a16:creationId xmlns:a16="http://schemas.microsoft.com/office/drawing/2014/main" id="{9D8FF9BE-589C-7823-E550-CE7F4EADA8C6}"/>
              </a:ext>
            </a:extLst>
          </p:cNvPr>
          <p:cNvSpPr>
            <a:spLocks noGrp="1"/>
          </p:cNvSpPr>
          <p:nvPr>
            <p:ph type="sldNum" sz="quarter" idx="12"/>
          </p:nvPr>
        </p:nvSpPr>
        <p:spPr/>
        <p:txBody>
          <a:bodyPr/>
          <a:lstStyle/>
          <a:p>
            <a:fld id="{94FCA0F3-9F3A-694B-99BB-0E592A797735}" type="slidenum">
              <a:rPr lang="en-US" noProof="0" smtClean="0"/>
              <a:t>39</a:t>
            </a:fld>
            <a:endParaRPr lang="en-US" noProof="0"/>
          </a:p>
        </p:txBody>
      </p:sp>
      <p:sp>
        <p:nvSpPr>
          <p:cNvPr id="6" name="Date Placeholder 5">
            <a:extLst>
              <a:ext uri="{FF2B5EF4-FFF2-40B4-BE49-F238E27FC236}">
                <a16:creationId xmlns:a16="http://schemas.microsoft.com/office/drawing/2014/main" id="{47908BFA-BB47-79EF-25FE-D9DE7CD7AA76}"/>
              </a:ext>
            </a:extLst>
          </p:cNvPr>
          <p:cNvSpPr>
            <a:spLocks noGrp="1"/>
          </p:cNvSpPr>
          <p:nvPr>
            <p:ph type="dt" sz="half" idx="10"/>
          </p:nvPr>
        </p:nvSpPr>
        <p:spPr/>
        <p:txBody>
          <a:bodyPr/>
          <a:lstStyle/>
          <a:p>
            <a:fld id="{F3772E00-D7F7-40FD-832D-6C39A8B43411}" type="datetime1">
              <a:rPr lang="en-US" noProof="0" smtClean="0"/>
              <a:t>11/28/2025</a:t>
            </a:fld>
            <a:endParaRPr lang="en-US" noProof="0"/>
          </a:p>
        </p:txBody>
      </p:sp>
      <p:graphicFrame>
        <p:nvGraphicFramePr>
          <p:cNvPr id="3" name="Group 3">
            <a:extLst>
              <a:ext uri="{FF2B5EF4-FFF2-40B4-BE49-F238E27FC236}">
                <a16:creationId xmlns:a16="http://schemas.microsoft.com/office/drawing/2014/main" id="{7DC0324F-6F02-F426-90BB-407384493CEB}"/>
              </a:ext>
            </a:extLst>
          </p:cNvPr>
          <p:cNvGraphicFramePr>
            <a:graphicFrameLocks/>
          </p:cNvGraphicFramePr>
          <p:nvPr>
            <p:extLst>
              <p:ext uri="{D42A27DB-BD31-4B8C-83A1-F6EECF244321}">
                <p14:modId xmlns:p14="http://schemas.microsoft.com/office/powerpoint/2010/main" val="4195960148"/>
              </p:ext>
            </p:extLst>
          </p:nvPr>
        </p:nvGraphicFramePr>
        <p:xfrm>
          <a:off x="609600" y="868680"/>
          <a:ext cx="10972800" cy="5394960"/>
        </p:xfrm>
        <a:graphic>
          <a:graphicData uri="http://schemas.openxmlformats.org/drawingml/2006/table">
            <a:tbl>
              <a:tblPr/>
              <a:tblGrid>
                <a:gridCol w="502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60320">
                  <a:extLst>
                    <a:ext uri="{9D8B030D-6E8A-4147-A177-3AD203B41FA5}">
                      <a16:colId xmlns:a16="http://schemas.microsoft.com/office/drawing/2014/main" val="20005"/>
                    </a:ext>
                  </a:extLst>
                </a:gridCol>
              </a:tblGrid>
              <a:tr h="4572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rgbClr val="646464"/>
                        </a:solidFill>
                        <a:effectLst/>
                        <a:latin typeface="+mn-lt"/>
                        <a:cs typeface="Arial" charset="0"/>
                      </a:endParaRPr>
                    </a:p>
                  </a:txBody>
                  <a:tcPr marL="45720" marR="45720" vert="eaVert" anchor="ctr" horzOverflow="overflow">
                    <a:lnL w="635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Basic</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Developing</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3</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Established</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4</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Advanced</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Stage 5</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Leading</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0"/>
                  </a:ext>
                </a:extLst>
              </a:tr>
              <a:tr h="14630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Data Architecture</a:t>
                      </a:r>
                    </a:p>
                  </a:txBody>
                  <a:tcPr marL="45720" marR="45720"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Basic data documentation maintained in desktop procedures of end-user</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is inconsistent and redundant with no formal data maintenance procedures in place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No visibility to changes made to data elements in source systems</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definition standards exist within business units but are not consistent across enterprise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Limited visibility to changes made to data elements in source systems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Standard data definitions are used throughout the enterprise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Most company wide revenue recognition information is captured in a central data warehouse or business service application</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Automated tools in use for data integrity and consistency checks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Standard data definitions used across the enterprise leveraging a common Master</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Management system based on ERP platform </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All company wide revenue recognition information is captured in a central data warehouse or business service application</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entities and data components documented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governance structure for enterprise encompasses Revenue Recognition processes and applications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Conceptual and logical data diagrams maintained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entity and business function matrix maintained</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1"/>
                  </a:ext>
                </a:extLst>
              </a:tr>
              <a:tr h="19202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Application Architecture</a:t>
                      </a:r>
                    </a:p>
                  </a:txBody>
                  <a:tcPr marL="45720" marR="45720"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Spreadsheets created each quarter to calculate revenue adjustments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loaded manually into spreadsheet </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Limited to no end-user computing controls</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Integrity of spreadsheet design and historical data maintained throughout the fiscal year to calculate revenue adjustments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loaded manually into spreadsheet with basic quality controls in place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End-user computing controls documented and reviewed periodically as part of a self-assessment of finance controls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Integrity of spreadsheet design and historical data maintained across multiple fiscal years to calculate revenue adjustment</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loaded to spreadsheet from standard or custom ERP reports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Data upload application used to export calculation results to ERP journal entry</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End-user computing controls documented and tested periodically as part of a key internal controls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Primary ERP solution customized to support substantially all revenue recognition calculations and transaction lifecycle adjustments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Revenue recognition solution outputs limited to adjusting journal entries and manual transaction audit reports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Data warehouse provides limited revenue recognition management reporting after period close</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Business service level security maintained</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Revenue Recognition application integrated into company ERP solution</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Process and application realization documented </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Standard design utilized by subsidiaries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Interfaces documented and actively monitored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Role level security maintained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Application and business function matrix maintained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Revenue Recognition application maintained as principle sub-ledger for deferred revenue</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a:noFill/>
                    </a:lnTlToBr>
                    <a:lnBlToTr>
                      <a:noFill/>
                    </a:lnBlToTr>
                    <a:solidFill>
                      <a:schemeClr val="bg1">
                        <a:lumMod val="10000"/>
                        <a:lumOff val="90000"/>
                      </a:schemeClr>
                    </a:solidFill>
                  </a:tcPr>
                </a:tc>
                <a:extLst>
                  <a:ext uri="{0D108BD9-81ED-4DB2-BD59-A6C34878D82A}">
                    <a16:rowId xmlns:a16="http://schemas.microsoft.com/office/drawing/2014/main" val="10002"/>
                  </a:ext>
                </a:extLst>
              </a:tr>
              <a:tr h="155448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2"/>
                          </a:solidFill>
                          <a:effectLst/>
                          <a:latin typeface="+mn-lt"/>
                          <a:cs typeface="Arial" charset="0"/>
                        </a:rPr>
                        <a:t>Technology Architecture</a:t>
                      </a:r>
                    </a:p>
                  </a:txBody>
                  <a:tcPr marL="45720" marR="45720" vert="vert27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Technology solution maintained on end-user computer</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No documented technology architecture to support processes</a:t>
                      </a:r>
                    </a:p>
                  </a:txBody>
                  <a:tcPr marL="45720" marR="45720" anchor="ctr" horzOverflow="overflow">
                    <a:lnL w="952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Final version of spreadsheet calculations for revenue adjustments maintained on security enabled network shared folder</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Basic technology architecture documented for compliance with external reporting standards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All versions of spreadsheet calculations for revenue adjustments maintained on security enabled network shared folder</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defRPr/>
                      </a:pPr>
                      <a:r>
                        <a:rPr kumimoji="0" lang="en-US" sz="850" b="0" i="0" u="none" strike="noStrike" kern="1200" cap="none" normalizeH="0" baseline="0">
                          <a:ln>
                            <a:noFill/>
                          </a:ln>
                          <a:solidFill>
                            <a:srgbClr val="646464"/>
                          </a:solidFill>
                          <a:effectLst/>
                          <a:latin typeface="+mn-lt"/>
                          <a:ea typeface="+mn-ea"/>
                          <a:cs typeface="Arial" charset="0"/>
                        </a:rPr>
                        <a:t>Leading technology architecture standards used to store, distribute services and provide access security for revenue recognition spreadsheets</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ERP customizations and testing documented to support future ERP upgrades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Communications documented and monitored through custom reports in ERP solution</a:t>
                      </a:r>
                    </a:p>
                  </a:txBody>
                  <a:tcPr marL="45720" marR="4572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Application and multiple environments deployed centrally with network access</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Communications documented and actively monitored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Technology standards to support revenue recognition documented</a:t>
                      </a:r>
                    </a:p>
                    <a:p>
                      <a:pPr marL="109728" marR="0" lvl="0" indent="-109728" algn="l" defTabSz="914400" rtl="0" eaLnBrk="1" fontAlgn="base" latinLnBrk="0" hangingPunct="1">
                        <a:lnSpc>
                          <a:spcPct val="100000"/>
                        </a:lnSpc>
                        <a:spcBef>
                          <a:spcPts val="300"/>
                        </a:spcBef>
                        <a:spcAft>
                          <a:spcPts val="0"/>
                        </a:spcAft>
                        <a:buClr>
                          <a:srgbClr val="808080"/>
                        </a:buClr>
                        <a:buSzPct val="70000"/>
                        <a:buFont typeface="Arial" panose="020B0604020202020204" pitchFamily="34" charset="0"/>
                        <a:buChar char="►"/>
                        <a:tabLst/>
                      </a:pPr>
                      <a:r>
                        <a:rPr kumimoji="0" lang="en-US" sz="850" b="0" i="0" u="none" strike="noStrike" kern="1200" cap="none" normalizeH="0" baseline="0">
                          <a:ln>
                            <a:noFill/>
                          </a:ln>
                          <a:solidFill>
                            <a:srgbClr val="646464"/>
                          </a:solidFill>
                          <a:effectLst/>
                          <a:latin typeface="+mn-lt"/>
                          <a:ea typeface="+mn-ea"/>
                          <a:cs typeface="Arial" charset="0"/>
                        </a:rPr>
                        <a:t>Impact of network and platform changes and improvement initiatives assessed against revenue recognition standards</a:t>
                      </a:r>
                    </a:p>
                  </a:txBody>
                  <a:tcPr marL="45720" marR="45720" anchor="ctr" horzOverflow="overflow">
                    <a:lnL w="317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16821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A05BB-DE70-14D9-387C-44272EEC172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7499938-9207-0428-E3EF-74B38683DDC2}"/>
              </a:ext>
            </a:extLst>
          </p:cNvPr>
          <p:cNvSpPr>
            <a:spLocks noGrp="1"/>
          </p:cNvSpPr>
          <p:nvPr>
            <p:ph type="title"/>
          </p:nvPr>
        </p:nvSpPr>
        <p:spPr>
          <a:xfrm>
            <a:off x="495300" y="228600"/>
            <a:ext cx="11201400" cy="548640"/>
          </a:xfrm>
        </p:spPr>
        <p:txBody>
          <a:bodyPr lIns="91440" tIns="45720" rIns="91440"/>
          <a:lstStyle/>
          <a:p>
            <a:pPr>
              <a:lnSpc>
                <a:spcPct val="100000"/>
              </a:lnSpc>
            </a:pPr>
            <a:r>
              <a:rPr lang="en-US" dirty="0"/>
              <a:t>Roadmap Builder (Method 1 – Generic)</a:t>
            </a:r>
            <a:endParaRPr lang="en-IN" dirty="0"/>
          </a:p>
        </p:txBody>
      </p:sp>
      <p:sp>
        <p:nvSpPr>
          <p:cNvPr id="6" name="Date Placeholder 5">
            <a:extLst>
              <a:ext uri="{FF2B5EF4-FFF2-40B4-BE49-F238E27FC236}">
                <a16:creationId xmlns:a16="http://schemas.microsoft.com/office/drawing/2014/main" id="{367BA13A-F6AA-7D49-3533-14BA1AA06C64}"/>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17A3228E-8AC0-118E-FD5C-D853116E2028}"/>
              </a:ext>
            </a:extLst>
          </p:cNvPr>
          <p:cNvSpPr>
            <a:spLocks noGrp="1"/>
          </p:cNvSpPr>
          <p:nvPr>
            <p:ph type="sldNum" sz="quarter" idx="19"/>
          </p:nvPr>
        </p:nvSpPr>
        <p:spPr/>
        <p:txBody>
          <a:bodyPr/>
          <a:lstStyle/>
          <a:p>
            <a:fld id="{94FCA0F3-9F3A-694B-99BB-0E592A797735}" type="slidenum">
              <a:rPr lang="en-US" smtClean="0"/>
              <a:t>40</a:t>
            </a:fld>
            <a:endParaRPr lang="en-US"/>
          </a:p>
        </p:txBody>
      </p:sp>
      <p:graphicFrame>
        <p:nvGraphicFramePr>
          <p:cNvPr id="2" name="Table 5">
            <a:extLst>
              <a:ext uri="{FF2B5EF4-FFF2-40B4-BE49-F238E27FC236}">
                <a16:creationId xmlns:a16="http://schemas.microsoft.com/office/drawing/2014/main" id="{937F24AC-6F7E-3373-3D15-1A8EB5F33D1E}"/>
              </a:ext>
            </a:extLst>
          </p:cNvPr>
          <p:cNvGraphicFramePr>
            <a:graphicFrameLocks noGrp="1"/>
          </p:cNvGraphicFramePr>
          <p:nvPr>
            <p:extLst>
              <p:ext uri="{D42A27DB-BD31-4B8C-83A1-F6EECF244321}">
                <p14:modId xmlns:p14="http://schemas.microsoft.com/office/powerpoint/2010/main" val="4281719507"/>
              </p:ext>
            </p:extLst>
          </p:nvPr>
        </p:nvGraphicFramePr>
        <p:xfrm>
          <a:off x="495300" y="1691640"/>
          <a:ext cx="11201400" cy="4572000"/>
        </p:xfrm>
        <a:graphic>
          <a:graphicData uri="http://schemas.openxmlformats.org/drawingml/2006/table">
            <a:tbl>
              <a:tblPr firstRow="1" bandRow="1"/>
              <a:tblGrid>
                <a:gridCol w="2971800">
                  <a:extLst>
                    <a:ext uri="{9D8B030D-6E8A-4147-A177-3AD203B41FA5}">
                      <a16:colId xmlns:a16="http://schemas.microsoft.com/office/drawing/2014/main" val="3572666784"/>
                    </a:ext>
                  </a:extLst>
                </a:gridCol>
                <a:gridCol w="8229600">
                  <a:extLst>
                    <a:ext uri="{9D8B030D-6E8A-4147-A177-3AD203B41FA5}">
                      <a16:colId xmlns:a16="http://schemas.microsoft.com/office/drawing/2014/main" val="4221100384"/>
                    </a:ext>
                  </a:extLst>
                </a:gridCol>
              </a:tblGrid>
              <a:tr h="114300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spcBef>
                          <a:spcPts val="300"/>
                        </a:spcBef>
                      </a:pPr>
                      <a:r>
                        <a:rPr lang="en-US" sz="1400" b="1">
                          <a:solidFill>
                            <a:schemeClr val="bg1"/>
                          </a:solidFill>
                          <a:latin typeface="+mn-lt"/>
                        </a:rPr>
                        <a:t>Overarching Principles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137160" indent="-137160">
                        <a:spcBef>
                          <a:spcPts val="300"/>
                        </a:spcBef>
                        <a:spcAft>
                          <a:spcPts val="0"/>
                        </a:spcAft>
                        <a:buFont typeface="Wingdings" panose="05000000000000000000" pitchFamily="2" charset="2"/>
                        <a:buChar char="§"/>
                      </a:pPr>
                      <a:r>
                        <a:rPr lang="en-US" sz="1200" b="0">
                          <a:solidFill>
                            <a:schemeClr val="bg1"/>
                          </a:solidFill>
                          <a:latin typeface="+mn-lt"/>
                        </a:rPr>
                        <a:t>R2R Resources will need to be dedicated to support the delivery of selected initiatives</a:t>
                      </a:r>
                    </a:p>
                    <a:p>
                      <a:pPr marL="137160" indent="-137160">
                        <a:spcBef>
                          <a:spcPts val="300"/>
                        </a:spcBef>
                        <a:spcAft>
                          <a:spcPts val="0"/>
                        </a:spcAft>
                        <a:buFont typeface="Wingdings" panose="05000000000000000000" pitchFamily="2" charset="2"/>
                        <a:buChar char="§"/>
                      </a:pPr>
                      <a:r>
                        <a:rPr lang="en-US" sz="1200" b="0">
                          <a:solidFill>
                            <a:schemeClr val="bg1"/>
                          </a:solidFill>
                          <a:latin typeface="+mn-lt"/>
                        </a:rPr>
                        <a:t>Roadmap is initially for the next 12 months – activities for some initiatives may extend beyond 12 months</a:t>
                      </a:r>
                    </a:p>
                    <a:p>
                      <a:pPr marL="137160" indent="-137160">
                        <a:spcBef>
                          <a:spcPts val="300"/>
                        </a:spcBef>
                        <a:spcAft>
                          <a:spcPts val="0"/>
                        </a:spcAft>
                        <a:buFont typeface="Wingdings" panose="05000000000000000000" pitchFamily="2" charset="2"/>
                        <a:buChar char="§"/>
                      </a:pPr>
                      <a:r>
                        <a:rPr lang="en-US" sz="1200" b="0">
                          <a:solidFill>
                            <a:schemeClr val="bg1"/>
                          </a:solidFill>
                          <a:latin typeface="+mn-lt"/>
                        </a:rPr>
                        <a:t>Show benefit quickly to maintain momentum – prioritize delivery over assessments </a:t>
                      </a:r>
                    </a:p>
                    <a:p>
                      <a:pPr marL="137160" indent="-137160">
                        <a:spcBef>
                          <a:spcPts val="300"/>
                        </a:spcBef>
                        <a:spcAft>
                          <a:spcPts val="0"/>
                        </a:spcAft>
                        <a:buFont typeface="Wingdings" panose="05000000000000000000" pitchFamily="2" charset="2"/>
                        <a:buChar char="§"/>
                      </a:pPr>
                      <a:r>
                        <a:rPr lang="en-US" sz="1200" b="0">
                          <a:solidFill>
                            <a:schemeClr val="bg1"/>
                          </a:solidFill>
                          <a:latin typeface="+mn-lt"/>
                        </a:rPr>
                        <a:t>Complete pre-requisites to enable longer term initiatives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6979451"/>
                  </a:ext>
                </a:extLst>
              </a:tr>
              <a:tr h="13716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Bef>
                          <a:spcPts val="300"/>
                        </a:spcBef>
                      </a:pPr>
                      <a:r>
                        <a:rPr lang="en-US" sz="1400" b="1">
                          <a:solidFill>
                            <a:schemeClr val="bg1"/>
                          </a:solidFill>
                          <a:latin typeface="+mn-lt"/>
                        </a:rPr>
                        <a:t>Tranche 1 – Short Term</a:t>
                      </a:r>
                    </a:p>
                    <a:p>
                      <a:pPr algn="ctr">
                        <a:spcBef>
                          <a:spcPts val="600"/>
                        </a:spcBef>
                      </a:pPr>
                      <a:r>
                        <a:rPr lang="en-US" sz="1300" b="0" i="1">
                          <a:solidFill>
                            <a:schemeClr val="bg1"/>
                          </a:solidFill>
                          <a:latin typeface="+mn-lt"/>
                        </a:rPr>
                        <a:t>“Start to see immediate benefit and relief”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37160" indent="-137160">
                        <a:spcBef>
                          <a:spcPts val="300"/>
                        </a:spcBef>
                        <a:spcAft>
                          <a:spcPts val="0"/>
                        </a:spcAft>
                        <a:buFont typeface="Wingdings" panose="05000000000000000000" pitchFamily="2" charset="2"/>
                        <a:buChar char="§"/>
                      </a:pPr>
                      <a:r>
                        <a:rPr lang="en-US" sz="1200">
                          <a:solidFill>
                            <a:schemeClr val="bg1"/>
                          </a:solidFill>
                          <a:latin typeface="+mn-lt"/>
                        </a:rPr>
                        <a:t>Communication of the go-forward plan to the executive and business teams starts in Tranche 1</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Focus on what can completed within the “walls of R2R”</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Allow time for hiring resource backfills and R2R headcount needs</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Include initiatives which both benefit wider stakeholders and the R2R team </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Lay the foundation for future Tranches – e.g., R2R Roles and Responsibility Matrix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622718375"/>
                  </a:ext>
                </a:extLst>
              </a:tr>
              <a:tr h="1143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Bef>
                          <a:spcPts val="300"/>
                        </a:spcBef>
                      </a:pPr>
                      <a:r>
                        <a:rPr lang="en-US" sz="1400" b="1">
                          <a:solidFill>
                            <a:schemeClr val="bg1"/>
                          </a:solidFill>
                          <a:latin typeface="+mn-lt"/>
                        </a:rPr>
                        <a:t>Tranche 2 – Medium Term</a:t>
                      </a:r>
                    </a:p>
                    <a:p>
                      <a:pPr algn="ctr">
                        <a:spcBef>
                          <a:spcPts val="600"/>
                        </a:spcBef>
                      </a:pPr>
                      <a:r>
                        <a:rPr lang="en-US" sz="1300" b="0" i="1">
                          <a:solidFill>
                            <a:schemeClr val="bg1"/>
                          </a:solidFill>
                          <a:latin typeface="+mn-lt"/>
                        </a:rPr>
                        <a:t>“Continue to build on the foundation”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37160" indent="-137160">
                        <a:spcBef>
                          <a:spcPts val="300"/>
                        </a:spcBef>
                        <a:spcAft>
                          <a:spcPts val="0"/>
                        </a:spcAft>
                        <a:buFont typeface="Wingdings" panose="05000000000000000000" pitchFamily="2" charset="2"/>
                        <a:buChar char="§"/>
                      </a:pPr>
                      <a:r>
                        <a:rPr lang="en-US" sz="1200">
                          <a:solidFill>
                            <a:schemeClr val="bg1"/>
                          </a:solidFill>
                          <a:latin typeface="+mn-lt"/>
                        </a:rPr>
                        <a:t>Mobilize more complicated initiatives which will require heavier R2R resource commitment</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Work with IT and data team to tackle the wider enterprise data strategy design and roll out</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Begin more complex process redesign and tool capability design before busy monthly and annual Process starts</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Activities from Tranche 1 may continue during Tranche 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2782826017"/>
                  </a:ext>
                </a:extLst>
              </a:tr>
              <a:tr h="9144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Bef>
                          <a:spcPts val="300"/>
                        </a:spcBef>
                      </a:pPr>
                      <a:r>
                        <a:rPr lang="en-US" sz="1400" b="1">
                          <a:solidFill>
                            <a:schemeClr val="bg1"/>
                          </a:solidFill>
                          <a:latin typeface="+mn-lt"/>
                        </a:rPr>
                        <a:t>Tranche 3 – Long Term</a:t>
                      </a:r>
                    </a:p>
                    <a:p>
                      <a:pPr algn="ctr">
                        <a:spcBef>
                          <a:spcPts val="600"/>
                        </a:spcBef>
                      </a:pPr>
                      <a:r>
                        <a:rPr lang="en-US" sz="1300" b="0" i="1">
                          <a:solidFill>
                            <a:schemeClr val="bg1"/>
                          </a:solidFill>
                          <a:latin typeface="+mn-lt"/>
                        </a:rPr>
                        <a:t>”Start fundamental process redesign”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8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37160" indent="-137160">
                        <a:spcBef>
                          <a:spcPts val="300"/>
                        </a:spcBef>
                        <a:spcAft>
                          <a:spcPts val="0"/>
                        </a:spcAft>
                        <a:buFont typeface="Wingdings" panose="05000000000000000000" pitchFamily="2" charset="2"/>
                        <a:buChar char="§"/>
                      </a:pPr>
                      <a:r>
                        <a:rPr lang="en-US" sz="1200">
                          <a:solidFill>
                            <a:schemeClr val="bg1"/>
                          </a:solidFill>
                          <a:latin typeface="+mn-lt"/>
                        </a:rPr>
                        <a:t>Continue and implementation of more complex initiatives (reimagine of the R2R processes, EPM tool, etc.)</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Balance process redesign with the resource intensive close processes starting now</a:t>
                      </a:r>
                    </a:p>
                    <a:p>
                      <a:pPr marL="137160" indent="-137160">
                        <a:spcBef>
                          <a:spcPts val="300"/>
                        </a:spcBef>
                        <a:spcAft>
                          <a:spcPts val="0"/>
                        </a:spcAft>
                        <a:buFont typeface="Wingdings" panose="05000000000000000000" pitchFamily="2" charset="2"/>
                        <a:buChar char="§"/>
                      </a:pPr>
                      <a:r>
                        <a:rPr lang="en-US" sz="1200">
                          <a:solidFill>
                            <a:schemeClr val="bg1"/>
                          </a:solidFill>
                          <a:latin typeface="+mn-lt"/>
                        </a:rPr>
                        <a:t>Activities from Tranche 1 and 2 may continue during Tranche 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4065773859"/>
                  </a:ext>
                </a:extLst>
              </a:tr>
            </a:tbl>
          </a:graphicData>
        </a:graphic>
      </p:graphicFrame>
      <p:sp>
        <p:nvSpPr>
          <p:cNvPr id="3" name="TextBox 2">
            <a:extLst>
              <a:ext uri="{FF2B5EF4-FFF2-40B4-BE49-F238E27FC236}">
                <a16:creationId xmlns:a16="http://schemas.microsoft.com/office/drawing/2014/main" id="{5C6CADAE-1490-8A83-55CB-232FF2BC4221}"/>
              </a:ext>
            </a:extLst>
          </p:cNvPr>
          <p:cNvSpPr txBox="1"/>
          <p:nvPr/>
        </p:nvSpPr>
        <p:spPr>
          <a:xfrm>
            <a:off x="495300" y="914400"/>
            <a:ext cx="11201400" cy="640080"/>
          </a:xfrm>
          <a:prstGeom prst="rect">
            <a:avLst/>
          </a:prstGeom>
          <a:noFill/>
        </p:spPr>
        <p:txBody>
          <a:bodyPr wrap="square" rtlCol="0" anchor="ctr" anchorCtr="0">
            <a:noAutofit/>
          </a:bodyPr>
          <a:lstStyle/>
          <a:p>
            <a:r>
              <a:rPr lang="en-US" sz="1500" b="1">
                <a:solidFill>
                  <a:srgbClr val="000000"/>
                </a:solidFill>
              </a:rPr>
              <a:t>Opportunities have been divided into tranches </a:t>
            </a:r>
            <a:r>
              <a:rPr lang="en-US" sz="1500">
                <a:solidFill>
                  <a:srgbClr val="000000"/>
                </a:solidFill>
              </a:rPr>
              <a:t>to stagger activity to manage the time requirements and resource constraints across the R2R Team. Tranches indicate start times of initiatives – </a:t>
            </a:r>
            <a:r>
              <a:rPr lang="en-US" sz="1500" b="1">
                <a:solidFill>
                  <a:srgbClr val="000000"/>
                </a:solidFill>
              </a:rPr>
              <a:t>activities may extend beyond a single tranche timeline</a:t>
            </a:r>
            <a:r>
              <a:rPr lang="en-US" sz="1500">
                <a:solidFill>
                  <a:srgbClr val="000000"/>
                </a:solidFill>
              </a:rPr>
              <a:t>.</a:t>
            </a:r>
          </a:p>
        </p:txBody>
      </p:sp>
    </p:spTree>
    <p:extLst>
      <p:ext uri="{BB962C8B-B14F-4D97-AF65-F5344CB8AC3E}">
        <p14:creationId xmlns:p14="http://schemas.microsoft.com/office/powerpoint/2010/main" val="1847087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1DA5-5E86-C8C8-FF2D-8F8BD96B92E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6B16B6C-3D4D-0109-A6C2-BA36E6A1CBCE}"/>
              </a:ext>
            </a:extLst>
          </p:cNvPr>
          <p:cNvSpPr>
            <a:spLocks noGrp="1"/>
          </p:cNvSpPr>
          <p:nvPr>
            <p:ph type="title"/>
          </p:nvPr>
        </p:nvSpPr>
        <p:spPr>
          <a:xfrm>
            <a:off x="495300" y="228600"/>
            <a:ext cx="11201400" cy="548640"/>
          </a:xfrm>
        </p:spPr>
        <p:txBody>
          <a:bodyPr lIns="91440" tIns="45720" rIns="91440"/>
          <a:lstStyle/>
          <a:p>
            <a:pPr>
              <a:lnSpc>
                <a:spcPct val="100000"/>
              </a:lnSpc>
            </a:pPr>
            <a:r>
              <a:rPr lang="en-US" dirty="0"/>
              <a:t>Roadmap Builder (Method 2 – Scoring Based)</a:t>
            </a:r>
            <a:endParaRPr lang="en-IN" dirty="0"/>
          </a:p>
        </p:txBody>
      </p:sp>
      <p:sp>
        <p:nvSpPr>
          <p:cNvPr id="6" name="Date Placeholder 5">
            <a:extLst>
              <a:ext uri="{FF2B5EF4-FFF2-40B4-BE49-F238E27FC236}">
                <a16:creationId xmlns:a16="http://schemas.microsoft.com/office/drawing/2014/main" id="{FA2F1DF4-5583-4146-ED1F-452E0AE37CBB}"/>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BCDD63F4-8004-A1CA-0B9F-F3E9E18F6744}"/>
              </a:ext>
            </a:extLst>
          </p:cNvPr>
          <p:cNvSpPr>
            <a:spLocks noGrp="1"/>
          </p:cNvSpPr>
          <p:nvPr>
            <p:ph type="sldNum" sz="quarter" idx="19"/>
          </p:nvPr>
        </p:nvSpPr>
        <p:spPr/>
        <p:txBody>
          <a:bodyPr/>
          <a:lstStyle/>
          <a:p>
            <a:fld id="{94FCA0F3-9F3A-694B-99BB-0E592A797735}" type="slidenum">
              <a:rPr lang="en-US" smtClean="0"/>
              <a:t>41</a:t>
            </a:fld>
            <a:endParaRPr lang="en-US"/>
          </a:p>
        </p:txBody>
      </p:sp>
      <p:sp>
        <p:nvSpPr>
          <p:cNvPr id="2" name="AutoShape 15">
            <a:extLst>
              <a:ext uri="{FF2B5EF4-FFF2-40B4-BE49-F238E27FC236}">
                <a16:creationId xmlns:a16="http://schemas.microsoft.com/office/drawing/2014/main" id="{99D169E0-0DBE-1ED4-E115-3167EE9296ED}"/>
              </a:ext>
            </a:extLst>
          </p:cNvPr>
          <p:cNvSpPr>
            <a:spLocks noChangeArrowheads="1"/>
          </p:cNvSpPr>
          <p:nvPr/>
        </p:nvSpPr>
        <p:spPr bwMode="auto">
          <a:xfrm>
            <a:off x="495300" y="914400"/>
            <a:ext cx="2514600" cy="822960"/>
          </a:xfrm>
          <a:prstGeom prst="chevron">
            <a:avLst>
              <a:gd name="adj" fmla="val 33584"/>
            </a:avLst>
          </a:prstGeom>
          <a:solidFill>
            <a:schemeClr val="tx2"/>
          </a:solidFill>
          <a:ln w="12700" cap="flat" cmpd="sng" algn="ctr">
            <a:solidFill>
              <a:schemeClr val="bg1"/>
            </a:solidFill>
            <a:prstDash val="solid"/>
            <a:headEnd/>
            <a:tailEnd/>
          </a:ln>
          <a:effectLst/>
        </p:spPr>
        <p:txBody>
          <a:bodyPr lIns="91440" tIns="45720" rIns="91440" bIns="45720" anchor="ctr"/>
          <a:lstStyle/>
          <a:p>
            <a:pPr marL="0" marR="0" lvl="0" indent="0" defTabSz="904693" rtl="0" eaLnBrk="1" fontAlgn="base" latinLnBrk="0" hangingPunct="1">
              <a:lnSpc>
                <a:spcPct val="114000"/>
              </a:lnSpc>
              <a:spcBef>
                <a:spcPts val="0"/>
              </a:spcBef>
              <a:spcAft>
                <a:spcPct val="0"/>
              </a:spcAft>
              <a:buClrTx/>
              <a:buSzTx/>
              <a:buFontTx/>
              <a:buNone/>
              <a:tabLst/>
              <a:defRPr/>
            </a:pPr>
            <a:r>
              <a:rPr lang="en-US" sz="1200" b="1" i="1" kern="0">
                <a:solidFill>
                  <a:schemeClr val="bg1"/>
                </a:solidFill>
              </a:rPr>
              <a:t>1. Identify improvement opportunities</a:t>
            </a:r>
            <a:endParaRPr kumimoji="0" lang="en-US" sz="1200" b="1" i="1" u="none" strike="noStrike" kern="0" cap="none" spc="0" normalizeH="0" baseline="0" noProof="0">
              <a:ln>
                <a:noFill/>
              </a:ln>
              <a:solidFill>
                <a:schemeClr val="bg1"/>
              </a:solidFill>
              <a:effectLst/>
              <a:uLnTx/>
              <a:uFillTx/>
              <a:ea typeface="+mn-ea"/>
              <a:cs typeface="+mn-cs"/>
            </a:endParaRPr>
          </a:p>
        </p:txBody>
      </p:sp>
      <p:sp>
        <p:nvSpPr>
          <p:cNvPr id="13" name="AutoShape 15">
            <a:extLst>
              <a:ext uri="{FF2B5EF4-FFF2-40B4-BE49-F238E27FC236}">
                <a16:creationId xmlns:a16="http://schemas.microsoft.com/office/drawing/2014/main" id="{6E468B6F-CC1B-A89A-4AAE-F17874729C82}"/>
              </a:ext>
            </a:extLst>
          </p:cNvPr>
          <p:cNvSpPr>
            <a:spLocks noChangeArrowheads="1"/>
          </p:cNvSpPr>
          <p:nvPr/>
        </p:nvSpPr>
        <p:spPr bwMode="auto">
          <a:xfrm>
            <a:off x="3238500" y="914400"/>
            <a:ext cx="5029200" cy="822960"/>
          </a:xfrm>
          <a:prstGeom prst="chevron">
            <a:avLst>
              <a:gd name="adj" fmla="val 33584"/>
            </a:avLst>
          </a:prstGeom>
          <a:solidFill>
            <a:schemeClr val="tx2"/>
          </a:solidFill>
          <a:ln w="12700" cap="flat" cmpd="sng" algn="ctr">
            <a:solidFill>
              <a:schemeClr val="bg1"/>
            </a:solidFill>
            <a:prstDash val="solid"/>
            <a:headEnd/>
            <a:tailEnd/>
          </a:ln>
          <a:effectLst/>
        </p:spPr>
        <p:txBody>
          <a:bodyPr lIns="91440" tIns="45720" rIns="91440" bIns="45720" anchor="ctr"/>
          <a:lstStyle/>
          <a:p>
            <a:pPr lvl="0" defTabSz="904693" fontAlgn="base">
              <a:lnSpc>
                <a:spcPct val="114000"/>
              </a:lnSpc>
              <a:spcAft>
                <a:spcPct val="0"/>
              </a:spcAft>
              <a:defRPr/>
            </a:pPr>
            <a:r>
              <a:rPr lang="en-IN" sz="1200" b="1" i="1" kern="0">
                <a:solidFill>
                  <a:schemeClr val="bg1"/>
                </a:solidFill>
              </a:rPr>
              <a:t>2. Conduct roadmap development working session with client to get consolidated results on ranking of importance vs feasibility for each opportunity</a:t>
            </a:r>
          </a:p>
        </p:txBody>
      </p:sp>
      <p:sp>
        <p:nvSpPr>
          <p:cNvPr id="14" name="AutoShape 15">
            <a:extLst>
              <a:ext uri="{FF2B5EF4-FFF2-40B4-BE49-F238E27FC236}">
                <a16:creationId xmlns:a16="http://schemas.microsoft.com/office/drawing/2014/main" id="{ECEFED64-3CC2-B001-54F0-DC0735996B35}"/>
              </a:ext>
            </a:extLst>
          </p:cNvPr>
          <p:cNvSpPr>
            <a:spLocks noChangeArrowheads="1"/>
          </p:cNvSpPr>
          <p:nvPr/>
        </p:nvSpPr>
        <p:spPr bwMode="auto">
          <a:xfrm>
            <a:off x="8496300" y="914400"/>
            <a:ext cx="3200400" cy="822960"/>
          </a:xfrm>
          <a:prstGeom prst="chevron">
            <a:avLst>
              <a:gd name="adj" fmla="val 33584"/>
            </a:avLst>
          </a:prstGeom>
          <a:solidFill>
            <a:schemeClr val="tx2"/>
          </a:solidFill>
          <a:ln w="12700" cap="flat" cmpd="sng" algn="ctr">
            <a:solidFill>
              <a:schemeClr val="bg1"/>
            </a:solidFill>
            <a:prstDash val="solid"/>
            <a:headEnd/>
            <a:tailEnd/>
          </a:ln>
          <a:effectLst/>
        </p:spPr>
        <p:txBody>
          <a:bodyPr lIns="91440" tIns="45720" rIns="91440" bIns="45720" anchor="ctr"/>
          <a:lstStyle/>
          <a:p>
            <a:pPr lvl="0" defTabSz="904693" fontAlgn="base">
              <a:lnSpc>
                <a:spcPct val="114000"/>
              </a:lnSpc>
              <a:spcAft>
                <a:spcPct val="0"/>
              </a:spcAft>
              <a:defRPr/>
            </a:pPr>
            <a:r>
              <a:rPr lang="en-IN" sz="1200" b="1" i="1" kern="0">
                <a:solidFill>
                  <a:schemeClr val="bg1"/>
                </a:solidFill>
              </a:rPr>
              <a:t>3. Create a scorecard and determine sequencing of opportunities in roadmap builder</a:t>
            </a:r>
          </a:p>
        </p:txBody>
      </p:sp>
      <p:cxnSp>
        <p:nvCxnSpPr>
          <p:cNvPr id="20" name="Straight Connector 19">
            <a:extLst>
              <a:ext uri="{FF2B5EF4-FFF2-40B4-BE49-F238E27FC236}">
                <a16:creationId xmlns:a16="http://schemas.microsoft.com/office/drawing/2014/main" id="{56CDF2EE-E526-0DDB-ACA1-DF32DD9369BD}"/>
              </a:ext>
            </a:extLst>
          </p:cNvPr>
          <p:cNvCxnSpPr>
            <a:cxnSpLocks/>
          </p:cNvCxnSpPr>
          <p:nvPr/>
        </p:nvCxnSpPr>
        <p:spPr>
          <a:xfrm>
            <a:off x="3124200" y="914400"/>
            <a:ext cx="0" cy="5212080"/>
          </a:xfrm>
          <a:prstGeom prst="line">
            <a:avLst/>
          </a:prstGeom>
          <a:noFill/>
          <a:ln w="19050" cap="flat" cmpd="sng" algn="ctr">
            <a:solidFill>
              <a:schemeClr val="bg1"/>
            </a:solidFill>
            <a:prstDash val="lgDash"/>
            <a:miter lim="800000"/>
          </a:ln>
          <a:effectLst/>
        </p:spPr>
      </p:cxnSp>
      <p:cxnSp>
        <p:nvCxnSpPr>
          <p:cNvPr id="21" name="Straight Connector 20">
            <a:extLst>
              <a:ext uri="{FF2B5EF4-FFF2-40B4-BE49-F238E27FC236}">
                <a16:creationId xmlns:a16="http://schemas.microsoft.com/office/drawing/2014/main" id="{EE865441-7A15-4317-EF33-53D8E4FA10A9}"/>
              </a:ext>
            </a:extLst>
          </p:cNvPr>
          <p:cNvCxnSpPr>
            <a:cxnSpLocks/>
          </p:cNvCxnSpPr>
          <p:nvPr/>
        </p:nvCxnSpPr>
        <p:spPr>
          <a:xfrm>
            <a:off x="8382000" y="914400"/>
            <a:ext cx="0" cy="5212080"/>
          </a:xfrm>
          <a:prstGeom prst="line">
            <a:avLst/>
          </a:prstGeom>
          <a:noFill/>
          <a:ln w="19050" cap="flat" cmpd="sng" algn="ctr">
            <a:solidFill>
              <a:schemeClr val="bg1"/>
            </a:solidFill>
            <a:prstDash val="lgDash"/>
            <a:miter lim="800000"/>
          </a:ln>
          <a:effectLst/>
        </p:spPr>
      </p:cxnSp>
      <p:grpSp>
        <p:nvGrpSpPr>
          <p:cNvPr id="107" name="Group 106">
            <a:extLst>
              <a:ext uri="{FF2B5EF4-FFF2-40B4-BE49-F238E27FC236}">
                <a16:creationId xmlns:a16="http://schemas.microsoft.com/office/drawing/2014/main" id="{836E2140-18C0-42AF-0EF2-CB7A993D0707}"/>
              </a:ext>
            </a:extLst>
          </p:cNvPr>
          <p:cNvGrpSpPr/>
          <p:nvPr/>
        </p:nvGrpSpPr>
        <p:grpSpPr>
          <a:xfrm>
            <a:off x="586740" y="2286000"/>
            <a:ext cx="2059528" cy="3570542"/>
            <a:chOff x="586740" y="1965960"/>
            <a:chExt cx="2059528" cy="3570542"/>
          </a:xfrm>
        </p:grpSpPr>
        <p:sp>
          <p:nvSpPr>
            <p:cNvPr id="73" name="Oval 26">
              <a:extLst>
                <a:ext uri="{FF2B5EF4-FFF2-40B4-BE49-F238E27FC236}">
                  <a16:creationId xmlns:a16="http://schemas.microsoft.com/office/drawing/2014/main" id="{AFA740E8-DBC6-644B-C4FF-187C7C007841}"/>
                </a:ext>
              </a:extLst>
            </p:cNvPr>
            <p:cNvSpPr>
              <a:spLocks/>
            </p:cNvSpPr>
            <p:nvPr/>
          </p:nvSpPr>
          <p:spPr>
            <a:xfrm>
              <a:off x="586740" y="1965960"/>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cs typeface="Arial" panose="020B0604020202020204" pitchFamily="34" charset="0"/>
                </a:rPr>
                <a:t>Initiative 3</a:t>
              </a:r>
            </a:p>
          </p:txBody>
        </p:sp>
        <p:sp>
          <p:nvSpPr>
            <p:cNvPr id="79" name="Oval 26">
              <a:extLst>
                <a:ext uri="{FF2B5EF4-FFF2-40B4-BE49-F238E27FC236}">
                  <a16:creationId xmlns:a16="http://schemas.microsoft.com/office/drawing/2014/main" id="{99E2C21A-65EC-4D2F-0B39-F708B8062DF4}"/>
                </a:ext>
              </a:extLst>
            </p:cNvPr>
            <p:cNvSpPr>
              <a:spLocks/>
            </p:cNvSpPr>
            <p:nvPr/>
          </p:nvSpPr>
          <p:spPr>
            <a:xfrm>
              <a:off x="586740" y="2331720"/>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1</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91" name="Oval 26">
              <a:extLst>
                <a:ext uri="{FF2B5EF4-FFF2-40B4-BE49-F238E27FC236}">
                  <a16:creationId xmlns:a16="http://schemas.microsoft.com/office/drawing/2014/main" id="{A4E82C01-35E0-16CE-D68B-4EAD9DD3D40A}"/>
                </a:ext>
              </a:extLst>
            </p:cNvPr>
            <p:cNvSpPr>
              <a:spLocks/>
            </p:cNvSpPr>
            <p:nvPr/>
          </p:nvSpPr>
          <p:spPr>
            <a:xfrm>
              <a:off x="586740" y="2697480"/>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2</a:t>
              </a:r>
            </a:p>
          </p:txBody>
        </p:sp>
        <p:sp>
          <p:nvSpPr>
            <p:cNvPr id="93" name="Oval 26">
              <a:extLst>
                <a:ext uri="{FF2B5EF4-FFF2-40B4-BE49-F238E27FC236}">
                  <a16:creationId xmlns:a16="http://schemas.microsoft.com/office/drawing/2014/main" id="{BD02B5BA-333C-AF4E-CAB3-41D7A1AEE9DA}"/>
                </a:ext>
              </a:extLst>
            </p:cNvPr>
            <p:cNvSpPr>
              <a:spLocks/>
            </p:cNvSpPr>
            <p:nvPr/>
          </p:nvSpPr>
          <p:spPr>
            <a:xfrm>
              <a:off x="588868" y="306587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5</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95" name="Oval 26">
              <a:extLst>
                <a:ext uri="{FF2B5EF4-FFF2-40B4-BE49-F238E27FC236}">
                  <a16:creationId xmlns:a16="http://schemas.microsoft.com/office/drawing/2014/main" id="{65B3CB42-1465-DBB1-33C8-1397812EC401}"/>
                </a:ext>
              </a:extLst>
            </p:cNvPr>
            <p:cNvSpPr>
              <a:spLocks/>
            </p:cNvSpPr>
            <p:nvPr/>
          </p:nvSpPr>
          <p:spPr>
            <a:xfrm>
              <a:off x="586740" y="343163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6</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97" name="Oval 26">
              <a:extLst>
                <a:ext uri="{FF2B5EF4-FFF2-40B4-BE49-F238E27FC236}">
                  <a16:creationId xmlns:a16="http://schemas.microsoft.com/office/drawing/2014/main" id="{0B16CD46-2CB1-F825-0934-0E213051B698}"/>
                </a:ext>
              </a:extLst>
            </p:cNvPr>
            <p:cNvSpPr>
              <a:spLocks/>
            </p:cNvSpPr>
            <p:nvPr/>
          </p:nvSpPr>
          <p:spPr>
            <a:xfrm>
              <a:off x="586740" y="379774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10</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99" name="Oval 26">
              <a:extLst>
                <a:ext uri="{FF2B5EF4-FFF2-40B4-BE49-F238E27FC236}">
                  <a16:creationId xmlns:a16="http://schemas.microsoft.com/office/drawing/2014/main" id="{AF24D6E3-5E95-397C-7318-DE8207634691}"/>
                </a:ext>
              </a:extLst>
            </p:cNvPr>
            <p:cNvSpPr>
              <a:spLocks/>
            </p:cNvSpPr>
            <p:nvPr/>
          </p:nvSpPr>
          <p:spPr>
            <a:xfrm>
              <a:off x="586740" y="416385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4</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101" name="Oval 26">
              <a:extLst>
                <a:ext uri="{FF2B5EF4-FFF2-40B4-BE49-F238E27FC236}">
                  <a16:creationId xmlns:a16="http://schemas.microsoft.com/office/drawing/2014/main" id="{3F138A4E-92DA-3D3B-CE1D-CFB7A44E8989}"/>
                </a:ext>
              </a:extLst>
            </p:cNvPr>
            <p:cNvSpPr>
              <a:spLocks/>
            </p:cNvSpPr>
            <p:nvPr/>
          </p:nvSpPr>
          <p:spPr>
            <a:xfrm>
              <a:off x="586740" y="452996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8</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103" name="Oval 26">
              <a:extLst>
                <a:ext uri="{FF2B5EF4-FFF2-40B4-BE49-F238E27FC236}">
                  <a16:creationId xmlns:a16="http://schemas.microsoft.com/office/drawing/2014/main" id="{4F5409F2-0EE1-088D-77F3-372D27C10562}"/>
                </a:ext>
              </a:extLst>
            </p:cNvPr>
            <p:cNvSpPr>
              <a:spLocks/>
            </p:cNvSpPr>
            <p:nvPr/>
          </p:nvSpPr>
          <p:spPr>
            <a:xfrm>
              <a:off x="586740" y="489607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9</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105" name="Oval 26">
              <a:extLst>
                <a:ext uri="{FF2B5EF4-FFF2-40B4-BE49-F238E27FC236}">
                  <a16:creationId xmlns:a16="http://schemas.microsoft.com/office/drawing/2014/main" id="{E1E03D08-1E13-1295-9DF8-E0F2D741F0A4}"/>
                </a:ext>
              </a:extLst>
            </p:cNvPr>
            <p:cNvSpPr>
              <a:spLocks/>
            </p:cNvSpPr>
            <p:nvPr/>
          </p:nvSpPr>
          <p:spPr>
            <a:xfrm>
              <a:off x="586740" y="5262182"/>
              <a:ext cx="2057400" cy="274320"/>
            </a:xfrm>
            <a:prstGeom prst="roundRect">
              <a:avLst>
                <a:gd name="adj" fmla="val 28572"/>
              </a:avLst>
            </a:prstGeom>
            <a:noFill/>
            <a:ln w="12700" cap="flat" cmpd="sng" algn="ctr">
              <a:solidFill>
                <a:schemeClr val="tx1">
                  <a:lumMod val="75000"/>
                </a:schemeClr>
              </a:solid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cs typeface="Arial" panose="020B0604020202020204" pitchFamily="34" charset="0"/>
                </a:rPr>
                <a:t>Initiative </a:t>
              </a:r>
              <a:r>
                <a:rPr lang="en-US" sz="1200" kern="0">
                  <a:solidFill>
                    <a:srgbClr val="000000"/>
                  </a:solidFill>
                  <a:cs typeface="Arial" panose="020B0604020202020204" pitchFamily="34" charset="0"/>
                </a:rPr>
                <a:t>7</a:t>
              </a:r>
              <a:endParaRPr kumimoji="0" lang="en-US" sz="1200" b="0" i="0" u="none" strike="noStrike" kern="0" cap="none" spc="0" normalizeH="0" baseline="0" noProof="0">
                <a:ln>
                  <a:noFill/>
                </a:ln>
                <a:solidFill>
                  <a:srgbClr val="000000"/>
                </a:solidFill>
                <a:effectLst/>
                <a:uLnTx/>
                <a:uFillTx/>
                <a:cs typeface="Arial" panose="020B0604020202020204" pitchFamily="34" charset="0"/>
              </a:endParaRPr>
            </a:p>
          </p:txBody>
        </p:sp>
      </p:grpSp>
      <p:sp>
        <p:nvSpPr>
          <p:cNvPr id="108" name="Rectangle 107">
            <a:extLst>
              <a:ext uri="{FF2B5EF4-FFF2-40B4-BE49-F238E27FC236}">
                <a16:creationId xmlns:a16="http://schemas.microsoft.com/office/drawing/2014/main" id="{01CC8C9B-ED1F-2687-6810-F389CE811C3E}"/>
              </a:ext>
            </a:extLst>
          </p:cNvPr>
          <p:cNvSpPr/>
          <p:nvPr/>
        </p:nvSpPr>
        <p:spPr>
          <a:xfrm>
            <a:off x="3460750" y="1851660"/>
            <a:ext cx="20574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2"/>
                </a:solidFill>
                <a:effectLst/>
                <a:uLnTx/>
                <a:uFillTx/>
                <a:ea typeface="+mn-ea"/>
                <a:cs typeface="+mn-cs"/>
              </a:rPr>
              <a:t>Importance Ranking</a:t>
            </a:r>
          </a:p>
        </p:txBody>
      </p:sp>
      <p:sp>
        <p:nvSpPr>
          <p:cNvPr id="109" name="Rectangle 108">
            <a:extLst>
              <a:ext uri="{FF2B5EF4-FFF2-40B4-BE49-F238E27FC236}">
                <a16:creationId xmlns:a16="http://schemas.microsoft.com/office/drawing/2014/main" id="{4DC94148-EDD1-1F34-3293-9D43EE0938A3}"/>
              </a:ext>
            </a:extLst>
          </p:cNvPr>
          <p:cNvSpPr/>
          <p:nvPr/>
        </p:nvSpPr>
        <p:spPr>
          <a:xfrm>
            <a:off x="5975346" y="1851660"/>
            <a:ext cx="20574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2"/>
                </a:solidFill>
                <a:effectLst/>
                <a:uLnTx/>
                <a:uFillTx/>
                <a:ea typeface="+mn-ea"/>
                <a:cs typeface="+mn-cs"/>
              </a:rPr>
              <a:t>Feasibility Ranking</a:t>
            </a:r>
          </a:p>
        </p:txBody>
      </p:sp>
      <p:sp>
        <p:nvSpPr>
          <p:cNvPr id="110" name="Rectangle 109">
            <a:extLst>
              <a:ext uri="{FF2B5EF4-FFF2-40B4-BE49-F238E27FC236}">
                <a16:creationId xmlns:a16="http://schemas.microsoft.com/office/drawing/2014/main" id="{812E5A3B-351B-C1A4-370C-410C935D2D47}"/>
              </a:ext>
            </a:extLst>
          </p:cNvPr>
          <p:cNvSpPr/>
          <p:nvPr/>
        </p:nvSpPr>
        <p:spPr>
          <a:xfrm>
            <a:off x="8747759" y="1851660"/>
            <a:ext cx="25146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bg2"/>
                </a:solidFill>
                <a:effectLst/>
                <a:uLnTx/>
                <a:uFillTx/>
                <a:ea typeface="+mn-ea"/>
                <a:cs typeface="+mn-cs"/>
              </a:rPr>
              <a:t>Roadmap Prioritization</a:t>
            </a:r>
          </a:p>
        </p:txBody>
      </p:sp>
      <p:sp>
        <p:nvSpPr>
          <p:cNvPr id="113" name="Oval 26">
            <a:extLst>
              <a:ext uri="{FF2B5EF4-FFF2-40B4-BE49-F238E27FC236}">
                <a16:creationId xmlns:a16="http://schemas.microsoft.com/office/drawing/2014/main" id="{C2F5C7DE-3994-BC86-AC97-345E2CB897DF}"/>
              </a:ext>
            </a:extLst>
          </p:cNvPr>
          <p:cNvSpPr>
            <a:spLocks/>
          </p:cNvSpPr>
          <p:nvPr/>
        </p:nvSpPr>
        <p:spPr>
          <a:xfrm>
            <a:off x="9204959" y="2286000"/>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rgbClr val="C00000"/>
                </a:solidFill>
                <a:effectLst/>
                <a:uLnTx/>
                <a:uFillTx/>
                <a:cs typeface="Arial" panose="020B0604020202020204" pitchFamily="34" charset="0"/>
              </a:rPr>
              <a:t>Immediate Focus</a:t>
            </a:r>
          </a:p>
        </p:txBody>
      </p:sp>
      <p:sp>
        <p:nvSpPr>
          <p:cNvPr id="114" name="Oval 26">
            <a:extLst>
              <a:ext uri="{FF2B5EF4-FFF2-40B4-BE49-F238E27FC236}">
                <a16:creationId xmlns:a16="http://schemas.microsoft.com/office/drawing/2014/main" id="{AC688988-DD83-38D0-5768-8AE1D16F75ED}"/>
              </a:ext>
            </a:extLst>
          </p:cNvPr>
          <p:cNvSpPr>
            <a:spLocks/>
          </p:cNvSpPr>
          <p:nvPr/>
        </p:nvSpPr>
        <p:spPr>
          <a:xfrm>
            <a:off x="9204959" y="2651760"/>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C00000"/>
                </a:solidFill>
                <a:effectLst/>
                <a:uLnTx/>
                <a:uFillTx/>
                <a:cs typeface="Arial" panose="020B0604020202020204" pitchFamily="34" charset="0"/>
              </a:rPr>
              <a:t>Immediate Focus</a:t>
            </a:r>
          </a:p>
        </p:txBody>
      </p:sp>
      <p:sp>
        <p:nvSpPr>
          <p:cNvPr id="115" name="Oval 26">
            <a:extLst>
              <a:ext uri="{FF2B5EF4-FFF2-40B4-BE49-F238E27FC236}">
                <a16:creationId xmlns:a16="http://schemas.microsoft.com/office/drawing/2014/main" id="{881CA412-7EE7-AE52-BD64-C31417579D54}"/>
              </a:ext>
            </a:extLst>
          </p:cNvPr>
          <p:cNvSpPr>
            <a:spLocks/>
          </p:cNvSpPr>
          <p:nvPr/>
        </p:nvSpPr>
        <p:spPr>
          <a:xfrm>
            <a:off x="9204959" y="3017520"/>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C00000"/>
                </a:solidFill>
                <a:effectLst/>
                <a:uLnTx/>
                <a:uFillTx/>
                <a:cs typeface="Arial" panose="020B0604020202020204" pitchFamily="34" charset="0"/>
              </a:rPr>
              <a:t>Immediate Focus</a:t>
            </a:r>
          </a:p>
        </p:txBody>
      </p:sp>
      <p:sp>
        <p:nvSpPr>
          <p:cNvPr id="116" name="Oval 26">
            <a:extLst>
              <a:ext uri="{FF2B5EF4-FFF2-40B4-BE49-F238E27FC236}">
                <a16:creationId xmlns:a16="http://schemas.microsoft.com/office/drawing/2014/main" id="{496F554F-B8C2-0A74-A420-879B5E973030}"/>
              </a:ext>
            </a:extLst>
          </p:cNvPr>
          <p:cNvSpPr>
            <a:spLocks/>
          </p:cNvSpPr>
          <p:nvPr/>
        </p:nvSpPr>
        <p:spPr>
          <a:xfrm>
            <a:off x="9204959" y="3383280"/>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C00000"/>
                </a:solidFill>
                <a:effectLst/>
                <a:uLnTx/>
                <a:uFillTx/>
                <a:cs typeface="Arial" panose="020B0604020202020204" pitchFamily="34" charset="0"/>
              </a:rPr>
              <a:t>Immediate Focus</a:t>
            </a:r>
          </a:p>
        </p:txBody>
      </p:sp>
      <p:sp>
        <p:nvSpPr>
          <p:cNvPr id="117" name="Oval 26">
            <a:extLst>
              <a:ext uri="{FF2B5EF4-FFF2-40B4-BE49-F238E27FC236}">
                <a16:creationId xmlns:a16="http://schemas.microsoft.com/office/drawing/2014/main" id="{4F0014D6-CF97-8D89-FA6E-4322849BC12E}"/>
              </a:ext>
            </a:extLst>
          </p:cNvPr>
          <p:cNvSpPr>
            <a:spLocks/>
          </p:cNvSpPr>
          <p:nvPr/>
        </p:nvSpPr>
        <p:spPr>
          <a:xfrm>
            <a:off x="9204959" y="3751672"/>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C00000"/>
                </a:solidFill>
                <a:effectLst/>
                <a:uLnTx/>
                <a:uFillTx/>
                <a:cs typeface="Arial" panose="020B0604020202020204" pitchFamily="34" charset="0"/>
              </a:rPr>
              <a:t>Immediate Focus</a:t>
            </a:r>
          </a:p>
        </p:txBody>
      </p:sp>
      <p:sp>
        <p:nvSpPr>
          <p:cNvPr id="118" name="Oval 26">
            <a:extLst>
              <a:ext uri="{FF2B5EF4-FFF2-40B4-BE49-F238E27FC236}">
                <a16:creationId xmlns:a16="http://schemas.microsoft.com/office/drawing/2014/main" id="{BBF3C57B-E66D-E93D-FE23-B51E5E9EA011}"/>
              </a:ext>
            </a:extLst>
          </p:cNvPr>
          <p:cNvSpPr>
            <a:spLocks/>
          </p:cNvSpPr>
          <p:nvPr/>
        </p:nvSpPr>
        <p:spPr>
          <a:xfrm>
            <a:off x="9204959" y="4117432"/>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chemeClr val="accent1"/>
                </a:solidFill>
                <a:effectLst/>
                <a:uLnTx/>
                <a:uFillTx/>
                <a:cs typeface="Arial" panose="020B0604020202020204" pitchFamily="34" charset="0"/>
              </a:rPr>
              <a:t>Future Focus</a:t>
            </a:r>
          </a:p>
        </p:txBody>
      </p:sp>
      <p:sp>
        <p:nvSpPr>
          <p:cNvPr id="119" name="Oval 26">
            <a:extLst>
              <a:ext uri="{FF2B5EF4-FFF2-40B4-BE49-F238E27FC236}">
                <a16:creationId xmlns:a16="http://schemas.microsoft.com/office/drawing/2014/main" id="{3743D56B-A34C-7C7E-E595-C7F3C053AC4A}"/>
              </a:ext>
            </a:extLst>
          </p:cNvPr>
          <p:cNvSpPr>
            <a:spLocks/>
          </p:cNvSpPr>
          <p:nvPr/>
        </p:nvSpPr>
        <p:spPr>
          <a:xfrm>
            <a:off x="9204959" y="4483192"/>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chemeClr val="accent1"/>
                </a:solidFill>
                <a:effectLst/>
                <a:uLnTx/>
                <a:uFillTx/>
                <a:cs typeface="Arial" panose="020B0604020202020204" pitchFamily="34" charset="0"/>
              </a:rPr>
              <a:t>Future Focus</a:t>
            </a:r>
          </a:p>
        </p:txBody>
      </p:sp>
      <p:sp>
        <p:nvSpPr>
          <p:cNvPr id="120" name="Oval 26">
            <a:extLst>
              <a:ext uri="{FF2B5EF4-FFF2-40B4-BE49-F238E27FC236}">
                <a16:creationId xmlns:a16="http://schemas.microsoft.com/office/drawing/2014/main" id="{5407B868-ABB6-6B6A-A4DE-481C7DAB90B7}"/>
              </a:ext>
            </a:extLst>
          </p:cNvPr>
          <p:cNvSpPr>
            <a:spLocks/>
          </p:cNvSpPr>
          <p:nvPr/>
        </p:nvSpPr>
        <p:spPr>
          <a:xfrm>
            <a:off x="9204959" y="4848952"/>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chemeClr val="accent1"/>
                </a:solidFill>
                <a:effectLst/>
                <a:uLnTx/>
                <a:uFillTx/>
                <a:cs typeface="Arial" panose="020B0604020202020204" pitchFamily="34" charset="0"/>
              </a:rPr>
              <a:t>Future Focus</a:t>
            </a:r>
          </a:p>
        </p:txBody>
      </p:sp>
      <p:sp>
        <p:nvSpPr>
          <p:cNvPr id="121" name="Oval 26">
            <a:extLst>
              <a:ext uri="{FF2B5EF4-FFF2-40B4-BE49-F238E27FC236}">
                <a16:creationId xmlns:a16="http://schemas.microsoft.com/office/drawing/2014/main" id="{A8ACBBFD-F7A6-7F4B-6C19-50AA86324C08}"/>
              </a:ext>
            </a:extLst>
          </p:cNvPr>
          <p:cNvSpPr>
            <a:spLocks/>
          </p:cNvSpPr>
          <p:nvPr/>
        </p:nvSpPr>
        <p:spPr>
          <a:xfrm>
            <a:off x="9204959" y="5216112"/>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chemeClr val="accent1"/>
                </a:solidFill>
                <a:effectLst/>
                <a:uLnTx/>
                <a:uFillTx/>
                <a:cs typeface="Arial" panose="020B0604020202020204" pitchFamily="34" charset="0"/>
              </a:rPr>
              <a:t>Future Focus</a:t>
            </a:r>
          </a:p>
        </p:txBody>
      </p:sp>
      <p:sp>
        <p:nvSpPr>
          <p:cNvPr id="122" name="Oval 26">
            <a:extLst>
              <a:ext uri="{FF2B5EF4-FFF2-40B4-BE49-F238E27FC236}">
                <a16:creationId xmlns:a16="http://schemas.microsoft.com/office/drawing/2014/main" id="{0901AFD5-46D2-41E4-474B-FD1F47A01D0B}"/>
              </a:ext>
            </a:extLst>
          </p:cNvPr>
          <p:cNvSpPr>
            <a:spLocks/>
          </p:cNvSpPr>
          <p:nvPr/>
        </p:nvSpPr>
        <p:spPr>
          <a:xfrm>
            <a:off x="9204959" y="5581872"/>
            <a:ext cx="1600200" cy="274320"/>
          </a:xfrm>
          <a:prstGeom prst="rect">
            <a:avLst/>
          </a:prstGeom>
          <a:noFill/>
          <a:ln w="12700" cap="flat" cmpd="sng" algn="ctr">
            <a:noFill/>
            <a:prstDash val="solid"/>
          </a:ln>
          <a:effectLst/>
        </p:spPr>
        <p:txBody>
          <a:bodyPr lIns="91440" rIns="91440"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chemeClr val="accent1"/>
                </a:solidFill>
                <a:effectLst/>
                <a:uLnTx/>
                <a:uFillTx/>
                <a:cs typeface="Arial" panose="020B0604020202020204" pitchFamily="34" charset="0"/>
              </a:rPr>
              <a:t>Future Focus</a:t>
            </a:r>
          </a:p>
        </p:txBody>
      </p:sp>
      <p:graphicFrame>
        <p:nvGraphicFramePr>
          <p:cNvPr id="123" name="Chart 122">
            <a:extLst>
              <a:ext uri="{FF2B5EF4-FFF2-40B4-BE49-F238E27FC236}">
                <a16:creationId xmlns:a16="http://schemas.microsoft.com/office/drawing/2014/main" id="{9F50CE3B-8B16-86E0-C538-5230D09C9E83}"/>
              </a:ext>
            </a:extLst>
          </p:cNvPr>
          <p:cNvGraphicFramePr>
            <a:graphicFrameLocks/>
          </p:cNvGraphicFramePr>
          <p:nvPr>
            <p:extLst>
              <p:ext uri="{D42A27DB-BD31-4B8C-83A1-F6EECF244321}">
                <p14:modId xmlns:p14="http://schemas.microsoft.com/office/powerpoint/2010/main" val="3076353762"/>
              </p:ext>
            </p:extLst>
          </p:nvPr>
        </p:nvGraphicFramePr>
        <p:xfrm>
          <a:off x="3913717" y="2105752"/>
          <a:ext cx="1600200" cy="39319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4" name="Chart 123">
            <a:extLst>
              <a:ext uri="{FF2B5EF4-FFF2-40B4-BE49-F238E27FC236}">
                <a16:creationId xmlns:a16="http://schemas.microsoft.com/office/drawing/2014/main" id="{A13D4085-200F-175C-3524-878F9931D78C}"/>
              </a:ext>
            </a:extLst>
          </p:cNvPr>
          <p:cNvGraphicFramePr>
            <a:graphicFrameLocks/>
          </p:cNvGraphicFramePr>
          <p:nvPr>
            <p:extLst>
              <p:ext uri="{D42A27DB-BD31-4B8C-83A1-F6EECF244321}">
                <p14:modId xmlns:p14="http://schemas.microsoft.com/office/powerpoint/2010/main" val="2590028217"/>
              </p:ext>
            </p:extLst>
          </p:nvPr>
        </p:nvGraphicFramePr>
        <p:xfrm>
          <a:off x="6432554" y="2105752"/>
          <a:ext cx="1600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877242E0-6D00-508A-89F9-98E86531BAB7}"/>
              </a:ext>
            </a:extLst>
          </p:cNvPr>
          <p:cNvSpPr txBox="1"/>
          <p:nvPr/>
        </p:nvSpPr>
        <p:spPr>
          <a:xfrm>
            <a:off x="3460750" y="228600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1</a:t>
            </a:r>
            <a:r>
              <a:rPr lang="en-US" sz="1300" b="1" baseline="30000" dirty="0">
                <a:solidFill>
                  <a:schemeClr val="tx1">
                    <a:lumMod val="50000"/>
                  </a:schemeClr>
                </a:solidFill>
                <a:cs typeface="Segoe UI" panose="020B0502040204020203" pitchFamily="34" charset="0"/>
              </a:rPr>
              <a:t>st</a:t>
            </a:r>
            <a:endParaRPr lang="en-US" sz="1300" b="1" dirty="0">
              <a:solidFill>
                <a:schemeClr val="tx1">
                  <a:lumMod val="50000"/>
                </a:schemeClr>
              </a:solidFill>
              <a:cs typeface="Segoe UI" panose="020B0502040204020203" pitchFamily="34" charset="0"/>
            </a:endParaRPr>
          </a:p>
        </p:txBody>
      </p:sp>
      <p:sp>
        <p:nvSpPr>
          <p:cNvPr id="4" name="TextBox 3">
            <a:extLst>
              <a:ext uri="{FF2B5EF4-FFF2-40B4-BE49-F238E27FC236}">
                <a16:creationId xmlns:a16="http://schemas.microsoft.com/office/drawing/2014/main" id="{27D2BD7E-AEF5-E1A7-A8F2-47C654A3602D}"/>
              </a:ext>
            </a:extLst>
          </p:cNvPr>
          <p:cNvSpPr txBox="1"/>
          <p:nvPr/>
        </p:nvSpPr>
        <p:spPr>
          <a:xfrm>
            <a:off x="3459964" y="265176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2</a:t>
            </a:r>
            <a:r>
              <a:rPr lang="en-US" sz="1300" b="1" baseline="30000" dirty="0">
                <a:solidFill>
                  <a:schemeClr val="tx1">
                    <a:lumMod val="50000"/>
                  </a:schemeClr>
                </a:solidFill>
                <a:cs typeface="Segoe UI" panose="020B0502040204020203" pitchFamily="34" charset="0"/>
              </a:rPr>
              <a:t>nd</a:t>
            </a:r>
            <a:endParaRPr lang="en-US" sz="1300" b="1" dirty="0">
              <a:solidFill>
                <a:schemeClr val="tx1">
                  <a:lumMod val="50000"/>
                </a:schemeClr>
              </a:solidFill>
              <a:cs typeface="Segoe UI" panose="020B0502040204020203" pitchFamily="34" charset="0"/>
            </a:endParaRPr>
          </a:p>
        </p:txBody>
      </p:sp>
      <p:sp>
        <p:nvSpPr>
          <p:cNvPr id="7" name="TextBox 6">
            <a:extLst>
              <a:ext uri="{FF2B5EF4-FFF2-40B4-BE49-F238E27FC236}">
                <a16:creationId xmlns:a16="http://schemas.microsoft.com/office/drawing/2014/main" id="{6CA3827A-5A1E-390F-C7C0-BAAB9CA2F26A}"/>
              </a:ext>
            </a:extLst>
          </p:cNvPr>
          <p:cNvSpPr txBox="1"/>
          <p:nvPr/>
        </p:nvSpPr>
        <p:spPr>
          <a:xfrm>
            <a:off x="3459964" y="301752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3</a:t>
            </a:r>
            <a:r>
              <a:rPr lang="en-US" sz="1300" b="1" baseline="30000" dirty="0">
                <a:solidFill>
                  <a:schemeClr val="tx1">
                    <a:lumMod val="50000"/>
                  </a:schemeClr>
                </a:solidFill>
                <a:cs typeface="Segoe UI" panose="020B0502040204020203" pitchFamily="34" charset="0"/>
              </a:rPr>
              <a:t>rd</a:t>
            </a:r>
            <a:endParaRPr lang="en-US" sz="1300" b="1" dirty="0">
              <a:solidFill>
                <a:schemeClr val="tx1">
                  <a:lumMod val="50000"/>
                </a:schemeClr>
              </a:solidFill>
              <a:cs typeface="Segoe UI" panose="020B0502040204020203" pitchFamily="34" charset="0"/>
            </a:endParaRPr>
          </a:p>
        </p:txBody>
      </p:sp>
      <p:sp>
        <p:nvSpPr>
          <p:cNvPr id="9" name="TextBox 8">
            <a:extLst>
              <a:ext uri="{FF2B5EF4-FFF2-40B4-BE49-F238E27FC236}">
                <a16:creationId xmlns:a16="http://schemas.microsoft.com/office/drawing/2014/main" id="{4BB4F90C-AE4D-90C7-4D1C-4B6315C93C39}"/>
              </a:ext>
            </a:extLst>
          </p:cNvPr>
          <p:cNvSpPr txBox="1"/>
          <p:nvPr/>
        </p:nvSpPr>
        <p:spPr>
          <a:xfrm>
            <a:off x="3459964" y="3384127"/>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4</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0" name="TextBox 9">
            <a:extLst>
              <a:ext uri="{FF2B5EF4-FFF2-40B4-BE49-F238E27FC236}">
                <a16:creationId xmlns:a16="http://schemas.microsoft.com/office/drawing/2014/main" id="{816CC6A9-33FF-B86F-AA40-0BBF6403AF8F}"/>
              </a:ext>
            </a:extLst>
          </p:cNvPr>
          <p:cNvSpPr txBox="1"/>
          <p:nvPr/>
        </p:nvSpPr>
        <p:spPr>
          <a:xfrm>
            <a:off x="3459964" y="3751672"/>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5</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1" name="TextBox 10">
            <a:extLst>
              <a:ext uri="{FF2B5EF4-FFF2-40B4-BE49-F238E27FC236}">
                <a16:creationId xmlns:a16="http://schemas.microsoft.com/office/drawing/2014/main" id="{5683B8D0-C86E-AF39-2EEC-7826E94FF1D6}"/>
              </a:ext>
            </a:extLst>
          </p:cNvPr>
          <p:cNvSpPr txBox="1"/>
          <p:nvPr/>
        </p:nvSpPr>
        <p:spPr>
          <a:xfrm>
            <a:off x="3459571" y="4117432"/>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6</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2" name="TextBox 11">
            <a:extLst>
              <a:ext uri="{FF2B5EF4-FFF2-40B4-BE49-F238E27FC236}">
                <a16:creationId xmlns:a16="http://schemas.microsoft.com/office/drawing/2014/main" id="{32ABD35C-3B53-B183-A7C5-9C799EECFE74}"/>
              </a:ext>
            </a:extLst>
          </p:cNvPr>
          <p:cNvSpPr txBox="1"/>
          <p:nvPr/>
        </p:nvSpPr>
        <p:spPr>
          <a:xfrm>
            <a:off x="3458785" y="4483192"/>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7</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5" name="TextBox 14">
            <a:extLst>
              <a:ext uri="{FF2B5EF4-FFF2-40B4-BE49-F238E27FC236}">
                <a16:creationId xmlns:a16="http://schemas.microsoft.com/office/drawing/2014/main" id="{7289906B-1155-8887-DDC2-FF9C55561CB1}"/>
              </a:ext>
            </a:extLst>
          </p:cNvPr>
          <p:cNvSpPr txBox="1"/>
          <p:nvPr/>
        </p:nvSpPr>
        <p:spPr>
          <a:xfrm>
            <a:off x="3458785" y="4848952"/>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8</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6" name="TextBox 15">
            <a:extLst>
              <a:ext uri="{FF2B5EF4-FFF2-40B4-BE49-F238E27FC236}">
                <a16:creationId xmlns:a16="http://schemas.microsoft.com/office/drawing/2014/main" id="{FAE6FBE7-1A5D-E452-7081-6CA01D876001}"/>
              </a:ext>
            </a:extLst>
          </p:cNvPr>
          <p:cNvSpPr txBox="1"/>
          <p:nvPr/>
        </p:nvSpPr>
        <p:spPr>
          <a:xfrm>
            <a:off x="3458785" y="5215559"/>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9</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7" name="TextBox 16">
            <a:extLst>
              <a:ext uri="{FF2B5EF4-FFF2-40B4-BE49-F238E27FC236}">
                <a16:creationId xmlns:a16="http://schemas.microsoft.com/office/drawing/2014/main" id="{6DF2DD7A-C982-E370-906B-4B8B5BDA85EA}"/>
              </a:ext>
            </a:extLst>
          </p:cNvPr>
          <p:cNvSpPr txBox="1"/>
          <p:nvPr/>
        </p:nvSpPr>
        <p:spPr>
          <a:xfrm>
            <a:off x="3458785" y="5583104"/>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10</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19" name="TextBox 18">
            <a:extLst>
              <a:ext uri="{FF2B5EF4-FFF2-40B4-BE49-F238E27FC236}">
                <a16:creationId xmlns:a16="http://schemas.microsoft.com/office/drawing/2014/main" id="{096F3D5B-9C2C-7D59-DF60-72050AEB4F19}"/>
              </a:ext>
            </a:extLst>
          </p:cNvPr>
          <p:cNvSpPr txBox="1"/>
          <p:nvPr/>
        </p:nvSpPr>
        <p:spPr>
          <a:xfrm>
            <a:off x="5968849" y="2284768"/>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2</a:t>
            </a:r>
            <a:r>
              <a:rPr lang="en-US" sz="1300" b="1" baseline="30000" dirty="0">
                <a:solidFill>
                  <a:schemeClr val="tx1">
                    <a:lumMod val="50000"/>
                  </a:schemeClr>
                </a:solidFill>
                <a:cs typeface="Segoe UI" panose="020B0502040204020203" pitchFamily="34" charset="0"/>
              </a:rPr>
              <a:t>nd</a:t>
            </a:r>
            <a:endParaRPr lang="en-US" sz="1300" b="1" dirty="0">
              <a:solidFill>
                <a:schemeClr val="tx1">
                  <a:lumMod val="50000"/>
                </a:schemeClr>
              </a:solidFill>
              <a:cs typeface="Segoe UI" panose="020B0502040204020203" pitchFamily="34" charset="0"/>
            </a:endParaRPr>
          </a:p>
        </p:txBody>
      </p:sp>
      <p:sp>
        <p:nvSpPr>
          <p:cNvPr id="22" name="TextBox 21">
            <a:extLst>
              <a:ext uri="{FF2B5EF4-FFF2-40B4-BE49-F238E27FC236}">
                <a16:creationId xmlns:a16="http://schemas.microsoft.com/office/drawing/2014/main" id="{08E35DB9-416A-58E3-E7C1-0D5A8454ABF2}"/>
              </a:ext>
            </a:extLst>
          </p:cNvPr>
          <p:cNvSpPr txBox="1"/>
          <p:nvPr/>
        </p:nvSpPr>
        <p:spPr>
          <a:xfrm>
            <a:off x="5968063" y="2650528"/>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1</a:t>
            </a:r>
            <a:r>
              <a:rPr lang="en-US" sz="1300" b="1" baseline="30000" dirty="0">
                <a:solidFill>
                  <a:schemeClr val="tx1">
                    <a:lumMod val="50000"/>
                  </a:schemeClr>
                </a:solidFill>
                <a:cs typeface="Segoe UI" panose="020B0502040204020203" pitchFamily="34" charset="0"/>
              </a:rPr>
              <a:t>st</a:t>
            </a:r>
            <a:endParaRPr lang="en-US" sz="1300" b="1" dirty="0">
              <a:solidFill>
                <a:schemeClr val="tx1">
                  <a:lumMod val="50000"/>
                </a:schemeClr>
              </a:solidFill>
              <a:cs typeface="Segoe UI" panose="020B0502040204020203" pitchFamily="34" charset="0"/>
            </a:endParaRPr>
          </a:p>
        </p:txBody>
      </p:sp>
      <p:sp>
        <p:nvSpPr>
          <p:cNvPr id="23" name="TextBox 22">
            <a:extLst>
              <a:ext uri="{FF2B5EF4-FFF2-40B4-BE49-F238E27FC236}">
                <a16:creationId xmlns:a16="http://schemas.microsoft.com/office/drawing/2014/main" id="{2A819FEE-FD58-3523-B392-DD27E306A91E}"/>
              </a:ext>
            </a:extLst>
          </p:cNvPr>
          <p:cNvSpPr txBox="1"/>
          <p:nvPr/>
        </p:nvSpPr>
        <p:spPr>
          <a:xfrm>
            <a:off x="5968063" y="3016288"/>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5</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24" name="TextBox 23">
            <a:extLst>
              <a:ext uri="{FF2B5EF4-FFF2-40B4-BE49-F238E27FC236}">
                <a16:creationId xmlns:a16="http://schemas.microsoft.com/office/drawing/2014/main" id="{CA674192-4BC0-A626-265D-B846D88E78F5}"/>
              </a:ext>
            </a:extLst>
          </p:cNvPr>
          <p:cNvSpPr txBox="1"/>
          <p:nvPr/>
        </p:nvSpPr>
        <p:spPr>
          <a:xfrm>
            <a:off x="5968063" y="3382895"/>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9</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25" name="TextBox 24">
            <a:extLst>
              <a:ext uri="{FF2B5EF4-FFF2-40B4-BE49-F238E27FC236}">
                <a16:creationId xmlns:a16="http://schemas.microsoft.com/office/drawing/2014/main" id="{1E75293A-1705-4C75-76B4-9237335F8994}"/>
              </a:ext>
            </a:extLst>
          </p:cNvPr>
          <p:cNvSpPr txBox="1"/>
          <p:nvPr/>
        </p:nvSpPr>
        <p:spPr>
          <a:xfrm>
            <a:off x="5968063" y="375044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4</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26" name="TextBox 25">
            <a:extLst>
              <a:ext uri="{FF2B5EF4-FFF2-40B4-BE49-F238E27FC236}">
                <a16:creationId xmlns:a16="http://schemas.microsoft.com/office/drawing/2014/main" id="{B25FAA52-C89B-053C-2C42-18E063AC0BBB}"/>
              </a:ext>
            </a:extLst>
          </p:cNvPr>
          <p:cNvSpPr txBox="1"/>
          <p:nvPr/>
        </p:nvSpPr>
        <p:spPr>
          <a:xfrm>
            <a:off x="5967670" y="411620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8</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27" name="TextBox 26">
            <a:extLst>
              <a:ext uri="{FF2B5EF4-FFF2-40B4-BE49-F238E27FC236}">
                <a16:creationId xmlns:a16="http://schemas.microsoft.com/office/drawing/2014/main" id="{FB1BC485-027F-B5DD-0677-3F57FB389FB1}"/>
              </a:ext>
            </a:extLst>
          </p:cNvPr>
          <p:cNvSpPr txBox="1"/>
          <p:nvPr/>
        </p:nvSpPr>
        <p:spPr>
          <a:xfrm>
            <a:off x="5966884" y="448196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3</a:t>
            </a:r>
            <a:r>
              <a:rPr lang="en-US" sz="1300" b="1" baseline="30000" dirty="0">
                <a:solidFill>
                  <a:schemeClr val="tx1">
                    <a:lumMod val="50000"/>
                  </a:schemeClr>
                </a:solidFill>
                <a:cs typeface="Segoe UI" panose="020B0502040204020203" pitchFamily="34" charset="0"/>
              </a:rPr>
              <a:t>rd</a:t>
            </a:r>
            <a:endParaRPr lang="en-US" sz="1300" b="1" dirty="0">
              <a:solidFill>
                <a:schemeClr val="tx1">
                  <a:lumMod val="50000"/>
                </a:schemeClr>
              </a:solidFill>
              <a:cs typeface="Segoe UI" panose="020B0502040204020203" pitchFamily="34" charset="0"/>
            </a:endParaRPr>
          </a:p>
        </p:txBody>
      </p:sp>
      <p:sp>
        <p:nvSpPr>
          <p:cNvPr id="28" name="TextBox 27">
            <a:extLst>
              <a:ext uri="{FF2B5EF4-FFF2-40B4-BE49-F238E27FC236}">
                <a16:creationId xmlns:a16="http://schemas.microsoft.com/office/drawing/2014/main" id="{BD74E7FA-A50A-9B2F-98FF-FE9289FE27B5}"/>
              </a:ext>
            </a:extLst>
          </p:cNvPr>
          <p:cNvSpPr txBox="1"/>
          <p:nvPr/>
        </p:nvSpPr>
        <p:spPr>
          <a:xfrm>
            <a:off x="5966884" y="4847720"/>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10</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29" name="TextBox 28">
            <a:extLst>
              <a:ext uri="{FF2B5EF4-FFF2-40B4-BE49-F238E27FC236}">
                <a16:creationId xmlns:a16="http://schemas.microsoft.com/office/drawing/2014/main" id="{7FEA3142-3D98-B480-3ED9-EF10259D645C}"/>
              </a:ext>
            </a:extLst>
          </p:cNvPr>
          <p:cNvSpPr txBox="1"/>
          <p:nvPr/>
        </p:nvSpPr>
        <p:spPr>
          <a:xfrm>
            <a:off x="5966884" y="5214327"/>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6</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
        <p:nvSpPr>
          <p:cNvPr id="30" name="TextBox 29">
            <a:extLst>
              <a:ext uri="{FF2B5EF4-FFF2-40B4-BE49-F238E27FC236}">
                <a16:creationId xmlns:a16="http://schemas.microsoft.com/office/drawing/2014/main" id="{BD1E4BA3-EB5F-81D7-DC56-65A3227542A7}"/>
              </a:ext>
            </a:extLst>
          </p:cNvPr>
          <p:cNvSpPr txBox="1"/>
          <p:nvPr/>
        </p:nvSpPr>
        <p:spPr>
          <a:xfrm>
            <a:off x="5966884" y="5581872"/>
            <a:ext cx="457200" cy="274320"/>
          </a:xfrm>
          <a:prstGeom prst="rect">
            <a:avLst/>
          </a:prstGeom>
          <a:noFill/>
        </p:spPr>
        <p:txBody>
          <a:bodyPr wrap="square" lIns="45720" rIns="45720" rtlCol="0" anchor="ctr" anchorCtr="0">
            <a:noAutofit/>
          </a:bodyPr>
          <a:lstStyle/>
          <a:p>
            <a:pPr algn="ctr">
              <a:defRPr/>
            </a:pPr>
            <a:r>
              <a:rPr lang="en-US" sz="1300" b="1" dirty="0">
                <a:solidFill>
                  <a:schemeClr val="tx1">
                    <a:lumMod val="50000"/>
                  </a:schemeClr>
                </a:solidFill>
                <a:cs typeface="Segoe UI" panose="020B0502040204020203" pitchFamily="34" charset="0"/>
              </a:rPr>
              <a:t>7</a:t>
            </a:r>
            <a:r>
              <a:rPr lang="en-US" sz="1300" b="1" baseline="30000" dirty="0">
                <a:solidFill>
                  <a:schemeClr val="tx1">
                    <a:lumMod val="50000"/>
                  </a:schemeClr>
                </a:solidFill>
                <a:cs typeface="Segoe UI" panose="020B0502040204020203" pitchFamily="34" charset="0"/>
              </a:rPr>
              <a:t>th</a:t>
            </a:r>
            <a:endParaRPr lang="en-US" sz="1300" b="1" dirty="0">
              <a:solidFill>
                <a:schemeClr val="tx1">
                  <a:lumMod val="50000"/>
                </a:schemeClr>
              </a:solidFill>
              <a:cs typeface="Segoe UI" panose="020B0502040204020203" pitchFamily="34" charset="0"/>
            </a:endParaRPr>
          </a:p>
        </p:txBody>
      </p:sp>
    </p:spTree>
    <p:extLst>
      <p:ext uri="{BB962C8B-B14F-4D97-AF65-F5344CB8AC3E}">
        <p14:creationId xmlns:p14="http://schemas.microsoft.com/office/powerpoint/2010/main" val="5751711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7A3BB-5CB8-DBCF-82B5-975B4D95E23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67D78F8-D81D-AB67-CD29-C0B0A7E8C8A6}"/>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Performance Management</a:t>
            </a:r>
          </a:p>
        </p:txBody>
      </p:sp>
    </p:spTree>
    <p:extLst>
      <p:ext uri="{BB962C8B-B14F-4D97-AF65-F5344CB8AC3E}">
        <p14:creationId xmlns:p14="http://schemas.microsoft.com/office/powerpoint/2010/main" val="31634893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71AF9-F5C5-267A-C20C-94F9470C8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43224-8A4D-21B3-F9AD-596E69906FF9}"/>
              </a:ext>
            </a:extLst>
          </p:cNvPr>
          <p:cNvSpPr>
            <a:spLocks noGrp="1"/>
          </p:cNvSpPr>
          <p:nvPr>
            <p:ph type="title"/>
          </p:nvPr>
        </p:nvSpPr>
        <p:spPr>
          <a:xfrm>
            <a:off x="472440" y="274320"/>
            <a:ext cx="11247120" cy="548640"/>
          </a:xfrm>
        </p:spPr>
        <p:txBody>
          <a:bodyPr lIns="91440" tIns="45720" rIns="91440"/>
          <a:lstStyle/>
          <a:p>
            <a:pPr>
              <a:lnSpc>
                <a:spcPct val="100000"/>
              </a:lnSpc>
            </a:pPr>
            <a:r>
              <a:rPr lang="en-US" dirty="0"/>
              <a:t>KPIs for GBS performance (1/2)</a:t>
            </a:r>
            <a:endParaRPr lang="en-IN" dirty="0"/>
          </a:p>
        </p:txBody>
      </p:sp>
      <p:sp>
        <p:nvSpPr>
          <p:cNvPr id="5" name="Slide Number Placeholder 4">
            <a:extLst>
              <a:ext uri="{FF2B5EF4-FFF2-40B4-BE49-F238E27FC236}">
                <a16:creationId xmlns:a16="http://schemas.microsoft.com/office/drawing/2014/main" id="{70DCDD2E-B517-C339-2EB3-15F4FFC0527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667F883E-A14B-579F-34FC-B75BF2BF733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C5B36D-C464-49CA-B0F2-BE07A37CB76B}"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3" name="Rectangle: Rounded Corners 2">
            <a:extLst>
              <a:ext uri="{FF2B5EF4-FFF2-40B4-BE49-F238E27FC236}">
                <a16:creationId xmlns:a16="http://schemas.microsoft.com/office/drawing/2014/main" id="{D1597DAC-7F9A-C00C-B5CA-A8D3587C38B3}"/>
              </a:ext>
            </a:extLst>
          </p:cNvPr>
          <p:cNvSpPr/>
          <p:nvPr/>
        </p:nvSpPr>
        <p:spPr>
          <a:xfrm>
            <a:off x="609600" y="960120"/>
            <a:ext cx="10972800" cy="365760"/>
          </a:xfrm>
          <a:prstGeom prst="roundRect">
            <a:avLst>
              <a:gd name="adj" fmla="val 27778"/>
            </a:avLst>
          </a:prstGeom>
          <a:solidFill>
            <a:schemeClr val="tx2"/>
          </a:solidFill>
          <a:ln w="12700" cap="flat" cmpd="sng" algn="ctr">
            <a:noFill/>
            <a:prstDash val="solid"/>
            <a:miter lim="800000"/>
          </a:ln>
          <a:effectLst/>
        </p:spPr>
        <p:txBody>
          <a:bodyPr lIns="91440" r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a:ln>
                  <a:noFill/>
                </a:ln>
                <a:solidFill>
                  <a:srgbClr val="1A1A24"/>
                </a:solidFill>
                <a:effectLst/>
                <a:uLnTx/>
                <a:uFillTx/>
                <a:latin typeface="EYInterstate Regular"/>
                <a:ea typeface="+mn-ea"/>
                <a:cs typeface="+mn-cs"/>
              </a:rPr>
              <a:t>GBS KPIs are more </a:t>
            </a:r>
            <a:r>
              <a:rPr kumimoji="0" lang="en-IN" sz="1500" b="1" i="0" u="none" strike="noStrike" kern="0" cap="none" spc="0" normalizeH="0" baseline="0" noProof="0">
                <a:ln>
                  <a:noFill/>
                </a:ln>
                <a:solidFill>
                  <a:srgbClr val="1A1A24"/>
                </a:solidFill>
                <a:effectLst/>
                <a:uLnTx/>
                <a:uFillTx/>
                <a:latin typeface="EYInterstate Regular"/>
                <a:ea typeface="+mn-ea"/>
                <a:cs typeface="+mn-cs"/>
              </a:rPr>
              <a:t>execution-focused</a:t>
            </a:r>
            <a:r>
              <a:rPr kumimoji="0" lang="en-IN" sz="1500" b="0" i="0" u="none" strike="noStrike" kern="0" cap="none" spc="0" normalizeH="0" baseline="0" noProof="0">
                <a:ln>
                  <a:noFill/>
                </a:ln>
                <a:solidFill>
                  <a:srgbClr val="1A1A24"/>
                </a:solidFill>
                <a:effectLst/>
                <a:uLnTx/>
                <a:uFillTx/>
                <a:latin typeface="EYInterstate Regular"/>
                <a:ea typeface="+mn-ea"/>
                <a:cs typeface="+mn-cs"/>
              </a:rPr>
              <a:t>, targeting operational efficiency, transactional accuracy, and cost-effectiveness</a:t>
            </a:r>
          </a:p>
        </p:txBody>
      </p:sp>
      <p:graphicFrame>
        <p:nvGraphicFramePr>
          <p:cNvPr id="4" name="Table 3">
            <a:extLst>
              <a:ext uri="{FF2B5EF4-FFF2-40B4-BE49-F238E27FC236}">
                <a16:creationId xmlns:a16="http://schemas.microsoft.com/office/drawing/2014/main" id="{0C30BA88-42AD-F5D3-6A92-11B2C9C7AEB0}"/>
              </a:ext>
            </a:extLst>
          </p:cNvPr>
          <p:cNvGraphicFramePr>
            <a:graphicFrameLocks noGrp="1"/>
          </p:cNvGraphicFramePr>
          <p:nvPr>
            <p:extLst>
              <p:ext uri="{D42A27DB-BD31-4B8C-83A1-F6EECF244321}">
                <p14:modId xmlns:p14="http://schemas.microsoft.com/office/powerpoint/2010/main" val="1948509162"/>
              </p:ext>
            </p:extLst>
          </p:nvPr>
        </p:nvGraphicFramePr>
        <p:xfrm>
          <a:off x="472440" y="2148840"/>
          <a:ext cx="5852160" cy="4023360"/>
        </p:xfrm>
        <a:graphic>
          <a:graphicData uri="http://schemas.openxmlformats.org/drawingml/2006/table">
            <a:tbl>
              <a:tblPr/>
              <a:tblGrid>
                <a:gridCol w="1645920">
                  <a:extLst>
                    <a:ext uri="{9D8B030D-6E8A-4147-A177-3AD203B41FA5}">
                      <a16:colId xmlns:a16="http://schemas.microsoft.com/office/drawing/2014/main" val="3470923224"/>
                    </a:ext>
                  </a:extLst>
                </a:gridCol>
                <a:gridCol w="1737360">
                  <a:extLst>
                    <a:ext uri="{9D8B030D-6E8A-4147-A177-3AD203B41FA5}">
                      <a16:colId xmlns:a16="http://schemas.microsoft.com/office/drawing/2014/main" val="3159260032"/>
                    </a:ext>
                  </a:extLst>
                </a:gridCol>
                <a:gridCol w="109728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US" sz="1100" b="1" noProof="0" dirty="0">
                          <a:solidFill>
                            <a:schemeClr val="bg1"/>
                          </a:solidFill>
                        </a:rPr>
                        <a:t>Days to Close </a:t>
                      </a:r>
                      <a:r>
                        <a:rPr lang="en-US" sz="1100" b="0" noProof="0" dirty="0">
                          <a:solidFill>
                            <a:schemeClr val="bg1"/>
                          </a:solidFill>
                        </a:rPr>
                        <a:t>(Month-End Close Cycle Time)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Number of calendar days to complete the monthly closing process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3–5 days</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World-class organizations target ≤5 days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US" sz="1100" b="1" noProof="0">
                          <a:solidFill>
                            <a:schemeClr val="bg1"/>
                          </a:solidFill>
                        </a:rPr>
                        <a:t>Cost per Transaction / per Report</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Total cost to perform an RTR transaction or generate a financial report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$1–$3 per transaction</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Varies based on labor arbitrage and automation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r h="548640">
                <a:tc>
                  <a:txBody>
                    <a:bodyPr/>
                    <a:lstStyle/>
                    <a:p>
                      <a:r>
                        <a:rPr lang="en-US" sz="1100" b="1" noProof="0">
                          <a:solidFill>
                            <a:schemeClr val="bg1"/>
                          </a:solidFill>
                        </a:rPr>
                        <a:t>Journal Entry Processing Time</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Average time taken to process journal entries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&lt;4 hours per entry</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Includes validation and posting</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25228143"/>
                  </a:ext>
                </a:extLst>
              </a:tr>
              <a:tr h="640080">
                <a:tc>
                  <a:txBody>
                    <a:bodyPr/>
                    <a:lstStyle/>
                    <a:p>
                      <a:r>
                        <a:rPr lang="en-US" sz="1100" b="1" noProof="0">
                          <a:solidFill>
                            <a:schemeClr val="bg1"/>
                          </a:solidFill>
                        </a:rPr>
                        <a:t>Automated vs. Manual Journal Entry Ratio</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Proportion of journal entries posted automatically versus manually</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&gt;70% automated</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RPA and ERP rules help increase this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r h="640080">
                <a:tc>
                  <a:txBody>
                    <a:bodyPr/>
                    <a:lstStyle/>
                    <a:p>
                      <a:r>
                        <a:rPr lang="en-US" sz="1100" b="1" noProof="0">
                          <a:solidFill>
                            <a:schemeClr val="bg1"/>
                          </a:solidFill>
                        </a:rPr>
                        <a:t>Standardization Rate</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 of RTR processes standardized across regions or BUs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&gt;85%</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High-performing GBS strive for global standardization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568794"/>
                  </a:ext>
                </a:extLst>
              </a:tr>
              <a:tr h="548640">
                <a:tc>
                  <a:txBody>
                    <a:bodyPr/>
                    <a:lstStyle/>
                    <a:p>
                      <a:r>
                        <a:rPr lang="en-US" sz="1100" b="1" noProof="0">
                          <a:solidFill>
                            <a:schemeClr val="bg1"/>
                          </a:solidFill>
                        </a:rPr>
                        <a:t>Process Automation Level</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Extent of RPA or AI integration in RTR activities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40–70%</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dirty="0">
                          <a:solidFill>
                            <a:schemeClr val="bg1"/>
                          </a:solidFill>
                        </a:rPr>
                        <a:t>Depends on maturity of RPA/AI initiatives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92418573"/>
                  </a:ext>
                </a:extLst>
              </a:tr>
            </a:tbl>
          </a:graphicData>
        </a:graphic>
      </p:graphicFrame>
      <p:grpSp>
        <p:nvGrpSpPr>
          <p:cNvPr id="11" name="Group 10">
            <a:extLst>
              <a:ext uri="{FF2B5EF4-FFF2-40B4-BE49-F238E27FC236}">
                <a16:creationId xmlns:a16="http://schemas.microsoft.com/office/drawing/2014/main" id="{53A01D37-8571-AD1F-0302-94D483697F27}"/>
              </a:ext>
            </a:extLst>
          </p:cNvPr>
          <p:cNvGrpSpPr/>
          <p:nvPr/>
        </p:nvGrpSpPr>
        <p:grpSpPr>
          <a:xfrm>
            <a:off x="598214" y="1508760"/>
            <a:ext cx="3063240" cy="548640"/>
            <a:chOff x="2912533" y="1720761"/>
            <a:chExt cx="3063240" cy="548640"/>
          </a:xfrm>
        </p:grpSpPr>
        <p:sp>
          <p:nvSpPr>
            <p:cNvPr id="10" name="Rectangle 9">
              <a:extLst>
                <a:ext uri="{FF2B5EF4-FFF2-40B4-BE49-F238E27FC236}">
                  <a16:creationId xmlns:a16="http://schemas.microsoft.com/office/drawing/2014/main" id="{A8FB925B-50E4-5450-A0AF-40EA12232ECA}"/>
                </a:ext>
              </a:extLst>
            </p:cNvPr>
            <p:cNvSpPr/>
            <p:nvPr/>
          </p:nvSpPr>
          <p:spPr>
            <a:xfrm>
              <a:off x="3461173" y="1812201"/>
              <a:ext cx="25146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Operational Efficiency KPIs</a:t>
              </a:r>
            </a:p>
          </p:txBody>
        </p:sp>
        <p:pic>
          <p:nvPicPr>
            <p:cNvPr id="1026" name="Picture 2" descr="Efficiency ">
              <a:extLst>
                <a:ext uri="{FF2B5EF4-FFF2-40B4-BE49-F238E27FC236}">
                  <a16:creationId xmlns:a16="http://schemas.microsoft.com/office/drawing/2014/main" id="{196576FA-DC78-AF7C-F48F-6B68450B1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533" y="1720761"/>
              <a:ext cx="548640" cy="54864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8" name="Table 17">
            <a:extLst>
              <a:ext uri="{FF2B5EF4-FFF2-40B4-BE49-F238E27FC236}">
                <a16:creationId xmlns:a16="http://schemas.microsoft.com/office/drawing/2014/main" id="{24DC42A8-9101-2F60-8D19-C17BED0AD9EC}"/>
              </a:ext>
            </a:extLst>
          </p:cNvPr>
          <p:cNvGraphicFramePr>
            <a:graphicFrameLocks noGrp="1"/>
          </p:cNvGraphicFramePr>
          <p:nvPr>
            <p:extLst>
              <p:ext uri="{D42A27DB-BD31-4B8C-83A1-F6EECF244321}">
                <p14:modId xmlns:p14="http://schemas.microsoft.com/office/powerpoint/2010/main" val="536687379"/>
              </p:ext>
            </p:extLst>
          </p:nvPr>
        </p:nvGraphicFramePr>
        <p:xfrm>
          <a:off x="6690360" y="2149316"/>
          <a:ext cx="5029200" cy="2971800"/>
        </p:xfrm>
        <a:graphic>
          <a:graphicData uri="http://schemas.openxmlformats.org/drawingml/2006/table">
            <a:tbl>
              <a:tblPr/>
              <a:tblGrid>
                <a:gridCol w="1188720">
                  <a:extLst>
                    <a:ext uri="{9D8B030D-6E8A-4147-A177-3AD203B41FA5}">
                      <a16:colId xmlns:a16="http://schemas.microsoft.com/office/drawing/2014/main" val="3470923224"/>
                    </a:ext>
                  </a:extLst>
                </a:gridCol>
                <a:gridCol w="1463040">
                  <a:extLst>
                    <a:ext uri="{9D8B030D-6E8A-4147-A177-3AD203B41FA5}">
                      <a16:colId xmlns:a16="http://schemas.microsoft.com/office/drawing/2014/main" val="3159260032"/>
                    </a:ext>
                  </a:extLst>
                </a:gridCol>
                <a:gridCol w="1097280">
                  <a:extLst>
                    <a:ext uri="{9D8B030D-6E8A-4147-A177-3AD203B41FA5}">
                      <a16:colId xmlns:a16="http://schemas.microsoft.com/office/drawing/2014/main" val="4260416985"/>
                    </a:ext>
                  </a:extLst>
                </a:gridCol>
                <a:gridCol w="128016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a:solidFill>
                            <a:schemeClr val="bg1"/>
                          </a:solidFill>
                        </a:rPr>
                        <a:t>Journal Entry Accuracy Rate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journal entries posted without errors or rework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&gt;98%</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Less than 2% error rate is best practice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548640">
                <a:tc>
                  <a:txBody>
                    <a:bodyPr/>
                    <a:lstStyle/>
                    <a:p>
                      <a:r>
                        <a:rPr lang="en-IN" sz="1100" b="1">
                          <a:solidFill>
                            <a:schemeClr val="bg1"/>
                          </a:solidFill>
                        </a:rPr>
                        <a:t>Rework Rate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RTR transactions that require correction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&lt;2%</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Indicates strong process control</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r h="777240">
                <a:tc>
                  <a:txBody>
                    <a:bodyPr/>
                    <a:lstStyle/>
                    <a:p>
                      <a:r>
                        <a:rPr lang="en-IN" sz="1100" b="1">
                          <a:solidFill>
                            <a:schemeClr val="bg1"/>
                          </a:solidFill>
                        </a:rPr>
                        <a:t>Intercompany Reconciliation Accuracy</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matched vs. unmatched intercompany transactions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&gt;95% matched at close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Faster close cycles demand better reconciliation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25228143"/>
                  </a:ext>
                </a:extLst>
              </a:tr>
              <a:tr h="640080">
                <a:tc>
                  <a:txBody>
                    <a:bodyPr/>
                    <a:lstStyle/>
                    <a:p>
                      <a:r>
                        <a:rPr lang="en-IN" sz="1100" b="1">
                          <a:solidFill>
                            <a:schemeClr val="bg1"/>
                          </a:solidFill>
                        </a:rPr>
                        <a:t>First Pass Yield (FPY)</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RTR outputs completed correctly the first time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&gt;95%</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Shows transaction quality and process effectiveness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bl>
          </a:graphicData>
        </a:graphic>
      </p:graphicFrame>
      <p:grpSp>
        <p:nvGrpSpPr>
          <p:cNvPr id="24" name="Group 23">
            <a:extLst>
              <a:ext uri="{FF2B5EF4-FFF2-40B4-BE49-F238E27FC236}">
                <a16:creationId xmlns:a16="http://schemas.microsoft.com/office/drawing/2014/main" id="{E6CB1A4D-4589-F4EE-A16E-7C75B5875633}"/>
              </a:ext>
            </a:extLst>
          </p:cNvPr>
          <p:cNvGrpSpPr/>
          <p:nvPr/>
        </p:nvGrpSpPr>
        <p:grpSpPr>
          <a:xfrm>
            <a:off x="6690360" y="1508760"/>
            <a:ext cx="2834640" cy="548640"/>
            <a:chOff x="6229152" y="1569403"/>
            <a:chExt cx="2834640" cy="548640"/>
          </a:xfrm>
        </p:grpSpPr>
        <p:sp>
          <p:nvSpPr>
            <p:cNvPr id="20" name="Rectangle 19">
              <a:extLst>
                <a:ext uri="{FF2B5EF4-FFF2-40B4-BE49-F238E27FC236}">
                  <a16:creationId xmlns:a16="http://schemas.microsoft.com/office/drawing/2014/main" id="{249FC3FA-3680-4BF8-A554-F1DAAF62F2BB}"/>
                </a:ext>
              </a:extLst>
            </p:cNvPr>
            <p:cNvSpPr/>
            <p:nvPr/>
          </p:nvSpPr>
          <p:spPr>
            <a:xfrm>
              <a:off x="6777792" y="1660843"/>
              <a:ext cx="22860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Quality &amp; Accuracy KPIs</a:t>
              </a:r>
            </a:p>
          </p:txBody>
        </p:sp>
        <p:pic>
          <p:nvPicPr>
            <p:cNvPr id="1028" name="Picture 4" descr="Object ">
              <a:extLst>
                <a:ext uri="{FF2B5EF4-FFF2-40B4-BE49-F238E27FC236}">
                  <a16:creationId xmlns:a16="http://schemas.microsoft.com/office/drawing/2014/main" id="{60A64804-4E04-7002-435D-867F402CA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152" y="1569403"/>
              <a:ext cx="548640" cy="5486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07849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C1AB4-3C37-81F5-A2F9-77A9F7298B4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137C4D-D1F3-D5E4-BBBB-C478B1C8AE6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797D5AAB-F64D-DB3B-F12D-36B669A7A30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7DC04D-7737-485A-8115-FF168397DE6A}"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graphicFrame>
        <p:nvGraphicFramePr>
          <p:cNvPr id="4" name="Table 3">
            <a:extLst>
              <a:ext uri="{FF2B5EF4-FFF2-40B4-BE49-F238E27FC236}">
                <a16:creationId xmlns:a16="http://schemas.microsoft.com/office/drawing/2014/main" id="{1987D761-3617-5ED2-0733-57F4780117A0}"/>
              </a:ext>
            </a:extLst>
          </p:cNvPr>
          <p:cNvGraphicFramePr>
            <a:graphicFrameLocks noGrp="1"/>
          </p:cNvGraphicFramePr>
          <p:nvPr>
            <p:extLst>
              <p:ext uri="{D42A27DB-BD31-4B8C-83A1-F6EECF244321}">
                <p14:modId xmlns:p14="http://schemas.microsoft.com/office/powerpoint/2010/main" val="1718138573"/>
              </p:ext>
            </p:extLst>
          </p:nvPr>
        </p:nvGraphicFramePr>
        <p:xfrm>
          <a:off x="475616" y="1602669"/>
          <a:ext cx="5440680" cy="219456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548640">
                <a:tc>
                  <a:txBody>
                    <a:bodyPr/>
                    <a:lstStyle/>
                    <a:p>
                      <a:r>
                        <a:rPr lang="en-IN" sz="1100" b="1" dirty="0">
                          <a:solidFill>
                            <a:schemeClr val="bg1"/>
                          </a:solidFill>
                        </a:rPr>
                        <a:t>On-Time Delivery of Reports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reports delivered on or before due dates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&gt;98%</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Critical for leadership decision-making</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IN" sz="1100" b="1" dirty="0">
                          <a:solidFill>
                            <a:schemeClr val="bg1"/>
                          </a:solidFill>
                        </a:rPr>
                        <a:t>Compliance with Reporting Calendars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Adherence to internal and external reporting timelines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100%</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Reporting timelines should be strictly met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r h="640080">
                <a:tc>
                  <a:txBody>
                    <a:bodyPr/>
                    <a:lstStyle/>
                    <a:p>
                      <a:r>
                        <a:rPr lang="en-IN" sz="1100" b="1" dirty="0">
                          <a:solidFill>
                            <a:schemeClr val="bg1"/>
                          </a:solidFill>
                        </a:rPr>
                        <a:t>Audit Request Turnaround Time</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Time taken to respond to internal/external audit queries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&lt;48 hours</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dirty="0">
                          <a:solidFill>
                            <a:schemeClr val="bg1"/>
                          </a:solidFill>
                        </a:rPr>
                        <a:t>Best-in-class organizations aim for ≤2 days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92418573"/>
                  </a:ext>
                </a:extLst>
              </a:tr>
            </a:tbl>
          </a:graphicData>
        </a:graphic>
      </p:graphicFrame>
      <p:graphicFrame>
        <p:nvGraphicFramePr>
          <p:cNvPr id="18" name="Table 17">
            <a:extLst>
              <a:ext uri="{FF2B5EF4-FFF2-40B4-BE49-F238E27FC236}">
                <a16:creationId xmlns:a16="http://schemas.microsoft.com/office/drawing/2014/main" id="{C7E502A9-772F-A71B-6AA3-8603A4A36532}"/>
              </a:ext>
            </a:extLst>
          </p:cNvPr>
          <p:cNvGraphicFramePr>
            <a:graphicFrameLocks noGrp="1"/>
          </p:cNvGraphicFramePr>
          <p:nvPr>
            <p:extLst>
              <p:ext uri="{D42A27DB-BD31-4B8C-83A1-F6EECF244321}">
                <p14:modId xmlns:p14="http://schemas.microsoft.com/office/powerpoint/2010/main" val="3462700221"/>
              </p:ext>
            </p:extLst>
          </p:nvPr>
        </p:nvGraphicFramePr>
        <p:xfrm>
          <a:off x="6278880" y="1603336"/>
          <a:ext cx="5440680" cy="219456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a:solidFill>
                            <a:schemeClr val="bg1"/>
                          </a:solidFill>
                        </a:rPr>
                        <a:t>Number of Control Failures</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Count of failed internal controls related to RTR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0–1 per </a:t>
                      </a:r>
                      <a:br>
                        <a:rPr lang="en-IN" sz="1100" b="1">
                          <a:solidFill>
                            <a:schemeClr val="bg1"/>
                          </a:solidFill>
                        </a:rPr>
                      </a:br>
                      <a:r>
                        <a:rPr lang="en-IN" sz="1100" b="1">
                          <a:solidFill>
                            <a:schemeClr val="bg1"/>
                          </a:solidFill>
                        </a:rPr>
                        <a:t>quarter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Zero tolerance is ideal, but occasional issues may occur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502920">
                <a:tc>
                  <a:txBody>
                    <a:bodyPr/>
                    <a:lstStyle/>
                    <a:p>
                      <a:r>
                        <a:rPr lang="en-IN" sz="1100" b="1">
                          <a:solidFill>
                            <a:schemeClr val="bg1"/>
                          </a:solidFill>
                        </a:rPr>
                        <a:t>Policy Adherence Rate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Compliance with global RTR policies and procedures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&gt;98%</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Ensures global consistency and risk mitigation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r h="640080">
                <a:tc>
                  <a:txBody>
                    <a:bodyPr/>
                    <a:lstStyle/>
                    <a:p>
                      <a:r>
                        <a:rPr lang="en-IN" sz="1100" b="1" dirty="0">
                          <a:solidFill>
                            <a:schemeClr val="bg1"/>
                          </a:solidFill>
                        </a:rPr>
                        <a:t>Number of Audit Findings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Audit exceptions specific to RTR processes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≤2 minor findings/year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dirty="0">
                          <a:solidFill>
                            <a:schemeClr val="bg1"/>
                          </a:solidFill>
                        </a:rPr>
                        <a:t>Minimal and non-critical findings show strong governance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bl>
          </a:graphicData>
        </a:graphic>
      </p:graphicFrame>
      <p:graphicFrame>
        <p:nvGraphicFramePr>
          <p:cNvPr id="8" name="Table 7">
            <a:extLst>
              <a:ext uri="{FF2B5EF4-FFF2-40B4-BE49-F238E27FC236}">
                <a16:creationId xmlns:a16="http://schemas.microsoft.com/office/drawing/2014/main" id="{737EB2C6-DCB6-48C8-54C5-4CF609E5A423}"/>
              </a:ext>
            </a:extLst>
          </p:cNvPr>
          <p:cNvGraphicFramePr>
            <a:graphicFrameLocks noGrp="1"/>
          </p:cNvGraphicFramePr>
          <p:nvPr>
            <p:extLst>
              <p:ext uri="{D42A27DB-BD31-4B8C-83A1-F6EECF244321}">
                <p14:modId xmlns:p14="http://schemas.microsoft.com/office/powerpoint/2010/main" val="351760700"/>
              </p:ext>
            </p:extLst>
          </p:nvPr>
        </p:nvGraphicFramePr>
        <p:xfrm>
          <a:off x="472440" y="4574469"/>
          <a:ext cx="5440680" cy="182880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822960">
                <a:tc>
                  <a:txBody>
                    <a:bodyPr/>
                    <a:lstStyle/>
                    <a:p>
                      <a:r>
                        <a:rPr lang="en-IN" sz="1100" b="1">
                          <a:solidFill>
                            <a:schemeClr val="bg1"/>
                          </a:solidFill>
                        </a:rPr>
                        <a:t>Continuous Improvement Initiatives Implemented</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Count of Lean, Six Sigma, or transformation projects completed</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5–10 initiatives/year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Active Kaizen or Lean projects across RTR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IN" sz="1100" b="1">
                          <a:solidFill>
                            <a:schemeClr val="bg1"/>
                          </a:solidFill>
                        </a:rPr>
                        <a:t>Business Partner Satisfaction Score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Survey-based feedback from internal stakeholders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&gt;85% satisfaction</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Usually measured via surveys (CSAT or NPS)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92418573"/>
                  </a:ext>
                </a:extLst>
              </a:tr>
            </a:tbl>
          </a:graphicData>
        </a:graphic>
      </p:graphicFrame>
      <p:graphicFrame>
        <p:nvGraphicFramePr>
          <p:cNvPr id="14" name="Table 13">
            <a:extLst>
              <a:ext uri="{FF2B5EF4-FFF2-40B4-BE49-F238E27FC236}">
                <a16:creationId xmlns:a16="http://schemas.microsoft.com/office/drawing/2014/main" id="{5EC5D7DF-82D4-9C22-77AC-1ACE79688A75}"/>
              </a:ext>
            </a:extLst>
          </p:cNvPr>
          <p:cNvGraphicFramePr>
            <a:graphicFrameLocks noGrp="1"/>
          </p:cNvGraphicFramePr>
          <p:nvPr>
            <p:extLst>
              <p:ext uri="{D42A27DB-BD31-4B8C-83A1-F6EECF244321}">
                <p14:modId xmlns:p14="http://schemas.microsoft.com/office/powerpoint/2010/main" val="3888441435"/>
              </p:ext>
            </p:extLst>
          </p:nvPr>
        </p:nvGraphicFramePr>
        <p:xfrm>
          <a:off x="6278880" y="4574469"/>
          <a:ext cx="5440680" cy="164592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a:solidFill>
                            <a:schemeClr val="bg1"/>
                          </a:solidFill>
                        </a:rPr>
                        <a:t>Training Hours per FTE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Average hours of training per RTR staff member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20–40 hours/year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Includes compliance, tools, and soft skills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IN" sz="1100" b="1">
                          <a:solidFill>
                            <a:schemeClr val="bg1"/>
                          </a:solidFill>
                        </a:rPr>
                        <a:t>Attrition Rate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RTR staff turnover within a period</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&lt;10% annually</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Lower attrition indicates a healthy GBS environment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bl>
          </a:graphicData>
        </a:graphic>
      </p:graphicFrame>
      <p:grpSp>
        <p:nvGrpSpPr>
          <p:cNvPr id="30" name="Group 29">
            <a:extLst>
              <a:ext uri="{FF2B5EF4-FFF2-40B4-BE49-F238E27FC236}">
                <a16:creationId xmlns:a16="http://schemas.microsoft.com/office/drawing/2014/main" id="{D02E66BB-977B-F885-5DC1-5F987D319EFD}"/>
              </a:ext>
            </a:extLst>
          </p:cNvPr>
          <p:cNvGrpSpPr/>
          <p:nvPr/>
        </p:nvGrpSpPr>
        <p:grpSpPr>
          <a:xfrm>
            <a:off x="472440" y="960120"/>
            <a:ext cx="2152016" cy="548640"/>
            <a:chOff x="480651" y="1018296"/>
            <a:chExt cx="2152016" cy="548640"/>
          </a:xfrm>
        </p:grpSpPr>
        <p:sp>
          <p:nvSpPr>
            <p:cNvPr id="10" name="Rectangle 9">
              <a:extLst>
                <a:ext uri="{FF2B5EF4-FFF2-40B4-BE49-F238E27FC236}">
                  <a16:creationId xmlns:a16="http://schemas.microsoft.com/office/drawing/2014/main" id="{C3F2157F-431C-E65B-CC45-FA65E0D044F2}"/>
                </a:ext>
              </a:extLst>
            </p:cNvPr>
            <p:cNvSpPr/>
            <p:nvPr/>
          </p:nvSpPr>
          <p:spPr>
            <a:xfrm>
              <a:off x="1032467" y="1112203"/>
              <a:ext cx="16002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Timeliness KPIs</a:t>
              </a:r>
            </a:p>
          </p:txBody>
        </p:sp>
        <p:pic>
          <p:nvPicPr>
            <p:cNvPr id="2050" name="Picture 2" descr="Performance ">
              <a:extLst>
                <a:ext uri="{FF2B5EF4-FFF2-40B4-BE49-F238E27FC236}">
                  <a16:creationId xmlns:a16="http://schemas.microsoft.com/office/drawing/2014/main" id="{67A09DF3-E610-9C48-A4A4-43D03F491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651" y="1018296"/>
              <a:ext cx="548640" cy="5486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AEF2364C-9150-8ED0-B5DE-DE9E84399642}"/>
              </a:ext>
            </a:extLst>
          </p:cNvPr>
          <p:cNvGrpSpPr/>
          <p:nvPr/>
        </p:nvGrpSpPr>
        <p:grpSpPr>
          <a:xfrm>
            <a:off x="6277292" y="960120"/>
            <a:ext cx="3064828" cy="548640"/>
            <a:chOff x="6265905" y="1017629"/>
            <a:chExt cx="3064828" cy="548640"/>
          </a:xfrm>
        </p:grpSpPr>
        <p:sp>
          <p:nvSpPr>
            <p:cNvPr id="20" name="Rectangle 19">
              <a:extLst>
                <a:ext uri="{FF2B5EF4-FFF2-40B4-BE49-F238E27FC236}">
                  <a16:creationId xmlns:a16="http://schemas.microsoft.com/office/drawing/2014/main" id="{CB139614-2885-4788-E243-61E00B1882C3}"/>
                </a:ext>
              </a:extLst>
            </p:cNvPr>
            <p:cNvSpPr/>
            <p:nvPr/>
          </p:nvSpPr>
          <p:spPr>
            <a:xfrm>
              <a:off x="6816133" y="1109736"/>
              <a:ext cx="25146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Compliance &amp; Control KPIs</a:t>
              </a:r>
            </a:p>
          </p:txBody>
        </p:sp>
        <p:pic>
          <p:nvPicPr>
            <p:cNvPr id="2052" name="Picture 4" descr="Compliant ">
              <a:extLst>
                <a:ext uri="{FF2B5EF4-FFF2-40B4-BE49-F238E27FC236}">
                  <a16:creationId xmlns:a16="http://schemas.microsoft.com/office/drawing/2014/main" id="{53402007-8B02-9232-9D9B-CA04A3574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5905" y="1017629"/>
              <a:ext cx="548640" cy="5486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Group 34">
            <a:extLst>
              <a:ext uri="{FF2B5EF4-FFF2-40B4-BE49-F238E27FC236}">
                <a16:creationId xmlns:a16="http://schemas.microsoft.com/office/drawing/2014/main" id="{1E661D07-83F0-329A-C05D-87CF5312BF88}"/>
              </a:ext>
            </a:extLst>
          </p:cNvPr>
          <p:cNvGrpSpPr/>
          <p:nvPr/>
        </p:nvGrpSpPr>
        <p:grpSpPr>
          <a:xfrm>
            <a:off x="6278880" y="3934389"/>
            <a:ext cx="2836228" cy="548640"/>
            <a:chOff x="1027703" y="4564820"/>
            <a:chExt cx="2836228" cy="548640"/>
          </a:xfrm>
        </p:grpSpPr>
        <p:sp>
          <p:nvSpPr>
            <p:cNvPr id="16" name="Rectangle 15">
              <a:extLst>
                <a:ext uri="{FF2B5EF4-FFF2-40B4-BE49-F238E27FC236}">
                  <a16:creationId xmlns:a16="http://schemas.microsoft.com/office/drawing/2014/main" id="{40215F5B-3686-8B26-22FB-48A6985F573A}"/>
                </a:ext>
              </a:extLst>
            </p:cNvPr>
            <p:cNvSpPr/>
            <p:nvPr/>
          </p:nvSpPr>
          <p:spPr>
            <a:xfrm>
              <a:off x="1577931" y="4656260"/>
              <a:ext cx="22860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Talent &amp; Capability KPIs</a:t>
              </a:r>
            </a:p>
          </p:txBody>
        </p:sp>
        <p:pic>
          <p:nvPicPr>
            <p:cNvPr id="2054" name="Picture 6" descr="Talent ">
              <a:extLst>
                <a:ext uri="{FF2B5EF4-FFF2-40B4-BE49-F238E27FC236}">
                  <a16:creationId xmlns:a16="http://schemas.microsoft.com/office/drawing/2014/main" id="{6664E483-59BD-716B-66AB-E435F0919D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03" y="4564820"/>
              <a:ext cx="548640" cy="5486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00213C06-A77A-CABD-F632-06851B21694B}"/>
              </a:ext>
            </a:extLst>
          </p:cNvPr>
          <p:cNvGrpSpPr/>
          <p:nvPr/>
        </p:nvGrpSpPr>
        <p:grpSpPr>
          <a:xfrm>
            <a:off x="472440" y="3934389"/>
            <a:ext cx="3293957" cy="548640"/>
            <a:chOff x="7970676" y="6690045"/>
            <a:chExt cx="3293957" cy="548640"/>
          </a:xfrm>
        </p:grpSpPr>
        <p:sp>
          <p:nvSpPr>
            <p:cNvPr id="12" name="Rectangle 11">
              <a:extLst>
                <a:ext uri="{FF2B5EF4-FFF2-40B4-BE49-F238E27FC236}">
                  <a16:creationId xmlns:a16="http://schemas.microsoft.com/office/drawing/2014/main" id="{4D5648D6-A372-0CA7-05EE-1DB7091FF522}"/>
                </a:ext>
              </a:extLst>
            </p:cNvPr>
            <p:cNvSpPr/>
            <p:nvPr/>
          </p:nvSpPr>
          <p:spPr>
            <a:xfrm>
              <a:off x="8521433" y="6781485"/>
              <a:ext cx="27432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Value-Added &amp; Strategic KPIs</a:t>
              </a:r>
            </a:p>
          </p:txBody>
        </p:sp>
        <p:pic>
          <p:nvPicPr>
            <p:cNvPr id="33" name="Picture 8" descr="Quality service">
              <a:extLst>
                <a:ext uri="{FF2B5EF4-FFF2-40B4-BE49-F238E27FC236}">
                  <a16:creationId xmlns:a16="http://schemas.microsoft.com/office/drawing/2014/main" id="{DD41B957-D28F-3668-0626-D3D97099FC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0676" y="6690045"/>
              <a:ext cx="548640" cy="548640"/>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Title 1">
            <a:extLst>
              <a:ext uri="{FF2B5EF4-FFF2-40B4-BE49-F238E27FC236}">
                <a16:creationId xmlns:a16="http://schemas.microsoft.com/office/drawing/2014/main" id="{B2F71417-8097-6F61-8157-FE6F8CFE6E13}"/>
              </a:ext>
            </a:extLst>
          </p:cNvPr>
          <p:cNvSpPr>
            <a:spLocks noGrp="1"/>
          </p:cNvSpPr>
          <p:nvPr>
            <p:ph type="title"/>
          </p:nvPr>
        </p:nvSpPr>
        <p:spPr>
          <a:xfrm>
            <a:off x="472440" y="274320"/>
            <a:ext cx="11247120" cy="548640"/>
          </a:xfrm>
        </p:spPr>
        <p:txBody>
          <a:bodyPr lIns="91440" tIns="45720" rIns="91440"/>
          <a:lstStyle/>
          <a:p>
            <a:pPr>
              <a:lnSpc>
                <a:spcPct val="100000"/>
              </a:lnSpc>
            </a:pPr>
            <a:r>
              <a:rPr lang="en-US" dirty="0"/>
              <a:t>KPIs for GBS performance (2/2)</a:t>
            </a:r>
            <a:endParaRPr lang="en-IN" dirty="0"/>
          </a:p>
        </p:txBody>
      </p:sp>
    </p:spTree>
    <p:extLst>
      <p:ext uri="{BB962C8B-B14F-4D97-AF65-F5344CB8AC3E}">
        <p14:creationId xmlns:p14="http://schemas.microsoft.com/office/powerpoint/2010/main" val="3093563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5ECD-679E-CD3A-4EE6-25B78897D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86604-225D-5938-7C0E-F0BBB824A306}"/>
              </a:ext>
            </a:extLst>
          </p:cNvPr>
          <p:cNvSpPr>
            <a:spLocks noGrp="1"/>
          </p:cNvSpPr>
          <p:nvPr>
            <p:ph type="title"/>
          </p:nvPr>
        </p:nvSpPr>
        <p:spPr>
          <a:xfrm>
            <a:off x="472440" y="274320"/>
            <a:ext cx="11247120" cy="548640"/>
          </a:xfrm>
        </p:spPr>
        <p:txBody>
          <a:bodyPr lIns="91440" tIns="45720" rIns="91440"/>
          <a:lstStyle/>
          <a:p>
            <a:pPr>
              <a:lnSpc>
                <a:spcPct val="100000"/>
              </a:lnSpc>
            </a:pPr>
            <a:r>
              <a:rPr lang="en-US" dirty="0"/>
              <a:t>KPIs for CoE performance (1/2)</a:t>
            </a:r>
            <a:endParaRPr lang="en-IN" dirty="0"/>
          </a:p>
        </p:txBody>
      </p:sp>
      <p:sp>
        <p:nvSpPr>
          <p:cNvPr id="5" name="Slide Number Placeholder 4">
            <a:extLst>
              <a:ext uri="{FF2B5EF4-FFF2-40B4-BE49-F238E27FC236}">
                <a16:creationId xmlns:a16="http://schemas.microsoft.com/office/drawing/2014/main" id="{DFD3836B-FBAB-B054-EA24-3D132668170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289684B0-3F0B-245E-FFE1-4CB13C28351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AE8F2F-D642-4530-9464-E1E7FAC17FFA}"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3" name="Rectangle: Rounded Corners 2">
            <a:extLst>
              <a:ext uri="{FF2B5EF4-FFF2-40B4-BE49-F238E27FC236}">
                <a16:creationId xmlns:a16="http://schemas.microsoft.com/office/drawing/2014/main" id="{D53AA171-93BD-114B-7B1F-72D5D8135F81}"/>
              </a:ext>
            </a:extLst>
          </p:cNvPr>
          <p:cNvSpPr/>
          <p:nvPr/>
        </p:nvSpPr>
        <p:spPr>
          <a:xfrm>
            <a:off x="609600" y="960120"/>
            <a:ext cx="10972800" cy="365760"/>
          </a:xfrm>
          <a:prstGeom prst="roundRect">
            <a:avLst>
              <a:gd name="adj" fmla="val 27778"/>
            </a:avLst>
          </a:prstGeom>
          <a:solidFill>
            <a:schemeClr val="tx2"/>
          </a:solidFill>
          <a:ln w="12700" cap="flat" cmpd="sng" algn="ctr">
            <a:noFill/>
            <a:prstDash val="solid"/>
            <a:miter lim="800000"/>
          </a:ln>
          <a:effectLst/>
        </p:spPr>
        <p:txBody>
          <a:bodyPr lIns="91440" r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a:ln>
                  <a:noFill/>
                </a:ln>
                <a:solidFill>
                  <a:srgbClr val="1A1A24"/>
                </a:solidFill>
                <a:effectLst/>
                <a:uLnTx/>
                <a:uFillTx/>
                <a:latin typeface="EYInterstate Regular"/>
                <a:ea typeface="+mn-ea"/>
                <a:cs typeface="+mn-cs"/>
              </a:rPr>
              <a:t>CoE KPIs are more </a:t>
            </a:r>
            <a:r>
              <a:rPr kumimoji="0" lang="en-IN" sz="1500" b="1" i="0" u="none" strike="noStrike" kern="0" cap="none" spc="0" normalizeH="0" baseline="0" noProof="0">
                <a:ln>
                  <a:noFill/>
                </a:ln>
                <a:solidFill>
                  <a:srgbClr val="1A1A24"/>
                </a:solidFill>
                <a:effectLst/>
                <a:uLnTx/>
                <a:uFillTx/>
                <a:latin typeface="EYInterstate Regular"/>
                <a:ea typeface="+mn-ea"/>
                <a:cs typeface="+mn-cs"/>
              </a:rPr>
              <a:t>value-driven</a:t>
            </a:r>
            <a:r>
              <a:rPr kumimoji="0" lang="en-IN" sz="1500" b="0" i="0" u="none" strike="noStrike" kern="0" cap="none" spc="0" normalizeH="0" baseline="0" noProof="0">
                <a:ln>
                  <a:noFill/>
                </a:ln>
                <a:solidFill>
                  <a:srgbClr val="1A1A24"/>
                </a:solidFill>
                <a:effectLst/>
                <a:uLnTx/>
                <a:uFillTx/>
                <a:latin typeface="EYInterstate Regular"/>
                <a:ea typeface="+mn-ea"/>
                <a:cs typeface="+mn-cs"/>
              </a:rPr>
              <a:t>, focusing on analytics, compliance, standardization, and strategic impact</a:t>
            </a:r>
          </a:p>
        </p:txBody>
      </p:sp>
      <p:graphicFrame>
        <p:nvGraphicFramePr>
          <p:cNvPr id="4" name="Table 3">
            <a:extLst>
              <a:ext uri="{FF2B5EF4-FFF2-40B4-BE49-F238E27FC236}">
                <a16:creationId xmlns:a16="http://schemas.microsoft.com/office/drawing/2014/main" id="{C394798C-E124-AAF2-81C8-0BFB43C75487}"/>
              </a:ext>
            </a:extLst>
          </p:cNvPr>
          <p:cNvGraphicFramePr>
            <a:graphicFrameLocks noGrp="1"/>
          </p:cNvGraphicFramePr>
          <p:nvPr>
            <p:extLst>
              <p:ext uri="{D42A27DB-BD31-4B8C-83A1-F6EECF244321}">
                <p14:modId xmlns:p14="http://schemas.microsoft.com/office/powerpoint/2010/main" val="2499186102"/>
              </p:ext>
            </p:extLst>
          </p:nvPr>
        </p:nvGraphicFramePr>
        <p:xfrm>
          <a:off x="472440" y="2148840"/>
          <a:ext cx="5577840" cy="2286000"/>
        </p:xfrm>
        <a:graphic>
          <a:graphicData uri="http://schemas.openxmlformats.org/drawingml/2006/table">
            <a:tbl>
              <a:tblPr/>
              <a:tblGrid>
                <a:gridCol w="1371600">
                  <a:extLst>
                    <a:ext uri="{9D8B030D-6E8A-4147-A177-3AD203B41FA5}">
                      <a16:colId xmlns:a16="http://schemas.microsoft.com/office/drawing/2014/main" val="3470923224"/>
                    </a:ext>
                  </a:extLst>
                </a:gridCol>
                <a:gridCol w="1737360">
                  <a:extLst>
                    <a:ext uri="{9D8B030D-6E8A-4147-A177-3AD203B41FA5}">
                      <a16:colId xmlns:a16="http://schemas.microsoft.com/office/drawing/2014/main" val="3159260032"/>
                    </a:ext>
                  </a:extLst>
                </a:gridCol>
                <a:gridCol w="109728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US" sz="1100" b="1" noProof="0">
                          <a:solidFill>
                            <a:schemeClr val="bg1"/>
                          </a:solidFill>
                        </a:rPr>
                        <a:t>Automated vs. Manual Journal Entry Ratio</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Proportion of journal entries posted automatically versus manually</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&gt;70% automated</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RPA and ERP rules help increase this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r h="640080">
                <a:tc>
                  <a:txBody>
                    <a:bodyPr/>
                    <a:lstStyle/>
                    <a:p>
                      <a:r>
                        <a:rPr lang="en-US" sz="1100" b="1" noProof="0">
                          <a:solidFill>
                            <a:schemeClr val="bg1"/>
                          </a:solidFill>
                        </a:rPr>
                        <a:t>Standardization Rate</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 of RTR processes standardized across regions or BUs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&gt;85%</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High-performing GBS strive for global standardization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568794"/>
                  </a:ext>
                </a:extLst>
              </a:tr>
              <a:tr h="640080">
                <a:tc>
                  <a:txBody>
                    <a:bodyPr/>
                    <a:lstStyle/>
                    <a:p>
                      <a:r>
                        <a:rPr lang="en-US" sz="1100" b="1" noProof="0">
                          <a:solidFill>
                            <a:schemeClr val="bg1"/>
                          </a:solidFill>
                        </a:rPr>
                        <a:t>Process Automation Level</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Extent of RPA or AI integration in RTR activities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noProof="0">
                          <a:solidFill>
                            <a:schemeClr val="bg1"/>
                          </a:solidFill>
                        </a:rPr>
                        <a:t>40–70%</a:t>
                      </a:r>
                      <a:endParaRPr lang="en-US" sz="1100" noProof="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US" sz="1000" noProof="0">
                          <a:solidFill>
                            <a:schemeClr val="bg1"/>
                          </a:solidFill>
                        </a:rPr>
                        <a:t>Depends on maturity of RPA/AI initiatives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92418573"/>
                  </a:ext>
                </a:extLst>
              </a:tr>
            </a:tbl>
          </a:graphicData>
        </a:graphic>
      </p:graphicFrame>
      <p:grpSp>
        <p:nvGrpSpPr>
          <p:cNvPr id="11" name="Group 10">
            <a:extLst>
              <a:ext uri="{FF2B5EF4-FFF2-40B4-BE49-F238E27FC236}">
                <a16:creationId xmlns:a16="http://schemas.microsoft.com/office/drawing/2014/main" id="{E22FCC15-D3A8-227A-E416-E5874B4C6386}"/>
              </a:ext>
            </a:extLst>
          </p:cNvPr>
          <p:cNvGrpSpPr/>
          <p:nvPr/>
        </p:nvGrpSpPr>
        <p:grpSpPr>
          <a:xfrm>
            <a:off x="598214" y="1508760"/>
            <a:ext cx="3063240" cy="548640"/>
            <a:chOff x="2912533" y="1720761"/>
            <a:chExt cx="3063240" cy="548640"/>
          </a:xfrm>
        </p:grpSpPr>
        <p:sp>
          <p:nvSpPr>
            <p:cNvPr id="10" name="Rectangle 9">
              <a:extLst>
                <a:ext uri="{FF2B5EF4-FFF2-40B4-BE49-F238E27FC236}">
                  <a16:creationId xmlns:a16="http://schemas.microsoft.com/office/drawing/2014/main" id="{4AE26706-5ED9-BB94-AD24-00E47A833172}"/>
                </a:ext>
              </a:extLst>
            </p:cNvPr>
            <p:cNvSpPr/>
            <p:nvPr/>
          </p:nvSpPr>
          <p:spPr>
            <a:xfrm>
              <a:off x="3461173" y="1812201"/>
              <a:ext cx="25146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Operational Efficiency KPIs</a:t>
              </a:r>
            </a:p>
          </p:txBody>
        </p:sp>
        <p:pic>
          <p:nvPicPr>
            <p:cNvPr id="1026" name="Picture 2" descr="Efficiency ">
              <a:extLst>
                <a:ext uri="{FF2B5EF4-FFF2-40B4-BE49-F238E27FC236}">
                  <a16:creationId xmlns:a16="http://schemas.microsoft.com/office/drawing/2014/main" id="{E16A28CD-781D-8D4D-8EC8-693BD744D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533" y="1720761"/>
              <a:ext cx="548640" cy="54864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8" name="Table 17">
            <a:extLst>
              <a:ext uri="{FF2B5EF4-FFF2-40B4-BE49-F238E27FC236}">
                <a16:creationId xmlns:a16="http://schemas.microsoft.com/office/drawing/2014/main" id="{4950E9C1-EC51-A76A-9E05-0F51219E7D9C}"/>
              </a:ext>
            </a:extLst>
          </p:cNvPr>
          <p:cNvGraphicFramePr>
            <a:graphicFrameLocks noGrp="1"/>
          </p:cNvGraphicFramePr>
          <p:nvPr>
            <p:extLst>
              <p:ext uri="{D42A27DB-BD31-4B8C-83A1-F6EECF244321}">
                <p14:modId xmlns:p14="http://schemas.microsoft.com/office/powerpoint/2010/main" val="212316713"/>
              </p:ext>
            </p:extLst>
          </p:nvPr>
        </p:nvGraphicFramePr>
        <p:xfrm>
          <a:off x="3467100" y="5258515"/>
          <a:ext cx="5257800" cy="1005840"/>
        </p:xfrm>
        <a:graphic>
          <a:graphicData uri="http://schemas.openxmlformats.org/drawingml/2006/table">
            <a:tbl>
              <a:tblPr/>
              <a:tblGrid>
                <a:gridCol w="1280160">
                  <a:extLst>
                    <a:ext uri="{9D8B030D-6E8A-4147-A177-3AD203B41FA5}">
                      <a16:colId xmlns:a16="http://schemas.microsoft.com/office/drawing/2014/main" val="3470923224"/>
                    </a:ext>
                  </a:extLst>
                </a:gridCol>
                <a:gridCol w="146304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dirty="0">
                          <a:solidFill>
                            <a:srgbClr val="FF0000"/>
                          </a:solidFill>
                        </a:rPr>
                        <a:t>Variance Analysis Timeliness</a:t>
                      </a:r>
                      <a:endParaRPr lang="en-IN" sz="1100" dirty="0">
                        <a:solidFill>
                          <a:srgbClr val="FF0000"/>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Time taken to provide meaningful analysis on financial variances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&lt;2 business days</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dirty="0">
                          <a:solidFill>
                            <a:schemeClr val="bg1"/>
                          </a:solidFill>
                        </a:rPr>
                        <a:t>After close, analysis should be prompt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bl>
          </a:graphicData>
        </a:graphic>
      </p:graphicFrame>
      <p:grpSp>
        <p:nvGrpSpPr>
          <p:cNvPr id="24" name="Group 23">
            <a:extLst>
              <a:ext uri="{FF2B5EF4-FFF2-40B4-BE49-F238E27FC236}">
                <a16:creationId xmlns:a16="http://schemas.microsoft.com/office/drawing/2014/main" id="{BB43628A-BB2F-9AC3-9E0F-C836557A59C3}"/>
              </a:ext>
            </a:extLst>
          </p:cNvPr>
          <p:cNvGrpSpPr/>
          <p:nvPr/>
        </p:nvGrpSpPr>
        <p:grpSpPr>
          <a:xfrm>
            <a:off x="3467100" y="4617720"/>
            <a:ext cx="2834640" cy="548640"/>
            <a:chOff x="6229152" y="1569403"/>
            <a:chExt cx="2834640" cy="548640"/>
          </a:xfrm>
        </p:grpSpPr>
        <p:sp>
          <p:nvSpPr>
            <p:cNvPr id="20" name="Rectangle 19">
              <a:extLst>
                <a:ext uri="{FF2B5EF4-FFF2-40B4-BE49-F238E27FC236}">
                  <a16:creationId xmlns:a16="http://schemas.microsoft.com/office/drawing/2014/main" id="{1FED6CDE-2229-C16A-D2B2-D851DB8DE84A}"/>
                </a:ext>
              </a:extLst>
            </p:cNvPr>
            <p:cNvSpPr/>
            <p:nvPr/>
          </p:nvSpPr>
          <p:spPr>
            <a:xfrm>
              <a:off x="6777792" y="1660843"/>
              <a:ext cx="22860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Quality &amp; Accuracy KPIs</a:t>
              </a:r>
            </a:p>
          </p:txBody>
        </p:sp>
        <p:pic>
          <p:nvPicPr>
            <p:cNvPr id="1028" name="Picture 4" descr="Object ">
              <a:extLst>
                <a:ext uri="{FF2B5EF4-FFF2-40B4-BE49-F238E27FC236}">
                  <a16:creationId xmlns:a16="http://schemas.microsoft.com/office/drawing/2014/main" id="{01E79F5D-B4D5-9311-DF21-AB0630763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152" y="1569403"/>
              <a:ext cx="548640" cy="54864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4" name="Table 13">
            <a:extLst>
              <a:ext uri="{FF2B5EF4-FFF2-40B4-BE49-F238E27FC236}">
                <a16:creationId xmlns:a16="http://schemas.microsoft.com/office/drawing/2014/main" id="{D7F07CC6-2081-C95D-4165-955AD53FDD32}"/>
              </a:ext>
            </a:extLst>
          </p:cNvPr>
          <p:cNvGraphicFramePr>
            <a:graphicFrameLocks noGrp="1"/>
          </p:cNvGraphicFramePr>
          <p:nvPr>
            <p:extLst>
              <p:ext uri="{D42A27DB-BD31-4B8C-83A1-F6EECF244321}">
                <p14:modId xmlns:p14="http://schemas.microsoft.com/office/powerpoint/2010/main" val="3294508462"/>
              </p:ext>
            </p:extLst>
          </p:nvPr>
        </p:nvGraphicFramePr>
        <p:xfrm>
          <a:off x="6461760" y="2148602"/>
          <a:ext cx="5257800" cy="2286000"/>
        </p:xfrm>
        <a:graphic>
          <a:graphicData uri="http://schemas.openxmlformats.org/drawingml/2006/table">
            <a:tbl>
              <a:tblPr/>
              <a:tblGrid>
                <a:gridCol w="1280160">
                  <a:extLst>
                    <a:ext uri="{9D8B030D-6E8A-4147-A177-3AD203B41FA5}">
                      <a16:colId xmlns:a16="http://schemas.microsoft.com/office/drawing/2014/main" val="3470923224"/>
                    </a:ext>
                  </a:extLst>
                </a:gridCol>
                <a:gridCol w="146304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a:solidFill>
                            <a:schemeClr val="bg1"/>
                          </a:solidFill>
                        </a:rPr>
                        <a:t>Training Hours per FTE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Average hours of training per RTR staff member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20–40 hours/year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Includes compliance, tools, and soft skills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IN" sz="1100" b="1">
                          <a:solidFill>
                            <a:schemeClr val="bg1"/>
                          </a:solidFill>
                        </a:rPr>
                        <a:t>Attrition Rate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RTR staff turnover within a period</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&lt;10% annually</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Lower attrition indicates a healthy GBS environment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31848680"/>
                  </a:ext>
                </a:extLst>
              </a:tr>
              <a:tr h="640080">
                <a:tc>
                  <a:txBody>
                    <a:bodyPr/>
                    <a:lstStyle/>
                    <a:p>
                      <a:r>
                        <a:rPr lang="en-IN" sz="1100" b="1">
                          <a:solidFill>
                            <a:schemeClr val="bg1"/>
                          </a:solidFill>
                        </a:rPr>
                        <a:t>Skill Readiness Score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Assessment of employee skills vs. RTR role requirements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&gt;90%</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Based on skills mapping and training completion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bl>
          </a:graphicData>
        </a:graphic>
      </p:graphicFrame>
      <p:grpSp>
        <p:nvGrpSpPr>
          <p:cNvPr id="35" name="Group 34">
            <a:extLst>
              <a:ext uri="{FF2B5EF4-FFF2-40B4-BE49-F238E27FC236}">
                <a16:creationId xmlns:a16="http://schemas.microsoft.com/office/drawing/2014/main" id="{B5A87AC5-AB30-D5F0-2AE3-2A996ACDFEEF}"/>
              </a:ext>
            </a:extLst>
          </p:cNvPr>
          <p:cNvGrpSpPr/>
          <p:nvPr/>
        </p:nvGrpSpPr>
        <p:grpSpPr>
          <a:xfrm>
            <a:off x="6461760" y="1508522"/>
            <a:ext cx="2836228" cy="548640"/>
            <a:chOff x="1027703" y="4564820"/>
            <a:chExt cx="2836228" cy="548640"/>
          </a:xfrm>
        </p:grpSpPr>
        <p:sp>
          <p:nvSpPr>
            <p:cNvPr id="16" name="Rectangle 15">
              <a:extLst>
                <a:ext uri="{FF2B5EF4-FFF2-40B4-BE49-F238E27FC236}">
                  <a16:creationId xmlns:a16="http://schemas.microsoft.com/office/drawing/2014/main" id="{EC1A81F7-9737-E82F-4D54-464F815E3031}"/>
                </a:ext>
              </a:extLst>
            </p:cNvPr>
            <p:cNvSpPr/>
            <p:nvPr/>
          </p:nvSpPr>
          <p:spPr>
            <a:xfrm>
              <a:off x="1577931" y="4656260"/>
              <a:ext cx="22860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Talent &amp; Capability KPIs</a:t>
              </a:r>
            </a:p>
          </p:txBody>
        </p:sp>
        <p:pic>
          <p:nvPicPr>
            <p:cNvPr id="2054" name="Picture 6" descr="Talent ">
              <a:extLst>
                <a:ext uri="{FF2B5EF4-FFF2-40B4-BE49-F238E27FC236}">
                  <a16:creationId xmlns:a16="http://schemas.microsoft.com/office/drawing/2014/main" id="{2F37A20A-B11A-27D0-530F-DC036E14A5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03" y="4564820"/>
              <a:ext cx="548640" cy="5486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337599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8AA84-382D-A38B-D3B2-BB3373B345D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598CA6-668F-C619-AF2D-926E82B4A9D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FCA0F3-9F3A-694B-99BB-0E592A797735}" type="slidenum">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 name="Date Placeholder 5">
            <a:extLst>
              <a:ext uri="{FF2B5EF4-FFF2-40B4-BE49-F238E27FC236}">
                <a16:creationId xmlns:a16="http://schemas.microsoft.com/office/drawing/2014/main" id="{5ADDEFC5-794D-CAA1-2254-0016CEF41A6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96D97-0666-4363-8539-98D16143C34B}" type="datetime1">
              <a:rPr kumimoji="0" lang="en-US" sz="800" b="0" i="0" u="none" strike="noStrike" kern="1200" cap="none" spc="0" normalizeH="0" baseline="0" noProof="0" smtClean="0">
                <a:ln>
                  <a:noFill/>
                </a:ln>
                <a:solidFill>
                  <a:srgbClr val="1A1A24"/>
                </a:solidFill>
                <a:effectLst/>
                <a:uLnTx/>
                <a:uFillTx/>
                <a:latin typeface="EYInterstat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11/28/2025</a:t>
            </a:fld>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graphicFrame>
        <p:nvGraphicFramePr>
          <p:cNvPr id="18" name="Table 17">
            <a:extLst>
              <a:ext uri="{FF2B5EF4-FFF2-40B4-BE49-F238E27FC236}">
                <a16:creationId xmlns:a16="http://schemas.microsoft.com/office/drawing/2014/main" id="{5C154106-FD41-272F-A630-3B1B5355C1B2}"/>
              </a:ext>
            </a:extLst>
          </p:cNvPr>
          <p:cNvGraphicFramePr>
            <a:graphicFrameLocks noGrp="1"/>
          </p:cNvGraphicFramePr>
          <p:nvPr>
            <p:extLst>
              <p:ext uri="{D42A27DB-BD31-4B8C-83A1-F6EECF244321}">
                <p14:modId xmlns:p14="http://schemas.microsoft.com/office/powerpoint/2010/main" val="2125770342"/>
              </p:ext>
            </p:extLst>
          </p:nvPr>
        </p:nvGraphicFramePr>
        <p:xfrm>
          <a:off x="6278880" y="1603336"/>
          <a:ext cx="5440680" cy="292608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dirty="0">
                          <a:solidFill>
                            <a:schemeClr val="bg1"/>
                          </a:solidFill>
                        </a:rPr>
                        <a:t>Number of Control Failures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Count of failed internal controls related to RTR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0–1 per </a:t>
                      </a:r>
                      <a:br>
                        <a:rPr lang="en-IN" sz="1100" b="1">
                          <a:solidFill>
                            <a:schemeClr val="bg1"/>
                          </a:solidFill>
                        </a:rPr>
                      </a:br>
                      <a:r>
                        <a:rPr lang="en-IN" sz="1100" b="1">
                          <a:solidFill>
                            <a:schemeClr val="bg1"/>
                          </a:solidFill>
                        </a:rPr>
                        <a:t>quarter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Zero tolerance is ideal, but occasional issues may occur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IN" sz="1100" b="1" dirty="0">
                          <a:solidFill>
                            <a:schemeClr val="bg1"/>
                          </a:solidFill>
                        </a:rPr>
                        <a:t>SOX Compliance Rate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compliance with SOX-relevant RTR controls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US" sz="1100" b="1">
                          <a:solidFill>
                            <a:schemeClr val="bg1"/>
                          </a:solidFill>
                        </a:rPr>
                        <a:t>100%</a:t>
                      </a:r>
                      <a:endParaRPr lang="en-IN" sz="1100" b="1">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Non-negotiable for publicly listed companies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9929688"/>
                  </a:ext>
                </a:extLst>
              </a:tr>
              <a:tr h="640080">
                <a:tc>
                  <a:txBody>
                    <a:bodyPr/>
                    <a:lstStyle/>
                    <a:p>
                      <a:r>
                        <a:rPr lang="en-IN" sz="1100" b="1" dirty="0">
                          <a:solidFill>
                            <a:schemeClr val="bg1"/>
                          </a:solidFill>
                        </a:rPr>
                        <a:t>Policy Adherence Rate</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Compliance with global RTR policies and procedures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&gt;98%</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Ensures global consistency and risk mitigation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r h="640080">
                <a:tc>
                  <a:txBody>
                    <a:bodyPr/>
                    <a:lstStyle/>
                    <a:p>
                      <a:r>
                        <a:rPr lang="en-IN" sz="1100" b="1" dirty="0">
                          <a:solidFill>
                            <a:schemeClr val="bg1"/>
                          </a:solidFill>
                        </a:rPr>
                        <a:t>Number of Audit Findings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Audit exceptions specific to RTR processes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≤2 minor findings/year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dirty="0">
                          <a:solidFill>
                            <a:schemeClr val="bg1"/>
                          </a:solidFill>
                        </a:rPr>
                        <a:t>Minimal and non-critical findings show strong governance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872012867"/>
                  </a:ext>
                </a:extLst>
              </a:tr>
            </a:tbl>
          </a:graphicData>
        </a:graphic>
      </p:graphicFrame>
      <p:graphicFrame>
        <p:nvGraphicFramePr>
          <p:cNvPr id="8" name="Table 7">
            <a:extLst>
              <a:ext uri="{FF2B5EF4-FFF2-40B4-BE49-F238E27FC236}">
                <a16:creationId xmlns:a16="http://schemas.microsoft.com/office/drawing/2014/main" id="{D5435AFD-F657-5622-14BD-2926968CDA43}"/>
              </a:ext>
            </a:extLst>
          </p:cNvPr>
          <p:cNvGraphicFramePr>
            <a:graphicFrameLocks noGrp="1"/>
          </p:cNvGraphicFramePr>
          <p:nvPr>
            <p:extLst>
              <p:ext uri="{D42A27DB-BD31-4B8C-83A1-F6EECF244321}">
                <p14:modId xmlns:p14="http://schemas.microsoft.com/office/powerpoint/2010/main" val="3565956439"/>
              </p:ext>
            </p:extLst>
          </p:nvPr>
        </p:nvGraphicFramePr>
        <p:xfrm>
          <a:off x="472440" y="1600200"/>
          <a:ext cx="5440680" cy="310896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640080">
                <a:tc>
                  <a:txBody>
                    <a:bodyPr/>
                    <a:lstStyle/>
                    <a:p>
                      <a:r>
                        <a:rPr lang="en-IN" sz="1100" b="1">
                          <a:solidFill>
                            <a:schemeClr val="bg1"/>
                          </a:solidFill>
                        </a:rPr>
                        <a:t>Insight-to-Action Ratio</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analytics reports that led to business action or decision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&gt;60%</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More than half of insights should drive real decisions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822960">
                <a:tc>
                  <a:txBody>
                    <a:bodyPr/>
                    <a:lstStyle/>
                    <a:p>
                      <a:r>
                        <a:rPr lang="en-IN" sz="1100" b="1">
                          <a:solidFill>
                            <a:schemeClr val="bg1"/>
                          </a:solidFill>
                        </a:rPr>
                        <a:t>Continuous Improvement Initiatives Implemented</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Count of Lean, Six Sigma, or transformation projects completed</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5–10 initiatives/year</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Active Kaizen or Lean projects across RTR</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437563"/>
                  </a:ext>
                </a:extLst>
              </a:tr>
              <a:tr h="640080">
                <a:tc>
                  <a:txBody>
                    <a:bodyPr/>
                    <a:lstStyle/>
                    <a:p>
                      <a:r>
                        <a:rPr lang="en-IN" sz="1100" b="1">
                          <a:solidFill>
                            <a:schemeClr val="bg1"/>
                          </a:solidFill>
                        </a:rPr>
                        <a:t>Business Partner Satisfaction Score</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Survey-based feedback from internal stakeholders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&gt;85% satisfaction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Usually measured via surveys (CSAT or NPS)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1059749"/>
                  </a:ext>
                </a:extLst>
              </a:tr>
              <a:tr h="640080">
                <a:tc>
                  <a:txBody>
                    <a:bodyPr/>
                    <a:lstStyle/>
                    <a:p>
                      <a:r>
                        <a:rPr lang="en-IN" sz="1100" b="1">
                          <a:solidFill>
                            <a:schemeClr val="bg1"/>
                          </a:solidFill>
                        </a:rPr>
                        <a:t>Forecast Accuracy</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Accuracy of financial forecasting versus actuals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 5–10% variance</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Depends on volatility in the business environment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92418573"/>
                  </a:ext>
                </a:extLst>
              </a:tr>
            </a:tbl>
          </a:graphicData>
        </a:graphic>
      </p:graphicFrame>
      <p:grpSp>
        <p:nvGrpSpPr>
          <p:cNvPr id="31" name="Group 30">
            <a:extLst>
              <a:ext uri="{FF2B5EF4-FFF2-40B4-BE49-F238E27FC236}">
                <a16:creationId xmlns:a16="http://schemas.microsoft.com/office/drawing/2014/main" id="{6F33115C-4DB6-5CA8-447F-2D709839751A}"/>
              </a:ext>
            </a:extLst>
          </p:cNvPr>
          <p:cNvGrpSpPr/>
          <p:nvPr/>
        </p:nvGrpSpPr>
        <p:grpSpPr>
          <a:xfrm>
            <a:off x="6277292" y="960120"/>
            <a:ext cx="3064828" cy="548640"/>
            <a:chOff x="6265905" y="1017629"/>
            <a:chExt cx="3064828" cy="548640"/>
          </a:xfrm>
        </p:grpSpPr>
        <p:sp>
          <p:nvSpPr>
            <p:cNvPr id="20" name="Rectangle 19">
              <a:extLst>
                <a:ext uri="{FF2B5EF4-FFF2-40B4-BE49-F238E27FC236}">
                  <a16:creationId xmlns:a16="http://schemas.microsoft.com/office/drawing/2014/main" id="{AA9EAC91-2842-120A-AE84-DEF4433C85F8}"/>
                </a:ext>
              </a:extLst>
            </p:cNvPr>
            <p:cNvSpPr/>
            <p:nvPr/>
          </p:nvSpPr>
          <p:spPr>
            <a:xfrm>
              <a:off x="6816133" y="1109736"/>
              <a:ext cx="25146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Compliance &amp; Control KPIs</a:t>
              </a:r>
            </a:p>
          </p:txBody>
        </p:sp>
        <p:pic>
          <p:nvPicPr>
            <p:cNvPr id="2052" name="Picture 4" descr="Compliant ">
              <a:extLst>
                <a:ext uri="{FF2B5EF4-FFF2-40B4-BE49-F238E27FC236}">
                  <a16:creationId xmlns:a16="http://schemas.microsoft.com/office/drawing/2014/main" id="{07D6CA16-4516-EECD-43FD-5772055A20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5905" y="1017629"/>
              <a:ext cx="548640" cy="5486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37EC3FAE-87BA-DA02-3ECB-AB4DB93B34AE}"/>
              </a:ext>
            </a:extLst>
          </p:cNvPr>
          <p:cNvGrpSpPr/>
          <p:nvPr/>
        </p:nvGrpSpPr>
        <p:grpSpPr>
          <a:xfrm>
            <a:off x="472440" y="960120"/>
            <a:ext cx="3293957" cy="548640"/>
            <a:chOff x="7970676" y="6690045"/>
            <a:chExt cx="3293957" cy="548640"/>
          </a:xfrm>
        </p:grpSpPr>
        <p:sp>
          <p:nvSpPr>
            <p:cNvPr id="12" name="Rectangle 11">
              <a:extLst>
                <a:ext uri="{FF2B5EF4-FFF2-40B4-BE49-F238E27FC236}">
                  <a16:creationId xmlns:a16="http://schemas.microsoft.com/office/drawing/2014/main" id="{BC92BB1B-E987-7E61-38ED-B8DA97B57903}"/>
                </a:ext>
              </a:extLst>
            </p:cNvPr>
            <p:cNvSpPr/>
            <p:nvPr/>
          </p:nvSpPr>
          <p:spPr>
            <a:xfrm>
              <a:off x="8521433" y="6781485"/>
              <a:ext cx="27432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Value-Added &amp; Strategic KPIs</a:t>
              </a:r>
            </a:p>
          </p:txBody>
        </p:sp>
        <p:pic>
          <p:nvPicPr>
            <p:cNvPr id="33" name="Picture 8" descr="Quality service">
              <a:extLst>
                <a:ext uri="{FF2B5EF4-FFF2-40B4-BE49-F238E27FC236}">
                  <a16:creationId xmlns:a16="http://schemas.microsoft.com/office/drawing/2014/main" id="{1B7708EC-5A66-DB7B-B837-3C6844BCD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676" y="6690045"/>
              <a:ext cx="548640" cy="548640"/>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Title 1">
            <a:extLst>
              <a:ext uri="{FF2B5EF4-FFF2-40B4-BE49-F238E27FC236}">
                <a16:creationId xmlns:a16="http://schemas.microsoft.com/office/drawing/2014/main" id="{0998868C-ABAF-E9A6-8283-0915F016EB76}"/>
              </a:ext>
            </a:extLst>
          </p:cNvPr>
          <p:cNvSpPr>
            <a:spLocks noGrp="1"/>
          </p:cNvSpPr>
          <p:nvPr>
            <p:ph type="title"/>
          </p:nvPr>
        </p:nvSpPr>
        <p:spPr>
          <a:xfrm>
            <a:off x="472440" y="274320"/>
            <a:ext cx="11247120" cy="548640"/>
          </a:xfrm>
        </p:spPr>
        <p:txBody>
          <a:bodyPr lIns="91440" tIns="45720" rIns="91440"/>
          <a:lstStyle/>
          <a:p>
            <a:pPr>
              <a:lnSpc>
                <a:spcPct val="100000"/>
              </a:lnSpc>
            </a:pPr>
            <a:r>
              <a:rPr lang="en-US" dirty="0"/>
              <a:t>KPIs for CoE performance (2/2)</a:t>
            </a:r>
            <a:endParaRPr lang="en-IN" dirty="0"/>
          </a:p>
        </p:txBody>
      </p:sp>
      <p:graphicFrame>
        <p:nvGraphicFramePr>
          <p:cNvPr id="2" name="Table 1">
            <a:extLst>
              <a:ext uri="{FF2B5EF4-FFF2-40B4-BE49-F238E27FC236}">
                <a16:creationId xmlns:a16="http://schemas.microsoft.com/office/drawing/2014/main" id="{35D5190D-8FA1-23AE-A657-4A6C1957EE6D}"/>
              </a:ext>
            </a:extLst>
          </p:cNvPr>
          <p:cNvGraphicFramePr>
            <a:graphicFrameLocks noGrp="1"/>
          </p:cNvGraphicFramePr>
          <p:nvPr>
            <p:extLst>
              <p:ext uri="{D42A27DB-BD31-4B8C-83A1-F6EECF244321}">
                <p14:modId xmlns:p14="http://schemas.microsoft.com/office/powerpoint/2010/main" val="722744692"/>
              </p:ext>
            </p:extLst>
          </p:nvPr>
        </p:nvGraphicFramePr>
        <p:xfrm>
          <a:off x="4255008" y="4892040"/>
          <a:ext cx="5440680" cy="1554480"/>
        </p:xfrm>
        <a:graphic>
          <a:graphicData uri="http://schemas.openxmlformats.org/drawingml/2006/table">
            <a:tbl>
              <a:tblPr/>
              <a:tblGrid>
                <a:gridCol w="1371600">
                  <a:extLst>
                    <a:ext uri="{9D8B030D-6E8A-4147-A177-3AD203B41FA5}">
                      <a16:colId xmlns:a16="http://schemas.microsoft.com/office/drawing/2014/main" val="3470923224"/>
                    </a:ext>
                  </a:extLst>
                </a:gridCol>
                <a:gridCol w="1554480">
                  <a:extLst>
                    <a:ext uri="{9D8B030D-6E8A-4147-A177-3AD203B41FA5}">
                      <a16:colId xmlns:a16="http://schemas.microsoft.com/office/drawing/2014/main" val="3159260032"/>
                    </a:ext>
                  </a:extLst>
                </a:gridCol>
                <a:gridCol w="1143000">
                  <a:extLst>
                    <a:ext uri="{9D8B030D-6E8A-4147-A177-3AD203B41FA5}">
                      <a16:colId xmlns:a16="http://schemas.microsoft.com/office/drawing/2014/main" val="4260416985"/>
                    </a:ext>
                  </a:extLst>
                </a:gridCol>
                <a:gridCol w="1371600">
                  <a:extLst>
                    <a:ext uri="{9D8B030D-6E8A-4147-A177-3AD203B41FA5}">
                      <a16:colId xmlns:a16="http://schemas.microsoft.com/office/drawing/2014/main" val="3210962695"/>
                    </a:ext>
                  </a:extLst>
                </a:gridCol>
              </a:tblGrid>
              <a:tr h="365760">
                <a:tc>
                  <a:txBody>
                    <a:bodyPr/>
                    <a:lstStyle/>
                    <a:p>
                      <a:r>
                        <a:rPr lang="en-US" sz="1200" b="1" noProof="0">
                          <a:solidFill>
                            <a:schemeClr val="tx1"/>
                          </a:solidFill>
                        </a:rPr>
                        <a:t>KPI</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Description</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Benchmark</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tc>
                  <a:txBody>
                    <a:bodyPr/>
                    <a:lstStyle/>
                    <a:p>
                      <a:pPr algn="ctr"/>
                      <a:r>
                        <a:rPr lang="en-US" sz="1200" b="1" noProof="0">
                          <a:solidFill>
                            <a:schemeClr val="tx1"/>
                          </a:solidFill>
                        </a:rPr>
                        <a:t>Notes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023484"/>
                  </a:ext>
                </a:extLst>
              </a:tr>
              <a:tr h="548640">
                <a:tc>
                  <a:txBody>
                    <a:bodyPr/>
                    <a:lstStyle/>
                    <a:p>
                      <a:r>
                        <a:rPr lang="en-IN" sz="1100" b="1" dirty="0">
                          <a:solidFill>
                            <a:schemeClr val="bg1"/>
                          </a:solidFill>
                        </a:rPr>
                        <a:t>On-Time Delivery of Reports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 of reports delivered on or before due dates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&gt;98%</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Critical for leadership decision-making</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12700" cap="flat" cmpd="sng" algn="ctr">
                      <a:solidFill>
                        <a:schemeClr val="bg1">
                          <a:lumMod val="50000"/>
                          <a:lumOff val="50000"/>
                        </a:schemeClr>
                      </a:solidFill>
                      <a:prstDash val="solid"/>
                      <a:round/>
                      <a:headEnd type="none" w="med" len="med"/>
                      <a:tailEnd type="none" w="med" len="med"/>
                    </a:lnT>
                    <a:lnB w="3175"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634101916"/>
                  </a:ext>
                </a:extLst>
              </a:tr>
              <a:tr h="640080">
                <a:tc>
                  <a:txBody>
                    <a:bodyPr/>
                    <a:lstStyle/>
                    <a:p>
                      <a:r>
                        <a:rPr lang="en-IN" sz="1100" b="1" dirty="0">
                          <a:solidFill>
                            <a:schemeClr val="bg1"/>
                          </a:solidFill>
                        </a:rPr>
                        <a:t>Compliance with Reporting Calendars</a:t>
                      </a:r>
                      <a:endParaRPr lang="en-IN" sz="1100" dirty="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a:solidFill>
                            <a:schemeClr val="bg1"/>
                          </a:solidFill>
                        </a:rPr>
                        <a:t>Adherence to internal and external reporting timelines</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pPr algn="ctr"/>
                      <a:r>
                        <a:rPr lang="en-IN" sz="1100" b="1">
                          <a:solidFill>
                            <a:schemeClr val="bg1"/>
                          </a:solidFill>
                        </a:rPr>
                        <a:t>100%</a:t>
                      </a:r>
                      <a:endParaRPr lang="en-IN" sz="1100">
                        <a:solidFill>
                          <a:schemeClr val="bg1"/>
                        </a:solidFill>
                      </a:endParaRP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tc>
                  <a:txBody>
                    <a:bodyPr/>
                    <a:lstStyle/>
                    <a:p>
                      <a:r>
                        <a:rPr lang="en-IN" sz="1000" dirty="0">
                          <a:solidFill>
                            <a:schemeClr val="bg1"/>
                          </a:solidFill>
                        </a:rPr>
                        <a:t>Reporting timelines should be strictly met</a:t>
                      </a:r>
                    </a:p>
                  </a:txBody>
                  <a:tcPr marL="45720" marR="45720" anchor="ctr">
                    <a:lnL w="12700" cap="flat" cmpd="sng" algn="ctr">
                      <a:solidFill>
                        <a:schemeClr val="bg1">
                          <a:lumMod val="50000"/>
                          <a:lumOff val="50000"/>
                        </a:schemeClr>
                      </a:solidFill>
                      <a:prstDash val="solid"/>
                      <a:round/>
                      <a:headEnd type="none" w="med" len="med"/>
                      <a:tailEnd type="none" w="med" len="med"/>
                    </a:lnL>
                    <a:lnR w="12700" cap="flat" cmpd="sng" algn="ctr">
                      <a:solidFill>
                        <a:schemeClr val="bg1">
                          <a:lumMod val="50000"/>
                          <a:lumOff val="50000"/>
                        </a:schemeClr>
                      </a:solidFill>
                      <a:prstDash val="solid"/>
                      <a:round/>
                      <a:headEnd type="none" w="med" len="med"/>
                      <a:tailEnd type="none" w="med" len="med"/>
                    </a:lnR>
                    <a:lnT w="3175" cap="flat" cmpd="sng" algn="ctr">
                      <a:solidFill>
                        <a:schemeClr val="bg1">
                          <a:lumMod val="50000"/>
                          <a:lumOff val="50000"/>
                        </a:schemeClr>
                      </a:solidFill>
                      <a:prstDash val="solid"/>
                      <a:round/>
                      <a:headEnd type="none" w="med" len="med"/>
                      <a:tailEnd type="none" w="med" len="med"/>
                    </a:lnT>
                    <a:lnB w="12700" cap="flat" cmpd="sng" algn="ctr">
                      <a:solidFill>
                        <a:schemeClr val="bg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25391493"/>
                  </a:ext>
                </a:extLst>
              </a:tr>
            </a:tbl>
          </a:graphicData>
        </a:graphic>
      </p:graphicFrame>
      <p:grpSp>
        <p:nvGrpSpPr>
          <p:cNvPr id="3" name="Group 2">
            <a:extLst>
              <a:ext uri="{FF2B5EF4-FFF2-40B4-BE49-F238E27FC236}">
                <a16:creationId xmlns:a16="http://schemas.microsoft.com/office/drawing/2014/main" id="{E6CC2F4F-062F-9B1E-100B-D91142FCE2F5}"/>
              </a:ext>
            </a:extLst>
          </p:cNvPr>
          <p:cNvGrpSpPr/>
          <p:nvPr/>
        </p:nvGrpSpPr>
        <p:grpSpPr>
          <a:xfrm>
            <a:off x="2560829" y="5208963"/>
            <a:ext cx="1600200" cy="920633"/>
            <a:chOff x="1032467" y="557330"/>
            <a:chExt cx="1600200" cy="920633"/>
          </a:xfrm>
        </p:grpSpPr>
        <p:sp>
          <p:nvSpPr>
            <p:cNvPr id="9" name="Rectangle 8">
              <a:extLst>
                <a:ext uri="{FF2B5EF4-FFF2-40B4-BE49-F238E27FC236}">
                  <a16:creationId xmlns:a16="http://schemas.microsoft.com/office/drawing/2014/main" id="{3539FCE9-A9FE-D42E-90D5-57189735A379}"/>
                </a:ext>
              </a:extLst>
            </p:cNvPr>
            <p:cNvSpPr/>
            <p:nvPr/>
          </p:nvSpPr>
          <p:spPr>
            <a:xfrm>
              <a:off x="1032467" y="1112203"/>
              <a:ext cx="1600200" cy="365760"/>
            </a:xfrm>
            <a:prstGeom prst="rect">
              <a:avLst/>
            </a:prstGeom>
            <a:noFill/>
            <a:ln w="12700" cap="flat" cmpd="sng" algn="ctr">
              <a:noFill/>
              <a:prstDash val="solid"/>
              <a:miter lim="800000"/>
            </a:ln>
            <a:effectLst/>
          </p:spPr>
          <p:txBody>
            <a:bodyPr lIns="91440" r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1A1A24"/>
                  </a:solidFill>
                  <a:effectLst/>
                  <a:uLnTx/>
                  <a:uFillTx/>
                  <a:latin typeface="EYInterstate Regular"/>
                  <a:ea typeface="+mn-ea"/>
                  <a:cs typeface="+mn-cs"/>
                </a:rPr>
                <a:t>Timeliness KPIs</a:t>
              </a:r>
            </a:p>
          </p:txBody>
        </p:sp>
        <p:pic>
          <p:nvPicPr>
            <p:cNvPr id="11" name="Picture 2" descr="Performance ">
              <a:extLst>
                <a:ext uri="{FF2B5EF4-FFF2-40B4-BE49-F238E27FC236}">
                  <a16:creationId xmlns:a16="http://schemas.microsoft.com/office/drawing/2014/main" id="{F815E294-BCF1-6DF5-561C-A4A83E0FD2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8247" y="557330"/>
              <a:ext cx="548640" cy="5486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21718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D8EF-6722-0ECD-35CC-DD3478C454A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A4EC845-08C5-B3DD-350B-8E9E940DE6C5}"/>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Technology and Platforms</a:t>
            </a:r>
          </a:p>
        </p:txBody>
      </p:sp>
    </p:spTree>
    <p:extLst>
      <p:ext uri="{BB962C8B-B14F-4D97-AF65-F5344CB8AC3E}">
        <p14:creationId xmlns:p14="http://schemas.microsoft.com/office/powerpoint/2010/main" val="1290977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D7FF5-5F77-3E67-8A0C-C521CD76BE7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B252D88-417D-D263-6041-12F37F37F46A}"/>
              </a:ext>
            </a:extLst>
          </p:cNvPr>
          <p:cNvSpPr>
            <a:spLocks noGrp="1"/>
          </p:cNvSpPr>
          <p:nvPr>
            <p:ph type="title"/>
          </p:nvPr>
        </p:nvSpPr>
        <p:spPr>
          <a:xfrm>
            <a:off x="495300" y="228600"/>
            <a:ext cx="11201400" cy="548640"/>
          </a:xfrm>
        </p:spPr>
        <p:txBody>
          <a:bodyPr lIns="91440" tIns="45720" rIns="91440"/>
          <a:lstStyle/>
          <a:p>
            <a:pPr>
              <a:lnSpc>
                <a:spcPct val="100000"/>
              </a:lnSpc>
            </a:pPr>
            <a:r>
              <a:rPr lang="en-US" dirty="0"/>
              <a:t>GL Technology Landscape</a:t>
            </a:r>
            <a:endParaRPr lang="en-IN" dirty="0"/>
          </a:p>
        </p:txBody>
      </p:sp>
      <p:sp>
        <p:nvSpPr>
          <p:cNvPr id="6" name="Date Placeholder 5">
            <a:extLst>
              <a:ext uri="{FF2B5EF4-FFF2-40B4-BE49-F238E27FC236}">
                <a16:creationId xmlns:a16="http://schemas.microsoft.com/office/drawing/2014/main" id="{1D3F6156-0E6D-B6E8-E03A-2899C2375E55}"/>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6108112B-AFEB-533E-B801-50F9106B84B1}"/>
              </a:ext>
            </a:extLst>
          </p:cNvPr>
          <p:cNvSpPr>
            <a:spLocks noGrp="1"/>
          </p:cNvSpPr>
          <p:nvPr>
            <p:ph type="sldNum" sz="quarter" idx="19"/>
          </p:nvPr>
        </p:nvSpPr>
        <p:spPr/>
        <p:txBody>
          <a:bodyPr/>
          <a:lstStyle/>
          <a:p>
            <a:fld id="{94FCA0F3-9F3A-694B-99BB-0E592A797735}" type="slidenum">
              <a:rPr lang="en-US" smtClean="0"/>
              <a:t>48</a:t>
            </a:fld>
            <a:endParaRPr lang="en-US"/>
          </a:p>
        </p:txBody>
      </p:sp>
      <p:grpSp>
        <p:nvGrpSpPr>
          <p:cNvPr id="50" name="Group 49">
            <a:extLst>
              <a:ext uri="{FF2B5EF4-FFF2-40B4-BE49-F238E27FC236}">
                <a16:creationId xmlns:a16="http://schemas.microsoft.com/office/drawing/2014/main" id="{D2CBA037-EF99-2148-6AD7-3D41E7AA43B2}"/>
              </a:ext>
            </a:extLst>
          </p:cNvPr>
          <p:cNvGrpSpPr/>
          <p:nvPr/>
        </p:nvGrpSpPr>
        <p:grpSpPr>
          <a:xfrm>
            <a:off x="941910" y="933651"/>
            <a:ext cx="10635395" cy="5213988"/>
            <a:chOff x="375906" y="1454712"/>
            <a:chExt cx="6929770" cy="4683301"/>
          </a:xfrm>
        </p:grpSpPr>
        <p:sp>
          <p:nvSpPr>
            <p:cNvPr id="2" name="Rectangle 1">
              <a:extLst>
                <a:ext uri="{FF2B5EF4-FFF2-40B4-BE49-F238E27FC236}">
                  <a16:creationId xmlns:a16="http://schemas.microsoft.com/office/drawing/2014/main" id="{49C27879-960E-1159-4993-E37F8DD53989}"/>
                </a:ext>
              </a:extLst>
            </p:cNvPr>
            <p:cNvSpPr/>
            <p:nvPr/>
          </p:nvSpPr>
          <p:spPr>
            <a:xfrm>
              <a:off x="2333813" y="1454712"/>
              <a:ext cx="3062226" cy="3771212"/>
            </a:xfrm>
            <a:prstGeom prst="rect">
              <a:avLst/>
            </a:prstGeom>
            <a:solidFill>
              <a:srgbClr val="FFFFFF">
                <a:lumMod val="95000"/>
              </a:srgbClr>
            </a:solidFill>
            <a:ln w="28575" cap="flat" cmpd="sng" algn="ctr">
              <a:solidFill>
                <a:srgbClr val="C4C4CD"/>
              </a:solidFill>
              <a:prstDash val="solid"/>
              <a:miter lim="800000"/>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dirty="0">
                <a:ln>
                  <a:noFill/>
                </a:ln>
                <a:solidFill>
                  <a:srgbClr val="FFFFFF"/>
                </a:solidFill>
                <a:effectLst/>
                <a:uLnTx/>
                <a:uFillTx/>
                <a:latin typeface="Arial" panose="020B0604020202020204"/>
                <a:ea typeface="+mn-lt"/>
                <a:cs typeface="Arial" panose="020B0604020202020204"/>
                <a:sym typeface="+mn-lt"/>
              </a:endParaRPr>
            </a:p>
          </p:txBody>
        </p:sp>
        <p:sp>
          <p:nvSpPr>
            <p:cNvPr id="3" name="Rectangle 2">
              <a:extLst>
                <a:ext uri="{FF2B5EF4-FFF2-40B4-BE49-F238E27FC236}">
                  <a16:creationId xmlns:a16="http://schemas.microsoft.com/office/drawing/2014/main" id="{23B5D946-0021-0B86-8A55-8756D6F7FF93}"/>
                </a:ext>
              </a:extLst>
            </p:cNvPr>
            <p:cNvSpPr/>
            <p:nvPr/>
          </p:nvSpPr>
          <p:spPr>
            <a:xfrm>
              <a:off x="2257342" y="1544789"/>
              <a:ext cx="1577540" cy="183415"/>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83D3"/>
                  </a:solidFill>
                  <a:effectLst/>
                  <a:uLnTx/>
                  <a:uFillTx/>
                  <a:latin typeface="Arial" panose="020B0604020202020204"/>
                  <a:ea typeface="+mn-ea"/>
                  <a:cs typeface="+mn-cs"/>
                </a:rPr>
                <a:t>Oracle ERP</a:t>
              </a:r>
            </a:p>
          </p:txBody>
        </p:sp>
        <p:grpSp>
          <p:nvGrpSpPr>
            <p:cNvPr id="4" name="Group 3">
              <a:extLst>
                <a:ext uri="{FF2B5EF4-FFF2-40B4-BE49-F238E27FC236}">
                  <a16:creationId xmlns:a16="http://schemas.microsoft.com/office/drawing/2014/main" id="{1673EC83-7C25-2C6A-7166-EF4D18608D2A}"/>
                </a:ext>
              </a:extLst>
            </p:cNvPr>
            <p:cNvGrpSpPr/>
            <p:nvPr/>
          </p:nvGrpSpPr>
          <p:grpSpPr>
            <a:xfrm>
              <a:off x="2540011" y="2136726"/>
              <a:ext cx="2667828" cy="2645402"/>
              <a:chOff x="4341783" y="2159726"/>
              <a:chExt cx="2589662" cy="3224512"/>
            </a:xfrm>
          </p:grpSpPr>
          <p:sp>
            <p:nvSpPr>
              <p:cNvPr id="7" name="Flowchart: Terminator 6">
                <a:extLst>
                  <a:ext uri="{FF2B5EF4-FFF2-40B4-BE49-F238E27FC236}">
                    <a16:creationId xmlns:a16="http://schemas.microsoft.com/office/drawing/2014/main" id="{D4DAED96-0B8A-7F11-1824-068EF34C06C2}"/>
                  </a:ext>
                </a:extLst>
              </p:cNvPr>
              <p:cNvSpPr/>
              <p:nvPr/>
            </p:nvSpPr>
            <p:spPr>
              <a:xfrm>
                <a:off x="4341783" y="3894261"/>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CM</a:t>
                </a:r>
              </a:p>
            </p:txBody>
          </p:sp>
          <p:sp>
            <p:nvSpPr>
              <p:cNvPr id="9" name="Flowchart: Terminator 8">
                <a:extLst>
                  <a:ext uri="{FF2B5EF4-FFF2-40B4-BE49-F238E27FC236}">
                    <a16:creationId xmlns:a16="http://schemas.microsoft.com/office/drawing/2014/main" id="{62747026-2FFF-8691-9DA0-B8D938240E75}"/>
                  </a:ext>
                </a:extLst>
              </p:cNvPr>
              <p:cNvSpPr/>
              <p:nvPr/>
            </p:nvSpPr>
            <p:spPr>
              <a:xfrm>
                <a:off x="4341783" y="4761527"/>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AP</a:t>
                </a:r>
              </a:p>
            </p:txBody>
          </p:sp>
          <p:sp>
            <p:nvSpPr>
              <p:cNvPr id="10" name="Flowchart: Terminator 9">
                <a:extLst>
                  <a:ext uri="{FF2B5EF4-FFF2-40B4-BE49-F238E27FC236}">
                    <a16:creationId xmlns:a16="http://schemas.microsoft.com/office/drawing/2014/main" id="{FA95F587-533A-3768-9A57-F7C9C300A0F7}"/>
                  </a:ext>
                </a:extLst>
              </p:cNvPr>
              <p:cNvSpPr/>
              <p:nvPr/>
            </p:nvSpPr>
            <p:spPr>
              <a:xfrm>
                <a:off x="4341783" y="3026994"/>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AR</a:t>
                </a:r>
              </a:p>
            </p:txBody>
          </p:sp>
          <p:sp>
            <p:nvSpPr>
              <p:cNvPr id="11" name="Flowchart: Terminator 10">
                <a:extLst>
                  <a:ext uri="{FF2B5EF4-FFF2-40B4-BE49-F238E27FC236}">
                    <a16:creationId xmlns:a16="http://schemas.microsoft.com/office/drawing/2014/main" id="{4E9879DB-97FD-6D21-0E9E-D9652968070B}"/>
                  </a:ext>
                </a:extLst>
              </p:cNvPr>
              <p:cNvSpPr/>
              <p:nvPr/>
            </p:nvSpPr>
            <p:spPr>
              <a:xfrm>
                <a:off x="5740033" y="4327894"/>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FA</a:t>
                </a:r>
              </a:p>
            </p:txBody>
          </p:sp>
          <p:sp>
            <p:nvSpPr>
              <p:cNvPr id="12" name="Flowchart: Terminator 11">
                <a:extLst>
                  <a:ext uri="{FF2B5EF4-FFF2-40B4-BE49-F238E27FC236}">
                    <a16:creationId xmlns:a16="http://schemas.microsoft.com/office/drawing/2014/main" id="{89F05C6F-CC80-3846-5C8F-F1710D4EA2F9}"/>
                  </a:ext>
                </a:extLst>
              </p:cNvPr>
              <p:cNvSpPr/>
              <p:nvPr/>
            </p:nvSpPr>
            <p:spPr>
              <a:xfrm>
                <a:off x="5769412" y="2593360"/>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GL</a:t>
                </a:r>
              </a:p>
            </p:txBody>
          </p:sp>
          <p:sp>
            <p:nvSpPr>
              <p:cNvPr id="13" name="Flowchart: Terminator 12">
                <a:extLst>
                  <a:ext uri="{FF2B5EF4-FFF2-40B4-BE49-F238E27FC236}">
                    <a16:creationId xmlns:a16="http://schemas.microsoft.com/office/drawing/2014/main" id="{565A4803-B56D-CB54-13F2-B0E248648577}"/>
                  </a:ext>
                </a:extLst>
              </p:cNvPr>
              <p:cNvSpPr/>
              <p:nvPr/>
            </p:nvSpPr>
            <p:spPr>
              <a:xfrm>
                <a:off x="4341783" y="2159726"/>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Tax</a:t>
                </a:r>
              </a:p>
            </p:txBody>
          </p:sp>
          <p:sp>
            <p:nvSpPr>
              <p:cNvPr id="14" name="Flowchart: Terminator 13">
                <a:extLst>
                  <a:ext uri="{FF2B5EF4-FFF2-40B4-BE49-F238E27FC236}">
                    <a16:creationId xmlns:a16="http://schemas.microsoft.com/office/drawing/2014/main" id="{CB566E79-B65D-EA99-9E2D-4881C3E0564A}"/>
                  </a:ext>
                </a:extLst>
              </p:cNvPr>
              <p:cNvSpPr/>
              <p:nvPr/>
            </p:nvSpPr>
            <p:spPr>
              <a:xfrm>
                <a:off x="5769412" y="3460627"/>
                <a:ext cx="1162033" cy="622711"/>
              </a:xfrm>
              <a:prstGeom prst="flowChartTerminator">
                <a:avLst/>
              </a:prstGeom>
              <a:solidFill>
                <a:srgbClr val="005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rPr>
                  <a:t>HCM</a:t>
                </a:r>
              </a:p>
            </p:txBody>
          </p:sp>
        </p:grpSp>
        <p:sp>
          <p:nvSpPr>
            <p:cNvPr id="15" name="Rectangle: Rounded Corners 14">
              <a:extLst>
                <a:ext uri="{FF2B5EF4-FFF2-40B4-BE49-F238E27FC236}">
                  <a16:creationId xmlns:a16="http://schemas.microsoft.com/office/drawing/2014/main" id="{40996D2E-C24B-E4BB-D902-7300E6220AA2}"/>
                </a:ext>
              </a:extLst>
            </p:cNvPr>
            <p:cNvSpPr/>
            <p:nvPr/>
          </p:nvSpPr>
          <p:spPr>
            <a:xfrm>
              <a:off x="409209" y="1454712"/>
              <a:ext cx="1767178" cy="3771212"/>
            </a:xfrm>
            <a:prstGeom prst="roundRect">
              <a:avLst/>
            </a:prstGeom>
            <a:solidFill>
              <a:srgbClr val="8BD3E6">
                <a:lumMod val="20000"/>
                <a:lumOff val="80000"/>
              </a:srgbClr>
            </a:solidFill>
            <a:ln w="28575" cap="flat" cmpd="sng" algn="ctr">
              <a:solidFill>
                <a:srgbClr val="C4C4CD"/>
              </a:solidFill>
              <a:prstDash val="solid"/>
              <a:miter lim="800000"/>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dirty="0">
                <a:ln>
                  <a:noFill/>
                </a:ln>
                <a:solidFill>
                  <a:srgbClr val="FFFFFF"/>
                </a:solidFill>
                <a:effectLst/>
                <a:uLnTx/>
                <a:uFillTx/>
                <a:latin typeface="Arial" panose="020B0604020202020204"/>
                <a:ea typeface="+mn-lt"/>
                <a:cs typeface="Arial" panose="020B0604020202020204"/>
                <a:sym typeface="+mn-lt"/>
              </a:endParaRPr>
            </a:p>
          </p:txBody>
        </p:sp>
        <p:sp>
          <p:nvSpPr>
            <p:cNvPr id="16" name="Rectangle 15">
              <a:extLst>
                <a:ext uri="{FF2B5EF4-FFF2-40B4-BE49-F238E27FC236}">
                  <a16:creationId xmlns:a16="http://schemas.microsoft.com/office/drawing/2014/main" id="{E97DBA90-ADE2-63C0-B52F-C4BEFD723B19}"/>
                </a:ext>
              </a:extLst>
            </p:cNvPr>
            <p:cNvSpPr/>
            <p:nvPr/>
          </p:nvSpPr>
          <p:spPr>
            <a:xfrm>
              <a:off x="375906" y="1544789"/>
              <a:ext cx="1577540" cy="183415"/>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Operational</a:t>
              </a:r>
            </a:p>
          </p:txBody>
        </p:sp>
        <p:sp>
          <p:nvSpPr>
            <p:cNvPr id="17" name="Rectangle: Rounded Corners 16">
              <a:extLst>
                <a:ext uri="{FF2B5EF4-FFF2-40B4-BE49-F238E27FC236}">
                  <a16:creationId xmlns:a16="http://schemas.microsoft.com/office/drawing/2014/main" id="{E3ADE244-79D6-BFE1-A8B8-CB5AF1D066E4}"/>
                </a:ext>
              </a:extLst>
            </p:cNvPr>
            <p:cNvSpPr/>
            <p:nvPr/>
          </p:nvSpPr>
          <p:spPr>
            <a:xfrm>
              <a:off x="5538498" y="1454712"/>
              <a:ext cx="1767178" cy="3771212"/>
            </a:xfrm>
            <a:prstGeom prst="roundRect">
              <a:avLst/>
            </a:prstGeom>
            <a:solidFill>
              <a:srgbClr val="8BD3E6">
                <a:lumMod val="20000"/>
                <a:lumOff val="80000"/>
              </a:srgbClr>
            </a:solidFill>
            <a:ln w="28575" cap="flat" cmpd="sng" algn="ctr">
              <a:solidFill>
                <a:srgbClr val="C4C4CD"/>
              </a:solidFill>
              <a:prstDash val="solid"/>
              <a:miter lim="800000"/>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dirty="0">
                <a:ln>
                  <a:noFill/>
                </a:ln>
                <a:solidFill>
                  <a:srgbClr val="FFFFFF"/>
                </a:solidFill>
                <a:effectLst/>
                <a:uLnTx/>
                <a:uFillTx/>
                <a:latin typeface="Arial" panose="020B0604020202020204"/>
                <a:ea typeface="+mn-lt"/>
                <a:cs typeface="Arial" panose="020B0604020202020204"/>
                <a:sym typeface="+mn-lt"/>
              </a:endParaRPr>
            </a:p>
          </p:txBody>
        </p:sp>
        <p:sp>
          <p:nvSpPr>
            <p:cNvPr id="18" name="Rectangle 17">
              <a:extLst>
                <a:ext uri="{FF2B5EF4-FFF2-40B4-BE49-F238E27FC236}">
                  <a16:creationId xmlns:a16="http://schemas.microsoft.com/office/drawing/2014/main" id="{E66C959C-1D35-3482-D2DA-DADF86ACA3B6}"/>
                </a:ext>
              </a:extLst>
            </p:cNvPr>
            <p:cNvSpPr/>
            <p:nvPr/>
          </p:nvSpPr>
          <p:spPr>
            <a:xfrm>
              <a:off x="5565471" y="1544789"/>
              <a:ext cx="1616380" cy="183415"/>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Performance</a:t>
              </a:r>
            </a:p>
          </p:txBody>
        </p:sp>
        <p:sp>
          <p:nvSpPr>
            <p:cNvPr id="19" name="Rectangle 18">
              <a:extLst>
                <a:ext uri="{FF2B5EF4-FFF2-40B4-BE49-F238E27FC236}">
                  <a16:creationId xmlns:a16="http://schemas.microsoft.com/office/drawing/2014/main" id="{33C712D2-5A22-760F-F2C0-5F2690579CD9}"/>
                </a:ext>
              </a:extLst>
            </p:cNvPr>
            <p:cNvSpPr/>
            <p:nvPr/>
          </p:nvSpPr>
          <p:spPr>
            <a:xfrm>
              <a:off x="5781934" y="1877002"/>
              <a:ext cx="1226145"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Oracle EPM</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(FCCS)</a:t>
              </a:r>
            </a:p>
          </p:txBody>
        </p:sp>
        <p:sp>
          <p:nvSpPr>
            <p:cNvPr id="20" name="Rectangle 19">
              <a:extLst>
                <a:ext uri="{FF2B5EF4-FFF2-40B4-BE49-F238E27FC236}">
                  <a16:creationId xmlns:a16="http://schemas.microsoft.com/office/drawing/2014/main" id="{F6D97DDD-941E-C5CF-0CC1-76D9441CD381}"/>
                </a:ext>
              </a:extLst>
            </p:cNvPr>
            <p:cNvSpPr/>
            <p:nvPr/>
          </p:nvSpPr>
          <p:spPr>
            <a:xfrm>
              <a:off x="5781933" y="2339428"/>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Adaptive</a:t>
              </a:r>
            </a:p>
          </p:txBody>
        </p:sp>
        <p:sp>
          <p:nvSpPr>
            <p:cNvPr id="21" name="Rectangle 20">
              <a:extLst>
                <a:ext uri="{FF2B5EF4-FFF2-40B4-BE49-F238E27FC236}">
                  <a16:creationId xmlns:a16="http://schemas.microsoft.com/office/drawing/2014/main" id="{7296D55A-F998-96C5-6147-0778DB196681}"/>
                </a:ext>
              </a:extLst>
            </p:cNvPr>
            <p:cNvSpPr/>
            <p:nvPr/>
          </p:nvSpPr>
          <p:spPr>
            <a:xfrm>
              <a:off x="5781933" y="2801854"/>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Archer</a:t>
              </a:r>
            </a:p>
          </p:txBody>
        </p:sp>
        <p:sp>
          <p:nvSpPr>
            <p:cNvPr id="22" name="Rectangle 21">
              <a:extLst>
                <a:ext uri="{FF2B5EF4-FFF2-40B4-BE49-F238E27FC236}">
                  <a16:creationId xmlns:a16="http://schemas.microsoft.com/office/drawing/2014/main" id="{575E0639-C54A-6711-A105-E823418AC725}"/>
                </a:ext>
              </a:extLst>
            </p:cNvPr>
            <p:cNvSpPr/>
            <p:nvPr/>
          </p:nvSpPr>
          <p:spPr>
            <a:xfrm>
              <a:off x="5781933" y="3264279"/>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Blackline</a:t>
              </a:r>
            </a:p>
          </p:txBody>
        </p:sp>
        <p:sp>
          <p:nvSpPr>
            <p:cNvPr id="23" name="Rectangle 22">
              <a:extLst>
                <a:ext uri="{FF2B5EF4-FFF2-40B4-BE49-F238E27FC236}">
                  <a16:creationId xmlns:a16="http://schemas.microsoft.com/office/drawing/2014/main" id="{9F4426A3-7591-5C88-B339-E3E2F33C922E}"/>
                </a:ext>
              </a:extLst>
            </p:cNvPr>
            <p:cNvSpPr/>
            <p:nvPr/>
          </p:nvSpPr>
          <p:spPr>
            <a:xfrm>
              <a:off x="647375" y="1864235"/>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Avalara Tax</a:t>
              </a:r>
            </a:p>
          </p:txBody>
        </p:sp>
        <p:sp>
          <p:nvSpPr>
            <p:cNvPr id="24" name="Rectangle 23">
              <a:extLst>
                <a:ext uri="{FF2B5EF4-FFF2-40B4-BE49-F238E27FC236}">
                  <a16:creationId xmlns:a16="http://schemas.microsoft.com/office/drawing/2014/main" id="{3B11B055-0B5E-43B9-A9A6-5B30846A9AFC}"/>
                </a:ext>
              </a:extLst>
            </p:cNvPr>
            <p:cNvSpPr/>
            <p:nvPr/>
          </p:nvSpPr>
          <p:spPr>
            <a:xfrm>
              <a:off x="647375" y="2331545"/>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err="1">
                  <a:ln>
                    <a:noFill/>
                  </a:ln>
                  <a:solidFill>
                    <a:srgbClr val="000000"/>
                  </a:solidFill>
                  <a:effectLst/>
                  <a:uLnTx/>
                  <a:uFillTx/>
                  <a:latin typeface="Arial" panose="020B0604020202020204"/>
                  <a:ea typeface="+mn-lt"/>
                  <a:cs typeface="Arial" panose="020B0604020202020204"/>
                  <a:sym typeface="+mn-lt"/>
                </a:rPr>
                <a:t>EYCore</a:t>
              </a: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25" name="Rectangle 24">
              <a:extLst>
                <a:ext uri="{FF2B5EF4-FFF2-40B4-BE49-F238E27FC236}">
                  <a16:creationId xmlns:a16="http://schemas.microsoft.com/office/drawing/2014/main" id="{B6528E63-0FDC-7EA4-3807-4E2A187D45B3}"/>
                </a:ext>
              </a:extLst>
            </p:cNvPr>
            <p:cNvSpPr/>
            <p:nvPr/>
          </p:nvSpPr>
          <p:spPr>
            <a:xfrm>
              <a:off x="647375" y="2798855"/>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MoneyGuide (Admin)</a:t>
              </a:r>
            </a:p>
          </p:txBody>
        </p:sp>
        <p:sp>
          <p:nvSpPr>
            <p:cNvPr id="26" name="Rectangle 25">
              <a:extLst>
                <a:ext uri="{FF2B5EF4-FFF2-40B4-BE49-F238E27FC236}">
                  <a16:creationId xmlns:a16="http://schemas.microsoft.com/office/drawing/2014/main" id="{B22AD4EB-183D-B552-C896-589FD0E5901D}"/>
                </a:ext>
              </a:extLst>
            </p:cNvPr>
            <p:cNvSpPr/>
            <p:nvPr/>
          </p:nvSpPr>
          <p:spPr>
            <a:xfrm>
              <a:off x="647375" y="3266165"/>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UMP</a:t>
              </a:r>
            </a:p>
          </p:txBody>
        </p:sp>
        <p:sp>
          <p:nvSpPr>
            <p:cNvPr id="27" name="Rectangle 26">
              <a:extLst>
                <a:ext uri="{FF2B5EF4-FFF2-40B4-BE49-F238E27FC236}">
                  <a16:creationId xmlns:a16="http://schemas.microsoft.com/office/drawing/2014/main" id="{60DDE8C7-AF71-CD74-3D15-F32C031AC427}"/>
                </a:ext>
              </a:extLst>
            </p:cNvPr>
            <p:cNvSpPr/>
            <p:nvPr/>
          </p:nvSpPr>
          <p:spPr>
            <a:xfrm>
              <a:off x="647375" y="3733475"/>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Concur</a:t>
              </a:r>
            </a:p>
          </p:txBody>
        </p:sp>
        <p:sp>
          <p:nvSpPr>
            <p:cNvPr id="28" name="Rectangle 27">
              <a:extLst>
                <a:ext uri="{FF2B5EF4-FFF2-40B4-BE49-F238E27FC236}">
                  <a16:creationId xmlns:a16="http://schemas.microsoft.com/office/drawing/2014/main" id="{2FC5510C-98CF-DAF7-12EA-0520A1EE5432}"/>
                </a:ext>
              </a:extLst>
            </p:cNvPr>
            <p:cNvSpPr/>
            <p:nvPr/>
          </p:nvSpPr>
          <p:spPr>
            <a:xfrm>
              <a:off x="647375" y="4200784"/>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Workday</a:t>
              </a:r>
            </a:p>
          </p:txBody>
        </p:sp>
        <p:sp>
          <p:nvSpPr>
            <p:cNvPr id="29" name="Rectangle: Rounded Corners 28">
              <a:extLst>
                <a:ext uri="{FF2B5EF4-FFF2-40B4-BE49-F238E27FC236}">
                  <a16:creationId xmlns:a16="http://schemas.microsoft.com/office/drawing/2014/main" id="{2AE6CF09-0A34-5CCE-81F4-6661E395FF65}"/>
                </a:ext>
              </a:extLst>
            </p:cNvPr>
            <p:cNvSpPr/>
            <p:nvPr/>
          </p:nvSpPr>
          <p:spPr>
            <a:xfrm>
              <a:off x="442512" y="5321838"/>
              <a:ext cx="6863164" cy="816175"/>
            </a:xfrm>
            <a:prstGeom prst="roundRect">
              <a:avLst/>
            </a:prstGeom>
            <a:solidFill>
              <a:srgbClr val="8BD3E6">
                <a:lumMod val="20000"/>
                <a:lumOff val="80000"/>
              </a:srgbClr>
            </a:solidFill>
            <a:ln w="28575" cap="flat" cmpd="sng" algn="ctr">
              <a:solidFill>
                <a:srgbClr val="C4C4CD"/>
              </a:solidFill>
              <a:prstDash val="solid"/>
              <a:miter lim="800000"/>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dirty="0">
                <a:ln>
                  <a:noFill/>
                </a:ln>
                <a:solidFill>
                  <a:srgbClr val="FFFFFF"/>
                </a:solidFill>
                <a:effectLst/>
                <a:uLnTx/>
                <a:uFillTx/>
                <a:latin typeface="Arial" panose="020B0604020202020204"/>
                <a:ea typeface="+mn-lt"/>
                <a:cs typeface="Arial" panose="020B0604020202020204"/>
                <a:sym typeface="+mn-lt"/>
              </a:endParaRPr>
            </a:p>
          </p:txBody>
        </p:sp>
        <p:sp>
          <p:nvSpPr>
            <p:cNvPr id="30" name="Rectangle 29">
              <a:extLst>
                <a:ext uri="{FF2B5EF4-FFF2-40B4-BE49-F238E27FC236}">
                  <a16:creationId xmlns:a16="http://schemas.microsoft.com/office/drawing/2014/main" id="{C7D1BFD7-0DC8-8894-05D2-42459BAE5714}"/>
                </a:ext>
              </a:extLst>
            </p:cNvPr>
            <p:cNvSpPr/>
            <p:nvPr/>
          </p:nvSpPr>
          <p:spPr>
            <a:xfrm>
              <a:off x="428259" y="5411904"/>
              <a:ext cx="2476866" cy="1596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ea typeface="+mn-ea"/>
                  <a:cs typeface="+mn-cs"/>
                </a:rPr>
                <a:t>Other Manual Sources</a:t>
              </a:r>
            </a:p>
          </p:txBody>
        </p:sp>
        <p:sp>
          <p:nvSpPr>
            <p:cNvPr id="31" name="Rectangle 30">
              <a:extLst>
                <a:ext uri="{FF2B5EF4-FFF2-40B4-BE49-F238E27FC236}">
                  <a16:creationId xmlns:a16="http://schemas.microsoft.com/office/drawing/2014/main" id="{1067B02D-F5C4-11C5-30C9-ACE82384CED6}"/>
                </a:ext>
              </a:extLst>
            </p:cNvPr>
            <p:cNvSpPr/>
            <p:nvPr/>
          </p:nvSpPr>
          <p:spPr>
            <a:xfrm>
              <a:off x="1053400" y="5653162"/>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lIns="0" rIns="0"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NetSuite Redi2</a:t>
              </a:r>
            </a:p>
          </p:txBody>
        </p:sp>
        <p:sp>
          <p:nvSpPr>
            <p:cNvPr id="32" name="Rectangle 31">
              <a:extLst>
                <a:ext uri="{FF2B5EF4-FFF2-40B4-BE49-F238E27FC236}">
                  <a16:creationId xmlns:a16="http://schemas.microsoft.com/office/drawing/2014/main" id="{103638E8-160C-AA94-4CA2-EBFAB91BF431}"/>
                </a:ext>
              </a:extLst>
            </p:cNvPr>
            <p:cNvSpPr/>
            <p:nvPr/>
          </p:nvSpPr>
          <p:spPr>
            <a:xfrm>
              <a:off x="4303916" y="5653162"/>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Oracle EBS</a:t>
              </a:r>
            </a:p>
          </p:txBody>
        </p:sp>
        <p:sp>
          <p:nvSpPr>
            <p:cNvPr id="33" name="Rectangle 32">
              <a:extLst>
                <a:ext uri="{FF2B5EF4-FFF2-40B4-BE49-F238E27FC236}">
                  <a16:creationId xmlns:a16="http://schemas.microsoft.com/office/drawing/2014/main" id="{F557145C-D4C9-3AFD-06D5-F2636C3B4E12}"/>
                </a:ext>
              </a:extLst>
            </p:cNvPr>
            <p:cNvSpPr/>
            <p:nvPr/>
          </p:nvSpPr>
          <p:spPr>
            <a:xfrm>
              <a:off x="2698477" y="5653162"/>
              <a:ext cx="1226146" cy="347472"/>
            </a:xfrm>
            <a:prstGeom prst="rect">
              <a:avLst/>
            </a:prstGeom>
            <a:solidFill>
              <a:srgbClr val="FFFFFF">
                <a:lumMod val="95000"/>
              </a:srgbClr>
            </a:solidFill>
            <a:ln w="28575" cap="flat" cmpd="sng" algn="ctr">
              <a:solidFill>
                <a:srgbClr val="C4C4CD"/>
              </a:solidFill>
              <a:prstDash val="solid"/>
              <a:miter lim="800000"/>
            </a:ln>
            <a:effectLst/>
          </p:spPr>
          <p:txBody>
            <a:bodyPr lIns="0" rIns="0"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rPr>
                <a:t>NetSuite Tamarack</a:t>
              </a:r>
            </a:p>
          </p:txBody>
        </p:sp>
        <p:grpSp>
          <p:nvGrpSpPr>
            <p:cNvPr id="35" name="Group 34">
              <a:extLst>
                <a:ext uri="{FF2B5EF4-FFF2-40B4-BE49-F238E27FC236}">
                  <a16:creationId xmlns:a16="http://schemas.microsoft.com/office/drawing/2014/main" id="{50146D06-B287-B3C2-49DC-F39A8740B602}"/>
                </a:ext>
              </a:extLst>
            </p:cNvPr>
            <p:cNvGrpSpPr/>
            <p:nvPr/>
          </p:nvGrpSpPr>
          <p:grpSpPr>
            <a:xfrm>
              <a:off x="5785858" y="5650611"/>
              <a:ext cx="1148800" cy="356898"/>
              <a:chOff x="5771116" y="5644372"/>
              <a:chExt cx="1282974" cy="499721"/>
            </a:xfrm>
          </p:grpSpPr>
          <p:sp>
            <p:nvSpPr>
              <p:cNvPr id="36" name="Rectangle 35">
                <a:extLst>
                  <a:ext uri="{FF2B5EF4-FFF2-40B4-BE49-F238E27FC236}">
                    <a16:creationId xmlns:a16="http://schemas.microsoft.com/office/drawing/2014/main" id="{9CCF05EA-53BF-A13C-99DC-B8ACD74E9C30}"/>
                  </a:ext>
                </a:extLst>
              </p:cNvPr>
              <p:cNvSpPr/>
              <p:nvPr/>
            </p:nvSpPr>
            <p:spPr>
              <a:xfrm>
                <a:off x="5771116" y="5644372"/>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37" name="Rectangle 36">
                <a:extLst>
                  <a:ext uri="{FF2B5EF4-FFF2-40B4-BE49-F238E27FC236}">
                    <a16:creationId xmlns:a16="http://schemas.microsoft.com/office/drawing/2014/main" id="{0270F823-18F5-05FE-7002-0014CF747B8E}"/>
                  </a:ext>
                </a:extLst>
              </p:cNvPr>
              <p:cNvSpPr/>
              <p:nvPr/>
            </p:nvSpPr>
            <p:spPr>
              <a:xfrm>
                <a:off x="5843366" y="5715913"/>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38" name="Rectangle 37">
                <a:extLst>
                  <a:ext uri="{FF2B5EF4-FFF2-40B4-BE49-F238E27FC236}">
                    <a16:creationId xmlns:a16="http://schemas.microsoft.com/office/drawing/2014/main" id="{EACD757A-DD8C-4B4B-426C-56B8ECFB2E62}"/>
                  </a:ext>
                </a:extLst>
              </p:cNvPr>
              <p:cNvSpPr/>
              <p:nvPr/>
            </p:nvSpPr>
            <p:spPr>
              <a:xfrm>
                <a:off x="5926144" y="5787454"/>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39" name="Rectangle 38">
                <a:extLst>
                  <a:ext uri="{FF2B5EF4-FFF2-40B4-BE49-F238E27FC236}">
                    <a16:creationId xmlns:a16="http://schemas.microsoft.com/office/drawing/2014/main" id="{0AD2DF19-DEAA-24D6-A57A-5852E8EE007F}"/>
                  </a:ext>
                </a:extLst>
              </p:cNvPr>
              <p:cNvSpPr/>
              <p:nvPr/>
            </p:nvSpPr>
            <p:spPr>
              <a:xfrm>
                <a:off x="5989672" y="5863916"/>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grpSp>
        <p:grpSp>
          <p:nvGrpSpPr>
            <p:cNvPr id="40" name="Group 39">
              <a:extLst>
                <a:ext uri="{FF2B5EF4-FFF2-40B4-BE49-F238E27FC236}">
                  <a16:creationId xmlns:a16="http://schemas.microsoft.com/office/drawing/2014/main" id="{F42D2A9B-5D20-6449-EEAA-2EEC166481E6}"/>
                </a:ext>
              </a:extLst>
            </p:cNvPr>
            <p:cNvGrpSpPr/>
            <p:nvPr/>
          </p:nvGrpSpPr>
          <p:grpSpPr>
            <a:xfrm>
              <a:off x="724725" y="4658083"/>
              <a:ext cx="1148800" cy="356898"/>
              <a:chOff x="5771116" y="5644372"/>
              <a:chExt cx="1282974" cy="499721"/>
            </a:xfrm>
          </p:grpSpPr>
          <p:sp>
            <p:nvSpPr>
              <p:cNvPr id="41" name="Rectangle 40">
                <a:extLst>
                  <a:ext uri="{FF2B5EF4-FFF2-40B4-BE49-F238E27FC236}">
                    <a16:creationId xmlns:a16="http://schemas.microsoft.com/office/drawing/2014/main" id="{170CB6A3-FE43-B63F-CADD-69274D3238CB}"/>
                  </a:ext>
                </a:extLst>
              </p:cNvPr>
              <p:cNvSpPr/>
              <p:nvPr/>
            </p:nvSpPr>
            <p:spPr>
              <a:xfrm>
                <a:off x="5771116" y="5644372"/>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42" name="Rectangle 41">
                <a:extLst>
                  <a:ext uri="{FF2B5EF4-FFF2-40B4-BE49-F238E27FC236}">
                    <a16:creationId xmlns:a16="http://schemas.microsoft.com/office/drawing/2014/main" id="{715335C3-5FB3-C100-0F9D-F4620294B7AC}"/>
                  </a:ext>
                </a:extLst>
              </p:cNvPr>
              <p:cNvSpPr/>
              <p:nvPr/>
            </p:nvSpPr>
            <p:spPr>
              <a:xfrm>
                <a:off x="5843366" y="5715913"/>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43" name="Rectangle 42">
                <a:extLst>
                  <a:ext uri="{FF2B5EF4-FFF2-40B4-BE49-F238E27FC236}">
                    <a16:creationId xmlns:a16="http://schemas.microsoft.com/office/drawing/2014/main" id="{74B730CD-6630-44CA-FB9E-28CB7022FA74}"/>
                  </a:ext>
                </a:extLst>
              </p:cNvPr>
              <p:cNvSpPr/>
              <p:nvPr/>
            </p:nvSpPr>
            <p:spPr>
              <a:xfrm>
                <a:off x="5926144" y="5787454"/>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44" name="Rectangle 43">
                <a:extLst>
                  <a:ext uri="{FF2B5EF4-FFF2-40B4-BE49-F238E27FC236}">
                    <a16:creationId xmlns:a16="http://schemas.microsoft.com/office/drawing/2014/main" id="{02EF75F5-1686-33A0-4F6E-B2A675FB6B79}"/>
                  </a:ext>
                </a:extLst>
              </p:cNvPr>
              <p:cNvSpPr/>
              <p:nvPr/>
            </p:nvSpPr>
            <p:spPr>
              <a:xfrm>
                <a:off x="5989672" y="5863916"/>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grpSp>
        <p:grpSp>
          <p:nvGrpSpPr>
            <p:cNvPr id="45" name="Group 44">
              <a:extLst>
                <a:ext uri="{FF2B5EF4-FFF2-40B4-BE49-F238E27FC236}">
                  <a16:creationId xmlns:a16="http://schemas.microsoft.com/office/drawing/2014/main" id="{1C1B40D6-C803-2232-4A85-177BCE2E6B29}"/>
                </a:ext>
              </a:extLst>
            </p:cNvPr>
            <p:cNvGrpSpPr/>
            <p:nvPr/>
          </p:nvGrpSpPr>
          <p:grpSpPr>
            <a:xfrm>
              <a:off x="5847691" y="3754790"/>
              <a:ext cx="1148800" cy="356898"/>
              <a:chOff x="5771116" y="5644372"/>
              <a:chExt cx="1282974" cy="499721"/>
            </a:xfrm>
          </p:grpSpPr>
          <p:sp>
            <p:nvSpPr>
              <p:cNvPr id="46" name="Rectangle 45">
                <a:extLst>
                  <a:ext uri="{FF2B5EF4-FFF2-40B4-BE49-F238E27FC236}">
                    <a16:creationId xmlns:a16="http://schemas.microsoft.com/office/drawing/2014/main" id="{8737B54B-DC69-C771-44C8-716159A6C472}"/>
                  </a:ext>
                </a:extLst>
              </p:cNvPr>
              <p:cNvSpPr/>
              <p:nvPr/>
            </p:nvSpPr>
            <p:spPr>
              <a:xfrm>
                <a:off x="5771116" y="5644372"/>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47" name="Rectangle 46">
                <a:extLst>
                  <a:ext uri="{FF2B5EF4-FFF2-40B4-BE49-F238E27FC236}">
                    <a16:creationId xmlns:a16="http://schemas.microsoft.com/office/drawing/2014/main" id="{C7809B80-3D60-B537-CF30-2A057EC6C299}"/>
                  </a:ext>
                </a:extLst>
              </p:cNvPr>
              <p:cNvSpPr/>
              <p:nvPr/>
            </p:nvSpPr>
            <p:spPr>
              <a:xfrm>
                <a:off x="5843366" y="5715913"/>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48" name="Rectangle 47">
                <a:extLst>
                  <a:ext uri="{FF2B5EF4-FFF2-40B4-BE49-F238E27FC236}">
                    <a16:creationId xmlns:a16="http://schemas.microsoft.com/office/drawing/2014/main" id="{2F33538F-C945-2156-BCED-12ACCF17DD26}"/>
                  </a:ext>
                </a:extLst>
              </p:cNvPr>
              <p:cNvSpPr/>
              <p:nvPr/>
            </p:nvSpPr>
            <p:spPr>
              <a:xfrm>
                <a:off x="5926144" y="5787454"/>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sp>
            <p:nvSpPr>
              <p:cNvPr id="49" name="Rectangle 48">
                <a:extLst>
                  <a:ext uri="{FF2B5EF4-FFF2-40B4-BE49-F238E27FC236}">
                    <a16:creationId xmlns:a16="http://schemas.microsoft.com/office/drawing/2014/main" id="{04D89CC6-FDA9-0EF6-AECC-BAAB58397A15}"/>
                  </a:ext>
                </a:extLst>
              </p:cNvPr>
              <p:cNvSpPr/>
              <p:nvPr/>
            </p:nvSpPr>
            <p:spPr>
              <a:xfrm>
                <a:off x="5989672" y="5863916"/>
                <a:ext cx="1064418" cy="280177"/>
              </a:xfrm>
              <a:prstGeom prst="rect">
                <a:avLst/>
              </a:prstGeom>
              <a:solidFill>
                <a:srgbClr val="FFFFFF">
                  <a:lumMod val="95000"/>
                </a:srgbClr>
              </a:solidFill>
              <a:ln w="28575" cap="flat" cmpd="sng" algn="ctr">
                <a:solidFill>
                  <a:srgbClr val="C4C4CD"/>
                </a:solidFill>
                <a:prstDash val="solid"/>
                <a:miter lim="800000"/>
              </a:ln>
              <a:effectLst/>
            </p:spPr>
            <p:txBody>
              <a:bodyPr rtlCol="0" anchor="ctr"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1"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mn-lt"/>
                </a:endParaRPr>
              </a:p>
            </p:txBody>
          </p:sp>
        </p:grpSp>
      </p:grpSp>
    </p:spTree>
    <p:extLst>
      <p:ext uri="{BB962C8B-B14F-4D97-AF65-F5344CB8AC3E}">
        <p14:creationId xmlns:p14="http://schemas.microsoft.com/office/powerpoint/2010/main" val="932475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9E0A-1E3C-A23E-37B9-AC74B51C0974}"/>
              </a:ext>
            </a:extLst>
          </p:cNvPr>
          <p:cNvSpPr>
            <a:spLocks noGrp="1"/>
          </p:cNvSpPr>
          <p:nvPr>
            <p:ph type="title"/>
          </p:nvPr>
        </p:nvSpPr>
        <p:spPr/>
        <p:txBody>
          <a:bodyPr/>
          <a:lstStyle/>
          <a:p>
            <a:r>
              <a:rPr lang="en-GB"/>
              <a:t>What is </a:t>
            </a:r>
            <a:r>
              <a:rPr lang="en-GB" err="1"/>
              <a:t>BlackLine</a:t>
            </a:r>
            <a:r>
              <a:rPr lang="en-GB"/>
              <a:t>?</a:t>
            </a:r>
            <a:endParaRPr lang="en-IN"/>
          </a:p>
        </p:txBody>
      </p:sp>
      <p:sp>
        <p:nvSpPr>
          <p:cNvPr id="5" name="Slide Number Placeholder 4">
            <a:extLst>
              <a:ext uri="{FF2B5EF4-FFF2-40B4-BE49-F238E27FC236}">
                <a16:creationId xmlns:a16="http://schemas.microsoft.com/office/drawing/2014/main" id="{5FCCBDF2-C2EA-5626-60B7-461D58762D33}"/>
              </a:ext>
            </a:extLst>
          </p:cNvPr>
          <p:cNvSpPr>
            <a:spLocks noGrp="1"/>
          </p:cNvSpPr>
          <p:nvPr>
            <p:ph type="sldNum" sz="quarter" idx="12"/>
          </p:nvPr>
        </p:nvSpPr>
        <p:spPr/>
        <p:txBody>
          <a:bodyPr/>
          <a:lstStyle/>
          <a:p>
            <a:fld id="{94FCA0F3-9F3A-694B-99BB-0E592A797735}" type="slidenum">
              <a:rPr lang="en-US" smtClean="0"/>
              <a:t>49</a:t>
            </a:fld>
            <a:endParaRPr lang="en-US"/>
          </a:p>
        </p:txBody>
      </p:sp>
      <p:sp>
        <p:nvSpPr>
          <p:cNvPr id="6" name="Date Placeholder 5">
            <a:extLst>
              <a:ext uri="{FF2B5EF4-FFF2-40B4-BE49-F238E27FC236}">
                <a16:creationId xmlns:a16="http://schemas.microsoft.com/office/drawing/2014/main" id="{3F0DA46A-89E4-09EF-7CE6-94435D615BE0}"/>
              </a:ext>
            </a:extLst>
          </p:cNvPr>
          <p:cNvSpPr>
            <a:spLocks noGrp="1"/>
          </p:cNvSpPr>
          <p:nvPr>
            <p:ph type="dt" sz="half" idx="10"/>
          </p:nvPr>
        </p:nvSpPr>
        <p:spPr/>
        <p:txBody>
          <a:bodyPr/>
          <a:lstStyle/>
          <a:p>
            <a:fld id="{60D1F942-6CB9-4ED9-A61E-CE8FC95071C0}" type="datetime1">
              <a:rPr lang="en-US" smtClean="0"/>
              <a:t>11/28/2025</a:t>
            </a:fld>
            <a:endParaRPr lang="en-US"/>
          </a:p>
        </p:txBody>
      </p:sp>
      <p:sp>
        <p:nvSpPr>
          <p:cNvPr id="8" name="SmartArt Placeholder 7">
            <a:extLst>
              <a:ext uri="{FF2B5EF4-FFF2-40B4-BE49-F238E27FC236}">
                <a16:creationId xmlns:a16="http://schemas.microsoft.com/office/drawing/2014/main" id="{F3F84732-293E-EBF3-837E-EF4F36AE2D5D}"/>
              </a:ext>
            </a:extLst>
          </p:cNvPr>
          <p:cNvSpPr>
            <a:spLocks noGrp="1"/>
          </p:cNvSpPr>
          <p:nvPr>
            <p:ph type="dgm" sz="quarter" idx="17"/>
          </p:nvPr>
        </p:nvSpPr>
        <p:spPr/>
        <p:txBody>
          <a:bodyPr/>
          <a:lstStyle/>
          <a:p>
            <a:endParaRPr lang="en-IN"/>
          </a:p>
        </p:txBody>
      </p:sp>
      <p:sp>
        <p:nvSpPr>
          <p:cNvPr id="11" name="Content Placeholder 2">
            <a:extLst>
              <a:ext uri="{FF2B5EF4-FFF2-40B4-BE49-F238E27FC236}">
                <a16:creationId xmlns:a16="http://schemas.microsoft.com/office/drawing/2014/main" id="{DACA99B4-3F8B-63DE-75F2-C934BF7C3C21}"/>
              </a:ext>
            </a:extLst>
          </p:cNvPr>
          <p:cNvSpPr txBox="1">
            <a:spLocks/>
          </p:cNvSpPr>
          <p:nvPr/>
        </p:nvSpPr>
        <p:spPr>
          <a:xfrm>
            <a:off x="705688" y="1257225"/>
            <a:ext cx="11165056" cy="396500"/>
          </a:xfrm>
          <a:prstGeom prst="rect">
            <a:avLst/>
          </a:prstGeom>
        </p:spPr>
        <p:txBody>
          <a:bodyPr/>
          <a:lstStyle>
            <a:lvl1pPr marL="356616"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2400" kern="1200">
                <a:solidFill>
                  <a:schemeClr val="bg1"/>
                </a:solidFill>
                <a:latin typeface="EYInterstate Light" panose="02000506000000020004" pitchFamily="2" charset="0"/>
                <a:ea typeface="+mn-ea"/>
                <a:cs typeface="Arial" pitchFamily="34" charset="0"/>
              </a:defRPr>
            </a:lvl1pPr>
            <a:lvl2pPr marL="713232"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2000" kern="1200">
                <a:solidFill>
                  <a:schemeClr val="bg1"/>
                </a:solidFill>
                <a:latin typeface="EYInterstate Light" panose="02000506000000020004" pitchFamily="2" charset="0"/>
                <a:ea typeface="+mn-ea"/>
                <a:cs typeface="Arial" pitchFamily="34" charset="0"/>
              </a:defRPr>
            </a:lvl2pPr>
            <a:lvl3pPr marL="1069848"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1800" kern="1200">
                <a:solidFill>
                  <a:schemeClr val="bg1"/>
                </a:solidFill>
                <a:latin typeface="EYInterstate Light" panose="02000506000000020004" pitchFamily="2" charset="0"/>
                <a:ea typeface="+mn-ea"/>
                <a:cs typeface="Arial" pitchFamily="34" charset="0"/>
              </a:defRPr>
            </a:lvl3pPr>
            <a:lvl4pPr marL="1426464"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1600" kern="1200">
                <a:solidFill>
                  <a:schemeClr val="bg1"/>
                </a:solidFill>
                <a:latin typeface="EYInterstate Light" panose="02000506000000020004" pitchFamily="2" charset="0"/>
                <a:ea typeface="+mn-ea"/>
                <a:cs typeface="Arial" pitchFamily="34" charset="0"/>
              </a:defRPr>
            </a:lvl4pPr>
            <a:lvl5pPr marL="1783080"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1600" kern="1200">
                <a:solidFill>
                  <a:schemeClr val="bg1"/>
                </a:solidFill>
                <a:latin typeface="EYInterstate Light" panose="02000506000000020004" pitchFamily="2"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0"/>
              </a:spcBef>
              <a:spcAft>
                <a:spcPct val="0"/>
              </a:spcAft>
              <a:buClr>
                <a:srgbClr val="000066"/>
              </a:buClr>
              <a:buSzPct val="75000"/>
              <a:buFont typeface="EYInterstate" panose="02000503020000020004" pitchFamily="2" charset="0"/>
              <a:buNone/>
              <a:tabLst/>
              <a:defRPr/>
            </a:pPr>
            <a:r>
              <a:rPr kumimoji="0" lang="en-US" sz="1399" b="0" i="0" u="none" strike="noStrike" kern="1200" cap="none" spc="0" normalizeH="0" baseline="0" noProof="0" dirty="0">
                <a:ln>
                  <a:noFill/>
                </a:ln>
                <a:effectLst/>
                <a:uLnTx/>
                <a:uFillTx/>
                <a:latin typeface="EYInterstate Light" panose="02000506000000020004" pitchFamily="2" charset="0"/>
                <a:ea typeface="+mn-ea"/>
                <a:cs typeface="Arial" pitchFamily="34" charset="0"/>
              </a:rPr>
              <a:t>BlackLine is a modular, cloud-based solution to automate and monitor critical month-end financial close processes. </a:t>
            </a:r>
            <a:r>
              <a:rPr kumimoji="0" lang="en-US" sz="1399" b="0" i="0" u="none" strike="noStrike" kern="0" cap="none" spc="0" normalizeH="0" baseline="0" noProof="0" dirty="0">
                <a:ln>
                  <a:noFill/>
                </a:ln>
                <a:effectLst/>
                <a:uLnTx/>
                <a:uFillTx/>
                <a:latin typeface="EYInterstate Light" panose="02000506000000020004" pitchFamily="2" charset="0"/>
                <a:ea typeface="+mn-ea"/>
                <a:cs typeface="Arial" charset="0"/>
              </a:rPr>
              <a:t>BlackLine modules help to automate and control the close process while providing visibility and risk mitigation. Each module can be used independently or can be integrated together for greater efficiencies and control. </a:t>
            </a:r>
          </a:p>
        </p:txBody>
      </p:sp>
      <p:cxnSp>
        <p:nvCxnSpPr>
          <p:cNvPr id="12" name="Straight Arrow Connector 11">
            <a:extLst>
              <a:ext uri="{FF2B5EF4-FFF2-40B4-BE49-F238E27FC236}">
                <a16:creationId xmlns:a16="http://schemas.microsoft.com/office/drawing/2014/main" id="{C8EE0720-D3BF-C9AD-4029-22FA95C91FDF}"/>
              </a:ext>
            </a:extLst>
          </p:cNvPr>
          <p:cNvCxnSpPr>
            <a:cxnSpLocks/>
          </p:cNvCxnSpPr>
          <p:nvPr/>
        </p:nvCxnSpPr>
        <p:spPr>
          <a:xfrm>
            <a:off x="3220524" y="4024419"/>
            <a:ext cx="521558" cy="0"/>
          </a:xfrm>
          <a:prstGeom prst="straightConnector1">
            <a:avLst/>
          </a:prstGeom>
          <a:noFill/>
          <a:ln w="38100" cap="rnd" cmpd="sng" algn="ctr">
            <a:solidFill>
              <a:srgbClr val="C893C7"/>
            </a:solidFill>
            <a:prstDash val="solid"/>
            <a:headEnd type="none" w="med" len="med"/>
            <a:tailEnd type="arrow" w="med" len="med"/>
          </a:ln>
          <a:effectLst/>
        </p:spPr>
      </p:cxnSp>
      <p:sp>
        <p:nvSpPr>
          <p:cNvPr id="13" name="Rectangle: Rounded Corners 12">
            <a:extLst>
              <a:ext uri="{FF2B5EF4-FFF2-40B4-BE49-F238E27FC236}">
                <a16:creationId xmlns:a16="http://schemas.microsoft.com/office/drawing/2014/main" id="{7B9540A5-E171-5449-59B5-5C9123DDC2E9}"/>
              </a:ext>
            </a:extLst>
          </p:cNvPr>
          <p:cNvSpPr/>
          <p:nvPr/>
        </p:nvSpPr>
        <p:spPr>
          <a:xfrm>
            <a:off x="590242" y="2580900"/>
            <a:ext cx="2521483" cy="783277"/>
          </a:xfrm>
          <a:prstGeom prst="roundRect">
            <a:avLst>
              <a:gd name="adj" fmla="val 4274"/>
            </a:avLst>
          </a:prstGeom>
          <a:solidFill>
            <a:srgbClr val="91278F"/>
          </a:solidFill>
          <a:ln w="9525" cap="flat" cmpd="sng" algn="ctr">
            <a:solidFill>
              <a:srgbClr val="91278F"/>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Arial"/>
              <a:ea typeface="+mn-ea"/>
              <a:cs typeface="+mn-cs"/>
            </a:endParaRPr>
          </a:p>
        </p:txBody>
      </p:sp>
      <p:graphicFrame>
        <p:nvGraphicFramePr>
          <p:cNvPr id="14" name="Table 13">
            <a:extLst>
              <a:ext uri="{FF2B5EF4-FFF2-40B4-BE49-F238E27FC236}">
                <a16:creationId xmlns:a16="http://schemas.microsoft.com/office/drawing/2014/main" id="{14FF00B3-4031-7B80-6E14-9BF290C47DC9}"/>
              </a:ext>
            </a:extLst>
          </p:cNvPr>
          <p:cNvGraphicFramePr>
            <a:graphicFrameLocks noGrp="1"/>
          </p:cNvGraphicFramePr>
          <p:nvPr>
            <p:extLst>
              <p:ext uri="{D42A27DB-BD31-4B8C-83A1-F6EECF244321}">
                <p14:modId xmlns:p14="http://schemas.microsoft.com/office/powerpoint/2010/main" val="3411211027"/>
              </p:ext>
            </p:extLst>
          </p:nvPr>
        </p:nvGraphicFramePr>
        <p:xfrm>
          <a:off x="599763" y="2980447"/>
          <a:ext cx="2507622" cy="2677537"/>
        </p:xfrm>
        <a:graphic>
          <a:graphicData uri="http://schemas.openxmlformats.org/drawingml/2006/table">
            <a:tbl>
              <a:tblPr firstRow="1" bandRow="1"/>
              <a:tblGrid>
                <a:gridCol w="2507622">
                  <a:extLst>
                    <a:ext uri="{9D8B030D-6E8A-4147-A177-3AD203B41FA5}">
                      <a16:colId xmlns:a16="http://schemas.microsoft.com/office/drawing/2014/main" val="20000"/>
                    </a:ext>
                  </a:extLst>
                </a:gridCol>
              </a:tblGrid>
              <a:tr h="523839">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l"/>
                      <a:r>
                        <a:rPr lang="en-US" sz="1100" b="0">
                          <a:solidFill>
                            <a:schemeClr val="tx1"/>
                          </a:solidFill>
                          <a:latin typeface="+mj-lt"/>
                        </a:rPr>
                        <a:t>ERP(s)</a:t>
                      </a: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3175" cap="flat" cmpd="sng" algn="ctr">
                      <a:solidFill>
                        <a:srgbClr val="C893C7"/>
                      </a:solidFill>
                      <a:prstDash val="solid"/>
                      <a:round/>
                      <a:headEnd type="none" w="med" len="med"/>
                      <a:tailEnd type="none" w="med" len="med"/>
                    </a:lnT>
                    <a:lnB w="3175" cap="flat" cmpd="sng" algn="ctr">
                      <a:solidFill>
                        <a:srgbClr val="C893C7"/>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0"/>
                  </a:ext>
                </a:extLst>
              </a:tr>
              <a:tr h="52823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Subledgers</a:t>
                      </a: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3175" cap="flat" cmpd="sng" algn="ctr">
                      <a:solidFill>
                        <a:srgbClr val="C893C7"/>
                      </a:solidFill>
                      <a:prstDash val="solid"/>
                      <a:round/>
                      <a:headEnd type="none" w="med" len="med"/>
                      <a:tailEnd type="none" w="med" len="med"/>
                    </a:lnT>
                    <a:lnB w="3175" cap="flat" cmpd="sng" algn="ctr">
                      <a:solidFill>
                        <a:srgbClr val="C893C7"/>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1"/>
                  </a:ext>
                </a:extLst>
              </a:tr>
              <a:tr h="56899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Finance and accounting</a:t>
                      </a:r>
                      <a:r>
                        <a:rPr lang="en-US" sz="1100" b="0" baseline="0">
                          <a:solidFill>
                            <a:schemeClr val="tx1"/>
                          </a:solidFill>
                          <a:latin typeface="+mj-lt"/>
                        </a:rPr>
                        <a:t> database</a:t>
                      </a:r>
                      <a:endParaRPr lang="en-US" sz="1100" b="0">
                        <a:solidFill>
                          <a:schemeClr val="tx1"/>
                        </a:solidFill>
                        <a:latin typeface="+mj-lt"/>
                      </a:endParaRP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3175" cap="flat" cmpd="sng" algn="ctr">
                      <a:solidFill>
                        <a:srgbClr val="C893C7"/>
                      </a:solidFill>
                      <a:prstDash val="solid"/>
                      <a:round/>
                      <a:headEnd type="none" w="med" len="med"/>
                      <a:tailEnd type="none" w="med" len="med"/>
                    </a:lnT>
                    <a:lnB w="3175" cap="flat" cmpd="sng" algn="ctr">
                      <a:solidFill>
                        <a:srgbClr val="C893C7"/>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52823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Banks</a:t>
                      </a: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3175" cap="flat" cmpd="sng" algn="ctr">
                      <a:solidFill>
                        <a:srgbClr val="C893C7"/>
                      </a:solidFill>
                      <a:prstDash val="solid"/>
                      <a:round/>
                      <a:headEnd type="none" w="med" len="med"/>
                      <a:tailEnd type="none" w="med" len="med"/>
                    </a:lnT>
                    <a:lnB w="3175" cap="flat" cmpd="sng" algn="ctr">
                      <a:solidFill>
                        <a:srgbClr val="C893C7"/>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3"/>
                  </a:ext>
                </a:extLst>
              </a:tr>
              <a:tr h="52823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Transaction</a:t>
                      </a:r>
                      <a:r>
                        <a:rPr lang="en-US" sz="1100" b="0" baseline="0">
                          <a:solidFill>
                            <a:schemeClr val="tx1"/>
                          </a:solidFill>
                          <a:latin typeface="+mj-lt"/>
                        </a:rPr>
                        <a:t> data</a:t>
                      </a:r>
                      <a:endParaRPr lang="en-US" sz="1100" b="0">
                        <a:solidFill>
                          <a:schemeClr val="tx1"/>
                        </a:solidFill>
                        <a:latin typeface="+mj-lt"/>
                      </a:endParaRP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3175" cap="flat" cmpd="sng" algn="ctr">
                      <a:solidFill>
                        <a:srgbClr val="C893C7"/>
                      </a:solidFill>
                      <a:prstDash val="solid"/>
                      <a:round/>
                      <a:headEnd type="none" w="med" len="med"/>
                      <a:tailEnd type="none" w="med" len="med"/>
                    </a:lnT>
                    <a:lnB w="3175" cap="flat" cmpd="sng" algn="ctr">
                      <a:solidFill>
                        <a:srgbClr val="C893C7"/>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4"/>
                  </a:ext>
                </a:extLst>
              </a:tr>
            </a:tbl>
          </a:graphicData>
        </a:graphic>
      </p:graphicFrame>
      <p:graphicFrame>
        <p:nvGraphicFramePr>
          <p:cNvPr id="15" name="Table 14">
            <a:extLst>
              <a:ext uri="{FF2B5EF4-FFF2-40B4-BE49-F238E27FC236}">
                <a16:creationId xmlns:a16="http://schemas.microsoft.com/office/drawing/2014/main" id="{D573BFAA-52E3-677F-4E90-F66A881ADE25}"/>
              </a:ext>
            </a:extLst>
          </p:cNvPr>
          <p:cNvGraphicFramePr>
            <a:graphicFrameLocks noGrp="1"/>
          </p:cNvGraphicFramePr>
          <p:nvPr>
            <p:extLst>
              <p:ext uri="{D42A27DB-BD31-4B8C-83A1-F6EECF244321}">
                <p14:modId xmlns:p14="http://schemas.microsoft.com/office/powerpoint/2010/main" val="3258649386"/>
              </p:ext>
            </p:extLst>
          </p:nvPr>
        </p:nvGraphicFramePr>
        <p:xfrm>
          <a:off x="9054225" y="2609587"/>
          <a:ext cx="2507622" cy="3034479"/>
        </p:xfrm>
        <a:graphic>
          <a:graphicData uri="http://schemas.openxmlformats.org/drawingml/2006/table">
            <a:tbl>
              <a:tblPr firstRow="1" bandRow="1"/>
              <a:tblGrid>
                <a:gridCol w="2507622">
                  <a:extLst>
                    <a:ext uri="{9D8B030D-6E8A-4147-A177-3AD203B41FA5}">
                      <a16:colId xmlns:a16="http://schemas.microsoft.com/office/drawing/2014/main" val="20000"/>
                    </a:ext>
                  </a:extLst>
                </a:gridCol>
              </a:tblGrid>
              <a:tr h="38240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algn="l" defTabSz="914400" rtl="0" eaLnBrk="1" latinLnBrk="0" hangingPunct="1"/>
                      <a:endParaRPr lang="en-US" sz="1000" b="0" kern="1200">
                        <a:solidFill>
                          <a:srgbClr val="646464"/>
                        </a:solidFill>
                        <a:latin typeface="EYInterstate" panose="02000503020000020004" pitchFamily="2" charset="0"/>
                        <a:ea typeface="+mn-ea"/>
                        <a:cs typeface="+mn-cs"/>
                      </a:endParaRPr>
                    </a:p>
                  </a:txBody>
                  <a:tcPr marL="91392" marR="91392"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0"/>
                  </a:ext>
                </a:extLst>
              </a:tr>
              <a:tr h="4582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Soft close and hard close</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1"/>
                  </a:ext>
                </a:extLst>
              </a:tr>
              <a:tr h="4582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Maximum automation</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71461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Consistent, unified processes (R2R, P2P, O2C, H2R and intercompany)</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3"/>
                  </a:ext>
                </a:extLst>
              </a:tr>
              <a:tr h="51043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Global visibility for all stakeholders</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4"/>
                  </a:ext>
                </a:extLst>
              </a:tr>
              <a:tr h="51043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Data source for ERPs, subledgers and sub-systems</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5"/>
                  </a:ext>
                </a:extLst>
              </a:tr>
            </a:tbl>
          </a:graphicData>
        </a:graphic>
      </p:graphicFrame>
      <p:pic>
        <p:nvPicPr>
          <p:cNvPr id="16" name="Picture 15">
            <a:extLst>
              <a:ext uri="{FF2B5EF4-FFF2-40B4-BE49-F238E27FC236}">
                <a16:creationId xmlns:a16="http://schemas.microsoft.com/office/drawing/2014/main" id="{FB8D9857-4B35-9596-2B34-74C38C22AB18}"/>
              </a:ext>
            </a:extLst>
          </p:cNvPr>
          <p:cNvPicPr>
            <a:picLocks noChangeAspect="1"/>
          </p:cNvPicPr>
          <p:nvPr/>
        </p:nvPicPr>
        <p:blipFill>
          <a:blip r:embed="rId2" cstate="email">
            <a:alphaModFix amt="26000"/>
            <a:extLst>
              <a:ext uri="{28A0092B-C50C-407E-A947-70E740481C1C}">
                <a14:useLocalDpi xmlns:a14="http://schemas.microsoft.com/office/drawing/2010/main"/>
              </a:ext>
            </a:extLst>
          </a:blip>
          <a:stretch>
            <a:fillRect/>
          </a:stretch>
        </p:blipFill>
        <p:spPr>
          <a:xfrm>
            <a:off x="3360651" y="5615912"/>
            <a:ext cx="1019079" cy="593394"/>
          </a:xfrm>
          <a:prstGeom prst="rect">
            <a:avLst/>
          </a:prstGeom>
          <a:ln>
            <a:noFill/>
          </a:ln>
        </p:spPr>
      </p:pic>
      <p:cxnSp>
        <p:nvCxnSpPr>
          <p:cNvPr id="17" name="Straight Arrow Connector 16">
            <a:extLst>
              <a:ext uri="{FF2B5EF4-FFF2-40B4-BE49-F238E27FC236}">
                <a16:creationId xmlns:a16="http://schemas.microsoft.com/office/drawing/2014/main" id="{0E4B6D02-7AF0-754D-FBB0-E960B3A83B19}"/>
              </a:ext>
            </a:extLst>
          </p:cNvPr>
          <p:cNvCxnSpPr>
            <a:cxnSpLocks/>
          </p:cNvCxnSpPr>
          <p:nvPr/>
        </p:nvCxnSpPr>
        <p:spPr>
          <a:xfrm>
            <a:off x="8549330" y="4027649"/>
            <a:ext cx="457628" cy="17610"/>
          </a:xfrm>
          <a:prstGeom prst="straightConnector1">
            <a:avLst/>
          </a:prstGeom>
          <a:noFill/>
          <a:ln w="38100" cap="rnd" cmpd="sng" algn="ctr">
            <a:solidFill>
              <a:srgbClr val="95CB89"/>
            </a:solidFill>
            <a:prstDash val="solid"/>
            <a:headEnd type="none" w="med" len="med"/>
            <a:tailEnd type="arrow" w="med" len="med"/>
          </a:ln>
          <a:effectLst/>
        </p:spPr>
      </p:cxnSp>
      <p:pic>
        <p:nvPicPr>
          <p:cNvPr id="18" name="Picture 17">
            <a:extLst>
              <a:ext uri="{FF2B5EF4-FFF2-40B4-BE49-F238E27FC236}">
                <a16:creationId xmlns:a16="http://schemas.microsoft.com/office/drawing/2014/main" id="{1579E912-EA73-54FA-A807-3DBF341B8DB2}"/>
              </a:ext>
            </a:extLst>
          </p:cNvPr>
          <p:cNvPicPr>
            <a:picLocks noChangeAspect="1"/>
          </p:cNvPicPr>
          <p:nvPr/>
        </p:nvPicPr>
        <p:blipFill>
          <a:blip r:embed="rId2" cstate="email">
            <a:alphaModFix amt="26000"/>
            <a:extLst>
              <a:ext uri="{28A0092B-C50C-407E-A947-70E740481C1C}">
                <a14:useLocalDpi xmlns:a14="http://schemas.microsoft.com/office/drawing/2010/main"/>
              </a:ext>
            </a:extLst>
          </a:blip>
          <a:stretch>
            <a:fillRect/>
          </a:stretch>
        </p:blipFill>
        <p:spPr>
          <a:xfrm>
            <a:off x="7844108" y="5612280"/>
            <a:ext cx="1025317" cy="597026"/>
          </a:xfrm>
          <a:prstGeom prst="rect">
            <a:avLst/>
          </a:prstGeom>
          <a:ln>
            <a:noFill/>
          </a:ln>
        </p:spPr>
      </p:pic>
      <p:pic>
        <p:nvPicPr>
          <p:cNvPr id="19" name="Picture 18">
            <a:extLst>
              <a:ext uri="{FF2B5EF4-FFF2-40B4-BE49-F238E27FC236}">
                <a16:creationId xmlns:a16="http://schemas.microsoft.com/office/drawing/2014/main" id="{EC73CB06-867E-D366-A342-94F14C455AD6}"/>
              </a:ext>
            </a:extLst>
          </p:cNvPr>
          <p:cNvPicPr>
            <a:picLocks noChangeAspect="1"/>
          </p:cNvPicPr>
          <p:nvPr/>
        </p:nvPicPr>
        <p:blipFill>
          <a:blip r:embed="rId3" cstate="email">
            <a:alphaModFix amt="23000"/>
            <a:extLst>
              <a:ext uri="{28A0092B-C50C-407E-A947-70E740481C1C}">
                <a14:useLocalDpi xmlns:a14="http://schemas.microsoft.com/office/drawing/2010/main"/>
              </a:ext>
            </a:extLst>
          </a:blip>
          <a:stretch>
            <a:fillRect/>
          </a:stretch>
        </p:blipFill>
        <p:spPr>
          <a:xfrm>
            <a:off x="8126127" y="2080899"/>
            <a:ext cx="652017" cy="388592"/>
          </a:xfrm>
          <a:prstGeom prst="rect">
            <a:avLst/>
          </a:prstGeom>
          <a:ln>
            <a:noFill/>
          </a:ln>
        </p:spPr>
      </p:pic>
      <p:pic>
        <p:nvPicPr>
          <p:cNvPr id="20" name="Picture 19">
            <a:extLst>
              <a:ext uri="{FF2B5EF4-FFF2-40B4-BE49-F238E27FC236}">
                <a16:creationId xmlns:a16="http://schemas.microsoft.com/office/drawing/2014/main" id="{FF03DA1F-789F-CFA6-E004-9B8320F3ED9B}"/>
              </a:ext>
            </a:extLst>
          </p:cNvPr>
          <p:cNvPicPr>
            <a:picLocks noChangeAspect="1"/>
          </p:cNvPicPr>
          <p:nvPr/>
        </p:nvPicPr>
        <p:blipFill>
          <a:blip r:embed="rId3" cstate="email">
            <a:alphaModFix amt="23000"/>
            <a:extLst>
              <a:ext uri="{28A0092B-C50C-407E-A947-70E740481C1C}">
                <a14:useLocalDpi xmlns:a14="http://schemas.microsoft.com/office/drawing/2010/main"/>
              </a:ext>
            </a:extLst>
          </a:blip>
          <a:stretch>
            <a:fillRect/>
          </a:stretch>
        </p:blipFill>
        <p:spPr>
          <a:xfrm>
            <a:off x="3360651" y="2211314"/>
            <a:ext cx="585399" cy="348888"/>
          </a:xfrm>
          <a:prstGeom prst="rect">
            <a:avLst/>
          </a:prstGeom>
          <a:ln>
            <a:noFill/>
          </a:ln>
        </p:spPr>
      </p:pic>
      <p:grpSp>
        <p:nvGrpSpPr>
          <p:cNvPr id="21" name="Group 20">
            <a:extLst>
              <a:ext uri="{FF2B5EF4-FFF2-40B4-BE49-F238E27FC236}">
                <a16:creationId xmlns:a16="http://schemas.microsoft.com/office/drawing/2014/main" id="{679E255D-9261-D8BD-F8CB-8725E227ECD2}"/>
              </a:ext>
            </a:extLst>
          </p:cNvPr>
          <p:cNvGrpSpPr/>
          <p:nvPr/>
        </p:nvGrpSpPr>
        <p:grpSpPr>
          <a:xfrm>
            <a:off x="3750281" y="1877885"/>
            <a:ext cx="4694940" cy="4296712"/>
            <a:chOff x="3483116" y="1439352"/>
            <a:chExt cx="5242385" cy="4797723"/>
          </a:xfrm>
        </p:grpSpPr>
        <p:grpSp>
          <p:nvGrpSpPr>
            <p:cNvPr id="22" name="Group 17">
              <a:extLst>
                <a:ext uri="{FF2B5EF4-FFF2-40B4-BE49-F238E27FC236}">
                  <a16:creationId xmlns:a16="http://schemas.microsoft.com/office/drawing/2014/main" id="{4DFE921F-C7DC-6F34-99D0-2BD481940A51}"/>
                </a:ext>
              </a:extLst>
            </p:cNvPr>
            <p:cNvGrpSpPr>
              <a:grpSpLocks noChangeAspect="1"/>
            </p:cNvGrpSpPr>
            <p:nvPr/>
          </p:nvGrpSpPr>
          <p:grpSpPr bwMode="auto">
            <a:xfrm>
              <a:off x="4465170" y="2278160"/>
              <a:ext cx="3342657" cy="3194917"/>
              <a:chOff x="1943" y="1277"/>
              <a:chExt cx="1897" cy="2011"/>
            </a:xfrm>
          </p:grpSpPr>
          <p:sp>
            <p:nvSpPr>
              <p:cNvPr id="42" name="AutoShape 16">
                <a:extLst>
                  <a:ext uri="{FF2B5EF4-FFF2-40B4-BE49-F238E27FC236}">
                    <a16:creationId xmlns:a16="http://schemas.microsoft.com/office/drawing/2014/main" id="{AE1DD276-410A-94D5-CE15-B94E97674BDA}"/>
                  </a:ext>
                </a:extLst>
              </p:cNvPr>
              <p:cNvSpPr>
                <a:spLocks noChangeAspect="1" noChangeArrowheads="1" noTextEdit="1"/>
              </p:cNvSpPr>
              <p:nvPr/>
            </p:nvSpPr>
            <p:spPr bwMode="auto">
              <a:xfrm>
                <a:off x="1943" y="1279"/>
                <a:ext cx="1890" cy="20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3" name="Freeform 18">
                <a:extLst>
                  <a:ext uri="{FF2B5EF4-FFF2-40B4-BE49-F238E27FC236}">
                    <a16:creationId xmlns:a16="http://schemas.microsoft.com/office/drawing/2014/main" id="{0012B9CA-EA39-8295-16D5-866C2BF12013}"/>
                  </a:ext>
                </a:extLst>
              </p:cNvPr>
              <p:cNvSpPr>
                <a:spLocks/>
              </p:cNvSpPr>
              <p:nvPr/>
            </p:nvSpPr>
            <p:spPr bwMode="auto">
              <a:xfrm>
                <a:off x="2980" y="2182"/>
                <a:ext cx="52" cy="109"/>
              </a:xfrm>
              <a:custGeom>
                <a:avLst/>
                <a:gdLst>
                  <a:gd name="T0" fmla="*/ 108 w 119"/>
                  <a:gd name="T1" fmla="*/ 250 h 250"/>
                  <a:gd name="T2" fmla="*/ 108 w 119"/>
                  <a:gd name="T3" fmla="*/ 250 h 250"/>
                  <a:gd name="T4" fmla="*/ 96 w 119"/>
                  <a:gd name="T5" fmla="*/ 238 h 250"/>
                  <a:gd name="T6" fmla="*/ 95 w 119"/>
                  <a:gd name="T7" fmla="*/ 211 h 250"/>
                  <a:gd name="T8" fmla="*/ 89 w 119"/>
                  <a:gd name="T9" fmla="*/ 171 h 250"/>
                  <a:gd name="T10" fmla="*/ 73 w 119"/>
                  <a:gd name="T11" fmla="*/ 120 h 250"/>
                  <a:gd name="T12" fmla="*/ 41 w 119"/>
                  <a:gd name="T13" fmla="*/ 63 h 250"/>
                  <a:gd name="T14" fmla="*/ 5 w 119"/>
                  <a:gd name="T15" fmla="*/ 20 h 250"/>
                  <a:gd name="T16" fmla="*/ 5 w 119"/>
                  <a:gd name="T17" fmla="*/ 4 h 250"/>
                  <a:gd name="T18" fmla="*/ 21 w 119"/>
                  <a:gd name="T19" fmla="*/ 4 h 250"/>
                  <a:gd name="T20" fmla="*/ 60 w 119"/>
                  <a:gd name="T21" fmla="*/ 50 h 250"/>
                  <a:gd name="T22" fmla="*/ 94 w 119"/>
                  <a:gd name="T23" fmla="*/ 111 h 250"/>
                  <a:gd name="T24" fmla="*/ 111 w 119"/>
                  <a:gd name="T25" fmla="*/ 166 h 250"/>
                  <a:gd name="T26" fmla="*/ 118 w 119"/>
                  <a:gd name="T27" fmla="*/ 209 h 250"/>
                  <a:gd name="T28" fmla="*/ 119 w 119"/>
                  <a:gd name="T29" fmla="*/ 238 h 250"/>
                  <a:gd name="T30" fmla="*/ 108 w 119"/>
                  <a:gd name="T31"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9" h="250">
                    <a:moveTo>
                      <a:pt x="108" y="250"/>
                    </a:moveTo>
                    <a:lnTo>
                      <a:pt x="108" y="250"/>
                    </a:lnTo>
                    <a:cubicBezTo>
                      <a:pt x="102" y="250"/>
                      <a:pt x="96" y="245"/>
                      <a:pt x="96" y="238"/>
                    </a:cubicBezTo>
                    <a:cubicBezTo>
                      <a:pt x="96" y="229"/>
                      <a:pt x="96" y="220"/>
                      <a:pt x="95" y="211"/>
                    </a:cubicBezTo>
                    <a:cubicBezTo>
                      <a:pt x="94" y="197"/>
                      <a:pt x="92" y="184"/>
                      <a:pt x="89" y="171"/>
                    </a:cubicBezTo>
                    <a:cubicBezTo>
                      <a:pt x="85" y="153"/>
                      <a:pt x="80" y="136"/>
                      <a:pt x="73" y="120"/>
                    </a:cubicBezTo>
                    <a:cubicBezTo>
                      <a:pt x="64" y="100"/>
                      <a:pt x="54" y="81"/>
                      <a:pt x="41" y="63"/>
                    </a:cubicBezTo>
                    <a:cubicBezTo>
                      <a:pt x="30" y="48"/>
                      <a:pt x="18" y="33"/>
                      <a:pt x="5" y="20"/>
                    </a:cubicBezTo>
                    <a:cubicBezTo>
                      <a:pt x="0" y="16"/>
                      <a:pt x="0" y="9"/>
                      <a:pt x="5" y="4"/>
                    </a:cubicBezTo>
                    <a:cubicBezTo>
                      <a:pt x="9" y="0"/>
                      <a:pt x="16" y="0"/>
                      <a:pt x="21" y="4"/>
                    </a:cubicBezTo>
                    <a:cubicBezTo>
                      <a:pt x="35" y="18"/>
                      <a:pt x="48" y="33"/>
                      <a:pt x="60" y="50"/>
                    </a:cubicBezTo>
                    <a:cubicBezTo>
                      <a:pt x="73" y="69"/>
                      <a:pt x="84" y="89"/>
                      <a:pt x="94" y="111"/>
                    </a:cubicBezTo>
                    <a:cubicBezTo>
                      <a:pt x="101" y="129"/>
                      <a:pt x="107" y="147"/>
                      <a:pt x="111" y="166"/>
                    </a:cubicBezTo>
                    <a:cubicBezTo>
                      <a:pt x="114" y="180"/>
                      <a:pt x="117" y="194"/>
                      <a:pt x="118" y="209"/>
                    </a:cubicBezTo>
                    <a:cubicBezTo>
                      <a:pt x="119" y="218"/>
                      <a:pt x="119" y="228"/>
                      <a:pt x="119" y="238"/>
                    </a:cubicBezTo>
                    <a:cubicBezTo>
                      <a:pt x="119" y="245"/>
                      <a:pt x="114" y="250"/>
                      <a:pt x="108" y="250"/>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4" name="Freeform 19">
                <a:extLst>
                  <a:ext uri="{FF2B5EF4-FFF2-40B4-BE49-F238E27FC236}">
                    <a16:creationId xmlns:a16="http://schemas.microsoft.com/office/drawing/2014/main" id="{0C14C360-45EE-BD07-023C-B365B5ED368B}"/>
                  </a:ext>
                </a:extLst>
              </p:cNvPr>
              <p:cNvSpPr>
                <a:spLocks/>
              </p:cNvSpPr>
              <p:nvPr/>
            </p:nvSpPr>
            <p:spPr bwMode="auto">
              <a:xfrm>
                <a:off x="2909" y="2145"/>
                <a:ext cx="49" cy="23"/>
              </a:xfrm>
              <a:custGeom>
                <a:avLst/>
                <a:gdLst>
                  <a:gd name="T0" fmla="*/ 101 w 114"/>
                  <a:gd name="T1" fmla="*/ 54 h 54"/>
                  <a:gd name="T2" fmla="*/ 101 w 114"/>
                  <a:gd name="T3" fmla="*/ 54 h 54"/>
                  <a:gd name="T4" fmla="*/ 96 w 114"/>
                  <a:gd name="T5" fmla="*/ 53 h 54"/>
                  <a:gd name="T6" fmla="*/ 73 w 114"/>
                  <a:gd name="T7" fmla="*/ 42 h 54"/>
                  <a:gd name="T8" fmla="*/ 50 w 114"/>
                  <a:gd name="T9" fmla="*/ 34 h 54"/>
                  <a:gd name="T10" fmla="*/ 10 w 114"/>
                  <a:gd name="T11" fmla="*/ 24 h 54"/>
                  <a:gd name="T12" fmla="*/ 1 w 114"/>
                  <a:gd name="T13" fmla="*/ 11 h 54"/>
                  <a:gd name="T14" fmla="*/ 14 w 114"/>
                  <a:gd name="T15" fmla="*/ 1 h 54"/>
                  <a:gd name="T16" fmla="*/ 57 w 114"/>
                  <a:gd name="T17" fmla="*/ 12 h 54"/>
                  <a:gd name="T18" fmla="*/ 82 w 114"/>
                  <a:gd name="T19" fmla="*/ 21 h 54"/>
                  <a:gd name="T20" fmla="*/ 106 w 114"/>
                  <a:gd name="T21" fmla="*/ 33 h 54"/>
                  <a:gd name="T22" fmla="*/ 111 w 114"/>
                  <a:gd name="T23" fmla="*/ 48 h 54"/>
                  <a:gd name="T24" fmla="*/ 101 w 11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54">
                    <a:moveTo>
                      <a:pt x="101" y="54"/>
                    </a:moveTo>
                    <a:lnTo>
                      <a:pt x="101" y="54"/>
                    </a:lnTo>
                    <a:cubicBezTo>
                      <a:pt x="99" y="54"/>
                      <a:pt x="98" y="54"/>
                      <a:pt x="96" y="53"/>
                    </a:cubicBezTo>
                    <a:cubicBezTo>
                      <a:pt x="89" y="49"/>
                      <a:pt x="81" y="45"/>
                      <a:pt x="73" y="42"/>
                    </a:cubicBezTo>
                    <a:cubicBezTo>
                      <a:pt x="66" y="39"/>
                      <a:pt x="58" y="36"/>
                      <a:pt x="50" y="34"/>
                    </a:cubicBezTo>
                    <a:cubicBezTo>
                      <a:pt x="37" y="30"/>
                      <a:pt x="24" y="26"/>
                      <a:pt x="10" y="24"/>
                    </a:cubicBezTo>
                    <a:cubicBezTo>
                      <a:pt x="4" y="23"/>
                      <a:pt x="0" y="17"/>
                      <a:pt x="1" y="11"/>
                    </a:cubicBezTo>
                    <a:cubicBezTo>
                      <a:pt x="2" y="4"/>
                      <a:pt x="8" y="0"/>
                      <a:pt x="14" y="1"/>
                    </a:cubicBezTo>
                    <a:cubicBezTo>
                      <a:pt x="29" y="4"/>
                      <a:pt x="43" y="8"/>
                      <a:pt x="57" y="12"/>
                    </a:cubicBezTo>
                    <a:cubicBezTo>
                      <a:pt x="66" y="15"/>
                      <a:pt x="74" y="18"/>
                      <a:pt x="82" y="21"/>
                    </a:cubicBezTo>
                    <a:cubicBezTo>
                      <a:pt x="90" y="25"/>
                      <a:pt x="98" y="29"/>
                      <a:pt x="106" y="33"/>
                    </a:cubicBezTo>
                    <a:cubicBezTo>
                      <a:pt x="112" y="35"/>
                      <a:pt x="114" y="42"/>
                      <a:pt x="111" y="48"/>
                    </a:cubicBezTo>
                    <a:cubicBezTo>
                      <a:pt x="109" y="52"/>
                      <a:pt x="105" y="54"/>
                      <a:pt x="101" y="5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5" name="Freeform 20">
                <a:extLst>
                  <a:ext uri="{FF2B5EF4-FFF2-40B4-BE49-F238E27FC236}">
                    <a16:creationId xmlns:a16="http://schemas.microsoft.com/office/drawing/2014/main" id="{9E251966-0C03-C8E2-2EFE-3F49D7F27F5B}"/>
                  </a:ext>
                </a:extLst>
              </p:cNvPr>
              <p:cNvSpPr>
                <a:spLocks/>
              </p:cNvSpPr>
              <p:nvPr/>
            </p:nvSpPr>
            <p:spPr bwMode="auto">
              <a:xfrm>
                <a:off x="2748" y="2182"/>
                <a:ext cx="51" cy="89"/>
              </a:xfrm>
              <a:custGeom>
                <a:avLst/>
                <a:gdLst>
                  <a:gd name="T0" fmla="*/ 12 w 117"/>
                  <a:gd name="T1" fmla="*/ 205 h 205"/>
                  <a:gd name="T2" fmla="*/ 12 w 117"/>
                  <a:gd name="T3" fmla="*/ 205 h 205"/>
                  <a:gd name="T4" fmla="*/ 10 w 117"/>
                  <a:gd name="T5" fmla="*/ 205 h 205"/>
                  <a:gd name="T6" fmla="*/ 1 w 117"/>
                  <a:gd name="T7" fmla="*/ 192 h 205"/>
                  <a:gd name="T8" fmla="*/ 9 w 117"/>
                  <a:gd name="T9" fmla="*/ 154 h 205"/>
                  <a:gd name="T10" fmla="*/ 34 w 117"/>
                  <a:gd name="T11" fmla="*/ 88 h 205"/>
                  <a:gd name="T12" fmla="*/ 55 w 117"/>
                  <a:gd name="T13" fmla="*/ 53 h 205"/>
                  <a:gd name="T14" fmla="*/ 96 w 117"/>
                  <a:gd name="T15" fmla="*/ 4 h 205"/>
                  <a:gd name="T16" fmla="*/ 113 w 117"/>
                  <a:gd name="T17" fmla="*/ 4 h 205"/>
                  <a:gd name="T18" fmla="*/ 112 w 117"/>
                  <a:gd name="T19" fmla="*/ 20 h 205"/>
                  <a:gd name="T20" fmla="*/ 74 w 117"/>
                  <a:gd name="T21" fmla="*/ 66 h 205"/>
                  <a:gd name="T22" fmla="*/ 54 w 117"/>
                  <a:gd name="T23" fmla="*/ 98 h 205"/>
                  <a:gd name="T24" fmla="*/ 30 w 117"/>
                  <a:gd name="T25" fmla="*/ 159 h 205"/>
                  <a:gd name="T26" fmla="*/ 23 w 117"/>
                  <a:gd name="T27" fmla="*/ 195 h 205"/>
                  <a:gd name="T28" fmla="*/ 12 w 117"/>
                  <a:gd name="T29"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 h="205">
                    <a:moveTo>
                      <a:pt x="12" y="205"/>
                    </a:moveTo>
                    <a:lnTo>
                      <a:pt x="12" y="205"/>
                    </a:lnTo>
                    <a:cubicBezTo>
                      <a:pt x="11" y="205"/>
                      <a:pt x="11" y="205"/>
                      <a:pt x="10" y="205"/>
                    </a:cubicBezTo>
                    <a:cubicBezTo>
                      <a:pt x="4" y="204"/>
                      <a:pt x="0" y="198"/>
                      <a:pt x="1" y="192"/>
                    </a:cubicBezTo>
                    <a:cubicBezTo>
                      <a:pt x="3" y="179"/>
                      <a:pt x="5" y="166"/>
                      <a:pt x="9" y="154"/>
                    </a:cubicBezTo>
                    <a:cubicBezTo>
                      <a:pt x="15" y="131"/>
                      <a:pt x="23" y="109"/>
                      <a:pt x="34" y="88"/>
                    </a:cubicBezTo>
                    <a:cubicBezTo>
                      <a:pt x="40" y="76"/>
                      <a:pt x="47" y="64"/>
                      <a:pt x="55" y="53"/>
                    </a:cubicBezTo>
                    <a:cubicBezTo>
                      <a:pt x="67" y="36"/>
                      <a:pt x="81" y="19"/>
                      <a:pt x="96" y="4"/>
                    </a:cubicBezTo>
                    <a:cubicBezTo>
                      <a:pt x="101" y="0"/>
                      <a:pt x="108" y="0"/>
                      <a:pt x="113" y="4"/>
                    </a:cubicBezTo>
                    <a:cubicBezTo>
                      <a:pt x="117" y="9"/>
                      <a:pt x="117" y="16"/>
                      <a:pt x="112" y="20"/>
                    </a:cubicBezTo>
                    <a:cubicBezTo>
                      <a:pt x="98" y="34"/>
                      <a:pt x="85" y="50"/>
                      <a:pt x="74" y="66"/>
                    </a:cubicBezTo>
                    <a:cubicBezTo>
                      <a:pt x="67" y="76"/>
                      <a:pt x="60" y="87"/>
                      <a:pt x="54" y="98"/>
                    </a:cubicBezTo>
                    <a:cubicBezTo>
                      <a:pt x="44" y="118"/>
                      <a:pt x="36" y="138"/>
                      <a:pt x="30" y="159"/>
                    </a:cubicBezTo>
                    <a:cubicBezTo>
                      <a:pt x="27" y="171"/>
                      <a:pt x="25" y="183"/>
                      <a:pt x="23" y="195"/>
                    </a:cubicBezTo>
                    <a:cubicBezTo>
                      <a:pt x="22" y="201"/>
                      <a:pt x="17" y="205"/>
                      <a:pt x="12" y="20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6" name="Freeform 21">
                <a:extLst>
                  <a:ext uri="{FF2B5EF4-FFF2-40B4-BE49-F238E27FC236}">
                    <a16:creationId xmlns:a16="http://schemas.microsoft.com/office/drawing/2014/main" id="{CE478C27-AC41-75BC-D247-7A0ABF9CC790}"/>
                  </a:ext>
                </a:extLst>
              </p:cNvPr>
              <p:cNvSpPr>
                <a:spLocks/>
              </p:cNvSpPr>
              <p:nvPr/>
            </p:nvSpPr>
            <p:spPr bwMode="auto">
              <a:xfrm>
                <a:off x="2753" y="2323"/>
                <a:ext cx="28" cy="45"/>
              </a:xfrm>
              <a:custGeom>
                <a:avLst/>
                <a:gdLst>
                  <a:gd name="T0" fmla="*/ 51 w 64"/>
                  <a:gd name="T1" fmla="*/ 102 h 102"/>
                  <a:gd name="T2" fmla="*/ 51 w 64"/>
                  <a:gd name="T3" fmla="*/ 102 h 102"/>
                  <a:gd name="T4" fmla="*/ 41 w 64"/>
                  <a:gd name="T5" fmla="*/ 97 h 102"/>
                  <a:gd name="T6" fmla="*/ 18 w 64"/>
                  <a:gd name="T7" fmla="*/ 56 h 102"/>
                  <a:gd name="T8" fmla="*/ 2 w 64"/>
                  <a:gd name="T9" fmla="*/ 17 h 102"/>
                  <a:gd name="T10" fmla="*/ 9 w 64"/>
                  <a:gd name="T11" fmla="*/ 2 h 102"/>
                  <a:gd name="T12" fmla="*/ 23 w 64"/>
                  <a:gd name="T13" fmla="*/ 10 h 102"/>
                  <a:gd name="T14" fmla="*/ 38 w 64"/>
                  <a:gd name="T15" fmla="*/ 46 h 102"/>
                  <a:gd name="T16" fmla="*/ 60 w 64"/>
                  <a:gd name="T17" fmla="*/ 84 h 102"/>
                  <a:gd name="T18" fmla="*/ 57 w 64"/>
                  <a:gd name="T19" fmla="*/ 100 h 102"/>
                  <a:gd name="T20" fmla="*/ 51 w 64"/>
                  <a:gd name="T21"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2">
                    <a:moveTo>
                      <a:pt x="51" y="102"/>
                    </a:moveTo>
                    <a:lnTo>
                      <a:pt x="51" y="102"/>
                    </a:lnTo>
                    <a:cubicBezTo>
                      <a:pt x="47" y="102"/>
                      <a:pt x="43" y="100"/>
                      <a:pt x="41" y="97"/>
                    </a:cubicBezTo>
                    <a:cubicBezTo>
                      <a:pt x="32" y="84"/>
                      <a:pt x="24" y="70"/>
                      <a:pt x="18" y="56"/>
                    </a:cubicBezTo>
                    <a:cubicBezTo>
                      <a:pt x="12" y="43"/>
                      <a:pt x="6" y="30"/>
                      <a:pt x="2" y="17"/>
                    </a:cubicBezTo>
                    <a:cubicBezTo>
                      <a:pt x="0" y="11"/>
                      <a:pt x="3" y="4"/>
                      <a:pt x="9" y="2"/>
                    </a:cubicBezTo>
                    <a:cubicBezTo>
                      <a:pt x="15" y="0"/>
                      <a:pt x="21" y="4"/>
                      <a:pt x="23" y="10"/>
                    </a:cubicBezTo>
                    <a:cubicBezTo>
                      <a:pt x="28" y="22"/>
                      <a:pt x="32" y="34"/>
                      <a:pt x="38" y="46"/>
                    </a:cubicBezTo>
                    <a:cubicBezTo>
                      <a:pt x="44" y="59"/>
                      <a:pt x="52" y="72"/>
                      <a:pt x="60" y="84"/>
                    </a:cubicBezTo>
                    <a:cubicBezTo>
                      <a:pt x="64" y="89"/>
                      <a:pt x="62" y="96"/>
                      <a:pt x="57" y="100"/>
                    </a:cubicBezTo>
                    <a:cubicBezTo>
                      <a:pt x="55" y="101"/>
                      <a:pt x="53" y="102"/>
                      <a:pt x="51" y="10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7" name="Freeform 22">
                <a:extLst>
                  <a:ext uri="{FF2B5EF4-FFF2-40B4-BE49-F238E27FC236}">
                    <a16:creationId xmlns:a16="http://schemas.microsoft.com/office/drawing/2014/main" id="{778B1930-0550-1982-4FB7-9F30513D858C}"/>
                  </a:ext>
                </a:extLst>
              </p:cNvPr>
              <p:cNvSpPr>
                <a:spLocks/>
              </p:cNvSpPr>
              <p:nvPr/>
            </p:nvSpPr>
            <p:spPr bwMode="auto">
              <a:xfrm>
                <a:off x="2792" y="2383"/>
                <a:ext cx="59" cy="38"/>
              </a:xfrm>
              <a:custGeom>
                <a:avLst/>
                <a:gdLst>
                  <a:gd name="T0" fmla="*/ 122 w 135"/>
                  <a:gd name="T1" fmla="*/ 89 h 89"/>
                  <a:gd name="T2" fmla="*/ 122 w 135"/>
                  <a:gd name="T3" fmla="*/ 89 h 89"/>
                  <a:gd name="T4" fmla="*/ 119 w 135"/>
                  <a:gd name="T5" fmla="*/ 88 h 89"/>
                  <a:gd name="T6" fmla="*/ 82 w 135"/>
                  <a:gd name="T7" fmla="*/ 73 h 89"/>
                  <a:gd name="T8" fmla="*/ 41 w 135"/>
                  <a:gd name="T9" fmla="*/ 49 h 89"/>
                  <a:gd name="T10" fmla="*/ 5 w 135"/>
                  <a:gd name="T11" fmla="*/ 21 h 89"/>
                  <a:gd name="T12" fmla="*/ 4 w 135"/>
                  <a:gd name="T13" fmla="*/ 5 h 89"/>
                  <a:gd name="T14" fmla="*/ 20 w 135"/>
                  <a:gd name="T15" fmla="*/ 4 h 89"/>
                  <a:gd name="T16" fmla="*/ 54 w 135"/>
                  <a:gd name="T17" fmla="*/ 30 h 89"/>
                  <a:gd name="T18" fmla="*/ 92 w 135"/>
                  <a:gd name="T19" fmla="*/ 53 h 89"/>
                  <a:gd name="T20" fmla="*/ 126 w 135"/>
                  <a:gd name="T21" fmla="*/ 66 h 89"/>
                  <a:gd name="T22" fmla="*/ 133 w 135"/>
                  <a:gd name="T23" fmla="*/ 81 h 89"/>
                  <a:gd name="T24" fmla="*/ 122 w 135"/>
                  <a:gd name="T25"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89">
                    <a:moveTo>
                      <a:pt x="122" y="89"/>
                    </a:moveTo>
                    <a:lnTo>
                      <a:pt x="122" y="89"/>
                    </a:lnTo>
                    <a:cubicBezTo>
                      <a:pt x="121" y="89"/>
                      <a:pt x="120" y="88"/>
                      <a:pt x="119" y="88"/>
                    </a:cubicBezTo>
                    <a:cubicBezTo>
                      <a:pt x="106" y="84"/>
                      <a:pt x="94" y="79"/>
                      <a:pt x="82" y="73"/>
                    </a:cubicBezTo>
                    <a:cubicBezTo>
                      <a:pt x="68" y="66"/>
                      <a:pt x="54" y="58"/>
                      <a:pt x="41" y="49"/>
                    </a:cubicBezTo>
                    <a:cubicBezTo>
                      <a:pt x="28" y="41"/>
                      <a:pt x="16" y="31"/>
                      <a:pt x="5" y="21"/>
                    </a:cubicBezTo>
                    <a:cubicBezTo>
                      <a:pt x="0" y="17"/>
                      <a:pt x="0" y="10"/>
                      <a:pt x="4" y="5"/>
                    </a:cubicBezTo>
                    <a:cubicBezTo>
                      <a:pt x="8" y="1"/>
                      <a:pt x="16" y="0"/>
                      <a:pt x="20" y="4"/>
                    </a:cubicBezTo>
                    <a:cubicBezTo>
                      <a:pt x="31" y="14"/>
                      <a:pt x="42" y="23"/>
                      <a:pt x="54" y="30"/>
                    </a:cubicBezTo>
                    <a:cubicBezTo>
                      <a:pt x="66" y="39"/>
                      <a:pt x="79" y="46"/>
                      <a:pt x="92" y="53"/>
                    </a:cubicBezTo>
                    <a:cubicBezTo>
                      <a:pt x="103" y="58"/>
                      <a:pt x="115" y="63"/>
                      <a:pt x="126" y="66"/>
                    </a:cubicBezTo>
                    <a:cubicBezTo>
                      <a:pt x="132" y="68"/>
                      <a:pt x="135" y="75"/>
                      <a:pt x="133" y="81"/>
                    </a:cubicBezTo>
                    <a:cubicBezTo>
                      <a:pt x="131" y="86"/>
                      <a:pt x="127" y="89"/>
                      <a:pt x="122" y="89"/>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8" name="Freeform 23">
                <a:extLst>
                  <a:ext uri="{FF2B5EF4-FFF2-40B4-BE49-F238E27FC236}">
                    <a16:creationId xmlns:a16="http://schemas.microsoft.com/office/drawing/2014/main" id="{B721F167-EC42-A971-E59A-FCCD58FA83C1}"/>
                  </a:ext>
                </a:extLst>
              </p:cNvPr>
              <p:cNvSpPr>
                <a:spLocks/>
              </p:cNvSpPr>
              <p:nvPr/>
            </p:nvSpPr>
            <p:spPr bwMode="auto">
              <a:xfrm>
                <a:off x="2957" y="2373"/>
                <a:ext cx="39" cy="34"/>
              </a:xfrm>
              <a:custGeom>
                <a:avLst/>
                <a:gdLst>
                  <a:gd name="T0" fmla="*/ 13 w 91"/>
                  <a:gd name="T1" fmla="*/ 78 h 78"/>
                  <a:gd name="T2" fmla="*/ 13 w 91"/>
                  <a:gd name="T3" fmla="*/ 78 h 78"/>
                  <a:gd name="T4" fmla="*/ 3 w 91"/>
                  <a:gd name="T5" fmla="*/ 73 h 78"/>
                  <a:gd name="T6" fmla="*/ 7 w 91"/>
                  <a:gd name="T7" fmla="*/ 57 h 78"/>
                  <a:gd name="T8" fmla="*/ 46 w 91"/>
                  <a:gd name="T9" fmla="*/ 29 h 78"/>
                  <a:gd name="T10" fmla="*/ 70 w 91"/>
                  <a:gd name="T11" fmla="*/ 4 h 78"/>
                  <a:gd name="T12" fmla="*/ 86 w 91"/>
                  <a:gd name="T13" fmla="*/ 4 h 78"/>
                  <a:gd name="T14" fmla="*/ 87 w 91"/>
                  <a:gd name="T15" fmla="*/ 20 h 78"/>
                  <a:gd name="T16" fmla="*/ 61 w 91"/>
                  <a:gd name="T17" fmla="*/ 46 h 78"/>
                  <a:gd name="T18" fmla="*/ 19 w 91"/>
                  <a:gd name="T19" fmla="*/ 77 h 78"/>
                  <a:gd name="T20" fmla="*/ 13 w 91"/>
                  <a:gd name="T21"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8">
                    <a:moveTo>
                      <a:pt x="13" y="78"/>
                    </a:moveTo>
                    <a:lnTo>
                      <a:pt x="13" y="78"/>
                    </a:lnTo>
                    <a:cubicBezTo>
                      <a:pt x="9" y="78"/>
                      <a:pt x="5" y="77"/>
                      <a:pt x="3" y="73"/>
                    </a:cubicBezTo>
                    <a:cubicBezTo>
                      <a:pt x="0" y="68"/>
                      <a:pt x="1" y="61"/>
                      <a:pt x="7" y="57"/>
                    </a:cubicBezTo>
                    <a:cubicBezTo>
                      <a:pt x="20" y="49"/>
                      <a:pt x="33" y="39"/>
                      <a:pt x="46" y="29"/>
                    </a:cubicBezTo>
                    <a:cubicBezTo>
                      <a:pt x="54" y="21"/>
                      <a:pt x="63" y="13"/>
                      <a:pt x="70" y="4"/>
                    </a:cubicBezTo>
                    <a:cubicBezTo>
                      <a:pt x="75" y="0"/>
                      <a:pt x="82" y="0"/>
                      <a:pt x="86" y="4"/>
                    </a:cubicBezTo>
                    <a:cubicBezTo>
                      <a:pt x="91" y="8"/>
                      <a:pt x="91" y="15"/>
                      <a:pt x="87" y="20"/>
                    </a:cubicBezTo>
                    <a:cubicBezTo>
                      <a:pt x="79" y="29"/>
                      <a:pt x="70" y="38"/>
                      <a:pt x="61" y="46"/>
                    </a:cubicBezTo>
                    <a:cubicBezTo>
                      <a:pt x="47" y="57"/>
                      <a:pt x="33" y="68"/>
                      <a:pt x="19" y="77"/>
                    </a:cubicBezTo>
                    <a:cubicBezTo>
                      <a:pt x="17" y="78"/>
                      <a:pt x="15" y="78"/>
                      <a:pt x="13" y="7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9" name="Freeform 24">
                <a:extLst>
                  <a:ext uri="{FF2B5EF4-FFF2-40B4-BE49-F238E27FC236}">
                    <a16:creationId xmlns:a16="http://schemas.microsoft.com/office/drawing/2014/main" id="{DFF43094-43DC-B53E-FD7E-C7BD8A2C26EC}"/>
                  </a:ext>
                </a:extLst>
              </p:cNvPr>
              <p:cNvSpPr>
                <a:spLocks/>
              </p:cNvSpPr>
              <p:nvPr/>
            </p:nvSpPr>
            <p:spPr bwMode="auto">
              <a:xfrm>
                <a:off x="3009" y="2312"/>
                <a:ext cx="20" cy="36"/>
              </a:xfrm>
              <a:custGeom>
                <a:avLst/>
                <a:gdLst>
                  <a:gd name="T0" fmla="*/ 13 w 46"/>
                  <a:gd name="T1" fmla="*/ 82 h 82"/>
                  <a:gd name="T2" fmla="*/ 13 w 46"/>
                  <a:gd name="T3" fmla="*/ 82 h 82"/>
                  <a:gd name="T4" fmla="*/ 8 w 46"/>
                  <a:gd name="T5" fmla="*/ 81 h 82"/>
                  <a:gd name="T6" fmla="*/ 3 w 46"/>
                  <a:gd name="T7" fmla="*/ 66 h 82"/>
                  <a:gd name="T8" fmla="*/ 22 w 46"/>
                  <a:gd name="T9" fmla="*/ 9 h 82"/>
                  <a:gd name="T10" fmla="*/ 36 w 46"/>
                  <a:gd name="T11" fmla="*/ 1 h 82"/>
                  <a:gd name="T12" fmla="*/ 44 w 46"/>
                  <a:gd name="T13" fmla="*/ 15 h 82"/>
                  <a:gd name="T14" fmla="*/ 23 w 46"/>
                  <a:gd name="T15" fmla="*/ 76 h 82"/>
                  <a:gd name="T16" fmla="*/ 13 w 46"/>
                  <a:gd name="T17"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82">
                    <a:moveTo>
                      <a:pt x="13" y="82"/>
                    </a:moveTo>
                    <a:lnTo>
                      <a:pt x="13" y="82"/>
                    </a:lnTo>
                    <a:cubicBezTo>
                      <a:pt x="12" y="82"/>
                      <a:pt x="10" y="82"/>
                      <a:pt x="8" y="81"/>
                    </a:cubicBezTo>
                    <a:cubicBezTo>
                      <a:pt x="3" y="79"/>
                      <a:pt x="0" y="72"/>
                      <a:pt x="3" y="66"/>
                    </a:cubicBezTo>
                    <a:cubicBezTo>
                      <a:pt x="11" y="48"/>
                      <a:pt x="18" y="29"/>
                      <a:pt x="22" y="9"/>
                    </a:cubicBezTo>
                    <a:cubicBezTo>
                      <a:pt x="24" y="3"/>
                      <a:pt x="30" y="0"/>
                      <a:pt x="36" y="1"/>
                    </a:cubicBezTo>
                    <a:cubicBezTo>
                      <a:pt x="42" y="2"/>
                      <a:pt x="46" y="8"/>
                      <a:pt x="44" y="15"/>
                    </a:cubicBezTo>
                    <a:cubicBezTo>
                      <a:pt x="40" y="36"/>
                      <a:pt x="32" y="56"/>
                      <a:pt x="23" y="76"/>
                    </a:cubicBezTo>
                    <a:cubicBezTo>
                      <a:pt x="22" y="80"/>
                      <a:pt x="17" y="82"/>
                      <a:pt x="13" y="8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0" name="Freeform 25">
                <a:extLst>
                  <a:ext uri="{FF2B5EF4-FFF2-40B4-BE49-F238E27FC236}">
                    <a16:creationId xmlns:a16="http://schemas.microsoft.com/office/drawing/2014/main" id="{0C2C539E-C341-E524-AF81-CD29E5107196}"/>
                  </a:ext>
                </a:extLst>
              </p:cNvPr>
              <p:cNvSpPr>
                <a:spLocks/>
              </p:cNvSpPr>
              <p:nvPr/>
            </p:nvSpPr>
            <p:spPr bwMode="auto">
              <a:xfrm>
                <a:off x="2766" y="2085"/>
                <a:ext cx="120" cy="51"/>
              </a:xfrm>
              <a:custGeom>
                <a:avLst/>
                <a:gdLst>
                  <a:gd name="T0" fmla="*/ 12 w 278"/>
                  <a:gd name="T1" fmla="*/ 116 h 116"/>
                  <a:gd name="T2" fmla="*/ 12 w 278"/>
                  <a:gd name="T3" fmla="*/ 116 h 116"/>
                  <a:gd name="T4" fmla="*/ 3 w 278"/>
                  <a:gd name="T5" fmla="*/ 112 h 116"/>
                  <a:gd name="T6" fmla="*/ 5 w 278"/>
                  <a:gd name="T7" fmla="*/ 96 h 116"/>
                  <a:gd name="T8" fmla="*/ 71 w 278"/>
                  <a:gd name="T9" fmla="*/ 54 h 116"/>
                  <a:gd name="T10" fmla="*/ 115 w 278"/>
                  <a:gd name="T11" fmla="*/ 32 h 116"/>
                  <a:gd name="T12" fmla="*/ 157 w 278"/>
                  <a:gd name="T13" fmla="*/ 18 h 116"/>
                  <a:gd name="T14" fmla="*/ 210 w 278"/>
                  <a:gd name="T15" fmla="*/ 6 h 116"/>
                  <a:gd name="T16" fmla="*/ 266 w 278"/>
                  <a:gd name="T17" fmla="*/ 1 h 116"/>
                  <a:gd name="T18" fmla="*/ 278 w 278"/>
                  <a:gd name="T19" fmla="*/ 12 h 116"/>
                  <a:gd name="T20" fmla="*/ 267 w 278"/>
                  <a:gd name="T21" fmla="*/ 23 h 116"/>
                  <a:gd name="T22" fmla="*/ 214 w 278"/>
                  <a:gd name="T23" fmla="*/ 29 h 116"/>
                  <a:gd name="T24" fmla="*/ 164 w 278"/>
                  <a:gd name="T25" fmla="*/ 40 h 116"/>
                  <a:gd name="T26" fmla="*/ 123 w 278"/>
                  <a:gd name="T27" fmla="*/ 54 h 116"/>
                  <a:gd name="T28" fmla="*/ 82 w 278"/>
                  <a:gd name="T29" fmla="*/ 74 h 116"/>
                  <a:gd name="T30" fmla="*/ 19 w 278"/>
                  <a:gd name="T31" fmla="*/ 114 h 116"/>
                  <a:gd name="T32" fmla="*/ 12 w 278"/>
                  <a:gd name="T33"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8" h="116">
                    <a:moveTo>
                      <a:pt x="12" y="116"/>
                    </a:moveTo>
                    <a:lnTo>
                      <a:pt x="12" y="116"/>
                    </a:lnTo>
                    <a:cubicBezTo>
                      <a:pt x="9" y="116"/>
                      <a:pt x="6" y="115"/>
                      <a:pt x="3" y="112"/>
                    </a:cubicBezTo>
                    <a:cubicBezTo>
                      <a:pt x="0" y="107"/>
                      <a:pt x="0" y="100"/>
                      <a:pt x="5" y="96"/>
                    </a:cubicBezTo>
                    <a:cubicBezTo>
                      <a:pt x="24" y="82"/>
                      <a:pt x="46" y="68"/>
                      <a:pt x="71" y="54"/>
                    </a:cubicBezTo>
                    <a:cubicBezTo>
                      <a:pt x="84" y="47"/>
                      <a:pt x="99" y="39"/>
                      <a:pt x="115" y="32"/>
                    </a:cubicBezTo>
                    <a:cubicBezTo>
                      <a:pt x="127" y="27"/>
                      <a:pt x="141" y="23"/>
                      <a:pt x="157" y="18"/>
                    </a:cubicBezTo>
                    <a:cubicBezTo>
                      <a:pt x="175" y="13"/>
                      <a:pt x="193" y="9"/>
                      <a:pt x="210" y="6"/>
                    </a:cubicBezTo>
                    <a:cubicBezTo>
                      <a:pt x="229" y="3"/>
                      <a:pt x="248" y="1"/>
                      <a:pt x="266" y="1"/>
                    </a:cubicBezTo>
                    <a:cubicBezTo>
                      <a:pt x="272" y="0"/>
                      <a:pt x="278" y="5"/>
                      <a:pt x="278" y="12"/>
                    </a:cubicBezTo>
                    <a:cubicBezTo>
                      <a:pt x="278" y="18"/>
                      <a:pt x="273" y="23"/>
                      <a:pt x="267" y="23"/>
                    </a:cubicBezTo>
                    <a:cubicBezTo>
                      <a:pt x="250" y="24"/>
                      <a:pt x="232" y="26"/>
                      <a:pt x="214" y="29"/>
                    </a:cubicBezTo>
                    <a:cubicBezTo>
                      <a:pt x="197" y="31"/>
                      <a:pt x="181" y="35"/>
                      <a:pt x="164" y="40"/>
                    </a:cubicBezTo>
                    <a:cubicBezTo>
                      <a:pt x="148" y="44"/>
                      <a:pt x="135" y="49"/>
                      <a:pt x="123" y="54"/>
                    </a:cubicBezTo>
                    <a:cubicBezTo>
                      <a:pt x="109" y="59"/>
                      <a:pt x="95" y="67"/>
                      <a:pt x="82" y="74"/>
                    </a:cubicBezTo>
                    <a:cubicBezTo>
                      <a:pt x="58" y="87"/>
                      <a:pt x="37" y="100"/>
                      <a:pt x="19" y="114"/>
                    </a:cubicBezTo>
                    <a:cubicBezTo>
                      <a:pt x="17" y="116"/>
                      <a:pt x="15" y="116"/>
                      <a:pt x="12" y="11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1" name="Freeform 26">
                <a:extLst>
                  <a:ext uri="{FF2B5EF4-FFF2-40B4-BE49-F238E27FC236}">
                    <a16:creationId xmlns:a16="http://schemas.microsoft.com/office/drawing/2014/main" id="{4A4542D1-AA57-20C8-3628-328B44C1E7EC}"/>
                  </a:ext>
                </a:extLst>
              </p:cNvPr>
              <p:cNvSpPr>
                <a:spLocks/>
              </p:cNvSpPr>
              <p:nvPr/>
            </p:nvSpPr>
            <p:spPr bwMode="auto">
              <a:xfrm>
                <a:off x="2690" y="2176"/>
                <a:ext cx="40" cy="96"/>
              </a:xfrm>
              <a:custGeom>
                <a:avLst/>
                <a:gdLst>
                  <a:gd name="T0" fmla="*/ 12 w 91"/>
                  <a:gd name="T1" fmla="*/ 221 h 221"/>
                  <a:gd name="T2" fmla="*/ 12 w 91"/>
                  <a:gd name="T3" fmla="*/ 221 h 221"/>
                  <a:gd name="T4" fmla="*/ 11 w 91"/>
                  <a:gd name="T5" fmla="*/ 221 h 221"/>
                  <a:gd name="T6" fmla="*/ 1 w 91"/>
                  <a:gd name="T7" fmla="*/ 208 h 221"/>
                  <a:gd name="T8" fmla="*/ 10 w 91"/>
                  <a:gd name="T9" fmla="*/ 150 h 221"/>
                  <a:gd name="T10" fmla="*/ 37 w 91"/>
                  <a:gd name="T11" fmla="*/ 71 h 221"/>
                  <a:gd name="T12" fmla="*/ 69 w 91"/>
                  <a:gd name="T13" fmla="*/ 7 h 221"/>
                  <a:gd name="T14" fmla="*/ 84 w 91"/>
                  <a:gd name="T15" fmla="*/ 4 h 221"/>
                  <a:gd name="T16" fmla="*/ 88 w 91"/>
                  <a:gd name="T17" fmla="*/ 19 h 221"/>
                  <a:gd name="T18" fmla="*/ 58 w 91"/>
                  <a:gd name="T19" fmla="*/ 80 h 221"/>
                  <a:gd name="T20" fmla="*/ 32 w 91"/>
                  <a:gd name="T21" fmla="*/ 155 h 221"/>
                  <a:gd name="T22" fmla="*/ 23 w 91"/>
                  <a:gd name="T23" fmla="*/ 210 h 221"/>
                  <a:gd name="T24" fmla="*/ 12 w 91"/>
                  <a:gd name="T25"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221">
                    <a:moveTo>
                      <a:pt x="12" y="221"/>
                    </a:moveTo>
                    <a:lnTo>
                      <a:pt x="12" y="221"/>
                    </a:lnTo>
                    <a:cubicBezTo>
                      <a:pt x="12" y="221"/>
                      <a:pt x="11" y="221"/>
                      <a:pt x="11" y="221"/>
                    </a:cubicBezTo>
                    <a:cubicBezTo>
                      <a:pt x="5" y="220"/>
                      <a:pt x="0" y="214"/>
                      <a:pt x="1" y="208"/>
                    </a:cubicBezTo>
                    <a:cubicBezTo>
                      <a:pt x="3" y="185"/>
                      <a:pt x="6" y="167"/>
                      <a:pt x="10" y="150"/>
                    </a:cubicBezTo>
                    <a:cubicBezTo>
                      <a:pt x="16" y="121"/>
                      <a:pt x="27" y="94"/>
                      <a:pt x="37" y="71"/>
                    </a:cubicBezTo>
                    <a:cubicBezTo>
                      <a:pt x="46" y="50"/>
                      <a:pt x="56" y="28"/>
                      <a:pt x="69" y="7"/>
                    </a:cubicBezTo>
                    <a:cubicBezTo>
                      <a:pt x="72" y="2"/>
                      <a:pt x="79" y="0"/>
                      <a:pt x="84" y="4"/>
                    </a:cubicBezTo>
                    <a:cubicBezTo>
                      <a:pt x="90" y="7"/>
                      <a:pt x="91" y="14"/>
                      <a:pt x="88" y="19"/>
                    </a:cubicBezTo>
                    <a:cubicBezTo>
                      <a:pt x="76" y="39"/>
                      <a:pt x="67" y="60"/>
                      <a:pt x="58" y="80"/>
                    </a:cubicBezTo>
                    <a:cubicBezTo>
                      <a:pt x="48" y="103"/>
                      <a:pt x="38" y="128"/>
                      <a:pt x="32" y="155"/>
                    </a:cubicBezTo>
                    <a:cubicBezTo>
                      <a:pt x="28" y="171"/>
                      <a:pt x="25" y="188"/>
                      <a:pt x="23" y="210"/>
                    </a:cubicBezTo>
                    <a:cubicBezTo>
                      <a:pt x="23" y="216"/>
                      <a:pt x="18" y="221"/>
                      <a:pt x="12" y="22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2" name="Freeform 27">
                <a:extLst>
                  <a:ext uri="{FF2B5EF4-FFF2-40B4-BE49-F238E27FC236}">
                    <a16:creationId xmlns:a16="http://schemas.microsoft.com/office/drawing/2014/main" id="{8F729A13-9178-5B23-FE85-FEFF1EB069D5}"/>
                  </a:ext>
                </a:extLst>
              </p:cNvPr>
              <p:cNvSpPr>
                <a:spLocks/>
              </p:cNvSpPr>
              <p:nvPr/>
            </p:nvSpPr>
            <p:spPr bwMode="auto">
              <a:xfrm>
                <a:off x="2691" y="2307"/>
                <a:ext cx="47" cy="99"/>
              </a:xfrm>
              <a:custGeom>
                <a:avLst/>
                <a:gdLst>
                  <a:gd name="T0" fmla="*/ 95 w 108"/>
                  <a:gd name="T1" fmla="*/ 227 h 227"/>
                  <a:gd name="T2" fmla="*/ 95 w 108"/>
                  <a:gd name="T3" fmla="*/ 227 h 227"/>
                  <a:gd name="T4" fmla="*/ 86 w 108"/>
                  <a:gd name="T5" fmla="*/ 223 h 227"/>
                  <a:gd name="T6" fmla="*/ 52 w 108"/>
                  <a:gd name="T7" fmla="*/ 170 h 227"/>
                  <a:gd name="T8" fmla="*/ 26 w 108"/>
                  <a:gd name="T9" fmla="*/ 114 h 227"/>
                  <a:gd name="T10" fmla="*/ 11 w 108"/>
                  <a:gd name="T11" fmla="*/ 69 h 227"/>
                  <a:gd name="T12" fmla="*/ 1 w 108"/>
                  <a:gd name="T13" fmla="*/ 14 h 227"/>
                  <a:gd name="T14" fmla="*/ 10 w 108"/>
                  <a:gd name="T15" fmla="*/ 1 h 227"/>
                  <a:gd name="T16" fmla="*/ 23 w 108"/>
                  <a:gd name="T17" fmla="*/ 11 h 227"/>
                  <a:gd name="T18" fmla="*/ 33 w 108"/>
                  <a:gd name="T19" fmla="*/ 63 h 227"/>
                  <a:gd name="T20" fmla="*/ 48 w 108"/>
                  <a:gd name="T21" fmla="*/ 106 h 227"/>
                  <a:gd name="T22" fmla="*/ 72 w 108"/>
                  <a:gd name="T23" fmla="*/ 159 h 227"/>
                  <a:gd name="T24" fmla="*/ 104 w 108"/>
                  <a:gd name="T25" fmla="*/ 209 h 227"/>
                  <a:gd name="T26" fmla="*/ 101 w 108"/>
                  <a:gd name="T27" fmla="*/ 225 h 227"/>
                  <a:gd name="T28" fmla="*/ 95 w 108"/>
                  <a:gd name="T29"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227">
                    <a:moveTo>
                      <a:pt x="95" y="227"/>
                    </a:moveTo>
                    <a:lnTo>
                      <a:pt x="95" y="227"/>
                    </a:lnTo>
                    <a:cubicBezTo>
                      <a:pt x="91" y="227"/>
                      <a:pt x="88" y="226"/>
                      <a:pt x="86" y="223"/>
                    </a:cubicBezTo>
                    <a:cubicBezTo>
                      <a:pt x="74" y="207"/>
                      <a:pt x="63" y="189"/>
                      <a:pt x="52" y="170"/>
                    </a:cubicBezTo>
                    <a:cubicBezTo>
                      <a:pt x="42" y="152"/>
                      <a:pt x="34" y="133"/>
                      <a:pt x="26" y="114"/>
                    </a:cubicBezTo>
                    <a:cubicBezTo>
                      <a:pt x="20" y="98"/>
                      <a:pt x="15" y="83"/>
                      <a:pt x="11" y="69"/>
                    </a:cubicBezTo>
                    <a:cubicBezTo>
                      <a:pt x="7" y="54"/>
                      <a:pt x="4" y="36"/>
                      <a:pt x="1" y="14"/>
                    </a:cubicBezTo>
                    <a:cubicBezTo>
                      <a:pt x="0" y="8"/>
                      <a:pt x="4" y="2"/>
                      <a:pt x="10" y="1"/>
                    </a:cubicBezTo>
                    <a:cubicBezTo>
                      <a:pt x="17" y="0"/>
                      <a:pt x="22" y="4"/>
                      <a:pt x="23" y="11"/>
                    </a:cubicBezTo>
                    <a:cubicBezTo>
                      <a:pt x="26" y="32"/>
                      <a:pt x="29" y="49"/>
                      <a:pt x="33" y="63"/>
                    </a:cubicBezTo>
                    <a:cubicBezTo>
                      <a:pt x="37" y="76"/>
                      <a:pt x="41" y="90"/>
                      <a:pt x="48" y="106"/>
                    </a:cubicBezTo>
                    <a:cubicBezTo>
                      <a:pt x="55" y="124"/>
                      <a:pt x="63" y="142"/>
                      <a:pt x="72" y="159"/>
                    </a:cubicBezTo>
                    <a:cubicBezTo>
                      <a:pt x="82" y="178"/>
                      <a:pt x="93" y="194"/>
                      <a:pt x="104" y="209"/>
                    </a:cubicBezTo>
                    <a:cubicBezTo>
                      <a:pt x="108" y="214"/>
                      <a:pt x="106" y="221"/>
                      <a:pt x="101" y="225"/>
                    </a:cubicBezTo>
                    <a:cubicBezTo>
                      <a:pt x="99" y="227"/>
                      <a:pt x="97" y="227"/>
                      <a:pt x="95" y="227"/>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3" name="Freeform 28">
                <a:extLst>
                  <a:ext uri="{FF2B5EF4-FFF2-40B4-BE49-F238E27FC236}">
                    <a16:creationId xmlns:a16="http://schemas.microsoft.com/office/drawing/2014/main" id="{F13533BF-3E4D-C7F2-7AA2-04D7500D526D}"/>
                  </a:ext>
                </a:extLst>
              </p:cNvPr>
              <p:cNvSpPr>
                <a:spLocks/>
              </p:cNvSpPr>
              <p:nvPr/>
            </p:nvSpPr>
            <p:spPr bwMode="auto">
              <a:xfrm>
                <a:off x="2761" y="2431"/>
                <a:ext cx="222" cy="55"/>
              </a:xfrm>
              <a:custGeom>
                <a:avLst/>
                <a:gdLst>
                  <a:gd name="T0" fmla="*/ 296 w 512"/>
                  <a:gd name="T1" fmla="*/ 125 h 125"/>
                  <a:gd name="T2" fmla="*/ 296 w 512"/>
                  <a:gd name="T3" fmla="*/ 125 h 125"/>
                  <a:gd name="T4" fmla="*/ 261 w 512"/>
                  <a:gd name="T5" fmla="*/ 124 h 125"/>
                  <a:gd name="T6" fmla="*/ 207 w 512"/>
                  <a:gd name="T7" fmla="*/ 117 h 125"/>
                  <a:gd name="T8" fmla="*/ 162 w 512"/>
                  <a:gd name="T9" fmla="*/ 106 h 125"/>
                  <a:gd name="T10" fmla="*/ 114 w 512"/>
                  <a:gd name="T11" fmla="*/ 88 h 125"/>
                  <a:gd name="T12" fmla="*/ 58 w 512"/>
                  <a:gd name="T13" fmla="*/ 59 h 125"/>
                  <a:gd name="T14" fmla="*/ 6 w 512"/>
                  <a:gd name="T15" fmla="*/ 21 h 125"/>
                  <a:gd name="T16" fmla="*/ 4 w 512"/>
                  <a:gd name="T17" fmla="*/ 6 h 125"/>
                  <a:gd name="T18" fmla="*/ 20 w 512"/>
                  <a:gd name="T19" fmla="*/ 4 h 125"/>
                  <a:gd name="T20" fmla="*/ 70 w 512"/>
                  <a:gd name="T21" fmla="*/ 39 h 125"/>
                  <a:gd name="T22" fmla="*/ 123 w 512"/>
                  <a:gd name="T23" fmla="*/ 67 h 125"/>
                  <a:gd name="T24" fmla="*/ 169 w 512"/>
                  <a:gd name="T25" fmla="*/ 84 h 125"/>
                  <a:gd name="T26" fmla="*/ 212 w 512"/>
                  <a:gd name="T27" fmla="*/ 94 h 125"/>
                  <a:gd name="T28" fmla="*/ 263 w 512"/>
                  <a:gd name="T29" fmla="*/ 101 h 125"/>
                  <a:gd name="T30" fmla="*/ 314 w 512"/>
                  <a:gd name="T31" fmla="*/ 102 h 125"/>
                  <a:gd name="T32" fmla="*/ 362 w 512"/>
                  <a:gd name="T33" fmla="*/ 98 h 125"/>
                  <a:gd name="T34" fmla="*/ 404 w 512"/>
                  <a:gd name="T35" fmla="*/ 89 h 125"/>
                  <a:gd name="T36" fmla="*/ 447 w 512"/>
                  <a:gd name="T37" fmla="*/ 76 h 125"/>
                  <a:gd name="T38" fmla="*/ 494 w 512"/>
                  <a:gd name="T39" fmla="*/ 55 h 125"/>
                  <a:gd name="T40" fmla="*/ 509 w 512"/>
                  <a:gd name="T41" fmla="*/ 60 h 125"/>
                  <a:gd name="T42" fmla="*/ 504 w 512"/>
                  <a:gd name="T43" fmla="*/ 75 h 125"/>
                  <a:gd name="T44" fmla="*/ 455 w 512"/>
                  <a:gd name="T45" fmla="*/ 97 h 125"/>
                  <a:gd name="T46" fmla="*/ 410 w 512"/>
                  <a:gd name="T47" fmla="*/ 111 h 125"/>
                  <a:gd name="T48" fmla="*/ 366 w 512"/>
                  <a:gd name="T49" fmla="*/ 120 h 125"/>
                  <a:gd name="T50" fmla="*/ 315 w 512"/>
                  <a:gd name="T51" fmla="*/ 125 h 125"/>
                  <a:gd name="T52" fmla="*/ 296 w 512"/>
                  <a:gd name="T53"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12" h="125">
                    <a:moveTo>
                      <a:pt x="296" y="125"/>
                    </a:moveTo>
                    <a:lnTo>
                      <a:pt x="296" y="125"/>
                    </a:lnTo>
                    <a:cubicBezTo>
                      <a:pt x="284" y="125"/>
                      <a:pt x="272" y="125"/>
                      <a:pt x="261" y="124"/>
                    </a:cubicBezTo>
                    <a:cubicBezTo>
                      <a:pt x="244" y="123"/>
                      <a:pt x="226" y="120"/>
                      <a:pt x="207" y="117"/>
                    </a:cubicBezTo>
                    <a:cubicBezTo>
                      <a:pt x="191" y="113"/>
                      <a:pt x="176" y="110"/>
                      <a:pt x="162" y="106"/>
                    </a:cubicBezTo>
                    <a:cubicBezTo>
                      <a:pt x="146" y="101"/>
                      <a:pt x="130" y="95"/>
                      <a:pt x="114" y="88"/>
                    </a:cubicBezTo>
                    <a:cubicBezTo>
                      <a:pt x="96" y="80"/>
                      <a:pt x="77" y="70"/>
                      <a:pt x="58" y="59"/>
                    </a:cubicBezTo>
                    <a:cubicBezTo>
                      <a:pt x="40" y="47"/>
                      <a:pt x="22" y="35"/>
                      <a:pt x="6" y="21"/>
                    </a:cubicBezTo>
                    <a:cubicBezTo>
                      <a:pt x="1" y="18"/>
                      <a:pt x="0" y="10"/>
                      <a:pt x="4" y="6"/>
                    </a:cubicBezTo>
                    <a:cubicBezTo>
                      <a:pt x="8" y="1"/>
                      <a:pt x="15" y="0"/>
                      <a:pt x="20" y="4"/>
                    </a:cubicBezTo>
                    <a:cubicBezTo>
                      <a:pt x="35" y="16"/>
                      <a:pt x="52" y="28"/>
                      <a:pt x="70" y="39"/>
                    </a:cubicBezTo>
                    <a:cubicBezTo>
                      <a:pt x="88" y="50"/>
                      <a:pt x="106" y="59"/>
                      <a:pt x="123" y="67"/>
                    </a:cubicBezTo>
                    <a:cubicBezTo>
                      <a:pt x="139" y="74"/>
                      <a:pt x="154" y="80"/>
                      <a:pt x="169" y="84"/>
                    </a:cubicBezTo>
                    <a:cubicBezTo>
                      <a:pt x="182" y="88"/>
                      <a:pt x="196" y="91"/>
                      <a:pt x="212" y="94"/>
                    </a:cubicBezTo>
                    <a:cubicBezTo>
                      <a:pt x="229" y="98"/>
                      <a:pt x="246" y="100"/>
                      <a:pt x="263" y="101"/>
                    </a:cubicBezTo>
                    <a:cubicBezTo>
                      <a:pt x="279" y="103"/>
                      <a:pt x="296" y="103"/>
                      <a:pt x="314" y="102"/>
                    </a:cubicBezTo>
                    <a:cubicBezTo>
                      <a:pt x="331" y="102"/>
                      <a:pt x="347" y="100"/>
                      <a:pt x="362" y="98"/>
                    </a:cubicBezTo>
                    <a:cubicBezTo>
                      <a:pt x="376" y="96"/>
                      <a:pt x="390" y="93"/>
                      <a:pt x="404" y="89"/>
                    </a:cubicBezTo>
                    <a:cubicBezTo>
                      <a:pt x="418" y="86"/>
                      <a:pt x="433" y="81"/>
                      <a:pt x="447" y="76"/>
                    </a:cubicBezTo>
                    <a:cubicBezTo>
                      <a:pt x="463" y="70"/>
                      <a:pt x="479" y="63"/>
                      <a:pt x="494" y="55"/>
                    </a:cubicBezTo>
                    <a:cubicBezTo>
                      <a:pt x="500" y="52"/>
                      <a:pt x="506" y="55"/>
                      <a:pt x="509" y="60"/>
                    </a:cubicBezTo>
                    <a:cubicBezTo>
                      <a:pt x="512" y="66"/>
                      <a:pt x="510" y="73"/>
                      <a:pt x="504" y="75"/>
                    </a:cubicBezTo>
                    <a:cubicBezTo>
                      <a:pt x="488" y="84"/>
                      <a:pt x="472" y="91"/>
                      <a:pt x="455" y="97"/>
                    </a:cubicBezTo>
                    <a:cubicBezTo>
                      <a:pt x="440" y="103"/>
                      <a:pt x="425" y="108"/>
                      <a:pt x="410" y="111"/>
                    </a:cubicBezTo>
                    <a:cubicBezTo>
                      <a:pt x="395" y="115"/>
                      <a:pt x="380" y="118"/>
                      <a:pt x="366" y="120"/>
                    </a:cubicBezTo>
                    <a:cubicBezTo>
                      <a:pt x="350" y="123"/>
                      <a:pt x="332" y="124"/>
                      <a:pt x="315" y="125"/>
                    </a:cubicBezTo>
                    <a:cubicBezTo>
                      <a:pt x="308" y="125"/>
                      <a:pt x="302" y="125"/>
                      <a:pt x="296" y="12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4" name="Freeform 29">
                <a:extLst>
                  <a:ext uri="{FF2B5EF4-FFF2-40B4-BE49-F238E27FC236}">
                    <a16:creationId xmlns:a16="http://schemas.microsoft.com/office/drawing/2014/main" id="{770A9689-4652-C464-BBB5-5E22EC1C51AC}"/>
                  </a:ext>
                </a:extLst>
              </p:cNvPr>
              <p:cNvSpPr>
                <a:spLocks/>
              </p:cNvSpPr>
              <p:nvPr/>
            </p:nvSpPr>
            <p:spPr bwMode="auto">
              <a:xfrm>
                <a:off x="3018" y="2380"/>
                <a:ext cx="44" cy="53"/>
              </a:xfrm>
              <a:custGeom>
                <a:avLst/>
                <a:gdLst>
                  <a:gd name="T0" fmla="*/ 13 w 102"/>
                  <a:gd name="T1" fmla="*/ 121 h 121"/>
                  <a:gd name="T2" fmla="*/ 13 w 102"/>
                  <a:gd name="T3" fmla="*/ 121 h 121"/>
                  <a:gd name="T4" fmla="*/ 4 w 102"/>
                  <a:gd name="T5" fmla="*/ 117 h 121"/>
                  <a:gd name="T6" fmla="*/ 5 w 102"/>
                  <a:gd name="T7" fmla="*/ 101 h 121"/>
                  <a:gd name="T8" fmla="*/ 41 w 102"/>
                  <a:gd name="T9" fmla="*/ 61 h 121"/>
                  <a:gd name="T10" fmla="*/ 80 w 102"/>
                  <a:gd name="T11" fmla="*/ 7 h 121"/>
                  <a:gd name="T12" fmla="*/ 95 w 102"/>
                  <a:gd name="T13" fmla="*/ 3 h 121"/>
                  <a:gd name="T14" fmla="*/ 99 w 102"/>
                  <a:gd name="T15" fmla="*/ 18 h 121"/>
                  <a:gd name="T16" fmla="*/ 59 w 102"/>
                  <a:gd name="T17" fmla="*/ 76 h 121"/>
                  <a:gd name="T18" fmla="*/ 20 w 102"/>
                  <a:gd name="T19" fmla="*/ 117 h 121"/>
                  <a:gd name="T20" fmla="*/ 13 w 102"/>
                  <a:gd name="T21"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21">
                    <a:moveTo>
                      <a:pt x="13" y="121"/>
                    </a:moveTo>
                    <a:lnTo>
                      <a:pt x="13" y="121"/>
                    </a:lnTo>
                    <a:cubicBezTo>
                      <a:pt x="10" y="121"/>
                      <a:pt x="7" y="119"/>
                      <a:pt x="4" y="117"/>
                    </a:cubicBezTo>
                    <a:cubicBezTo>
                      <a:pt x="0" y="112"/>
                      <a:pt x="0" y="105"/>
                      <a:pt x="5" y="101"/>
                    </a:cubicBezTo>
                    <a:cubicBezTo>
                      <a:pt x="17" y="89"/>
                      <a:pt x="30" y="76"/>
                      <a:pt x="41" y="61"/>
                    </a:cubicBezTo>
                    <a:cubicBezTo>
                      <a:pt x="56" y="44"/>
                      <a:pt x="68" y="26"/>
                      <a:pt x="80" y="7"/>
                    </a:cubicBezTo>
                    <a:cubicBezTo>
                      <a:pt x="83" y="2"/>
                      <a:pt x="90" y="0"/>
                      <a:pt x="95" y="3"/>
                    </a:cubicBezTo>
                    <a:cubicBezTo>
                      <a:pt x="101" y="6"/>
                      <a:pt x="102" y="13"/>
                      <a:pt x="99" y="18"/>
                    </a:cubicBezTo>
                    <a:cubicBezTo>
                      <a:pt x="87" y="38"/>
                      <a:pt x="74" y="58"/>
                      <a:pt x="59" y="76"/>
                    </a:cubicBezTo>
                    <a:cubicBezTo>
                      <a:pt x="46" y="91"/>
                      <a:pt x="33" y="105"/>
                      <a:pt x="20" y="117"/>
                    </a:cubicBezTo>
                    <a:cubicBezTo>
                      <a:pt x="18" y="119"/>
                      <a:pt x="15" y="121"/>
                      <a:pt x="13" y="12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5" name="Freeform 30">
                <a:extLst>
                  <a:ext uri="{FF2B5EF4-FFF2-40B4-BE49-F238E27FC236}">
                    <a16:creationId xmlns:a16="http://schemas.microsoft.com/office/drawing/2014/main" id="{968FADC3-F3D3-6600-78E5-4DE68AB5DC13}"/>
                  </a:ext>
                </a:extLst>
              </p:cNvPr>
              <p:cNvSpPr>
                <a:spLocks/>
              </p:cNvSpPr>
              <p:nvPr/>
            </p:nvSpPr>
            <p:spPr bwMode="auto">
              <a:xfrm>
                <a:off x="3071" y="2226"/>
                <a:ext cx="17" cy="38"/>
              </a:xfrm>
              <a:custGeom>
                <a:avLst/>
                <a:gdLst>
                  <a:gd name="T0" fmla="*/ 27 w 39"/>
                  <a:gd name="T1" fmla="*/ 88 h 88"/>
                  <a:gd name="T2" fmla="*/ 27 w 39"/>
                  <a:gd name="T3" fmla="*/ 88 h 88"/>
                  <a:gd name="T4" fmla="*/ 15 w 39"/>
                  <a:gd name="T5" fmla="*/ 78 h 88"/>
                  <a:gd name="T6" fmla="*/ 1 w 39"/>
                  <a:gd name="T7" fmla="*/ 15 h 88"/>
                  <a:gd name="T8" fmla="*/ 9 w 39"/>
                  <a:gd name="T9" fmla="*/ 1 h 88"/>
                  <a:gd name="T10" fmla="*/ 23 w 39"/>
                  <a:gd name="T11" fmla="*/ 9 h 88"/>
                  <a:gd name="T12" fmla="*/ 38 w 39"/>
                  <a:gd name="T13" fmla="*/ 75 h 88"/>
                  <a:gd name="T14" fmla="*/ 28 w 39"/>
                  <a:gd name="T15" fmla="*/ 88 h 88"/>
                  <a:gd name="T16" fmla="*/ 27 w 39"/>
                  <a:gd name="T1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88">
                    <a:moveTo>
                      <a:pt x="27" y="88"/>
                    </a:moveTo>
                    <a:lnTo>
                      <a:pt x="27" y="88"/>
                    </a:lnTo>
                    <a:cubicBezTo>
                      <a:pt x="21" y="88"/>
                      <a:pt x="16" y="84"/>
                      <a:pt x="15" y="78"/>
                    </a:cubicBezTo>
                    <a:cubicBezTo>
                      <a:pt x="12" y="57"/>
                      <a:pt x="8" y="36"/>
                      <a:pt x="1" y="15"/>
                    </a:cubicBezTo>
                    <a:cubicBezTo>
                      <a:pt x="0" y="9"/>
                      <a:pt x="3" y="3"/>
                      <a:pt x="9" y="1"/>
                    </a:cubicBezTo>
                    <a:cubicBezTo>
                      <a:pt x="15" y="0"/>
                      <a:pt x="21" y="3"/>
                      <a:pt x="23" y="9"/>
                    </a:cubicBezTo>
                    <a:cubicBezTo>
                      <a:pt x="30" y="30"/>
                      <a:pt x="35" y="53"/>
                      <a:pt x="38" y="75"/>
                    </a:cubicBezTo>
                    <a:cubicBezTo>
                      <a:pt x="39" y="81"/>
                      <a:pt x="34" y="87"/>
                      <a:pt x="28" y="88"/>
                    </a:cubicBezTo>
                    <a:cubicBezTo>
                      <a:pt x="28" y="88"/>
                      <a:pt x="27" y="88"/>
                      <a:pt x="27" y="88"/>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6" name="Freeform 31">
                <a:extLst>
                  <a:ext uri="{FF2B5EF4-FFF2-40B4-BE49-F238E27FC236}">
                    <a16:creationId xmlns:a16="http://schemas.microsoft.com/office/drawing/2014/main" id="{06F8EABC-6D7A-B088-F174-A1867E2874BA}"/>
                  </a:ext>
                </a:extLst>
              </p:cNvPr>
              <p:cNvSpPr>
                <a:spLocks/>
              </p:cNvSpPr>
              <p:nvPr/>
            </p:nvSpPr>
            <p:spPr bwMode="auto">
              <a:xfrm>
                <a:off x="2936" y="2092"/>
                <a:ext cx="111" cy="77"/>
              </a:xfrm>
              <a:custGeom>
                <a:avLst/>
                <a:gdLst>
                  <a:gd name="T0" fmla="*/ 244 w 257"/>
                  <a:gd name="T1" fmla="*/ 177 h 177"/>
                  <a:gd name="T2" fmla="*/ 244 w 257"/>
                  <a:gd name="T3" fmla="*/ 177 h 177"/>
                  <a:gd name="T4" fmla="*/ 235 w 257"/>
                  <a:gd name="T5" fmla="*/ 173 h 177"/>
                  <a:gd name="T6" fmla="*/ 186 w 257"/>
                  <a:gd name="T7" fmla="*/ 120 h 177"/>
                  <a:gd name="T8" fmla="*/ 136 w 257"/>
                  <a:gd name="T9" fmla="*/ 82 h 177"/>
                  <a:gd name="T10" fmla="*/ 84 w 257"/>
                  <a:gd name="T11" fmla="*/ 51 h 177"/>
                  <a:gd name="T12" fmla="*/ 51 w 257"/>
                  <a:gd name="T13" fmla="*/ 37 h 177"/>
                  <a:gd name="T14" fmla="*/ 10 w 257"/>
                  <a:gd name="T15" fmla="*/ 24 h 177"/>
                  <a:gd name="T16" fmla="*/ 2 w 257"/>
                  <a:gd name="T17" fmla="*/ 10 h 177"/>
                  <a:gd name="T18" fmla="*/ 16 w 257"/>
                  <a:gd name="T19" fmla="*/ 2 h 177"/>
                  <a:gd name="T20" fmla="*/ 59 w 257"/>
                  <a:gd name="T21" fmla="*/ 15 h 177"/>
                  <a:gd name="T22" fmla="*/ 94 w 257"/>
                  <a:gd name="T23" fmla="*/ 30 h 177"/>
                  <a:gd name="T24" fmla="*/ 149 w 257"/>
                  <a:gd name="T25" fmla="*/ 63 h 177"/>
                  <a:gd name="T26" fmla="*/ 201 w 257"/>
                  <a:gd name="T27" fmla="*/ 103 h 177"/>
                  <a:gd name="T28" fmla="*/ 253 w 257"/>
                  <a:gd name="T29" fmla="*/ 159 h 177"/>
                  <a:gd name="T30" fmla="*/ 251 w 257"/>
                  <a:gd name="T31" fmla="*/ 175 h 177"/>
                  <a:gd name="T32" fmla="*/ 244 w 257"/>
                  <a:gd name="T33"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7" h="177">
                    <a:moveTo>
                      <a:pt x="244" y="177"/>
                    </a:moveTo>
                    <a:lnTo>
                      <a:pt x="244" y="177"/>
                    </a:lnTo>
                    <a:cubicBezTo>
                      <a:pt x="241" y="177"/>
                      <a:pt x="237" y="176"/>
                      <a:pt x="235" y="173"/>
                    </a:cubicBezTo>
                    <a:cubicBezTo>
                      <a:pt x="219" y="152"/>
                      <a:pt x="203" y="135"/>
                      <a:pt x="186" y="120"/>
                    </a:cubicBezTo>
                    <a:cubicBezTo>
                      <a:pt x="170" y="105"/>
                      <a:pt x="152" y="93"/>
                      <a:pt x="136" y="82"/>
                    </a:cubicBezTo>
                    <a:cubicBezTo>
                      <a:pt x="122" y="73"/>
                      <a:pt x="104" y="60"/>
                      <a:pt x="84" y="51"/>
                    </a:cubicBezTo>
                    <a:cubicBezTo>
                      <a:pt x="73" y="46"/>
                      <a:pt x="62" y="41"/>
                      <a:pt x="51" y="37"/>
                    </a:cubicBezTo>
                    <a:cubicBezTo>
                      <a:pt x="39" y="32"/>
                      <a:pt x="25" y="28"/>
                      <a:pt x="10" y="24"/>
                    </a:cubicBezTo>
                    <a:cubicBezTo>
                      <a:pt x="4" y="22"/>
                      <a:pt x="0" y="16"/>
                      <a:pt x="2" y="10"/>
                    </a:cubicBezTo>
                    <a:cubicBezTo>
                      <a:pt x="3" y="4"/>
                      <a:pt x="9" y="0"/>
                      <a:pt x="16" y="2"/>
                    </a:cubicBezTo>
                    <a:cubicBezTo>
                      <a:pt x="32" y="6"/>
                      <a:pt x="46" y="10"/>
                      <a:pt x="59" y="15"/>
                    </a:cubicBezTo>
                    <a:cubicBezTo>
                      <a:pt x="71" y="20"/>
                      <a:pt x="83" y="25"/>
                      <a:pt x="94" y="30"/>
                    </a:cubicBezTo>
                    <a:cubicBezTo>
                      <a:pt x="115" y="41"/>
                      <a:pt x="135" y="53"/>
                      <a:pt x="149" y="63"/>
                    </a:cubicBezTo>
                    <a:cubicBezTo>
                      <a:pt x="165" y="74"/>
                      <a:pt x="184" y="87"/>
                      <a:pt x="201" y="103"/>
                    </a:cubicBezTo>
                    <a:cubicBezTo>
                      <a:pt x="219" y="119"/>
                      <a:pt x="236" y="137"/>
                      <a:pt x="253" y="159"/>
                    </a:cubicBezTo>
                    <a:cubicBezTo>
                      <a:pt x="257" y="164"/>
                      <a:pt x="256" y="171"/>
                      <a:pt x="251" y="175"/>
                    </a:cubicBezTo>
                    <a:cubicBezTo>
                      <a:pt x="249" y="176"/>
                      <a:pt x="246" y="177"/>
                      <a:pt x="244" y="177"/>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7" name="Freeform 32">
                <a:extLst>
                  <a:ext uri="{FF2B5EF4-FFF2-40B4-BE49-F238E27FC236}">
                    <a16:creationId xmlns:a16="http://schemas.microsoft.com/office/drawing/2014/main" id="{2BE4B442-D5A4-88FC-F0F0-70AFD3A5047B}"/>
                  </a:ext>
                </a:extLst>
              </p:cNvPr>
              <p:cNvSpPr>
                <a:spLocks/>
              </p:cNvSpPr>
              <p:nvPr/>
            </p:nvSpPr>
            <p:spPr bwMode="auto">
              <a:xfrm>
                <a:off x="2636" y="2038"/>
                <a:ext cx="184" cy="202"/>
              </a:xfrm>
              <a:custGeom>
                <a:avLst/>
                <a:gdLst>
                  <a:gd name="T0" fmla="*/ 13 w 422"/>
                  <a:gd name="T1" fmla="*/ 463 h 463"/>
                  <a:gd name="T2" fmla="*/ 13 w 422"/>
                  <a:gd name="T3" fmla="*/ 463 h 463"/>
                  <a:gd name="T4" fmla="*/ 10 w 422"/>
                  <a:gd name="T5" fmla="*/ 463 h 463"/>
                  <a:gd name="T6" fmla="*/ 2 w 422"/>
                  <a:gd name="T7" fmla="*/ 449 h 463"/>
                  <a:gd name="T8" fmla="*/ 31 w 422"/>
                  <a:gd name="T9" fmla="*/ 357 h 463"/>
                  <a:gd name="T10" fmla="*/ 74 w 422"/>
                  <a:gd name="T11" fmla="*/ 264 h 463"/>
                  <a:gd name="T12" fmla="*/ 129 w 422"/>
                  <a:gd name="T13" fmla="*/ 189 h 463"/>
                  <a:gd name="T14" fmla="*/ 207 w 422"/>
                  <a:gd name="T15" fmla="*/ 111 h 463"/>
                  <a:gd name="T16" fmla="*/ 290 w 422"/>
                  <a:gd name="T17" fmla="*/ 54 h 463"/>
                  <a:gd name="T18" fmla="*/ 355 w 422"/>
                  <a:gd name="T19" fmla="*/ 20 h 463"/>
                  <a:gd name="T20" fmla="*/ 406 w 422"/>
                  <a:gd name="T21" fmla="*/ 2 h 463"/>
                  <a:gd name="T22" fmla="*/ 420 w 422"/>
                  <a:gd name="T23" fmla="*/ 10 h 463"/>
                  <a:gd name="T24" fmla="*/ 413 w 422"/>
                  <a:gd name="T25" fmla="*/ 24 h 463"/>
                  <a:gd name="T26" fmla="*/ 364 w 422"/>
                  <a:gd name="T27" fmla="*/ 41 h 463"/>
                  <a:gd name="T28" fmla="*/ 302 w 422"/>
                  <a:gd name="T29" fmla="*/ 73 h 463"/>
                  <a:gd name="T30" fmla="*/ 221 w 422"/>
                  <a:gd name="T31" fmla="*/ 129 h 463"/>
                  <a:gd name="T32" fmla="*/ 146 w 422"/>
                  <a:gd name="T33" fmla="*/ 204 h 463"/>
                  <a:gd name="T34" fmla="*/ 93 w 422"/>
                  <a:gd name="T35" fmla="*/ 276 h 463"/>
                  <a:gd name="T36" fmla="*/ 52 w 422"/>
                  <a:gd name="T37" fmla="*/ 365 h 463"/>
                  <a:gd name="T38" fmla="*/ 24 w 422"/>
                  <a:gd name="T39" fmla="*/ 454 h 463"/>
                  <a:gd name="T40" fmla="*/ 13 w 422"/>
                  <a:gd name="T41" fmla="*/ 463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2" h="463">
                    <a:moveTo>
                      <a:pt x="13" y="463"/>
                    </a:moveTo>
                    <a:lnTo>
                      <a:pt x="13" y="463"/>
                    </a:lnTo>
                    <a:cubicBezTo>
                      <a:pt x="12" y="463"/>
                      <a:pt x="11" y="463"/>
                      <a:pt x="10" y="463"/>
                    </a:cubicBezTo>
                    <a:cubicBezTo>
                      <a:pt x="4" y="461"/>
                      <a:pt x="0" y="455"/>
                      <a:pt x="2" y="449"/>
                    </a:cubicBezTo>
                    <a:cubicBezTo>
                      <a:pt x="9" y="417"/>
                      <a:pt x="20" y="386"/>
                      <a:pt x="31" y="357"/>
                    </a:cubicBezTo>
                    <a:cubicBezTo>
                      <a:pt x="43" y="326"/>
                      <a:pt x="56" y="294"/>
                      <a:pt x="74" y="264"/>
                    </a:cubicBezTo>
                    <a:cubicBezTo>
                      <a:pt x="91" y="235"/>
                      <a:pt x="113" y="209"/>
                      <a:pt x="129" y="189"/>
                    </a:cubicBezTo>
                    <a:cubicBezTo>
                      <a:pt x="155" y="159"/>
                      <a:pt x="181" y="133"/>
                      <a:pt x="207" y="111"/>
                    </a:cubicBezTo>
                    <a:cubicBezTo>
                      <a:pt x="231" y="92"/>
                      <a:pt x="258" y="73"/>
                      <a:pt x="290" y="54"/>
                    </a:cubicBezTo>
                    <a:cubicBezTo>
                      <a:pt x="309" y="43"/>
                      <a:pt x="331" y="30"/>
                      <a:pt x="355" y="20"/>
                    </a:cubicBezTo>
                    <a:cubicBezTo>
                      <a:pt x="370" y="14"/>
                      <a:pt x="386" y="8"/>
                      <a:pt x="406" y="2"/>
                    </a:cubicBezTo>
                    <a:cubicBezTo>
                      <a:pt x="412" y="0"/>
                      <a:pt x="418" y="4"/>
                      <a:pt x="420" y="10"/>
                    </a:cubicBezTo>
                    <a:cubicBezTo>
                      <a:pt x="422" y="16"/>
                      <a:pt x="419" y="22"/>
                      <a:pt x="413" y="24"/>
                    </a:cubicBezTo>
                    <a:cubicBezTo>
                      <a:pt x="393" y="30"/>
                      <a:pt x="378" y="35"/>
                      <a:pt x="364" y="41"/>
                    </a:cubicBezTo>
                    <a:cubicBezTo>
                      <a:pt x="341" y="51"/>
                      <a:pt x="320" y="63"/>
                      <a:pt x="302" y="73"/>
                    </a:cubicBezTo>
                    <a:cubicBezTo>
                      <a:pt x="271" y="92"/>
                      <a:pt x="244" y="110"/>
                      <a:pt x="221" y="129"/>
                    </a:cubicBezTo>
                    <a:cubicBezTo>
                      <a:pt x="196" y="150"/>
                      <a:pt x="172" y="174"/>
                      <a:pt x="146" y="204"/>
                    </a:cubicBezTo>
                    <a:cubicBezTo>
                      <a:pt x="130" y="223"/>
                      <a:pt x="110" y="248"/>
                      <a:pt x="93" y="276"/>
                    </a:cubicBezTo>
                    <a:cubicBezTo>
                      <a:pt x="76" y="304"/>
                      <a:pt x="64" y="335"/>
                      <a:pt x="52" y="365"/>
                    </a:cubicBezTo>
                    <a:cubicBezTo>
                      <a:pt x="42" y="393"/>
                      <a:pt x="30" y="423"/>
                      <a:pt x="24" y="454"/>
                    </a:cubicBezTo>
                    <a:cubicBezTo>
                      <a:pt x="23" y="459"/>
                      <a:pt x="18" y="463"/>
                      <a:pt x="13" y="463"/>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8" name="Freeform 33">
                <a:extLst>
                  <a:ext uri="{FF2B5EF4-FFF2-40B4-BE49-F238E27FC236}">
                    <a16:creationId xmlns:a16="http://schemas.microsoft.com/office/drawing/2014/main" id="{F591C28C-0879-DA04-F6E2-39DFD9B5127C}"/>
                  </a:ext>
                </a:extLst>
              </p:cNvPr>
              <p:cNvSpPr>
                <a:spLocks/>
              </p:cNvSpPr>
              <p:nvPr/>
            </p:nvSpPr>
            <p:spPr bwMode="auto">
              <a:xfrm>
                <a:off x="2641" y="2350"/>
                <a:ext cx="20" cy="36"/>
              </a:xfrm>
              <a:custGeom>
                <a:avLst/>
                <a:gdLst>
                  <a:gd name="T0" fmla="*/ 34 w 47"/>
                  <a:gd name="T1" fmla="*/ 84 h 84"/>
                  <a:gd name="T2" fmla="*/ 34 w 47"/>
                  <a:gd name="T3" fmla="*/ 84 h 84"/>
                  <a:gd name="T4" fmla="*/ 24 w 47"/>
                  <a:gd name="T5" fmla="*/ 77 h 84"/>
                  <a:gd name="T6" fmla="*/ 2 w 47"/>
                  <a:gd name="T7" fmla="*/ 16 h 84"/>
                  <a:gd name="T8" fmla="*/ 10 w 47"/>
                  <a:gd name="T9" fmla="*/ 2 h 84"/>
                  <a:gd name="T10" fmla="*/ 24 w 47"/>
                  <a:gd name="T11" fmla="*/ 10 h 84"/>
                  <a:gd name="T12" fmla="*/ 45 w 47"/>
                  <a:gd name="T13" fmla="*/ 69 h 84"/>
                  <a:gd name="T14" fmla="*/ 39 w 47"/>
                  <a:gd name="T15" fmla="*/ 84 h 84"/>
                  <a:gd name="T16" fmla="*/ 34 w 47"/>
                  <a:gd name="T17"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84">
                    <a:moveTo>
                      <a:pt x="34" y="84"/>
                    </a:moveTo>
                    <a:lnTo>
                      <a:pt x="34" y="84"/>
                    </a:lnTo>
                    <a:cubicBezTo>
                      <a:pt x="30" y="84"/>
                      <a:pt x="26" y="82"/>
                      <a:pt x="24" y="77"/>
                    </a:cubicBezTo>
                    <a:cubicBezTo>
                      <a:pt x="14" y="55"/>
                      <a:pt x="7" y="35"/>
                      <a:pt x="2" y="16"/>
                    </a:cubicBezTo>
                    <a:cubicBezTo>
                      <a:pt x="0" y="10"/>
                      <a:pt x="4" y="4"/>
                      <a:pt x="10" y="2"/>
                    </a:cubicBezTo>
                    <a:cubicBezTo>
                      <a:pt x="16" y="0"/>
                      <a:pt x="22" y="4"/>
                      <a:pt x="24" y="10"/>
                    </a:cubicBezTo>
                    <a:cubicBezTo>
                      <a:pt x="29" y="28"/>
                      <a:pt x="36" y="47"/>
                      <a:pt x="45" y="69"/>
                    </a:cubicBezTo>
                    <a:cubicBezTo>
                      <a:pt x="47" y="74"/>
                      <a:pt x="44" y="81"/>
                      <a:pt x="39" y="84"/>
                    </a:cubicBezTo>
                    <a:cubicBezTo>
                      <a:pt x="37" y="84"/>
                      <a:pt x="36" y="84"/>
                      <a:pt x="34" y="8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9" name="Freeform 34">
                <a:extLst>
                  <a:ext uri="{FF2B5EF4-FFF2-40B4-BE49-F238E27FC236}">
                    <a16:creationId xmlns:a16="http://schemas.microsoft.com/office/drawing/2014/main" id="{FA37F108-4F4A-B8B1-625C-3C1DB4EBD386}"/>
                  </a:ext>
                </a:extLst>
              </p:cNvPr>
              <p:cNvSpPr>
                <a:spLocks/>
              </p:cNvSpPr>
              <p:nvPr/>
            </p:nvSpPr>
            <p:spPr bwMode="auto">
              <a:xfrm>
                <a:off x="2759" y="2500"/>
                <a:ext cx="178" cy="44"/>
              </a:xfrm>
              <a:custGeom>
                <a:avLst/>
                <a:gdLst>
                  <a:gd name="T0" fmla="*/ 299 w 410"/>
                  <a:gd name="T1" fmla="*/ 101 h 101"/>
                  <a:gd name="T2" fmla="*/ 299 w 410"/>
                  <a:gd name="T3" fmla="*/ 101 h 101"/>
                  <a:gd name="T4" fmla="*/ 268 w 410"/>
                  <a:gd name="T5" fmla="*/ 100 h 101"/>
                  <a:gd name="T6" fmla="*/ 199 w 410"/>
                  <a:gd name="T7" fmla="*/ 92 h 101"/>
                  <a:gd name="T8" fmla="*/ 137 w 410"/>
                  <a:gd name="T9" fmla="*/ 78 h 101"/>
                  <a:gd name="T10" fmla="*/ 78 w 410"/>
                  <a:gd name="T11" fmla="*/ 58 h 101"/>
                  <a:gd name="T12" fmla="*/ 8 w 410"/>
                  <a:gd name="T13" fmla="*/ 23 h 101"/>
                  <a:gd name="T14" fmla="*/ 3 w 410"/>
                  <a:gd name="T15" fmla="*/ 8 h 101"/>
                  <a:gd name="T16" fmla="*/ 19 w 410"/>
                  <a:gd name="T17" fmla="*/ 3 h 101"/>
                  <a:gd name="T18" fmla="*/ 86 w 410"/>
                  <a:gd name="T19" fmla="*/ 37 h 101"/>
                  <a:gd name="T20" fmla="*/ 143 w 410"/>
                  <a:gd name="T21" fmla="*/ 57 h 101"/>
                  <a:gd name="T22" fmla="*/ 203 w 410"/>
                  <a:gd name="T23" fmla="*/ 70 h 101"/>
                  <a:gd name="T24" fmla="*/ 269 w 410"/>
                  <a:gd name="T25" fmla="*/ 77 h 101"/>
                  <a:gd name="T26" fmla="*/ 336 w 410"/>
                  <a:gd name="T27" fmla="*/ 77 h 101"/>
                  <a:gd name="T28" fmla="*/ 396 w 410"/>
                  <a:gd name="T29" fmla="*/ 70 h 101"/>
                  <a:gd name="T30" fmla="*/ 409 w 410"/>
                  <a:gd name="T31" fmla="*/ 80 h 101"/>
                  <a:gd name="T32" fmla="*/ 400 w 410"/>
                  <a:gd name="T33" fmla="*/ 93 h 101"/>
                  <a:gd name="T34" fmla="*/ 337 w 410"/>
                  <a:gd name="T35" fmla="*/ 100 h 101"/>
                  <a:gd name="T36" fmla="*/ 299 w 410"/>
                  <a:gd name="T3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0" h="101">
                    <a:moveTo>
                      <a:pt x="299" y="101"/>
                    </a:moveTo>
                    <a:lnTo>
                      <a:pt x="299" y="101"/>
                    </a:lnTo>
                    <a:cubicBezTo>
                      <a:pt x="288" y="101"/>
                      <a:pt x="278" y="100"/>
                      <a:pt x="268" y="100"/>
                    </a:cubicBezTo>
                    <a:cubicBezTo>
                      <a:pt x="245" y="99"/>
                      <a:pt x="222" y="96"/>
                      <a:pt x="199" y="92"/>
                    </a:cubicBezTo>
                    <a:cubicBezTo>
                      <a:pt x="176" y="88"/>
                      <a:pt x="156" y="84"/>
                      <a:pt x="137" y="78"/>
                    </a:cubicBezTo>
                    <a:cubicBezTo>
                      <a:pt x="118" y="73"/>
                      <a:pt x="98" y="66"/>
                      <a:pt x="78" y="58"/>
                    </a:cubicBezTo>
                    <a:cubicBezTo>
                      <a:pt x="55" y="48"/>
                      <a:pt x="31" y="36"/>
                      <a:pt x="8" y="23"/>
                    </a:cubicBezTo>
                    <a:cubicBezTo>
                      <a:pt x="2" y="20"/>
                      <a:pt x="0" y="13"/>
                      <a:pt x="3" y="8"/>
                    </a:cubicBezTo>
                    <a:cubicBezTo>
                      <a:pt x="7" y="2"/>
                      <a:pt x="14" y="0"/>
                      <a:pt x="19" y="3"/>
                    </a:cubicBezTo>
                    <a:cubicBezTo>
                      <a:pt x="41" y="16"/>
                      <a:pt x="64" y="27"/>
                      <a:pt x="86" y="37"/>
                    </a:cubicBezTo>
                    <a:cubicBezTo>
                      <a:pt x="106" y="45"/>
                      <a:pt x="125" y="51"/>
                      <a:pt x="143" y="57"/>
                    </a:cubicBezTo>
                    <a:cubicBezTo>
                      <a:pt x="161" y="62"/>
                      <a:pt x="180" y="66"/>
                      <a:pt x="203" y="70"/>
                    </a:cubicBezTo>
                    <a:cubicBezTo>
                      <a:pt x="225" y="74"/>
                      <a:pt x="248" y="76"/>
                      <a:pt x="269" y="77"/>
                    </a:cubicBezTo>
                    <a:cubicBezTo>
                      <a:pt x="290" y="78"/>
                      <a:pt x="313" y="78"/>
                      <a:pt x="336" y="77"/>
                    </a:cubicBezTo>
                    <a:cubicBezTo>
                      <a:pt x="357" y="76"/>
                      <a:pt x="377" y="74"/>
                      <a:pt x="396" y="70"/>
                    </a:cubicBezTo>
                    <a:cubicBezTo>
                      <a:pt x="403" y="69"/>
                      <a:pt x="408" y="73"/>
                      <a:pt x="409" y="80"/>
                    </a:cubicBezTo>
                    <a:cubicBezTo>
                      <a:pt x="410" y="86"/>
                      <a:pt x="406" y="92"/>
                      <a:pt x="400" y="93"/>
                    </a:cubicBezTo>
                    <a:cubicBezTo>
                      <a:pt x="380" y="96"/>
                      <a:pt x="360" y="98"/>
                      <a:pt x="337" y="100"/>
                    </a:cubicBezTo>
                    <a:cubicBezTo>
                      <a:pt x="324" y="100"/>
                      <a:pt x="312" y="101"/>
                      <a:pt x="299" y="10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0" name="Freeform 35">
                <a:extLst>
                  <a:ext uri="{FF2B5EF4-FFF2-40B4-BE49-F238E27FC236}">
                    <a16:creationId xmlns:a16="http://schemas.microsoft.com/office/drawing/2014/main" id="{7523E0B8-542F-816C-C430-337F2A0CE2D7}"/>
                  </a:ext>
                </a:extLst>
              </p:cNvPr>
              <p:cNvSpPr>
                <a:spLocks/>
              </p:cNvSpPr>
              <p:nvPr/>
            </p:nvSpPr>
            <p:spPr bwMode="auto">
              <a:xfrm>
                <a:off x="2976" y="2503"/>
                <a:ext cx="39" cy="23"/>
              </a:xfrm>
              <a:custGeom>
                <a:avLst/>
                <a:gdLst>
                  <a:gd name="T0" fmla="*/ 13 w 90"/>
                  <a:gd name="T1" fmla="*/ 54 h 54"/>
                  <a:gd name="T2" fmla="*/ 13 w 90"/>
                  <a:gd name="T3" fmla="*/ 54 h 54"/>
                  <a:gd name="T4" fmla="*/ 2 w 90"/>
                  <a:gd name="T5" fmla="*/ 47 h 54"/>
                  <a:gd name="T6" fmla="*/ 9 w 90"/>
                  <a:gd name="T7" fmla="*/ 32 h 54"/>
                  <a:gd name="T8" fmla="*/ 71 w 90"/>
                  <a:gd name="T9" fmla="*/ 3 h 54"/>
                  <a:gd name="T10" fmla="*/ 87 w 90"/>
                  <a:gd name="T11" fmla="*/ 7 h 54"/>
                  <a:gd name="T12" fmla="*/ 82 w 90"/>
                  <a:gd name="T13" fmla="*/ 23 h 54"/>
                  <a:gd name="T14" fmla="*/ 17 w 90"/>
                  <a:gd name="T15" fmla="*/ 53 h 54"/>
                  <a:gd name="T16" fmla="*/ 13 w 90"/>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54">
                    <a:moveTo>
                      <a:pt x="13" y="54"/>
                    </a:moveTo>
                    <a:lnTo>
                      <a:pt x="13" y="54"/>
                    </a:lnTo>
                    <a:cubicBezTo>
                      <a:pt x="8" y="54"/>
                      <a:pt x="4" y="51"/>
                      <a:pt x="2" y="47"/>
                    </a:cubicBezTo>
                    <a:cubicBezTo>
                      <a:pt x="0" y="41"/>
                      <a:pt x="3" y="35"/>
                      <a:pt x="9" y="32"/>
                    </a:cubicBezTo>
                    <a:cubicBezTo>
                      <a:pt x="30" y="24"/>
                      <a:pt x="51" y="14"/>
                      <a:pt x="71" y="3"/>
                    </a:cubicBezTo>
                    <a:cubicBezTo>
                      <a:pt x="77" y="0"/>
                      <a:pt x="84" y="2"/>
                      <a:pt x="87" y="7"/>
                    </a:cubicBezTo>
                    <a:cubicBezTo>
                      <a:pt x="90" y="13"/>
                      <a:pt x="88" y="20"/>
                      <a:pt x="82" y="23"/>
                    </a:cubicBezTo>
                    <a:cubicBezTo>
                      <a:pt x="61" y="34"/>
                      <a:pt x="39" y="45"/>
                      <a:pt x="17" y="53"/>
                    </a:cubicBezTo>
                    <a:cubicBezTo>
                      <a:pt x="16" y="54"/>
                      <a:pt x="14" y="54"/>
                      <a:pt x="13" y="5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1" name="Freeform 36">
                <a:extLst>
                  <a:ext uri="{FF2B5EF4-FFF2-40B4-BE49-F238E27FC236}">
                    <a16:creationId xmlns:a16="http://schemas.microsoft.com/office/drawing/2014/main" id="{EBFD00FB-7DC4-1611-F9BE-10849D1670D4}"/>
                  </a:ext>
                </a:extLst>
              </p:cNvPr>
              <p:cNvSpPr>
                <a:spLocks/>
              </p:cNvSpPr>
              <p:nvPr/>
            </p:nvSpPr>
            <p:spPr bwMode="auto">
              <a:xfrm>
                <a:off x="3061" y="2436"/>
                <a:ext cx="33" cy="35"/>
              </a:xfrm>
              <a:custGeom>
                <a:avLst/>
                <a:gdLst>
                  <a:gd name="T0" fmla="*/ 12 w 75"/>
                  <a:gd name="T1" fmla="*/ 81 h 81"/>
                  <a:gd name="T2" fmla="*/ 12 w 75"/>
                  <a:gd name="T3" fmla="*/ 81 h 81"/>
                  <a:gd name="T4" fmla="*/ 4 w 75"/>
                  <a:gd name="T5" fmla="*/ 77 h 81"/>
                  <a:gd name="T6" fmla="*/ 4 w 75"/>
                  <a:gd name="T7" fmla="*/ 61 h 81"/>
                  <a:gd name="T8" fmla="*/ 53 w 75"/>
                  <a:gd name="T9" fmla="*/ 6 h 81"/>
                  <a:gd name="T10" fmla="*/ 69 w 75"/>
                  <a:gd name="T11" fmla="*/ 4 h 81"/>
                  <a:gd name="T12" fmla="*/ 71 w 75"/>
                  <a:gd name="T13" fmla="*/ 20 h 81"/>
                  <a:gd name="T14" fmla="*/ 20 w 75"/>
                  <a:gd name="T15" fmla="*/ 77 h 81"/>
                  <a:gd name="T16" fmla="*/ 12 w 75"/>
                  <a:gd name="T17"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2" y="81"/>
                    </a:moveTo>
                    <a:lnTo>
                      <a:pt x="12" y="81"/>
                    </a:lnTo>
                    <a:cubicBezTo>
                      <a:pt x="9" y="81"/>
                      <a:pt x="6" y="79"/>
                      <a:pt x="4" y="77"/>
                    </a:cubicBezTo>
                    <a:cubicBezTo>
                      <a:pt x="0" y="73"/>
                      <a:pt x="0" y="66"/>
                      <a:pt x="4" y="61"/>
                    </a:cubicBezTo>
                    <a:cubicBezTo>
                      <a:pt x="21" y="45"/>
                      <a:pt x="37" y="27"/>
                      <a:pt x="53" y="6"/>
                    </a:cubicBezTo>
                    <a:cubicBezTo>
                      <a:pt x="57" y="1"/>
                      <a:pt x="64" y="0"/>
                      <a:pt x="69" y="4"/>
                    </a:cubicBezTo>
                    <a:cubicBezTo>
                      <a:pt x="74" y="8"/>
                      <a:pt x="75" y="15"/>
                      <a:pt x="71" y="20"/>
                    </a:cubicBezTo>
                    <a:cubicBezTo>
                      <a:pt x="54" y="42"/>
                      <a:pt x="37" y="60"/>
                      <a:pt x="20" y="77"/>
                    </a:cubicBezTo>
                    <a:cubicBezTo>
                      <a:pt x="18" y="80"/>
                      <a:pt x="15" y="81"/>
                      <a:pt x="12" y="8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2" name="Freeform 37">
                <a:extLst>
                  <a:ext uri="{FF2B5EF4-FFF2-40B4-BE49-F238E27FC236}">
                    <a16:creationId xmlns:a16="http://schemas.microsoft.com/office/drawing/2014/main" id="{E528D528-15AC-0DB7-7DE8-6748E6171049}"/>
                  </a:ext>
                </a:extLst>
              </p:cNvPr>
              <p:cNvSpPr>
                <a:spLocks/>
              </p:cNvSpPr>
              <p:nvPr/>
            </p:nvSpPr>
            <p:spPr bwMode="auto">
              <a:xfrm>
                <a:off x="3123" y="2202"/>
                <a:ext cx="24" cy="169"/>
              </a:xfrm>
              <a:custGeom>
                <a:avLst/>
                <a:gdLst>
                  <a:gd name="T0" fmla="*/ 13 w 57"/>
                  <a:gd name="T1" fmla="*/ 389 h 389"/>
                  <a:gd name="T2" fmla="*/ 13 w 57"/>
                  <a:gd name="T3" fmla="*/ 389 h 389"/>
                  <a:gd name="T4" fmla="*/ 9 w 57"/>
                  <a:gd name="T5" fmla="*/ 388 h 389"/>
                  <a:gd name="T6" fmla="*/ 2 w 57"/>
                  <a:gd name="T7" fmla="*/ 374 h 389"/>
                  <a:gd name="T8" fmla="*/ 26 w 57"/>
                  <a:gd name="T9" fmla="*/ 290 h 389"/>
                  <a:gd name="T10" fmla="*/ 33 w 57"/>
                  <a:gd name="T11" fmla="*/ 224 h 389"/>
                  <a:gd name="T12" fmla="*/ 34 w 57"/>
                  <a:gd name="T13" fmla="*/ 165 h 389"/>
                  <a:gd name="T14" fmla="*/ 26 w 57"/>
                  <a:gd name="T15" fmla="*/ 102 h 389"/>
                  <a:gd name="T16" fmla="*/ 5 w 57"/>
                  <a:gd name="T17" fmla="*/ 16 h 389"/>
                  <a:gd name="T18" fmla="*/ 12 w 57"/>
                  <a:gd name="T19" fmla="*/ 2 h 389"/>
                  <a:gd name="T20" fmla="*/ 26 w 57"/>
                  <a:gd name="T21" fmla="*/ 9 h 389"/>
                  <a:gd name="T22" fmla="*/ 49 w 57"/>
                  <a:gd name="T23" fmla="*/ 98 h 389"/>
                  <a:gd name="T24" fmla="*/ 56 w 57"/>
                  <a:gd name="T25" fmla="*/ 164 h 389"/>
                  <a:gd name="T26" fmla="*/ 56 w 57"/>
                  <a:gd name="T27" fmla="*/ 225 h 389"/>
                  <a:gd name="T28" fmla="*/ 48 w 57"/>
                  <a:gd name="T29" fmla="*/ 294 h 389"/>
                  <a:gd name="T30" fmla="*/ 24 w 57"/>
                  <a:gd name="T31" fmla="*/ 381 h 389"/>
                  <a:gd name="T32" fmla="*/ 13 w 57"/>
                  <a:gd name="T33" fmla="*/ 38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389">
                    <a:moveTo>
                      <a:pt x="13" y="389"/>
                    </a:moveTo>
                    <a:lnTo>
                      <a:pt x="13" y="389"/>
                    </a:lnTo>
                    <a:cubicBezTo>
                      <a:pt x="12" y="389"/>
                      <a:pt x="11" y="389"/>
                      <a:pt x="9" y="388"/>
                    </a:cubicBezTo>
                    <a:cubicBezTo>
                      <a:pt x="3" y="386"/>
                      <a:pt x="0" y="380"/>
                      <a:pt x="2" y="374"/>
                    </a:cubicBezTo>
                    <a:cubicBezTo>
                      <a:pt x="14" y="341"/>
                      <a:pt x="21" y="315"/>
                      <a:pt x="26" y="290"/>
                    </a:cubicBezTo>
                    <a:cubicBezTo>
                      <a:pt x="29" y="270"/>
                      <a:pt x="32" y="248"/>
                      <a:pt x="33" y="224"/>
                    </a:cubicBezTo>
                    <a:cubicBezTo>
                      <a:pt x="34" y="202"/>
                      <a:pt x="35" y="183"/>
                      <a:pt x="34" y="165"/>
                    </a:cubicBezTo>
                    <a:cubicBezTo>
                      <a:pt x="33" y="145"/>
                      <a:pt x="30" y="124"/>
                      <a:pt x="26" y="102"/>
                    </a:cubicBezTo>
                    <a:cubicBezTo>
                      <a:pt x="22" y="73"/>
                      <a:pt x="14" y="44"/>
                      <a:pt x="5" y="16"/>
                    </a:cubicBezTo>
                    <a:cubicBezTo>
                      <a:pt x="3" y="10"/>
                      <a:pt x="6" y="4"/>
                      <a:pt x="12" y="2"/>
                    </a:cubicBezTo>
                    <a:cubicBezTo>
                      <a:pt x="18" y="0"/>
                      <a:pt x="24" y="3"/>
                      <a:pt x="26" y="9"/>
                    </a:cubicBezTo>
                    <a:cubicBezTo>
                      <a:pt x="36" y="38"/>
                      <a:pt x="44" y="68"/>
                      <a:pt x="49" y="98"/>
                    </a:cubicBezTo>
                    <a:cubicBezTo>
                      <a:pt x="53" y="121"/>
                      <a:pt x="55" y="143"/>
                      <a:pt x="56" y="164"/>
                    </a:cubicBezTo>
                    <a:cubicBezTo>
                      <a:pt x="57" y="183"/>
                      <a:pt x="57" y="203"/>
                      <a:pt x="56" y="225"/>
                    </a:cubicBezTo>
                    <a:cubicBezTo>
                      <a:pt x="54" y="251"/>
                      <a:pt x="52" y="273"/>
                      <a:pt x="48" y="294"/>
                    </a:cubicBezTo>
                    <a:cubicBezTo>
                      <a:pt x="43" y="320"/>
                      <a:pt x="36" y="347"/>
                      <a:pt x="24" y="381"/>
                    </a:cubicBezTo>
                    <a:cubicBezTo>
                      <a:pt x="22" y="386"/>
                      <a:pt x="18" y="389"/>
                      <a:pt x="13" y="38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3" name="Freeform 38">
                <a:extLst>
                  <a:ext uri="{FF2B5EF4-FFF2-40B4-BE49-F238E27FC236}">
                    <a16:creationId xmlns:a16="http://schemas.microsoft.com/office/drawing/2014/main" id="{87CC63F7-76E4-1C4E-00A0-674DFE5EBE0E}"/>
                  </a:ext>
                </a:extLst>
              </p:cNvPr>
              <p:cNvSpPr>
                <a:spLocks/>
              </p:cNvSpPr>
              <p:nvPr/>
            </p:nvSpPr>
            <p:spPr bwMode="auto">
              <a:xfrm>
                <a:off x="3048" y="2088"/>
                <a:ext cx="38" cy="38"/>
              </a:xfrm>
              <a:custGeom>
                <a:avLst/>
                <a:gdLst>
                  <a:gd name="T0" fmla="*/ 75 w 88"/>
                  <a:gd name="T1" fmla="*/ 88 h 88"/>
                  <a:gd name="T2" fmla="*/ 75 w 88"/>
                  <a:gd name="T3" fmla="*/ 88 h 88"/>
                  <a:gd name="T4" fmla="*/ 67 w 88"/>
                  <a:gd name="T5" fmla="*/ 84 h 88"/>
                  <a:gd name="T6" fmla="*/ 5 w 88"/>
                  <a:gd name="T7" fmla="*/ 21 h 88"/>
                  <a:gd name="T8" fmla="*/ 4 w 88"/>
                  <a:gd name="T9" fmla="*/ 5 h 88"/>
                  <a:gd name="T10" fmla="*/ 20 w 88"/>
                  <a:gd name="T11" fmla="*/ 4 h 88"/>
                  <a:gd name="T12" fmla="*/ 84 w 88"/>
                  <a:gd name="T13" fmla="*/ 70 h 88"/>
                  <a:gd name="T14" fmla="*/ 83 w 88"/>
                  <a:gd name="T15" fmla="*/ 86 h 88"/>
                  <a:gd name="T16" fmla="*/ 75 w 88"/>
                  <a:gd name="T1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88">
                    <a:moveTo>
                      <a:pt x="75" y="88"/>
                    </a:moveTo>
                    <a:lnTo>
                      <a:pt x="75" y="88"/>
                    </a:lnTo>
                    <a:cubicBezTo>
                      <a:pt x="72" y="88"/>
                      <a:pt x="69" y="87"/>
                      <a:pt x="67" y="84"/>
                    </a:cubicBezTo>
                    <a:cubicBezTo>
                      <a:pt x="46" y="60"/>
                      <a:pt x="26" y="39"/>
                      <a:pt x="5" y="21"/>
                    </a:cubicBezTo>
                    <a:cubicBezTo>
                      <a:pt x="1" y="17"/>
                      <a:pt x="0" y="10"/>
                      <a:pt x="4" y="5"/>
                    </a:cubicBezTo>
                    <a:cubicBezTo>
                      <a:pt x="8" y="1"/>
                      <a:pt x="16" y="0"/>
                      <a:pt x="20" y="4"/>
                    </a:cubicBezTo>
                    <a:cubicBezTo>
                      <a:pt x="42" y="23"/>
                      <a:pt x="63" y="44"/>
                      <a:pt x="84" y="70"/>
                    </a:cubicBezTo>
                    <a:cubicBezTo>
                      <a:pt x="88" y="75"/>
                      <a:pt x="88" y="82"/>
                      <a:pt x="83" y="86"/>
                    </a:cubicBezTo>
                    <a:cubicBezTo>
                      <a:pt x="81" y="88"/>
                      <a:pt x="78" y="88"/>
                      <a:pt x="75" y="8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4" name="Freeform 39">
                <a:extLst>
                  <a:ext uri="{FF2B5EF4-FFF2-40B4-BE49-F238E27FC236}">
                    <a16:creationId xmlns:a16="http://schemas.microsoft.com/office/drawing/2014/main" id="{DBE18EF1-1EE6-6008-D4C2-7EF1A7827507}"/>
                  </a:ext>
                </a:extLst>
              </p:cNvPr>
              <p:cNvSpPr>
                <a:spLocks/>
              </p:cNvSpPr>
              <p:nvPr/>
            </p:nvSpPr>
            <p:spPr bwMode="auto">
              <a:xfrm>
                <a:off x="2868" y="2028"/>
                <a:ext cx="133" cy="33"/>
              </a:xfrm>
              <a:custGeom>
                <a:avLst/>
                <a:gdLst>
                  <a:gd name="T0" fmla="*/ 293 w 306"/>
                  <a:gd name="T1" fmla="*/ 75 h 75"/>
                  <a:gd name="T2" fmla="*/ 293 w 306"/>
                  <a:gd name="T3" fmla="*/ 75 h 75"/>
                  <a:gd name="T4" fmla="*/ 288 w 306"/>
                  <a:gd name="T5" fmla="*/ 74 h 75"/>
                  <a:gd name="T6" fmla="*/ 246 w 306"/>
                  <a:gd name="T7" fmla="*/ 57 h 75"/>
                  <a:gd name="T8" fmla="*/ 186 w 306"/>
                  <a:gd name="T9" fmla="*/ 39 h 75"/>
                  <a:gd name="T10" fmla="*/ 97 w 306"/>
                  <a:gd name="T11" fmla="*/ 26 h 75"/>
                  <a:gd name="T12" fmla="*/ 12 w 306"/>
                  <a:gd name="T13" fmla="*/ 24 h 75"/>
                  <a:gd name="T14" fmla="*/ 0 w 306"/>
                  <a:gd name="T15" fmla="*/ 13 h 75"/>
                  <a:gd name="T16" fmla="*/ 11 w 306"/>
                  <a:gd name="T17" fmla="*/ 1 h 75"/>
                  <a:gd name="T18" fmla="*/ 99 w 306"/>
                  <a:gd name="T19" fmla="*/ 3 h 75"/>
                  <a:gd name="T20" fmla="*/ 191 w 306"/>
                  <a:gd name="T21" fmla="*/ 17 h 75"/>
                  <a:gd name="T22" fmla="*/ 253 w 306"/>
                  <a:gd name="T23" fmla="*/ 35 h 75"/>
                  <a:gd name="T24" fmla="*/ 298 w 306"/>
                  <a:gd name="T25" fmla="*/ 54 h 75"/>
                  <a:gd name="T26" fmla="*/ 303 w 306"/>
                  <a:gd name="T27" fmla="*/ 69 h 75"/>
                  <a:gd name="T28" fmla="*/ 293 w 306"/>
                  <a:gd name="T29"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6" h="75">
                    <a:moveTo>
                      <a:pt x="293" y="75"/>
                    </a:moveTo>
                    <a:lnTo>
                      <a:pt x="293" y="75"/>
                    </a:lnTo>
                    <a:cubicBezTo>
                      <a:pt x="292" y="75"/>
                      <a:pt x="290" y="75"/>
                      <a:pt x="288" y="74"/>
                    </a:cubicBezTo>
                    <a:cubicBezTo>
                      <a:pt x="275" y="68"/>
                      <a:pt x="261" y="62"/>
                      <a:pt x="246" y="57"/>
                    </a:cubicBezTo>
                    <a:cubicBezTo>
                      <a:pt x="228" y="50"/>
                      <a:pt x="208" y="44"/>
                      <a:pt x="186" y="39"/>
                    </a:cubicBezTo>
                    <a:cubicBezTo>
                      <a:pt x="159" y="33"/>
                      <a:pt x="130" y="29"/>
                      <a:pt x="97" y="26"/>
                    </a:cubicBezTo>
                    <a:cubicBezTo>
                      <a:pt x="64" y="23"/>
                      <a:pt x="37" y="22"/>
                      <a:pt x="12" y="24"/>
                    </a:cubicBezTo>
                    <a:cubicBezTo>
                      <a:pt x="6" y="24"/>
                      <a:pt x="1" y="19"/>
                      <a:pt x="0" y="13"/>
                    </a:cubicBezTo>
                    <a:cubicBezTo>
                      <a:pt x="0" y="7"/>
                      <a:pt x="5" y="1"/>
                      <a:pt x="11" y="1"/>
                    </a:cubicBezTo>
                    <a:cubicBezTo>
                      <a:pt x="37" y="0"/>
                      <a:pt x="65" y="0"/>
                      <a:pt x="99" y="3"/>
                    </a:cubicBezTo>
                    <a:cubicBezTo>
                      <a:pt x="133" y="6"/>
                      <a:pt x="163" y="11"/>
                      <a:pt x="191" y="17"/>
                    </a:cubicBezTo>
                    <a:cubicBezTo>
                      <a:pt x="214" y="23"/>
                      <a:pt x="234" y="29"/>
                      <a:pt x="253" y="35"/>
                    </a:cubicBezTo>
                    <a:cubicBezTo>
                      <a:pt x="269" y="41"/>
                      <a:pt x="284" y="47"/>
                      <a:pt x="298" y="54"/>
                    </a:cubicBezTo>
                    <a:cubicBezTo>
                      <a:pt x="304" y="57"/>
                      <a:pt x="306" y="63"/>
                      <a:pt x="303" y="69"/>
                    </a:cubicBezTo>
                    <a:cubicBezTo>
                      <a:pt x="302" y="73"/>
                      <a:pt x="297" y="75"/>
                      <a:pt x="293" y="7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5" name="Freeform 40">
                <a:extLst>
                  <a:ext uri="{FF2B5EF4-FFF2-40B4-BE49-F238E27FC236}">
                    <a16:creationId xmlns:a16="http://schemas.microsoft.com/office/drawing/2014/main" id="{1613D300-4E70-E4AD-D23F-8F137BC30AB5}"/>
                  </a:ext>
                </a:extLst>
              </p:cNvPr>
              <p:cNvSpPr>
                <a:spLocks/>
              </p:cNvSpPr>
              <p:nvPr/>
            </p:nvSpPr>
            <p:spPr bwMode="auto">
              <a:xfrm>
                <a:off x="2575" y="2125"/>
                <a:ext cx="51" cy="149"/>
              </a:xfrm>
              <a:custGeom>
                <a:avLst/>
                <a:gdLst>
                  <a:gd name="T0" fmla="*/ 12 w 119"/>
                  <a:gd name="T1" fmla="*/ 344 h 344"/>
                  <a:gd name="T2" fmla="*/ 12 w 119"/>
                  <a:gd name="T3" fmla="*/ 344 h 344"/>
                  <a:gd name="T4" fmla="*/ 11 w 119"/>
                  <a:gd name="T5" fmla="*/ 344 h 344"/>
                  <a:gd name="T6" fmla="*/ 1 w 119"/>
                  <a:gd name="T7" fmla="*/ 332 h 344"/>
                  <a:gd name="T8" fmla="*/ 12 w 119"/>
                  <a:gd name="T9" fmla="*/ 235 h 344"/>
                  <a:gd name="T10" fmla="*/ 43 w 119"/>
                  <a:gd name="T11" fmla="*/ 128 h 344"/>
                  <a:gd name="T12" fmla="*/ 97 w 119"/>
                  <a:gd name="T13" fmla="*/ 7 h 344"/>
                  <a:gd name="T14" fmla="*/ 112 w 119"/>
                  <a:gd name="T15" fmla="*/ 3 h 344"/>
                  <a:gd name="T16" fmla="*/ 116 w 119"/>
                  <a:gd name="T17" fmla="*/ 19 h 344"/>
                  <a:gd name="T18" fmla="*/ 65 w 119"/>
                  <a:gd name="T19" fmla="*/ 136 h 344"/>
                  <a:gd name="T20" fmla="*/ 34 w 119"/>
                  <a:gd name="T21" fmla="*/ 239 h 344"/>
                  <a:gd name="T22" fmla="*/ 23 w 119"/>
                  <a:gd name="T23" fmla="*/ 334 h 344"/>
                  <a:gd name="T24" fmla="*/ 12 w 119"/>
                  <a:gd name="T25"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344">
                    <a:moveTo>
                      <a:pt x="12" y="344"/>
                    </a:moveTo>
                    <a:lnTo>
                      <a:pt x="12" y="344"/>
                    </a:lnTo>
                    <a:cubicBezTo>
                      <a:pt x="12" y="344"/>
                      <a:pt x="12" y="344"/>
                      <a:pt x="11" y="344"/>
                    </a:cubicBezTo>
                    <a:cubicBezTo>
                      <a:pt x="5" y="344"/>
                      <a:pt x="0" y="339"/>
                      <a:pt x="1" y="332"/>
                    </a:cubicBezTo>
                    <a:cubicBezTo>
                      <a:pt x="3" y="293"/>
                      <a:pt x="6" y="263"/>
                      <a:pt x="12" y="235"/>
                    </a:cubicBezTo>
                    <a:cubicBezTo>
                      <a:pt x="19" y="197"/>
                      <a:pt x="31" y="161"/>
                      <a:pt x="43" y="128"/>
                    </a:cubicBezTo>
                    <a:cubicBezTo>
                      <a:pt x="58" y="88"/>
                      <a:pt x="74" y="46"/>
                      <a:pt x="97" y="7"/>
                    </a:cubicBezTo>
                    <a:cubicBezTo>
                      <a:pt x="100" y="2"/>
                      <a:pt x="107" y="0"/>
                      <a:pt x="112" y="3"/>
                    </a:cubicBezTo>
                    <a:cubicBezTo>
                      <a:pt x="117" y="6"/>
                      <a:pt x="119" y="13"/>
                      <a:pt x="116" y="19"/>
                    </a:cubicBezTo>
                    <a:cubicBezTo>
                      <a:pt x="95" y="56"/>
                      <a:pt x="79" y="97"/>
                      <a:pt x="65" y="136"/>
                    </a:cubicBezTo>
                    <a:cubicBezTo>
                      <a:pt x="53" y="168"/>
                      <a:pt x="41" y="203"/>
                      <a:pt x="34" y="239"/>
                    </a:cubicBezTo>
                    <a:cubicBezTo>
                      <a:pt x="29" y="266"/>
                      <a:pt x="26" y="295"/>
                      <a:pt x="23" y="334"/>
                    </a:cubicBezTo>
                    <a:cubicBezTo>
                      <a:pt x="23" y="340"/>
                      <a:pt x="18" y="344"/>
                      <a:pt x="12" y="34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6" name="Freeform 41">
                <a:extLst>
                  <a:ext uri="{FF2B5EF4-FFF2-40B4-BE49-F238E27FC236}">
                    <a16:creationId xmlns:a16="http://schemas.microsoft.com/office/drawing/2014/main" id="{204F4794-8EE1-2480-995C-D9FF1B977BB8}"/>
                  </a:ext>
                </a:extLst>
              </p:cNvPr>
              <p:cNvSpPr>
                <a:spLocks/>
              </p:cNvSpPr>
              <p:nvPr/>
            </p:nvSpPr>
            <p:spPr bwMode="auto">
              <a:xfrm>
                <a:off x="2579" y="2336"/>
                <a:ext cx="18" cy="43"/>
              </a:xfrm>
              <a:custGeom>
                <a:avLst/>
                <a:gdLst>
                  <a:gd name="T0" fmla="*/ 29 w 42"/>
                  <a:gd name="T1" fmla="*/ 99 h 99"/>
                  <a:gd name="T2" fmla="*/ 29 w 42"/>
                  <a:gd name="T3" fmla="*/ 99 h 99"/>
                  <a:gd name="T4" fmla="*/ 18 w 42"/>
                  <a:gd name="T5" fmla="*/ 91 h 99"/>
                  <a:gd name="T6" fmla="*/ 1 w 42"/>
                  <a:gd name="T7" fmla="*/ 14 h 99"/>
                  <a:gd name="T8" fmla="*/ 10 w 42"/>
                  <a:gd name="T9" fmla="*/ 1 h 99"/>
                  <a:gd name="T10" fmla="*/ 24 w 42"/>
                  <a:gd name="T11" fmla="*/ 10 h 99"/>
                  <a:gd name="T12" fmla="*/ 40 w 42"/>
                  <a:gd name="T13" fmla="*/ 84 h 99"/>
                  <a:gd name="T14" fmla="*/ 33 w 42"/>
                  <a:gd name="T15" fmla="*/ 98 h 99"/>
                  <a:gd name="T16" fmla="*/ 29 w 42"/>
                  <a:gd name="T17" fmla="*/ 9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99">
                    <a:moveTo>
                      <a:pt x="29" y="99"/>
                    </a:moveTo>
                    <a:lnTo>
                      <a:pt x="29" y="99"/>
                    </a:lnTo>
                    <a:cubicBezTo>
                      <a:pt x="24" y="99"/>
                      <a:pt x="20" y="96"/>
                      <a:pt x="18" y="91"/>
                    </a:cubicBezTo>
                    <a:cubicBezTo>
                      <a:pt x="11" y="64"/>
                      <a:pt x="5" y="37"/>
                      <a:pt x="1" y="14"/>
                    </a:cubicBezTo>
                    <a:cubicBezTo>
                      <a:pt x="0" y="8"/>
                      <a:pt x="4" y="2"/>
                      <a:pt x="10" y="1"/>
                    </a:cubicBezTo>
                    <a:cubicBezTo>
                      <a:pt x="17" y="0"/>
                      <a:pt x="22" y="4"/>
                      <a:pt x="24" y="10"/>
                    </a:cubicBezTo>
                    <a:cubicBezTo>
                      <a:pt x="28" y="33"/>
                      <a:pt x="33" y="59"/>
                      <a:pt x="40" y="84"/>
                    </a:cubicBezTo>
                    <a:cubicBezTo>
                      <a:pt x="42" y="90"/>
                      <a:pt x="39" y="97"/>
                      <a:pt x="33" y="98"/>
                    </a:cubicBezTo>
                    <a:cubicBezTo>
                      <a:pt x="31" y="99"/>
                      <a:pt x="30" y="99"/>
                      <a:pt x="29" y="9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7" name="Freeform 42">
                <a:extLst>
                  <a:ext uri="{FF2B5EF4-FFF2-40B4-BE49-F238E27FC236}">
                    <a16:creationId xmlns:a16="http://schemas.microsoft.com/office/drawing/2014/main" id="{63553921-3973-1780-4993-5FF1CFC2AFFA}"/>
                  </a:ext>
                </a:extLst>
              </p:cNvPr>
              <p:cNvSpPr>
                <a:spLocks/>
              </p:cNvSpPr>
              <p:nvPr/>
            </p:nvSpPr>
            <p:spPr bwMode="auto">
              <a:xfrm>
                <a:off x="2667" y="2502"/>
                <a:ext cx="42" cy="37"/>
              </a:xfrm>
              <a:custGeom>
                <a:avLst/>
                <a:gdLst>
                  <a:gd name="T0" fmla="*/ 85 w 97"/>
                  <a:gd name="T1" fmla="*/ 86 h 86"/>
                  <a:gd name="T2" fmla="*/ 85 w 97"/>
                  <a:gd name="T3" fmla="*/ 86 h 86"/>
                  <a:gd name="T4" fmla="*/ 78 w 97"/>
                  <a:gd name="T5" fmla="*/ 83 h 86"/>
                  <a:gd name="T6" fmla="*/ 4 w 97"/>
                  <a:gd name="T7" fmla="*/ 20 h 86"/>
                  <a:gd name="T8" fmla="*/ 4 w 97"/>
                  <a:gd name="T9" fmla="*/ 4 h 86"/>
                  <a:gd name="T10" fmla="*/ 20 w 97"/>
                  <a:gd name="T11" fmla="*/ 4 h 86"/>
                  <a:gd name="T12" fmla="*/ 91 w 97"/>
                  <a:gd name="T13" fmla="*/ 65 h 86"/>
                  <a:gd name="T14" fmla="*/ 94 w 97"/>
                  <a:gd name="T15" fmla="*/ 81 h 86"/>
                  <a:gd name="T16" fmla="*/ 85 w 97"/>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86">
                    <a:moveTo>
                      <a:pt x="85" y="86"/>
                    </a:moveTo>
                    <a:lnTo>
                      <a:pt x="85" y="86"/>
                    </a:lnTo>
                    <a:cubicBezTo>
                      <a:pt x="82" y="86"/>
                      <a:pt x="80" y="85"/>
                      <a:pt x="78" y="83"/>
                    </a:cubicBezTo>
                    <a:cubicBezTo>
                      <a:pt x="52" y="64"/>
                      <a:pt x="27" y="43"/>
                      <a:pt x="4" y="20"/>
                    </a:cubicBezTo>
                    <a:cubicBezTo>
                      <a:pt x="0" y="16"/>
                      <a:pt x="0" y="9"/>
                      <a:pt x="4" y="4"/>
                    </a:cubicBezTo>
                    <a:cubicBezTo>
                      <a:pt x="8" y="0"/>
                      <a:pt x="15" y="0"/>
                      <a:pt x="20" y="4"/>
                    </a:cubicBezTo>
                    <a:cubicBezTo>
                      <a:pt x="42" y="26"/>
                      <a:pt x="66" y="46"/>
                      <a:pt x="91" y="65"/>
                    </a:cubicBezTo>
                    <a:cubicBezTo>
                      <a:pt x="96" y="69"/>
                      <a:pt x="97" y="76"/>
                      <a:pt x="94" y="81"/>
                    </a:cubicBezTo>
                    <a:cubicBezTo>
                      <a:pt x="91" y="84"/>
                      <a:pt x="88" y="86"/>
                      <a:pt x="85" y="8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8" name="Freeform 43">
                <a:extLst>
                  <a:ext uri="{FF2B5EF4-FFF2-40B4-BE49-F238E27FC236}">
                    <a16:creationId xmlns:a16="http://schemas.microsoft.com/office/drawing/2014/main" id="{EBFBF7AA-4B1F-2489-021C-4EBEEF1537AE}"/>
                  </a:ext>
                </a:extLst>
              </p:cNvPr>
              <p:cNvSpPr>
                <a:spLocks/>
              </p:cNvSpPr>
              <p:nvPr/>
            </p:nvSpPr>
            <p:spPr bwMode="auto">
              <a:xfrm>
                <a:off x="2772" y="2570"/>
                <a:ext cx="110" cy="31"/>
              </a:xfrm>
              <a:custGeom>
                <a:avLst/>
                <a:gdLst>
                  <a:gd name="T0" fmla="*/ 242 w 253"/>
                  <a:gd name="T1" fmla="*/ 72 h 72"/>
                  <a:gd name="T2" fmla="*/ 242 w 253"/>
                  <a:gd name="T3" fmla="*/ 72 h 72"/>
                  <a:gd name="T4" fmla="*/ 241 w 253"/>
                  <a:gd name="T5" fmla="*/ 72 h 72"/>
                  <a:gd name="T6" fmla="*/ 157 w 253"/>
                  <a:gd name="T7" fmla="*/ 63 h 72"/>
                  <a:gd name="T8" fmla="*/ 79 w 253"/>
                  <a:gd name="T9" fmla="*/ 47 h 72"/>
                  <a:gd name="T10" fmla="*/ 8 w 253"/>
                  <a:gd name="T11" fmla="*/ 23 h 72"/>
                  <a:gd name="T12" fmla="*/ 2 w 253"/>
                  <a:gd name="T13" fmla="*/ 8 h 72"/>
                  <a:gd name="T14" fmla="*/ 17 w 253"/>
                  <a:gd name="T15" fmla="*/ 2 h 72"/>
                  <a:gd name="T16" fmla="*/ 85 w 253"/>
                  <a:gd name="T17" fmla="*/ 25 h 72"/>
                  <a:gd name="T18" fmla="*/ 160 w 253"/>
                  <a:gd name="T19" fmla="*/ 41 h 72"/>
                  <a:gd name="T20" fmla="*/ 242 w 253"/>
                  <a:gd name="T21" fmla="*/ 49 h 72"/>
                  <a:gd name="T22" fmla="*/ 253 w 253"/>
                  <a:gd name="T23" fmla="*/ 61 h 72"/>
                  <a:gd name="T24" fmla="*/ 242 w 253"/>
                  <a:gd name="T25"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3" h="72">
                    <a:moveTo>
                      <a:pt x="242" y="72"/>
                    </a:moveTo>
                    <a:lnTo>
                      <a:pt x="242" y="72"/>
                    </a:lnTo>
                    <a:cubicBezTo>
                      <a:pt x="241" y="72"/>
                      <a:pt x="241" y="72"/>
                      <a:pt x="241" y="72"/>
                    </a:cubicBezTo>
                    <a:cubicBezTo>
                      <a:pt x="214" y="71"/>
                      <a:pt x="186" y="68"/>
                      <a:pt x="157" y="63"/>
                    </a:cubicBezTo>
                    <a:cubicBezTo>
                      <a:pt x="128" y="59"/>
                      <a:pt x="103" y="54"/>
                      <a:pt x="79" y="47"/>
                    </a:cubicBezTo>
                    <a:cubicBezTo>
                      <a:pt x="56" y="41"/>
                      <a:pt x="33" y="33"/>
                      <a:pt x="8" y="23"/>
                    </a:cubicBezTo>
                    <a:cubicBezTo>
                      <a:pt x="3" y="21"/>
                      <a:pt x="0" y="14"/>
                      <a:pt x="2" y="8"/>
                    </a:cubicBezTo>
                    <a:cubicBezTo>
                      <a:pt x="4" y="3"/>
                      <a:pt x="11" y="0"/>
                      <a:pt x="17" y="2"/>
                    </a:cubicBezTo>
                    <a:cubicBezTo>
                      <a:pt x="41" y="12"/>
                      <a:pt x="63" y="19"/>
                      <a:pt x="85" y="25"/>
                    </a:cubicBezTo>
                    <a:cubicBezTo>
                      <a:pt x="108" y="31"/>
                      <a:pt x="133" y="37"/>
                      <a:pt x="160" y="41"/>
                    </a:cubicBezTo>
                    <a:cubicBezTo>
                      <a:pt x="188" y="45"/>
                      <a:pt x="216" y="48"/>
                      <a:pt x="242" y="49"/>
                    </a:cubicBezTo>
                    <a:cubicBezTo>
                      <a:pt x="248" y="49"/>
                      <a:pt x="253" y="55"/>
                      <a:pt x="253" y="61"/>
                    </a:cubicBezTo>
                    <a:cubicBezTo>
                      <a:pt x="253" y="67"/>
                      <a:pt x="248" y="72"/>
                      <a:pt x="242" y="7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9" name="Freeform 44">
                <a:extLst>
                  <a:ext uri="{FF2B5EF4-FFF2-40B4-BE49-F238E27FC236}">
                    <a16:creationId xmlns:a16="http://schemas.microsoft.com/office/drawing/2014/main" id="{D3C68526-D85D-6641-85A6-0E8BA45995F7}"/>
                  </a:ext>
                </a:extLst>
              </p:cNvPr>
              <p:cNvSpPr>
                <a:spLocks/>
              </p:cNvSpPr>
              <p:nvPr/>
            </p:nvSpPr>
            <p:spPr bwMode="auto">
              <a:xfrm>
                <a:off x="2940" y="2525"/>
                <a:ext cx="145" cy="71"/>
              </a:xfrm>
              <a:custGeom>
                <a:avLst/>
                <a:gdLst>
                  <a:gd name="T0" fmla="*/ 12 w 334"/>
                  <a:gd name="T1" fmla="*/ 163 h 163"/>
                  <a:gd name="T2" fmla="*/ 12 w 334"/>
                  <a:gd name="T3" fmla="*/ 163 h 163"/>
                  <a:gd name="T4" fmla="*/ 1 w 334"/>
                  <a:gd name="T5" fmla="*/ 154 h 163"/>
                  <a:gd name="T6" fmla="*/ 10 w 334"/>
                  <a:gd name="T7" fmla="*/ 141 h 163"/>
                  <a:gd name="T8" fmla="*/ 78 w 334"/>
                  <a:gd name="T9" fmla="*/ 125 h 163"/>
                  <a:gd name="T10" fmla="*/ 148 w 334"/>
                  <a:gd name="T11" fmla="*/ 101 h 163"/>
                  <a:gd name="T12" fmla="*/ 227 w 334"/>
                  <a:gd name="T13" fmla="*/ 62 h 163"/>
                  <a:gd name="T14" fmla="*/ 314 w 334"/>
                  <a:gd name="T15" fmla="*/ 4 h 163"/>
                  <a:gd name="T16" fmla="*/ 330 w 334"/>
                  <a:gd name="T17" fmla="*/ 6 h 163"/>
                  <a:gd name="T18" fmla="*/ 328 w 334"/>
                  <a:gd name="T19" fmla="*/ 22 h 163"/>
                  <a:gd name="T20" fmla="*/ 238 w 334"/>
                  <a:gd name="T21" fmla="*/ 82 h 163"/>
                  <a:gd name="T22" fmla="*/ 157 w 334"/>
                  <a:gd name="T23" fmla="*/ 122 h 163"/>
                  <a:gd name="T24" fmla="*/ 84 w 334"/>
                  <a:gd name="T25" fmla="*/ 147 h 163"/>
                  <a:gd name="T26" fmla="*/ 14 w 334"/>
                  <a:gd name="T27" fmla="*/ 163 h 163"/>
                  <a:gd name="T28" fmla="*/ 12 w 334"/>
                  <a:gd name="T29"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4" h="163">
                    <a:moveTo>
                      <a:pt x="12" y="163"/>
                    </a:moveTo>
                    <a:lnTo>
                      <a:pt x="12" y="163"/>
                    </a:lnTo>
                    <a:cubicBezTo>
                      <a:pt x="7" y="163"/>
                      <a:pt x="2" y="159"/>
                      <a:pt x="1" y="154"/>
                    </a:cubicBezTo>
                    <a:cubicBezTo>
                      <a:pt x="0" y="148"/>
                      <a:pt x="4" y="142"/>
                      <a:pt x="10" y="141"/>
                    </a:cubicBezTo>
                    <a:cubicBezTo>
                      <a:pt x="32" y="137"/>
                      <a:pt x="55" y="131"/>
                      <a:pt x="78" y="125"/>
                    </a:cubicBezTo>
                    <a:cubicBezTo>
                      <a:pt x="101" y="118"/>
                      <a:pt x="125" y="110"/>
                      <a:pt x="148" y="101"/>
                    </a:cubicBezTo>
                    <a:cubicBezTo>
                      <a:pt x="175" y="90"/>
                      <a:pt x="201" y="77"/>
                      <a:pt x="227" y="62"/>
                    </a:cubicBezTo>
                    <a:cubicBezTo>
                      <a:pt x="255" y="46"/>
                      <a:pt x="284" y="27"/>
                      <a:pt x="314" y="4"/>
                    </a:cubicBezTo>
                    <a:cubicBezTo>
                      <a:pt x="319" y="0"/>
                      <a:pt x="326" y="1"/>
                      <a:pt x="330" y="6"/>
                    </a:cubicBezTo>
                    <a:cubicBezTo>
                      <a:pt x="334" y="11"/>
                      <a:pt x="333" y="18"/>
                      <a:pt x="328" y="22"/>
                    </a:cubicBezTo>
                    <a:cubicBezTo>
                      <a:pt x="297" y="46"/>
                      <a:pt x="267" y="65"/>
                      <a:pt x="238" y="82"/>
                    </a:cubicBezTo>
                    <a:cubicBezTo>
                      <a:pt x="212" y="97"/>
                      <a:pt x="184" y="110"/>
                      <a:pt x="157" y="122"/>
                    </a:cubicBezTo>
                    <a:cubicBezTo>
                      <a:pt x="133" y="131"/>
                      <a:pt x="109" y="140"/>
                      <a:pt x="84" y="147"/>
                    </a:cubicBezTo>
                    <a:cubicBezTo>
                      <a:pt x="61" y="154"/>
                      <a:pt x="37" y="159"/>
                      <a:pt x="14" y="163"/>
                    </a:cubicBezTo>
                    <a:cubicBezTo>
                      <a:pt x="14" y="163"/>
                      <a:pt x="13" y="163"/>
                      <a:pt x="12" y="163"/>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0" name="Freeform 45">
                <a:extLst>
                  <a:ext uri="{FF2B5EF4-FFF2-40B4-BE49-F238E27FC236}">
                    <a16:creationId xmlns:a16="http://schemas.microsoft.com/office/drawing/2014/main" id="{1A90A5F0-611F-B575-9C6A-F08E12851CA3}"/>
                  </a:ext>
                </a:extLst>
              </p:cNvPr>
              <p:cNvSpPr>
                <a:spLocks/>
              </p:cNvSpPr>
              <p:nvPr/>
            </p:nvSpPr>
            <p:spPr bwMode="auto">
              <a:xfrm>
                <a:off x="3131" y="2294"/>
                <a:ext cx="74" cy="184"/>
              </a:xfrm>
              <a:custGeom>
                <a:avLst/>
                <a:gdLst>
                  <a:gd name="T0" fmla="*/ 12 w 169"/>
                  <a:gd name="T1" fmla="*/ 424 h 424"/>
                  <a:gd name="T2" fmla="*/ 12 w 169"/>
                  <a:gd name="T3" fmla="*/ 424 h 424"/>
                  <a:gd name="T4" fmla="*/ 6 w 169"/>
                  <a:gd name="T5" fmla="*/ 421 h 424"/>
                  <a:gd name="T6" fmla="*/ 3 w 169"/>
                  <a:gd name="T7" fmla="*/ 405 h 424"/>
                  <a:gd name="T8" fmla="*/ 63 w 169"/>
                  <a:gd name="T9" fmla="*/ 311 h 424"/>
                  <a:gd name="T10" fmla="*/ 113 w 169"/>
                  <a:gd name="T11" fmla="*/ 190 h 424"/>
                  <a:gd name="T12" fmla="*/ 138 w 169"/>
                  <a:gd name="T13" fmla="*/ 92 h 424"/>
                  <a:gd name="T14" fmla="*/ 146 w 169"/>
                  <a:gd name="T15" fmla="*/ 11 h 424"/>
                  <a:gd name="T16" fmla="*/ 158 w 169"/>
                  <a:gd name="T17" fmla="*/ 0 h 424"/>
                  <a:gd name="T18" fmla="*/ 169 w 169"/>
                  <a:gd name="T19" fmla="*/ 12 h 424"/>
                  <a:gd name="T20" fmla="*/ 160 w 169"/>
                  <a:gd name="T21" fmla="*/ 96 h 424"/>
                  <a:gd name="T22" fmla="*/ 134 w 169"/>
                  <a:gd name="T23" fmla="*/ 197 h 424"/>
                  <a:gd name="T24" fmla="*/ 83 w 169"/>
                  <a:gd name="T25" fmla="*/ 322 h 424"/>
                  <a:gd name="T26" fmla="*/ 21 w 169"/>
                  <a:gd name="T27" fmla="*/ 419 h 424"/>
                  <a:gd name="T28" fmla="*/ 12 w 169"/>
                  <a:gd name="T29" fmla="*/ 424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9" h="424">
                    <a:moveTo>
                      <a:pt x="12" y="424"/>
                    </a:moveTo>
                    <a:lnTo>
                      <a:pt x="12" y="424"/>
                    </a:lnTo>
                    <a:cubicBezTo>
                      <a:pt x="10" y="424"/>
                      <a:pt x="8" y="423"/>
                      <a:pt x="6" y="421"/>
                    </a:cubicBezTo>
                    <a:cubicBezTo>
                      <a:pt x="1" y="418"/>
                      <a:pt x="0" y="410"/>
                      <a:pt x="3" y="405"/>
                    </a:cubicBezTo>
                    <a:cubicBezTo>
                      <a:pt x="26" y="376"/>
                      <a:pt x="46" y="344"/>
                      <a:pt x="63" y="311"/>
                    </a:cubicBezTo>
                    <a:cubicBezTo>
                      <a:pt x="82" y="276"/>
                      <a:pt x="98" y="236"/>
                      <a:pt x="113" y="190"/>
                    </a:cubicBezTo>
                    <a:cubicBezTo>
                      <a:pt x="121" y="164"/>
                      <a:pt x="132" y="129"/>
                      <a:pt x="138" y="92"/>
                    </a:cubicBezTo>
                    <a:cubicBezTo>
                      <a:pt x="142" y="68"/>
                      <a:pt x="145" y="41"/>
                      <a:pt x="146" y="11"/>
                    </a:cubicBezTo>
                    <a:cubicBezTo>
                      <a:pt x="146" y="5"/>
                      <a:pt x="152" y="0"/>
                      <a:pt x="158" y="0"/>
                    </a:cubicBezTo>
                    <a:cubicBezTo>
                      <a:pt x="164" y="0"/>
                      <a:pt x="169" y="6"/>
                      <a:pt x="169" y="12"/>
                    </a:cubicBezTo>
                    <a:cubicBezTo>
                      <a:pt x="167" y="43"/>
                      <a:pt x="165" y="70"/>
                      <a:pt x="160" y="96"/>
                    </a:cubicBezTo>
                    <a:cubicBezTo>
                      <a:pt x="154" y="134"/>
                      <a:pt x="143" y="170"/>
                      <a:pt x="134" y="197"/>
                    </a:cubicBezTo>
                    <a:cubicBezTo>
                      <a:pt x="119" y="244"/>
                      <a:pt x="102" y="285"/>
                      <a:pt x="83" y="322"/>
                    </a:cubicBezTo>
                    <a:cubicBezTo>
                      <a:pt x="65" y="356"/>
                      <a:pt x="45" y="388"/>
                      <a:pt x="21" y="419"/>
                    </a:cubicBezTo>
                    <a:cubicBezTo>
                      <a:pt x="19" y="422"/>
                      <a:pt x="16" y="424"/>
                      <a:pt x="12" y="42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1" name="Freeform 46">
                <a:extLst>
                  <a:ext uri="{FF2B5EF4-FFF2-40B4-BE49-F238E27FC236}">
                    <a16:creationId xmlns:a16="http://schemas.microsoft.com/office/drawing/2014/main" id="{4D33F0C7-820E-95FA-5735-C839E2842340}"/>
                  </a:ext>
                </a:extLst>
              </p:cNvPr>
              <p:cNvSpPr>
                <a:spLocks/>
              </p:cNvSpPr>
              <p:nvPr/>
            </p:nvSpPr>
            <p:spPr bwMode="auto">
              <a:xfrm>
                <a:off x="3150" y="2122"/>
                <a:ext cx="50" cy="114"/>
              </a:xfrm>
              <a:custGeom>
                <a:avLst/>
                <a:gdLst>
                  <a:gd name="T0" fmla="*/ 104 w 116"/>
                  <a:gd name="T1" fmla="*/ 263 h 263"/>
                  <a:gd name="T2" fmla="*/ 104 w 116"/>
                  <a:gd name="T3" fmla="*/ 263 h 263"/>
                  <a:gd name="T4" fmla="*/ 93 w 116"/>
                  <a:gd name="T5" fmla="*/ 254 h 263"/>
                  <a:gd name="T6" fmla="*/ 63 w 116"/>
                  <a:gd name="T7" fmla="*/ 145 h 263"/>
                  <a:gd name="T8" fmla="*/ 3 w 116"/>
                  <a:gd name="T9" fmla="*/ 19 h 263"/>
                  <a:gd name="T10" fmla="*/ 7 w 116"/>
                  <a:gd name="T11" fmla="*/ 4 h 263"/>
                  <a:gd name="T12" fmla="*/ 23 w 116"/>
                  <a:gd name="T13" fmla="*/ 8 h 263"/>
                  <a:gd name="T14" fmla="*/ 85 w 116"/>
                  <a:gd name="T15" fmla="*/ 138 h 263"/>
                  <a:gd name="T16" fmla="*/ 115 w 116"/>
                  <a:gd name="T17" fmla="*/ 250 h 263"/>
                  <a:gd name="T18" fmla="*/ 106 w 116"/>
                  <a:gd name="T19" fmla="*/ 263 h 263"/>
                  <a:gd name="T20" fmla="*/ 104 w 116"/>
                  <a:gd name="T21" fmla="*/ 263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263">
                    <a:moveTo>
                      <a:pt x="104" y="263"/>
                    </a:moveTo>
                    <a:lnTo>
                      <a:pt x="104" y="263"/>
                    </a:lnTo>
                    <a:cubicBezTo>
                      <a:pt x="98" y="263"/>
                      <a:pt x="94" y="259"/>
                      <a:pt x="93" y="254"/>
                    </a:cubicBezTo>
                    <a:cubicBezTo>
                      <a:pt x="86" y="217"/>
                      <a:pt x="76" y="180"/>
                      <a:pt x="63" y="145"/>
                    </a:cubicBezTo>
                    <a:cubicBezTo>
                      <a:pt x="48" y="104"/>
                      <a:pt x="28" y="61"/>
                      <a:pt x="3" y="19"/>
                    </a:cubicBezTo>
                    <a:cubicBezTo>
                      <a:pt x="0" y="14"/>
                      <a:pt x="2" y="7"/>
                      <a:pt x="7" y="4"/>
                    </a:cubicBezTo>
                    <a:cubicBezTo>
                      <a:pt x="12" y="0"/>
                      <a:pt x="19" y="2"/>
                      <a:pt x="23" y="8"/>
                    </a:cubicBezTo>
                    <a:cubicBezTo>
                      <a:pt x="48" y="51"/>
                      <a:pt x="69" y="95"/>
                      <a:pt x="85" y="138"/>
                    </a:cubicBezTo>
                    <a:cubicBezTo>
                      <a:pt x="98" y="174"/>
                      <a:pt x="108" y="212"/>
                      <a:pt x="115" y="250"/>
                    </a:cubicBezTo>
                    <a:cubicBezTo>
                      <a:pt x="116" y="256"/>
                      <a:pt x="112" y="262"/>
                      <a:pt x="106" y="263"/>
                    </a:cubicBezTo>
                    <a:cubicBezTo>
                      <a:pt x="105" y="263"/>
                      <a:pt x="104" y="263"/>
                      <a:pt x="104" y="263"/>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2" name="Freeform 47">
                <a:extLst>
                  <a:ext uri="{FF2B5EF4-FFF2-40B4-BE49-F238E27FC236}">
                    <a16:creationId xmlns:a16="http://schemas.microsoft.com/office/drawing/2014/main" id="{CA9EB2E3-3518-C6B9-7813-EC8D0062C706}"/>
                  </a:ext>
                </a:extLst>
              </p:cNvPr>
              <p:cNvSpPr>
                <a:spLocks/>
              </p:cNvSpPr>
              <p:nvPr/>
            </p:nvSpPr>
            <p:spPr bwMode="auto">
              <a:xfrm>
                <a:off x="2823" y="1970"/>
                <a:ext cx="270" cy="82"/>
              </a:xfrm>
              <a:custGeom>
                <a:avLst/>
                <a:gdLst>
                  <a:gd name="T0" fmla="*/ 610 w 623"/>
                  <a:gd name="T1" fmla="*/ 188 h 188"/>
                  <a:gd name="T2" fmla="*/ 610 w 623"/>
                  <a:gd name="T3" fmla="*/ 188 h 188"/>
                  <a:gd name="T4" fmla="*/ 603 w 623"/>
                  <a:gd name="T5" fmla="*/ 185 h 188"/>
                  <a:gd name="T6" fmla="*/ 513 w 623"/>
                  <a:gd name="T7" fmla="*/ 123 h 188"/>
                  <a:gd name="T8" fmla="*/ 443 w 623"/>
                  <a:gd name="T9" fmla="*/ 84 h 188"/>
                  <a:gd name="T10" fmla="*/ 390 w 623"/>
                  <a:gd name="T11" fmla="*/ 63 h 188"/>
                  <a:gd name="T12" fmla="*/ 312 w 623"/>
                  <a:gd name="T13" fmla="*/ 41 h 188"/>
                  <a:gd name="T14" fmla="*/ 199 w 623"/>
                  <a:gd name="T15" fmla="*/ 26 h 188"/>
                  <a:gd name="T16" fmla="*/ 99 w 623"/>
                  <a:gd name="T17" fmla="*/ 25 h 188"/>
                  <a:gd name="T18" fmla="*/ 14 w 623"/>
                  <a:gd name="T19" fmla="*/ 37 h 188"/>
                  <a:gd name="T20" fmla="*/ 1 w 623"/>
                  <a:gd name="T21" fmla="*/ 28 h 188"/>
                  <a:gd name="T22" fmla="*/ 10 w 623"/>
                  <a:gd name="T23" fmla="*/ 15 h 188"/>
                  <a:gd name="T24" fmla="*/ 97 w 623"/>
                  <a:gd name="T25" fmla="*/ 3 h 188"/>
                  <a:gd name="T26" fmla="*/ 201 w 623"/>
                  <a:gd name="T27" fmla="*/ 3 h 188"/>
                  <a:gd name="T28" fmla="*/ 317 w 623"/>
                  <a:gd name="T29" fmla="*/ 19 h 188"/>
                  <a:gd name="T30" fmla="*/ 398 w 623"/>
                  <a:gd name="T31" fmla="*/ 41 h 188"/>
                  <a:gd name="T32" fmla="*/ 452 w 623"/>
                  <a:gd name="T33" fmla="*/ 64 h 188"/>
                  <a:gd name="T34" fmla="*/ 524 w 623"/>
                  <a:gd name="T35" fmla="*/ 103 h 188"/>
                  <a:gd name="T36" fmla="*/ 617 w 623"/>
                  <a:gd name="T37" fmla="*/ 167 h 188"/>
                  <a:gd name="T38" fmla="*/ 619 w 623"/>
                  <a:gd name="T39" fmla="*/ 183 h 188"/>
                  <a:gd name="T40" fmla="*/ 610 w 623"/>
                  <a:gd name="T41"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23" h="188">
                    <a:moveTo>
                      <a:pt x="610" y="188"/>
                    </a:moveTo>
                    <a:lnTo>
                      <a:pt x="610" y="188"/>
                    </a:lnTo>
                    <a:cubicBezTo>
                      <a:pt x="607" y="188"/>
                      <a:pt x="605" y="187"/>
                      <a:pt x="603" y="185"/>
                    </a:cubicBezTo>
                    <a:cubicBezTo>
                      <a:pt x="573" y="160"/>
                      <a:pt x="541" y="140"/>
                      <a:pt x="513" y="123"/>
                    </a:cubicBezTo>
                    <a:cubicBezTo>
                      <a:pt x="492" y="110"/>
                      <a:pt x="468" y="96"/>
                      <a:pt x="443" y="84"/>
                    </a:cubicBezTo>
                    <a:cubicBezTo>
                      <a:pt x="426" y="77"/>
                      <a:pt x="409" y="69"/>
                      <a:pt x="390" y="63"/>
                    </a:cubicBezTo>
                    <a:cubicBezTo>
                      <a:pt x="366" y="54"/>
                      <a:pt x="340" y="47"/>
                      <a:pt x="312" y="41"/>
                    </a:cubicBezTo>
                    <a:cubicBezTo>
                      <a:pt x="277" y="33"/>
                      <a:pt x="240" y="28"/>
                      <a:pt x="199" y="26"/>
                    </a:cubicBezTo>
                    <a:cubicBezTo>
                      <a:pt x="160" y="23"/>
                      <a:pt x="128" y="23"/>
                      <a:pt x="99" y="25"/>
                    </a:cubicBezTo>
                    <a:cubicBezTo>
                      <a:pt x="72" y="27"/>
                      <a:pt x="43" y="31"/>
                      <a:pt x="14" y="37"/>
                    </a:cubicBezTo>
                    <a:cubicBezTo>
                      <a:pt x="8" y="38"/>
                      <a:pt x="2" y="34"/>
                      <a:pt x="1" y="28"/>
                    </a:cubicBezTo>
                    <a:cubicBezTo>
                      <a:pt x="0" y="22"/>
                      <a:pt x="4" y="16"/>
                      <a:pt x="10" y="15"/>
                    </a:cubicBezTo>
                    <a:cubicBezTo>
                      <a:pt x="40" y="9"/>
                      <a:pt x="69" y="5"/>
                      <a:pt x="97" y="3"/>
                    </a:cubicBezTo>
                    <a:cubicBezTo>
                      <a:pt x="128" y="0"/>
                      <a:pt x="161" y="0"/>
                      <a:pt x="201" y="3"/>
                    </a:cubicBezTo>
                    <a:cubicBezTo>
                      <a:pt x="243" y="6"/>
                      <a:pt x="281" y="11"/>
                      <a:pt x="317" y="19"/>
                    </a:cubicBezTo>
                    <a:cubicBezTo>
                      <a:pt x="346" y="25"/>
                      <a:pt x="373" y="33"/>
                      <a:pt x="398" y="41"/>
                    </a:cubicBezTo>
                    <a:cubicBezTo>
                      <a:pt x="417" y="48"/>
                      <a:pt x="435" y="56"/>
                      <a:pt x="452" y="64"/>
                    </a:cubicBezTo>
                    <a:cubicBezTo>
                      <a:pt x="479" y="76"/>
                      <a:pt x="503" y="90"/>
                      <a:pt x="524" y="103"/>
                    </a:cubicBezTo>
                    <a:cubicBezTo>
                      <a:pt x="553" y="121"/>
                      <a:pt x="587" y="142"/>
                      <a:pt x="617" y="167"/>
                    </a:cubicBezTo>
                    <a:cubicBezTo>
                      <a:pt x="622" y="172"/>
                      <a:pt x="623" y="179"/>
                      <a:pt x="619" y="183"/>
                    </a:cubicBezTo>
                    <a:cubicBezTo>
                      <a:pt x="616" y="186"/>
                      <a:pt x="613" y="188"/>
                      <a:pt x="610" y="18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3" name="Freeform 48">
                <a:extLst>
                  <a:ext uri="{FF2B5EF4-FFF2-40B4-BE49-F238E27FC236}">
                    <a16:creationId xmlns:a16="http://schemas.microsoft.com/office/drawing/2014/main" id="{A0291AB6-6FE8-8E6A-4373-F8B3BFA5422D}"/>
                  </a:ext>
                </a:extLst>
              </p:cNvPr>
              <p:cNvSpPr>
                <a:spLocks/>
              </p:cNvSpPr>
              <p:nvPr/>
            </p:nvSpPr>
            <p:spPr bwMode="auto">
              <a:xfrm>
                <a:off x="2692" y="1941"/>
                <a:ext cx="57" cy="36"/>
              </a:xfrm>
              <a:custGeom>
                <a:avLst/>
                <a:gdLst>
                  <a:gd name="T0" fmla="*/ 13 w 131"/>
                  <a:gd name="T1" fmla="*/ 81 h 81"/>
                  <a:gd name="T2" fmla="*/ 13 w 131"/>
                  <a:gd name="T3" fmla="*/ 81 h 81"/>
                  <a:gd name="T4" fmla="*/ 4 w 131"/>
                  <a:gd name="T5" fmla="*/ 76 h 81"/>
                  <a:gd name="T6" fmla="*/ 7 w 131"/>
                  <a:gd name="T7" fmla="*/ 60 h 81"/>
                  <a:gd name="T8" fmla="*/ 114 w 131"/>
                  <a:gd name="T9" fmla="*/ 3 h 81"/>
                  <a:gd name="T10" fmla="*/ 129 w 131"/>
                  <a:gd name="T11" fmla="*/ 9 h 81"/>
                  <a:gd name="T12" fmla="*/ 123 w 131"/>
                  <a:gd name="T13" fmla="*/ 24 h 81"/>
                  <a:gd name="T14" fmla="*/ 19 w 131"/>
                  <a:gd name="T15" fmla="*/ 80 h 81"/>
                  <a:gd name="T16" fmla="*/ 13 w 131"/>
                  <a:gd name="T17"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81">
                    <a:moveTo>
                      <a:pt x="13" y="81"/>
                    </a:moveTo>
                    <a:lnTo>
                      <a:pt x="13" y="81"/>
                    </a:lnTo>
                    <a:cubicBezTo>
                      <a:pt x="10" y="81"/>
                      <a:pt x="6" y="79"/>
                      <a:pt x="4" y="76"/>
                    </a:cubicBezTo>
                    <a:cubicBezTo>
                      <a:pt x="0" y="71"/>
                      <a:pt x="2" y="64"/>
                      <a:pt x="7" y="60"/>
                    </a:cubicBezTo>
                    <a:cubicBezTo>
                      <a:pt x="47" y="36"/>
                      <a:pt x="80" y="17"/>
                      <a:pt x="114" y="3"/>
                    </a:cubicBezTo>
                    <a:cubicBezTo>
                      <a:pt x="120" y="0"/>
                      <a:pt x="126" y="3"/>
                      <a:pt x="129" y="9"/>
                    </a:cubicBezTo>
                    <a:cubicBezTo>
                      <a:pt x="131" y="15"/>
                      <a:pt x="129" y="21"/>
                      <a:pt x="123" y="24"/>
                    </a:cubicBezTo>
                    <a:cubicBezTo>
                      <a:pt x="91" y="38"/>
                      <a:pt x="58" y="55"/>
                      <a:pt x="19" y="80"/>
                    </a:cubicBezTo>
                    <a:cubicBezTo>
                      <a:pt x="18" y="81"/>
                      <a:pt x="16" y="81"/>
                      <a:pt x="13" y="8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4" name="Freeform 49">
                <a:extLst>
                  <a:ext uri="{FF2B5EF4-FFF2-40B4-BE49-F238E27FC236}">
                    <a16:creationId xmlns:a16="http://schemas.microsoft.com/office/drawing/2014/main" id="{3ED0F5E4-B26F-F4CA-56DB-3EBA34DD6DFF}"/>
                  </a:ext>
                </a:extLst>
              </p:cNvPr>
              <p:cNvSpPr>
                <a:spLocks/>
              </p:cNvSpPr>
              <p:nvPr/>
            </p:nvSpPr>
            <p:spPr bwMode="auto">
              <a:xfrm>
                <a:off x="2516" y="2215"/>
                <a:ext cx="410" cy="444"/>
              </a:xfrm>
              <a:custGeom>
                <a:avLst/>
                <a:gdLst>
                  <a:gd name="T0" fmla="*/ 857 w 942"/>
                  <a:gd name="T1" fmla="*/ 1021 h 1021"/>
                  <a:gd name="T2" fmla="*/ 857 w 942"/>
                  <a:gd name="T3" fmla="*/ 1021 h 1021"/>
                  <a:gd name="T4" fmla="*/ 831 w 942"/>
                  <a:gd name="T5" fmla="*/ 1021 h 1021"/>
                  <a:gd name="T6" fmla="*/ 731 w 942"/>
                  <a:gd name="T7" fmla="*/ 1012 h 1021"/>
                  <a:gd name="T8" fmla="*/ 637 w 942"/>
                  <a:gd name="T9" fmla="*/ 993 h 1021"/>
                  <a:gd name="T10" fmla="*/ 555 w 942"/>
                  <a:gd name="T11" fmla="*/ 966 h 1021"/>
                  <a:gd name="T12" fmla="*/ 456 w 942"/>
                  <a:gd name="T13" fmla="*/ 920 h 1021"/>
                  <a:gd name="T14" fmla="*/ 352 w 942"/>
                  <a:gd name="T15" fmla="*/ 855 h 1021"/>
                  <a:gd name="T16" fmla="*/ 263 w 942"/>
                  <a:gd name="T17" fmla="*/ 781 h 1021"/>
                  <a:gd name="T18" fmla="*/ 191 w 942"/>
                  <a:gd name="T19" fmla="*/ 702 h 1021"/>
                  <a:gd name="T20" fmla="*/ 129 w 942"/>
                  <a:gd name="T21" fmla="*/ 613 h 1021"/>
                  <a:gd name="T22" fmla="*/ 73 w 942"/>
                  <a:gd name="T23" fmla="*/ 508 h 1021"/>
                  <a:gd name="T24" fmla="*/ 37 w 942"/>
                  <a:gd name="T25" fmla="*/ 413 h 1021"/>
                  <a:gd name="T26" fmla="*/ 16 w 942"/>
                  <a:gd name="T27" fmla="*/ 327 h 1021"/>
                  <a:gd name="T28" fmla="*/ 2 w 942"/>
                  <a:gd name="T29" fmla="*/ 219 h 1021"/>
                  <a:gd name="T30" fmla="*/ 2 w 942"/>
                  <a:gd name="T31" fmla="*/ 128 h 1021"/>
                  <a:gd name="T32" fmla="*/ 14 w 942"/>
                  <a:gd name="T33" fmla="*/ 11 h 1021"/>
                  <a:gd name="T34" fmla="*/ 27 w 942"/>
                  <a:gd name="T35" fmla="*/ 2 h 1021"/>
                  <a:gd name="T36" fmla="*/ 36 w 942"/>
                  <a:gd name="T37" fmla="*/ 15 h 1021"/>
                  <a:gd name="T38" fmla="*/ 24 w 942"/>
                  <a:gd name="T39" fmla="*/ 129 h 1021"/>
                  <a:gd name="T40" fmla="*/ 24 w 942"/>
                  <a:gd name="T41" fmla="*/ 218 h 1021"/>
                  <a:gd name="T42" fmla="*/ 39 w 942"/>
                  <a:gd name="T43" fmla="*/ 322 h 1021"/>
                  <a:gd name="T44" fmla="*/ 59 w 942"/>
                  <a:gd name="T45" fmla="*/ 407 h 1021"/>
                  <a:gd name="T46" fmla="*/ 93 w 942"/>
                  <a:gd name="T47" fmla="*/ 498 h 1021"/>
                  <a:gd name="T48" fmla="*/ 148 w 942"/>
                  <a:gd name="T49" fmla="*/ 601 h 1021"/>
                  <a:gd name="T50" fmla="*/ 209 w 942"/>
                  <a:gd name="T51" fmla="*/ 688 h 1021"/>
                  <a:gd name="T52" fmla="*/ 279 w 942"/>
                  <a:gd name="T53" fmla="*/ 765 h 1021"/>
                  <a:gd name="T54" fmla="*/ 365 w 942"/>
                  <a:gd name="T55" fmla="*/ 837 h 1021"/>
                  <a:gd name="T56" fmla="*/ 467 w 942"/>
                  <a:gd name="T57" fmla="*/ 900 h 1021"/>
                  <a:gd name="T58" fmla="*/ 563 w 942"/>
                  <a:gd name="T59" fmla="*/ 945 h 1021"/>
                  <a:gd name="T60" fmla="*/ 643 w 942"/>
                  <a:gd name="T61" fmla="*/ 971 h 1021"/>
                  <a:gd name="T62" fmla="*/ 734 w 942"/>
                  <a:gd name="T63" fmla="*/ 989 h 1021"/>
                  <a:gd name="T64" fmla="*/ 831 w 942"/>
                  <a:gd name="T65" fmla="*/ 998 h 1021"/>
                  <a:gd name="T66" fmla="*/ 930 w 942"/>
                  <a:gd name="T67" fmla="*/ 995 h 1021"/>
                  <a:gd name="T68" fmla="*/ 942 w 942"/>
                  <a:gd name="T69" fmla="*/ 1006 h 1021"/>
                  <a:gd name="T70" fmla="*/ 931 w 942"/>
                  <a:gd name="T71" fmla="*/ 1018 h 1021"/>
                  <a:gd name="T72" fmla="*/ 857 w 942"/>
                  <a:gd name="T73" fmla="*/ 1021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42" h="1021">
                    <a:moveTo>
                      <a:pt x="857" y="1021"/>
                    </a:moveTo>
                    <a:lnTo>
                      <a:pt x="857" y="1021"/>
                    </a:lnTo>
                    <a:cubicBezTo>
                      <a:pt x="848" y="1021"/>
                      <a:pt x="839" y="1021"/>
                      <a:pt x="831" y="1021"/>
                    </a:cubicBezTo>
                    <a:cubicBezTo>
                      <a:pt x="798" y="1020"/>
                      <a:pt x="765" y="1017"/>
                      <a:pt x="731" y="1012"/>
                    </a:cubicBezTo>
                    <a:cubicBezTo>
                      <a:pt x="697" y="1007"/>
                      <a:pt x="666" y="1000"/>
                      <a:pt x="637" y="993"/>
                    </a:cubicBezTo>
                    <a:cubicBezTo>
                      <a:pt x="611" y="986"/>
                      <a:pt x="583" y="977"/>
                      <a:pt x="555" y="966"/>
                    </a:cubicBezTo>
                    <a:cubicBezTo>
                      <a:pt x="522" y="953"/>
                      <a:pt x="489" y="938"/>
                      <a:pt x="456" y="920"/>
                    </a:cubicBezTo>
                    <a:cubicBezTo>
                      <a:pt x="419" y="901"/>
                      <a:pt x="384" y="879"/>
                      <a:pt x="352" y="855"/>
                    </a:cubicBezTo>
                    <a:cubicBezTo>
                      <a:pt x="321" y="833"/>
                      <a:pt x="291" y="808"/>
                      <a:pt x="263" y="781"/>
                    </a:cubicBezTo>
                    <a:cubicBezTo>
                      <a:pt x="237" y="756"/>
                      <a:pt x="213" y="729"/>
                      <a:pt x="191" y="702"/>
                    </a:cubicBezTo>
                    <a:cubicBezTo>
                      <a:pt x="169" y="675"/>
                      <a:pt x="149" y="646"/>
                      <a:pt x="129" y="613"/>
                    </a:cubicBezTo>
                    <a:cubicBezTo>
                      <a:pt x="107" y="579"/>
                      <a:pt x="89" y="544"/>
                      <a:pt x="73" y="508"/>
                    </a:cubicBezTo>
                    <a:cubicBezTo>
                      <a:pt x="58" y="474"/>
                      <a:pt x="46" y="443"/>
                      <a:pt x="37" y="413"/>
                    </a:cubicBezTo>
                    <a:cubicBezTo>
                      <a:pt x="28" y="383"/>
                      <a:pt x="21" y="351"/>
                      <a:pt x="16" y="327"/>
                    </a:cubicBezTo>
                    <a:cubicBezTo>
                      <a:pt x="11" y="298"/>
                      <a:pt x="4" y="260"/>
                      <a:pt x="2" y="219"/>
                    </a:cubicBezTo>
                    <a:cubicBezTo>
                      <a:pt x="0" y="186"/>
                      <a:pt x="1" y="153"/>
                      <a:pt x="2" y="128"/>
                    </a:cubicBezTo>
                    <a:cubicBezTo>
                      <a:pt x="4" y="82"/>
                      <a:pt x="8" y="45"/>
                      <a:pt x="14" y="11"/>
                    </a:cubicBezTo>
                    <a:cubicBezTo>
                      <a:pt x="15" y="5"/>
                      <a:pt x="21" y="0"/>
                      <a:pt x="27" y="2"/>
                    </a:cubicBezTo>
                    <a:cubicBezTo>
                      <a:pt x="33" y="3"/>
                      <a:pt x="37" y="9"/>
                      <a:pt x="36" y="15"/>
                    </a:cubicBezTo>
                    <a:cubicBezTo>
                      <a:pt x="30" y="48"/>
                      <a:pt x="26" y="84"/>
                      <a:pt x="24" y="129"/>
                    </a:cubicBezTo>
                    <a:cubicBezTo>
                      <a:pt x="23" y="154"/>
                      <a:pt x="22" y="186"/>
                      <a:pt x="24" y="218"/>
                    </a:cubicBezTo>
                    <a:cubicBezTo>
                      <a:pt x="26" y="248"/>
                      <a:pt x="31" y="281"/>
                      <a:pt x="39" y="322"/>
                    </a:cubicBezTo>
                    <a:cubicBezTo>
                      <a:pt x="43" y="346"/>
                      <a:pt x="50" y="377"/>
                      <a:pt x="59" y="407"/>
                    </a:cubicBezTo>
                    <a:cubicBezTo>
                      <a:pt x="67" y="436"/>
                      <a:pt x="79" y="466"/>
                      <a:pt x="93" y="498"/>
                    </a:cubicBezTo>
                    <a:cubicBezTo>
                      <a:pt x="109" y="533"/>
                      <a:pt x="127" y="568"/>
                      <a:pt x="148" y="601"/>
                    </a:cubicBezTo>
                    <a:cubicBezTo>
                      <a:pt x="168" y="634"/>
                      <a:pt x="188" y="662"/>
                      <a:pt x="209" y="688"/>
                    </a:cubicBezTo>
                    <a:cubicBezTo>
                      <a:pt x="230" y="714"/>
                      <a:pt x="254" y="740"/>
                      <a:pt x="279" y="765"/>
                    </a:cubicBezTo>
                    <a:cubicBezTo>
                      <a:pt x="306" y="790"/>
                      <a:pt x="335" y="815"/>
                      <a:pt x="365" y="837"/>
                    </a:cubicBezTo>
                    <a:cubicBezTo>
                      <a:pt x="397" y="860"/>
                      <a:pt x="431" y="881"/>
                      <a:pt x="467" y="900"/>
                    </a:cubicBezTo>
                    <a:cubicBezTo>
                      <a:pt x="499" y="918"/>
                      <a:pt x="531" y="932"/>
                      <a:pt x="563" y="945"/>
                    </a:cubicBezTo>
                    <a:cubicBezTo>
                      <a:pt x="590" y="955"/>
                      <a:pt x="617" y="964"/>
                      <a:pt x="643" y="971"/>
                    </a:cubicBezTo>
                    <a:cubicBezTo>
                      <a:pt x="671" y="978"/>
                      <a:pt x="701" y="984"/>
                      <a:pt x="734" y="989"/>
                    </a:cubicBezTo>
                    <a:cubicBezTo>
                      <a:pt x="767" y="994"/>
                      <a:pt x="800" y="997"/>
                      <a:pt x="831" y="998"/>
                    </a:cubicBezTo>
                    <a:cubicBezTo>
                      <a:pt x="863" y="999"/>
                      <a:pt x="896" y="998"/>
                      <a:pt x="930" y="995"/>
                    </a:cubicBezTo>
                    <a:cubicBezTo>
                      <a:pt x="936" y="995"/>
                      <a:pt x="941" y="999"/>
                      <a:pt x="942" y="1006"/>
                    </a:cubicBezTo>
                    <a:cubicBezTo>
                      <a:pt x="942" y="1012"/>
                      <a:pt x="938" y="1017"/>
                      <a:pt x="931" y="1018"/>
                    </a:cubicBezTo>
                    <a:cubicBezTo>
                      <a:pt x="906" y="1020"/>
                      <a:pt x="881" y="1021"/>
                      <a:pt x="857" y="102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5" name="Freeform 50">
                <a:extLst>
                  <a:ext uri="{FF2B5EF4-FFF2-40B4-BE49-F238E27FC236}">
                    <a16:creationId xmlns:a16="http://schemas.microsoft.com/office/drawing/2014/main" id="{EA3CDF68-9B60-7DFC-94D3-72B3F18651EB}"/>
                  </a:ext>
                </a:extLst>
              </p:cNvPr>
              <p:cNvSpPr>
                <a:spLocks/>
              </p:cNvSpPr>
              <p:nvPr/>
            </p:nvSpPr>
            <p:spPr bwMode="auto">
              <a:xfrm>
                <a:off x="2988" y="2568"/>
                <a:ext cx="136" cy="76"/>
              </a:xfrm>
              <a:custGeom>
                <a:avLst/>
                <a:gdLst>
                  <a:gd name="T0" fmla="*/ 13 w 312"/>
                  <a:gd name="T1" fmla="*/ 175 h 175"/>
                  <a:gd name="T2" fmla="*/ 13 w 312"/>
                  <a:gd name="T3" fmla="*/ 175 h 175"/>
                  <a:gd name="T4" fmla="*/ 2 w 312"/>
                  <a:gd name="T5" fmla="*/ 167 h 175"/>
                  <a:gd name="T6" fmla="*/ 10 w 312"/>
                  <a:gd name="T7" fmla="*/ 153 h 175"/>
                  <a:gd name="T8" fmla="*/ 94 w 312"/>
                  <a:gd name="T9" fmla="*/ 123 h 175"/>
                  <a:gd name="T10" fmla="*/ 188 w 312"/>
                  <a:gd name="T11" fmla="*/ 76 h 175"/>
                  <a:gd name="T12" fmla="*/ 292 w 312"/>
                  <a:gd name="T13" fmla="*/ 4 h 175"/>
                  <a:gd name="T14" fmla="*/ 308 w 312"/>
                  <a:gd name="T15" fmla="*/ 6 h 175"/>
                  <a:gd name="T16" fmla="*/ 306 w 312"/>
                  <a:gd name="T17" fmla="*/ 22 h 175"/>
                  <a:gd name="T18" fmla="*/ 199 w 312"/>
                  <a:gd name="T19" fmla="*/ 96 h 175"/>
                  <a:gd name="T20" fmla="*/ 103 w 312"/>
                  <a:gd name="T21" fmla="*/ 144 h 175"/>
                  <a:gd name="T22" fmla="*/ 16 w 312"/>
                  <a:gd name="T23" fmla="*/ 175 h 175"/>
                  <a:gd name="T24" fmla="*/ 13 w 312"/>
                  <a:gd name="T25"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2" h="175">
                    <a:moveTo>
                      <a:pt x="13" y="175"/>
                    </a:moveTo>
                    <a:lnTo>
                      <a:pt x="13" y="175"/>
                    </a:lnTo>
                    <a:cubicBezTo>
                      <a:pt x="8" y="175"/>
                      <a:pt x="4" y="172"/>
                      <a:pt x="2" y="167"/>
                    </a:cubicBezTo>
                    <a:cubicBezTo>
                      <a:pt x="0" y="161"/>
                      <a:pt x="4" y="155"/>
                      <a:pt x="10" y="153"/>
                    </a:cubicBezTo>
                    <a:cubicBezTo>
                      <a:pt x="38" y="144"/>
                      <a:pt x="66" y="134"/>
                      <a:pt x="94" y="123"/>
                    </a:cubicBezTo>
                    <a:cubicBezTo>
                      <a:pt x="126" y="109"/>
                      <a:pt x="158" y="93"/>
                      <a:pt x="188" y="76"/>
                    </a:cubicBezTo>
                    <a:cubicBezTo>
                      <a:pt x="223" y="56"/>
                      <a:pt x="257" y="32"/>
                      <a:pt x="292" y="4"/>
                    </a:cubicBezTo>
                    <a:cubicBezTo>
                      <a:pt x="297" y="0"/>
                      <a:pt x="304" y="1"/>
                      <a:pt x="308" y="6"/>
                    </a:cubicBezTo>
                    <a:cubicBezTo>
                      <a:pt x="312" y="11"/>
                      <a:pt x="311" y="18"/>
                      <a:pt x="306" y="22"/>
                    </a:cubicBezTo>
                    <a:cubicBezTo>
                      <a:pt x="270" y="51"/>
                      <a:pt x="235" y="75"/>
                      <a:pt x="199" y="96"/>
                    </a:cubicBezTo>
                    <a:cubicBezTo>
                      <a:pt x="168" y="114"/>
                      <a:pt x="136" y="130"/>
                      <a:pt x="103" y="144"/>
                    </a:cubicBezTo>
                    <a:cubicBezTo>
                      <a:pt x="74" y="155"/>
                      <a:pt x="45" y="166"/>
                      <a:pt x="16" y="175"/>
                    </a:cubicBezTo>
                    <a:cubicBezTo>
                      <a:pt x="15" y="175"/>
                      <a:pt x="14" y="175"/>
                      <a:pt x="13" y="17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6" name="Freeform 51">
                <a:extLst>
                  <a:ext uri="{FF2B5EF4-FFF2-40B4-BE49-F238E27FC236}">
                    <a16:creationId xmlns:a16="http://schemas.microsoft.com/office/drawing/2014/main" id="{156E7A77-9CA1-B13C-2487-4702EFFDBDDF}"/>
                  </a:ext>
                </a:extLst>
              </p:cNvPr>
              <p:cNvSpPr>
                <a:spLocks/>
              </p:cNvSpPr>
              <p:nvPr/>
            </p:nvSpPr>
            <p:spPr bwMode="auto">
              <a:xfrm>
                <a:off x="3179" y="2449"/>
                <a:ext cx="43" cy="61"/>
              </a:xfrm>
              <a:custGeom>
                <a:avLst/>
                <a:gdLst>
                  <a:gd name="T0" fmla="*/ 13 w 97"/>
                  <a:gd name="T1" fmla="*/ 140 h 140"/>
                  <a:gd name="T2" fmla="*/ 13 w 97"/>
                  <a:gd name="T3" fmla="*/ 140 h 140"/>
                  <a:gd name="T4" fmla="*/ 6 w 97"/>
                  <a:gd name="T5" fmla="*/ 138 h 140"/>
                  <a:gd name="T6" fmla="*/ 4 w 97"/>
                  <a:gd name="T7" fmla="*/ 122 h 140"/>
                  <a:gd name="T8" fmla="*/ 74 w 97"/>
                  <a:gd name="T9" fmla="*/ 8 h 140"/>
                  <a:gd name="T10" fmla="*/ 90 w 97"/>
                  <a:gd name="T11" fmla="*/ 3 h 140"/>
                  <a:gd name="T12" fmla="*/ 95 w 97"/>
                  <a:gd name="T13" fmla="*/ 18 h 140"/>
                  <a:gd name="T14" fmla="*/ 22 w 97"/>
                  <a:gd name="T15" fmla="*/ 135 h 140"/>
                  <a:gd name="T16" fmla="*/ 13 w 97"/>
                  <a:gd name="T1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140">
                    <a:moveTo>
                      <a:pt x="13" y="140"/>
                    </a:moveTo>
                    <a:lnTo>
                      <a:pt x="13" y="140"/>
                    </a:lnTo>
                    <a:cubicBezTo>
                      <a:pt x="11" y="140"/>
                      <a:pt x="8" y="139"/>
                      <a:pt x="6" y="138"/>
                    </a:cubicBezTo>
                    <a:cubicBezTo>
                      <a:pt x="1" y="134"/>
                      <a:pt x="0" y="127"/>
                      <a:pt x="4" y="122"/>
                    </a:cubicBezTo>
                    <a:cubicBezTo>
                      <a:pt x="30" y="86"/>
                      <a:pt x="54" y="48"/>
                      <a:pt x="74" y="8"/>
                    </a:cubicBezTo>
                    <a:cubicBezTo>
                      <a:pt x="77" y="2"/>
                      <a:pt x="84" y="0"/>
                      <a:pt x="90" y="3"/>
                    </a:cubicBezTo>
                    <a:cubicBezTo>
                      <a:pt x="95" y="6"/>
                      <a:pt x="97" y="12"/>
                      <a:pt x="95" y="18"/>
                    </a:cubicBezTo>
                    <a:cubicBezTo>
                      <a:pt x="74" y="59"/>
                      <a:pt x="49" y="98"/>
                      <a:pt x="22" y="135"/>
                    </a:cubicBezTo>
                    <a:cubicBezTo>
                      <a:pt x="20" y="138"/>
                      <a:pt x="16" y="140"/>
                      <a:pt x="13" y="140"/>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7" name="Freeform 52">
                <a:extLst>
                  <a:ext uri="{FF2B5EF4-FFF2-40B4-BE49-F238E27FC236}">
                    <a16:creationId xmlns:a16="http://schemas.microsoft.com/office/drawing/2014/main" id="{F0E8BC2B-86A9-EC88-8B10-1ADAA9F60467}"/>
                  </a:ext>
                </a:extLst>
              </p:cNvPr>
              <p:cNvSpPr>
                <a:spLocks/>
              </p:cNvSpPr>
              <p:nvPr/>
            </p:nvSpPr>
            <p:spPr bwMode="auto">
              <a:xfrm>
                <a:off x="3033" y="1943"/>
                <a:ext cx="229" cy="324"/>
              </a:xfrm>
              <a:custGeom>
                <a:avLst/>
                <a:gdLst>
                  <a:gd name="T0" fmla="*/ 515 w 527"/>
                  <a:gd name="T1" fmla="*/ 744 h 744"/>
                  <a:gd name="T2" fmla="*/ 515 w 527"/>
                  <a:gd name="T3" fmla="*/ 744 h 744"/>
                  <a:gd name="T4" fmla="*/ 504 w 527"/>
                  <a:gd name="T5" fmla="*/ 733 h 744"/>
                  <a:gd name="T6" fmla="*/ 491 w 527"/>
                  <a:gd name="T7" fmla="*/ 633 h 744"/>
                  <a:gd name="T8" fmla="*/ 454 w 527"/>
                  <a:gd name="T9" fmla="*/ 502 h 744"/>
                  <a:gd name="T10" fmla="*/ 379 w 527"/>
                  <a:gd name="T11" fmla="*/ 350 h 744"/>
                  <a:gd name="T12" fmla="*/ 283 w 527"/>
                  <a:gd name="T13" fmla="*/ 223 h 744"/>
                  <a:gd name="T14" fmla="*/ 197 w 527"/>
                  <a:gd name="T15" fmla="*/ 139 h 744"/>
                  <a:gd name="T16" fmla="*/ 87 w 527"/>
                  <a:gd name="T17" fmla="*/ 65 h 744"/>
                  <a:gd name="T18" fmla="*/ 9 w 527"/>
                  <a:gd name="T19" fmla="*/ 23 h 744"/>
                  <a:gd name="T20" fmla="*/ 3 w 527"/>
                  <a:gd name="T21" fmla="*/ 8 h 744"/>
                  <a:gd name="T22" fmla="*/ 18 w 527"/>
                  <a:gd name="T23" fmla="*/ 2 h 744"/>
                  <a:gd name="T24" fmla="*/ 98 w 527"/>
                  <a:gd name="T25" fmla="*/ 45 h 744"/>
                  <a:gd name="T26" fmla="*/ 211 w 527"/>
                  <a:gd name="T27" fmla="*/ 122 h 744"/>
                  <a:gd name="T28" fmla="*/ 300 w 527"/>
                  <a:gd name="T29" fmla="*/ 207 h 744"/>
                  <a:gd name="T30" fmla="*/ 398 w 527"/>
                  <a:gd name="T31" fmla="*/ 338 h 744"/>
                  <a:gd name="T32" fmla="*/ 475 w 527"/>
                  <a:gd name="T33" fmla="*/ 494 h 744"/>
                  <a:gd name="T34" fmla="*/ 513 w 527"/>
                  <a:gd name="T35" fmla="*/ 628 h 744"/>
                  <a:gd name="T36" fmla="*/ 527 w 527"/>
                  <a:gd name="T37" fmla="*/ 732 h 744"/>
                  <a:gd name="T38" fmla="*/ 516 w 527"/>
                  <a:gd name="T39" fmla="*/ 744 h 744"/>
                  <a:gd name="T40" fmla="*/ 515 w 527"/>
                  <a:gd name="T41" fmla="*/ 744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7" h="744">
                    <a:moveTo>
                      <a:pt x="515" y="744"/>
                    </a:moveTo>
                    <a:lnTo>
                      <a:pt x="515" y="744"/>
                    </a:lnTo>
                    <a:cubicBezTo>
                      <a:pt x="509" y="744"/>
                      <a:pt x="504" y="739"/>
                      <a:pt x="504" y="733"/>
                    </a:cubicBezTo>
                    <a:cubicBezTo>
                      <a:pt x="502" y="701"/>
                      <a:pt x="497" y="667"/>
                      <a:pt x="491" y="633"/>
                    </a:cubicBezTo>
                    <a:cubicBezTo>
                      <a:pt x="482" y="588"/>
                      <a:pt x="470" y="544"/>
                      <a:pt x="454" y="502"/>
                    </a:cubicBezTo>
                    <a:cubicBezTo>
                      <a:pt x="435" y="451"/>
                      <a:pt x="410" y="400"/>
                      <a:pt x="379" y="350"/>
                    </a:cubicBezTo>
                    <a:cubicBezTo>
                      <a:pt x="350" y="304"/>
                      <a:pt x="318" y="261"/>
                      <a:pt x="283" y="223"/>
                    </a:cubicBezTo>
                    <a:cubicBezTo>
                      <a:pt x="254" y="190"/>
                      <a:pt x="225" y="163"/>
                      <a:pt x="197" y="139"/>
                    </a:cubicBezTo>
                    <a:cubicBezTo>
                      <a:pt x="159" y="109"/>
                      <a:pt x="118" y="84"/>
                      <a:pt x="87" y="65"/>
                    </a:cubicBezTo>
                    <a:cubicBezTo>
                      <a:pt x="64" y="51"/>
                      <a:pt x="37" y="36"/>
                      <a:pt x="9" y="23"/>
                    </a:cubicBezTo>
                    <a:cubicBezTo>
                      <a:pt x="3" y="20"/>
                      <a:pt x="0" y="14"/>
                      <a:pt x="3" y="8"/>
                    </a:cubicBezTo>
                    <a:cubicBezTo>
                      <a:pt x="6" y="2"/>
                      <a:pt x="12" y="0"/>
                      <a:pt x="18" y="2"/>
                    </a:cubicBezTo>
                    <a:cubicBezTo>
                      <a:pt x="47" y="15"/>
                      <a:pt x="75" y="31"/>
                      <a:pt x="98" y="45"/>
                    </a:cubicBezTo>
                    <a:cubicBezTo>
                      <a:pt x="130" y="64"/>
                      <a:pt x="173" y="90"/>
                      <a:pt x="211" y="122"/>
                    </a:cubicBezTo>
                    <a:cubicBezTo>
                      <a:pt x="241" y="146"/>
                      <a:pt x="270" y="174"/>
                      <a:pt x="300" y="207"/>
                    </a:cubicBezTo>
                    <a:cubicBezTo>
                      <a:pt x="336" y="247"/>
                      <a:pt x="369" y="291"/>
                      <a:pt x="398" y="338"/>
                    </a:cubicBezTo>
                    <a:cubicBezTo>
                      <a:pt x="430" y="389"/>
                      <a:pt x="456" y="442"/>
                      <a:pt x="475" y="494"/>
                    </a:cubicBezTo>
                    <a:cubicBezTo>
                      <a:pt x="491" y="537"/>
                      <a:pt x="504" y="583"/>
                      <a:pt x="513" y="628"/>
                    </a:cubicBezTo>
                    <a:cubicBezTo>
                      <a:pt x="520" y="664"/>
                      <a:pt x="525" y="698"/>
                      <a:pt x="527" y="732"/>
                    </a:cubicBezTo>
                    <a:cubicBezTo>
                      <a:pt x="527" y="738"/>
                      <a:pt x="522" y="743"/>
                      <a:pt x="516" y="744"/>
                    </a:cubicBezTo>
                    <a:cubicBezTo>
                      <a:pt x="516" y="744"/>
                      <a:pt x="516" y="744"/>
                      <a:pt x="515" y="744"/>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8" name="Freeform 53">
                <a:extLst>
                  <a:ext uri="{FF2B5EF4-FFF2-40B4-BE49-F238E27FC236}">
                    <a16:creationId xmlns:a16="http://schemas.microsoft.com/office/drawing/2014/main" id="{CCDAF986-43D3-C979-768B-83902F46A6C5}"/>
                  </a:ext>
                </a:extLst>
              </p:cNvPr>
              <p:cNvSpPr>
                <a:spLocks/>
              </p:cNvSpPr>
              <p:nvPr/>
            </p:nvSpPr>
            <p:spPr bwMode="auto">
              <a:xfrm>
                <a:off x="2807" y="1913"/>
                <a:ext cx="106" cy="17"/>
              </a:xfrm>
              <a:custGeom>
                <a:avLst/>
                <a:gdLst>
                  <a:gd name="T0" fmla="*/ 13 w 243"/>
                  <a:gd name="T1" fmla="*/ 41 h 41"/>
                  <a:gd name="T2" fmla="*/ 13 w 243"/>
                  <a:gd name="T3" fmla="*/ 41 h 41"/>
                  <a:gd name="T4" fmla="*/ 1 w 243"/>
                  <a:gd name="T5" fmla="*/ 32 h 41"/>
                  <a:gd name="T6" fmla="*/ 10 w 243"/>
                  <a:gd name="T7" fmla="*/ 18 h 41"/>
                  <a:gd name="T8" fmla="*/ 113 w 243"/>
                  <a:gd name="T9" fmla="*/ 3 h 41"/>
                  <a:gd name="T10" fmla="*/ 232 w 243"/>
                  <a:gd name="T11" fmla="*/ 2 h 41"/>
                  <a:gd name="T12" fmla="*/ 243 w 243"/>
                  <a:gd name="T13" fmla="*/ 14 h 41"/>
                  <a:gd name="T14" fmla="*/ 231 w 243"/>
                  <a:gd name="T15" fmla="*/ 25 h 41"/>
                  <a:gd name="T16" fmla="*/ 115 w 243"/>
                  <a:gd name="T17" fmla="*/ 26 h 41"/>
                  <a:gd name="T18" fmla="*/ 15 w 243"/>
                  <a:gd name="T19" fmla="*/ 40 h 41"/>
                  <a:gd name="T20" fmla="*/ 13 w 243"/>
                  <a:gd name="T21"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41">
                    <a:moveTo>
                      <a:pt x="13" y="41"/>
                    </a:moveTo>
                    <a:lnTo>
                      <a:pt x="13" y="41"/>
                    </a:lnTo>
                    <a:cubicBezTo>
                      <a:pt x="7" y="41"/>
                      <a:pt x="3" y="37"/>
                      <a:pt x="1" y="32"/>
                    </a:cubicBezTo>
                    <a:cubicBezTo>
                      <a:pt x="0" y="26"/>
                      <a:pt x="4" y="20"/>
                      <a:pt x="10" y="18"/>
                    </a:cubicBezTo>
                    <a:cubicBezTo>
                      <a:pt x="45" y="11"/>
                      <a:pt x="80" y="6"/>
                      <a:pt x="113" y="3"/>
                    </a:cubicBezTo>
                    <a:cubicBezTo>
                      <a:pt x="149" y="0"/>
                      <a:pt x="186" y="0"/>
                      <a:pt x="232" y="2"/>
                    </a:cubicBezTo>
                    <a:cubicBezTo>
                      <a:pt x="238" y="2"/>
                      <a:pt x="243" y="8"/>
                      <a:pt x="243" y="14"/>
                    </a:cubicBezTo>
                    <a:cubicBezTo>
                      <a:pt x="242" y="20"/>
                      <a:pt x="236" y="25"/>
                      <a:pt x="231" y="25"/>
                    </a:cubicBezTo>
                    <a:cubicBezTo>
                      <a:pt x="186" y="22"/>
                      <a:pt x="150" y="23"/>
                      <a:pt x="115" y="26"/>
                    </a:cubicBezTo>
                    <a:cubicBezTo>
                      <a:pt x="83" y="28"/>
                      <a:pt x="49" y="33"/>
                      <a:pt x="15" y="40"/>
                    </a:cubicBezTo>
                    <a:cubicBezTo>
                      <a:pt x="14" y="41"/>
                      <a:pt x="13" y="41"/>
                      <a:pt x="13" y="4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9" name="Freeform 54">
                <a:extLst>
                  <a:ext uri="{FF2B5EF4-FFF2-40B4-BE49-F238E27FC236}">
                    <a16:creationId xmlns:a16="http://schemas.microsoft.com/office/drawing/2014/main" id="{240728D7-28A2-2C74-112C-DC36B1E87072}"/>
                  </a:ext>
                </a:extLst>
              </p:cNvPr>
              <p:cNvSpPr>
                <a:spLocks/>
              </p:cNvSpPr>
              <p:nvPr/>
            </p:nvSpPr>
            <p:spPr bwMode="auto">
              <a:xfrm>
                <a:off x="2512" y="1855"/>
                <a:ext cx="521" cy="229"/>
              </a:xfrm>
              <a:custGeom>
                <a:avLst/>
                <a:gdLst>
                  <a:gd name="T0" fmla="*/ 13 w 1200"/>
                  <a:gd name="T1" fmla="*/ 526 h 526"/>
                  <a:gd name="T2" fmla="*/ 13 w 1200"/>
                  <a:gd name="T3" fmla="*/ 526 h 526"/>
                  <a:gd name="T4" fmla="*/ 8 w 1200"/>
                  <a:gd name="T5" fmla="*/ 525 h 526"/>
                  <a:gd name="T6" fmla="*/ 3 w 1200"/>
                  <a:gd name="T7" fmla="*/ 509 h 526"/>
                  <a:gd name="T8" fmla="*/ 80 w 1200"/>
                  <a:gd name="T9" fmla="*/ 394 h 526"/>
                  <a:gd name="T10" fmla="*/ 208 w 1200"/>
                  <a:gd name="T11" fmla="*/ 255 h 526"/>
                  <a:gd name="T12" fmla="*/ 345 w 1200"/>
                  <a:gd name="T13" fmla="*/ 151 h 526"/>
                  <a:gd name="T14" fmla="*/ 472 w 1200"/>
                  <a:gd name="T15" fmla="*/ 82 h 526"/>
                  <a:gd name="T16" fmla="*/ 548 w 1200"/>
                  <a:gd name="T17" fmla="*/ 53 h 526"/>
                  <a:gd name="T18" fmla="*/ 656 w 1200"/>
                  <a:gd name="T19" fmla="*/ 23 h 526"/>
                  <a:gd name="T20" fmla="*/ 774 w 1200"/>
                  <a:gd name="T21" fmla="*/ 4 h 526"/>
                  <a:gd name="T22" fmla="*/ 908 w 1200"/>
                  <a:gd name="T23" fmla="*/ 2 h 526"/>
                  <a:gd name="T24" fmla="*/ 1074 w 1200"/>
                  <a:gd name="T25" fmla="*/ 21 h 526"/>
                  <a:gd name="T26" fmla="*/ 1191 w 1200"/>
                  <a:gd name="T27" fmla="*/ 53 h 526"/>
                  <a:gd name="T28" fmla="*/ 1198 w 1200"/>
                  <a:gd name="T29" fmla="*/ 67 h 526"/>
                  <a:gd name="T30" fmla="*/ 1184 w 1200"/>
                  <a:gd name="T31" fmla="*/ 74 h 526"/>
                  <a:gd name="T32" fmla="*/ 1069 w 1200"/>
                  <a:gd name="T33" fmla="*/ 44 h 526"/>
                  <a:gd name="T34" fmla="*/ 907 w 1200"/>
                  <a:gd name="T35" fmla="*/ 25 h 526"/>
                  <a:gd name="T36" fmla="*/ 776 w 1200"/>
                  <a:gd name="T37" fmla="*/ 27 h 526"/>
                  <a:gd name="T38" fmla="*/ 661 w 1200"/>
                  <a:gd name="T39" fmla="*/ 45 h 526"/>
                  <a:gd name="T40" fmla="*/ 556 w 1200"/>
                  <a:gd name="T41" fmla="*/ 74 h 526"/>
                  <a:gd name="T42" fmla="*/ 481 w 1200"/>
                  <a:gd name="T43" fmla="*/ 103 h 526"/>
                  <a:gd name="T44" fmla="*/ 357 w 1200"/>
                  <a:gd name="T45" fmla="*/ 170 h 526"/>
                  <a:gd name="T46" fmla="*/ 223 w 1200"/>
                  <a:gd name="T47" fmla="*/ 272 h 526"/>
                  <a:gd name="T48" fmla="*/ 98 w 1200"/>
                  <a:gd name="T49" fmla="*/ 408 h 526"/>
                  <a:gd name="T50" fmla="*/ 23 w 1200"/>
                  <a:gd name="T51" fmla="*/ 520 h 526"/>
                  <a:gd name="T52" fmla="*/ 13 w 1200"/>
                  <a:gd name="T53" fmla="*/ 526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0" h="526">
                    <a:moveTo>
                      <a:pt x="13" y="526"/>
                    </a:moveTo>
                    <a:lnTo>
                      <a:pt x="13" y="526"/>
                    </a:lnTo>
                    <a:cubicBezTo>
                      <a:pt x="11" y="526"/>
                      <a:pt x="9" y="526"/>
                      <a:pt x="8" y="525"/>
                    </a:cubicBezTo>
                    <a:cubicBezTo>
                      <a:pt x="2" y="521"/>
                      <a:pt x="0" y="515"/>
                      <a:pt x="3" y="509"/>
                    </a:cubicBezTo>
                    <a:cubicBezTo>
                      <a:pt x="23" y="474"/>
                      <a:pt x="48" y="437"/>
                      <a:pt x="80" y="394"/>
                    </a:cubicBezTo>
                    <a:cubicBezTo>
                      <a:pt x="121" y="342"/>
                      <a:pt x="164" y="295"/>
                      <a:pt x="208" y="255"/>
                    </a:cubicBezTo>
                    <a:cubicBezTo>
                      <a:pt x="248" y="218"/>
                      <a:pt x="294" y="183"/>
                      <a:pt x="345" y="151"/>
                    </a:cubicBezTo>
                    <a:cubicBezTo>
                      <a:pt x="390" y="122"/>
                      <a:pt x="432" y="99"/>
                      <a:pt x="472" y="82"/>
                    </a:cubicBezTo>
                    <a:cubicBezTo>
                      <a:pt x="495" y="72"/>
                      <a:pt x="519" y="62"/>
                      <a:pt x="548" y="53"/>
                    </a:cubicBezTo>
                    <a:cubicBezTo>
                      <a:pt x="585" y="41"/>
                      <a:pt x="621" y="31"/>
                      <a:pt x="656" y="23"/>
                    </a:cubicBezTo>
                    <a:cubicBezTo>
                      <a:pt x="696" y="14"/>
                      <a:pt x="736" y="8"/>
                      <a:pt x="774" y="4"/>
                    </a:cubicBezTo>
                    <a:cubicBezTo>
                      <a:pt x="814" y="1"/>
                      <a:pt x="858" y="0"/>
                      <a:pt x="908" y="2"/>
                    </a:cubicBezTo>
                    <a:cubicBezTo>
                      <a:pt x="966" y="4"/>
                      <a:pt x="1022" y="11"/>
                      <a:pt x="1074" y="21"/>
                    </a:cubicBezTo>
                    <a:cubicBezTo>
                      <a:pt x="1115" y="30"/>
                      <a:pt x="1155" y="40"/>
                      <a:pt x="1191" y="53"/>
                    </a:cubicBezTo>
                    <a:cubicBezTo>
                      <a:pt x="1197" y="55"/>
                      <a:pt x="1200" y="61"/>
                      <a:pt x="1198" y="67"/>
                    </a:cubicBezTo>
                    <a:cubicBezTo>
                      <a:pt x="1196" y="73"/>
                      <a:pt x="1190" y="76"/>
                      <a:pt x="1184" y="74"/>
                    </a:cubicBezTo>
                    <a:cubicBezTo>
                      <a:pt x="1148" y="62"/>
                      <a:pt x="1110" y="52"/>
                      <a:pt x="1069" y="44"/>
                    </a:cubicBezTo>
                    <a:cubicBezTo>
                      <a:pt x="1019" y="33"/>
                      <a:pt x="964" y="27"/>
                      <a:pt x="907" y="25"/>
                    </a:cubicBezTo>
                    <a:cubicBezTo>
                      <a:pt x="858" y="23"/>
                      <a:pt x="815" y="23"/>
                      <a:pt x="776" y="27"/>
                    </a:cubicBezTo>
                    <a:cubicBezTo>
                      <a:pt x="739" y="30"/>
                      <a:pt x="700" y="36"/>
                      <a:pt x="661" y="45"/>
                    </a:cubicBezTo>
                    <a:cubicBezTo>
                      <a:pt x="626" y="53"/>
                      <a:pt x="591" y="62"/>
                      <a:pt x="556" y="74"/>
                    </a:cubicBezTo>
                    <a:cubicBezTo>
                      <a:pt x="527" y="84"/>
                      <a:pt x="503" y="93"/>
                      <a:pt x="481" y="103"/>
                    </a:cubicBezTo>
                    <a:cubicBezTo>
                      <a:pt x="442" y="120"/>
                      <a:pt x="401" y="142"/>
                      <a:pt x="357" y="170"/>
                    </a:cubicBezTo>
                    <a:cubicBezTo>
                      <a:pt x="308" y="202"/>
                      <a:pt x="262" y="236"/>
                      <a:pt x="223" y="272"/>
                    </a:cubicBezTo>
                    <a:cubicBezTo>
                      <a:pt x="180" y="311"/>
                      <a:pt x="138" y="357"/>
                      <a:pt x="98" y="408"/>
                    </a:cubicBezTo>
                    <a:cubicBezTo>
                      <a:pt x="66" y="450"/>
                      <a:pt x="42" y="486"/>
                      <a:pt x="23" y="520"/>
                    </a:cubicBezTo>
                    <a:cubicBezTo>
                      <a:pt x="21" y="524"/>
                      <a:pt x="17" y="526"/>
                      <a:pt x="13" y="52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0" name="Freeform 55">
                <a:extLst>
                  <a:ext uri="{FF2B5EF4-FFF2-40B4-BE49-F238E27FC236}">
                    <a16:creationId xmlns:a16="http://schemas.microsoft.com/office/drawing/2014/main" id="{0EB282C1-2B6D-B4ED-FE75-D83D1ADCC2CF}"/>
                  </a:ext>
                </a:extLst>
              </p:cNvPr>
              <p:cNvSpPr>
                <a:spLocks/>
              </p:cNvSpPr>
              <p:nvPr/>
            </p:nvSpPr>
            <p:spPr bwMode="auto">
              <a:xfrm>
                <a:off x="2460" y="2311"/>
                <a:ext cx="18" cy="64"/>
              </a:xfrm>
              <a:custGeom>
                <a:avLst/>
                <a:gdLst>
                  <a:gd name="T0" fmla="*/ 30 w 42"/>
                  <a:gd name="T1" fmla="*/ 148 h 148"/>
                  <a:gd name="T2" fmla="*/ 30 w 42"/>
                  <a:gd name="T3" fmla="*/ 148 h 148"/>
                  <a:gd name="T4" fmla="*/ 19 w 42"/>
                  <a:gd name="T5" fmla="*/ 139 h 148"/>
                  <a:gd name="T6" fmla="*/ 1 w 42"/>
                  <a:gd name="T7" fmla="*/ 12 h 148"/>
                  <a:gd name="T8" fmla="*/ 11 w 42"/>
                  <a:gd name="T9" fmla="*/ 0 h 148"/>
                  <a:gd name="T10" fmla="*/ 23 w 42"/>
                  <a:gd name="T11" fmla="*/ 11 h 148"/>
                  <a:gd name="T12" fmla="*/ 41 w 42"/>
                  <a:gd name="T13" fmla="*/ 134 h 148"/>
                  <a:gd name="T14" fmla="*/ 32 w 42"/>
                  <a:gd name="T15" fmla="*/ 148 h 148"/>
                  <a:gd name="T16" fmla="*/ 30 w 42"/>
                  <a:gd name="T17"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48">
                    <a:moveTo>
                      <a:pt x="30" y="148"/>
                    </a:moveTo>
                    <a:lnTo>
                      <a:pt x="30" y="148"/>
                    </a:lnTo>
                    <a:cubicBezTo>
                      <a:pt x="24" y="148"/>
                      <a:pt x="20" y="144"/>
                      <a:pt x="19" y="139"/>
                    </a:cubicBezTo>
                    <a:cubicBezTo>
                      <a:pt x="9" y="90"/>
                      <a:pt x="3" y="50"/>
                      <a:pt x="1" y="12"/>
                    </a:cubicBezTo>
                    <a:cubicBezTo>
                      <a:pt x="0" y="6"/>
                      <a:pt x="5" y="1"/>
                      <a:pt x="11" y="0"/>
                    </a:cubicBezTo>
                    <a:cubicBezTo>
                      <a:pt x="17" y="0"/>
                      <a:pt x="23" y="5"/>
                      <a:pt x="23" y="11"/>
                    </a:cubicBezTo>
                    <a:cubicBezTo>
                      <a:pt x="26" y="47"/>
                      <a:pt x="31" y="87"/>
                      <a:pt x="41" y="134"/>
                    </a:cubicBezTo>
                    <a:cubicBezTo>
                      <a:pt x="42" y="141"/>
                      <a:pt x="38" y="147"/>
                      <a:pt x="32" y="148"/>
                    </a:cubicBezTo>
                    <a:cubicBezTo>
                      <a:pt x="31" y="148"/>
                      <a:pt x="31" y="148"/>
                      <a:pt x="30" y="14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1" name="Freeform 56">
                <a:extLst>
                  <a:ext uri="{FF2B5EF4-FFF2-40B4-BE49-F238E27FC236}">
                    <a16:creationId xmlns:a16="http://schemas.microsoft.com/office/drawing/2014/main" id="{644FEA9B-40AA-B78A-C421-C9AA56F7B1AA}"/>
                  </a:ext>
                </a:extLst>
              </p:cNvPr>
              <p:cNvSpPr>
                <a:spLocks/>
              </p:cNvSpPr>
              <p:nvPr/>
            </p:nvSpPr>
            <p:spPr bwMode="auto">
              <a:xfrm>
                <a:off x="2495" y="2454"/>
                <a:ext cx="71" cy="107"/>
              </a:xfrm>
              <a:custGeom>
                <a:avLst/>
                <a:gdLst>
                  <a:gd name="T0" fmla="*/ 150 w 163"/>
                  <a:gd name="T1" fmla="*/ 245 h 245"/>
                  <a:gd name="T2" fmla="*/ 150 w 163"/>
                  <a:gd name="T3" fmla="*/ 245 h 245"/>
                  <a:gd name="T4" fmla="*/ 141 w 163"/>
                  <a:gd name="T5" fmla="*/ 241 h 245"/>
                  <a:gd name="T6" fmla="*/ 69 w 163"/>
                  <a:gd name="T7" fmla="*/ 140 h 245"/>
                  <a:gd name="T8" fmla="*/ 3 w 163"/>
                  <a:gd name="T9" fmla="*/ 18 h 245"/>
                  <a:gd name="T10" fmla="*/ 9 w 163"/>
                  <a:gd name="T11" fmla="*/ 3 h 245"/>
                  <a:gd name="T12" fmla="*/ 24 w 163"/>
                  <a:gd name="T13" fmla="*/ 8 h 245"/>
                  <a:gd name="T14" fmla="*/ 88 w 163"/>
                  <a:gd name="T15" fmla="*/ 128 h 245"/>
                  <a:gd name="T16" fmla="*/ 159 w 163"/>
                  <a:gd name="T17" fmla="*/ 227 h 245"/>
                  <a:gd name="T18" fmla="*/ 157 w 163"/>
                  <a:gd name="T19" fmla="*/ 243 h 245"/>
                  <a:gd name="T20" fmla="*/ 150 w 163"/>
                  <a:gd name="T21"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245">
                    <a:moveTo>
                      <a:pt x="150" y="245"/>
                    </a:moveTo>
                    <a:lnTo>
                      <a:pt x="150" y="245"/>
                    </a:lnTo>
                    <a:cubicBezTo>
                      <a:pt x="147" y="245"/>
                      <a:pt x="143" y="244"/>
                      <a:pt x="141" y="241"/>
                    </a:cubicBezTo>
                    <a:cubicBezTo>
                      <a:pt x="116" y="211"/>
                      <a:pt x="92" y="177"/>
                      <a:pt x="69" y="140"/>
                    </a:cubicBezTo>
                    <a:cubicBezTo>
                      <a:pt x="44" y="101"/>
                      <a:pt x="22" y="59"/>
                      <a:pt x="3" y="18"/>
                    </a:cubicBezTo>
                    <a:cubicBezTo>
                      <a:pt x="0" y="12"/>
                      <a:pt x="3" y="5"/>
                      <a:pt x="9" y="3"/>
                    </a:cubicBezTo>
                    <a:cubicBezTo>
                      <a:pt x="14" y="0"/>
                      <a:pt x="21" y="3"/>
                      <a:pt x="24" y="8"/>
                    </a:cubicBezTo>
                    <a:cubicBezTo>
                      <a:pt x="42" y="49"/>
                      <a:pt x="64" y="89"/>
                      <a:pt x="88" y="128"/>
                    </a:cubicBezTo>
                    <a:cubicBezTo>
                      <a:pt x="111" y="164"/>
                      <a:pt x="134" y="197"/>
                      <a:pt x="159" y="227"/>
                    </a:cubicBezTo>
                    <a:cubicBezTo>
                      <a:pt x="163" y="232"/>
                      <a:pt x="162" y="239"/>
                      <a:pt x="157" y="243"/>
                    </a:cubicBezTo>
                    <a:cubicBezTo>
                      <a:pt x="155" y="245"/>
                      <a:pt x="153" y="245"/>
                      <a:pt x="150" y="24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2" name="Freeform 57">
                <a:extLst>
                  <a:ext uri="{FF2B5EF4-FFF2-40B4-BE49-F238E27FC236}">
                    <a16:creationId xmlns:a16="http://schemas.microsoft.com/office/drawing/2014/main" id="{690A3B81-2674-98DD-9570-72707E87DD68}"/>
                  </a:ext>
                </a:extLst>
              </p:cNvPr>
              <p:cNvSpPr>
                <a:spLocks/>
              </p:cNvSpPr>
              <p:nvPr/>
            </p:nvSpPr>
            <p:spPr bwMode="auto">
              <a:xfrm>
                <a:off x="2636" y="2626"/>
                <a:ext cx="151" cy="77"/>
              </a:xfrm>
              <a:custGeom>
                <a:avLst/>
                <a:gdLst>
                  <a:gd name="T0" fmla="*/ 337 w 349"/>
                  <a:gd name="T1" fmla="*/ 178 h 178"/>
                  <a:gd name="T2" fmla="*/ 337 w 349"/>
                  <a:gd name="T3" fmla="*/ 178 h 178"/>
                  <a:gd name="T4" fmla="*/ 334 w 349"/>
                  <a:gd name="T5" fmla="*/ 177 h 178"/>
                  <a:gd name="T6" fmla="*/ 241 w 349"/>
                  <a:gd name="T7" fmla="*/ 148 h 178"/>
                  <a:gd name="T8" fmla="*/ 127 w 349"/>
                  <a:gd name="T9" fmla="*/ 97 h 178"/>
                  <a:gd name="T10" fmla="*/ 6 w 349"/>
                  <a:gd name="T11" fmla="*/ 22 h 178"/>
                  <a:gd name="T12" fmla="*/ 3 w 349"/>
                  <a:gd name="T13" fmla="*/ 6 h 178"/>
                  <a:gd name="T14" fmla="*/ 19 w 349"/>
                  <a:gd name="T15" fmla="*/ 4 h 178"/>
                  <a:gd name="T16" fmla="*/ 138 w 349"/>
                  <a:gd name="T17" fmla="*/ 77 h 178"/>
                  <a:gd name="T18" fmla="*/ 249 w 349"/>
                  <a:gd name="T19" fmla="*/ 126 h 178"/>
                  <a:gd name="T20" fmla="*/ 340 w 349"/>
                  <a:gd name="T21" fmla="*/ 155 h 178"/>
                  <a:gd name="T22" fmla="*/ 348 w 349"/>
                  <a:gd name="T23" fmla="*/ 169 h 178"/>
                  <a:gd name="T24" fmla="*/ 337 w 349"/>
                  <a:gd name="T25"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9" h="178">
                    <a:moveTo>
                      <a:pt x="337" y="178"/>
                    </a:moveTo>
                    <a:lnTo>
                      <a:pt x="337" y="178"/>
                    </a:lnTo>
                    <a:cubicBezTo>
                      <a:pt x="336" y="178"/>
                      <a:pt x="335" y="178"/>
                      <a:pt x="334" y="177"/>
                    </a:cubicBezTo>
                    <a:cubicBezTo>
                      <a:pt x="304" y="169"/>
                      <a:pt x="272" y="159"/>
                      <a:pt x="241" y="148"/>
                    </a:cubicBezTo>
                    <a:cubicBezTo>
                      <a:pt x="203" y="133"/>
                      <a:pt x="165" y="116"/>
                      <a:pt x="127" y="97"/>
                    </a:cubicBezTo>
                    <a:cubicBezTo>
                      <a:pt x="84" y="74"/>
                      <a:pt x="44" y="49"/>
                      <a:pt x="6" y="22"/>
                    </a:cubicBezTo>
                    <a:cubicBezTo>
                      <a:pt x="1" y="18"/>
                      <a:pt x="0" y="11"/>
                      <a:pt x="3" y="6"/>
                    </a:cubicBezTo>
                    <a:cubicBezTo>
                      <a:pt x="7" y="1"/>
                      <a:pt x="14" y="0"/>
                      <a:pt x="19" y="4"/>
                    </a:cubicBezTo>
                    <a:cubicBezTo>
                      <a:pt x="56" y="30"/>
                      <a:pt x="96" y="55"/>
                      <a:pt x="138" y="77"/>
                    </a:cubicBezTo>
                    <a:cubicBezTo>
                      <a:pt x="175" y="96"/>
                      <a:pt x="212" y="113"/>
                      <a:pt x="249" y="126"/>
                    </a:cubicBezTo>
                    <a:cubicBezTo>
                      <a:pt x="279" y="138"/>
                      <a:pt x="310" y="148"/>
                      <a:pt x="340" y="155"/>
                    </a:cubicBezTo>
                    <a:cubicBezTo>
                      <a:pt x="346" y="157"/>
                      <a:pt x="349" y="163"/>
                      <a:pt x="348" y="169"/>
                    </a:cubicBezTo>
                    <a:cubicBezTo>
                      <a:pt x="346" y="174"/>
                      <a:pt x="342" y="178"/>
                      <a:pt x="337" y="17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3" name="Freeform 58">
                <a:extLst>
                  <a:ext uri="{FF2B5EF4-FFF2-40B4-BE49-F238E27FC236}">
                    <a16:creationId xmlns:a16="http://schemas.microsoft.com/office/drawing/2014/main" id="{1E14D7DD-21FC-671B-6652-F1A45D32FBF8}"/>
                  </a:ext>
                </a:extLst>
              </p:cNvPr>
              <p:cNvSpPr>
                <a:spLocks/>
              </p:cNvSpPr>
              <p:nvPr/>
            </p:nvSpPr>
            <p:spPr bwMode="auto">
              <a:xfrm>
                <a:off x="2874" y="2699"/>
                <a:ext cx="103" cy="18"/>
              </a:xfrm>
              <a:custGeom>
                <a:avLst/>
                <a:gdLst>
                  <a:gd name="T0" fmla="*/ 35 w 237"/>
                  <a:gd name="T1" fmla="*/ 42 h 42"/>
                  <a:gd name="T2" fmla="*/ 35 w 237"/>
                  <a:gd name="T3" fmla="*/ 42 h 42"/>
                  <a:gd name="T4" fmla="*/ 11 w 237"/>
                  <a:gd name="T5" fmla="*/ 42 h 42"/>
                  <a:gd name="T6" fmla="*/ 0 w 237"/>
                  <a:gd name="T7" fmla="*/ 30 h 42"/>
                  <a:gd name="T8" fmla="*/ 11 w 237"/>
                  <a:gd name="T9" fmla="*/ 19 h 42"/>
                  <a:gd name="T10" fmla="*/ 126 w 237"/>
                  <a:gd name="T11" fmla="*/ 15 h 42"/>
                  <a:gd name="T12" fmla="*/ 223 w 237"/>
                  <a:gd name="T13" fmla="*/ 2 h 42"/>
                  <a:gd name="T14" fmla="*/ 236 w 237"/>
                  <a:gd name="T15" fmla="*/ 11 h 42"/>
                  <a:gd name="T16" fmla="*/ 227 w 237"/>
                  <a:gd name="T17" fmla="*/ 24 h 42"/>
                  <a:gd name="T18" fmla="*/ 128 w 237"/>
                  <a:gd name="T19" fmla="*/ 38 h 42"/>
                  <a:gd name="T20" fmla="*/ 35 w 237"/>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42">
                    <a:moveTo>
                      <a:pt x="35" y="42"/>
                    </a:moveTo>
                    <a:lnTo>
                      <a:pt x="35" y="42"/>
                    </a:lnTo>
                    <a:cubicBezTo>
                      <a:pt x="27" y="42"/>
                      <a:pt x="19" y="42"/>
                      <a:pt x="11" y="42"/>
                    </a:cubicBezTo>
                    <a:cubicBezTo>
                      <a:pt x="5" y="41"/>
                      <a:pt x="0" y="36"/>
                      <a:pt x="0" y="30"/>
                    </a:cubicBezTo>
                    <a:cubicBezTo>
                      <a:pt x="0" y="24"/>
                      <a:pt x="6" y="19"/>
                      <a:pt x="11" y="19"/>
                    </a:cubicBezTo>
                    <a:cubicBezTo>
                      <a:pt x="49" y="20"/>
                      <a:pt x="87" y="18"/>
                      <a:pt x="126" y="15"/>
                    </a:cubicBezTo>
                    <a:cubicBezTo>
                      <a:pt x="160" y="12"/>
                      <a:pt x="192" y="7"/>
                      <a:pt x="223" y="2"/>
                    </a:cubicBezTo>
                    <a:cubicBezTo>
                      <a:pt x="229" y="0"/>
                      <a:pt x="235" y="4"/>
                      <a:pt x="236" y="11"/>
                    </a:cubicBezTo>
                    <a:cubicBezTo>
                      <a:pt x="237" y="17"/>
                      <a:pt x="233" y="23"/>
                      <a:pt x="227" y="24"/>
                    </a:cubicBezTo>
                    <a:cubicBezTo>
                      <a:pt x="196" y="30"/>
                      <a:pt x="162" y="35"/>
                      <a:pt x="128" y="38"/>
                    </a:cubicBezTo>
                    <a:cubicBezTo>
                      <a:pt x="96" y="40"/>
                      <a:pt x="65" y="42"/>
                      <a:pt x="35" y="4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4" name="Freeform 59">
                <a:extLst>
                  <a:ext uri="{FF2B5EF4-FFF2-40B4-BE49-F238E27FC236}">
                    <a16:creationId xmlns:a16="http://schemas.microsoft.com/office/drawing/2014/main" id="{5DEF51D6-9058-B094-E3FB-1D8B45019363}"/>
                  </a:ext>
                </a:extLst>
              </p:cNvPr>
              <p:cNvSpPr>
                <a:spLocks/>
              </p:cNvSpPr>
              <p:nvPr/>
            </p:nvSpPr>
            <p:spPr bwMode="auto">
              <a:xfrm>
                <a:off x="3152" y="2292"/>
                <a:ext cx="168" cy="330"/>
              </a:xfrm>
              <a:custGeom>
                <a:avLst/>
                <a:gdLst>
                  <a:gd name="T0" fmla="*/ 13 w 388"/>
                  <a:gd name="T1" fmla="*/ 758 h 758"/>
                  <a:gd name="T2" fmla="*/ 13 w 388"/>
                  <a:gd name="T3" fmla="*/ 758 h 758"/>
                  <a:gd name="T4" fmla="*/ 4 w 388"/>
                  <a:gd name="T5" fmla="*/ 753 h 758"/>
                  <a:gd name="T6" fmla="*/ 6 w 388"/>
                  <a:gd name="T7" fmla="*/ 737 h 758"/>
                  <a:gd name="T8" fmla="*/ 94 w 388"/>
                  <a:gd name="T9" fmla="*/ 658 h 758"/>
                  <a:gd name="T10" fmla="*/ 179 w 388"/>
                  <a:gd name="T11" fmla="*/ 555 h 758"/>
                  <a:gd name="T12" fmla="*/ 261 w 388"/>
                  <a:gd name="T13" fmla="*/ 421 h 758"/>
                  <a:gd name="T14" fmla="*/ 327 w 388"/>
                  <a:gd name="T15" fmla="*/ 249 h 758"/>
                  <a:gd name="T16" fmla="*/ 355 w 388"/>
                  <a:gd name="T17" fmla="*/ 124 h 758"/>
                  <a:gd name="T18" fmla="*/ 365 w 388"/>
                  <a:gd name="T19" fmla="*/ 11 h 758"/>
                  <a:gd name="T20" fmla="*/ 376 w 388"/>
                  <a:gd name="T21" fmla="*/ 0 h 758"/>
                  <a:gd name="T22" fmla="*/ 387 w 388"/>
                  <a:gd name="T23" fmla="*/ 12 h 758"/>
                  <a:gd name="T24" fmla="*/ 378 w 388"/>
                  <a:gd name="T25" fmla="*/ 127 h 758"/>
                  <a:gd name="T26" fmla="*/ 349 w 388"/>
                  <a:gd name="T27" fmla="*/ 255 h 758"/>
                  <a:gd name="T28" fmla="*/ 281 w 388"/>
                  <a:gd name="T29" fmla="*/ 431 h 758"/>
                  <a:gd name="T30" fmla="*/ 198 w 388"/>
                  <a:gd name="T31" fmla="*/ 569 h 758"/>
                  <a:gd name="T32" fmla="*/ 111 w 388"/>
                  <a:gd name="T33" fmla="*/ 673 h 758"/>
                  <a:gd name="T34" fmla="*/ 20 w 388"/>
                  <a:gd name="T35" fmla="*/ 755 h 758"/>
                  <a:gd name="T36" fmla="*/ 13 w 388"/>
                  <a:gd name="T37" fmla="*/ 758 h 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8" h="758">
                    <a:moveTo>
                      <a:pt x="13" y="758"/>
                    </a:moveTo>
                    <a:lnTo>
                      <a:pt x="13" y="758"/>
                    </a:lnTo>
                    <a:cubicBezTo>
                      <a:pt x="10" y="758"/>
                      <a:pt x="7" y="756"/>
                      <a:pt x="4" y="753"/>
                    </a:cubicBezTo>
                    <a:cubicBezTo>
                      <a:pt x="0" y="748"/>
                      <a:pt x="1" y="741"/>
                      <a:pt x="6" y="737"/>
                    </a:cubicBezTo>
                    <a:cubicBezTo>
                      <a:pt x="41" y="709"/>
                      <a:pt x="70" y="683"/>
                      <a:pt x="94" y="658"/>
                    </a:cubicBezTo>
                    <a:cubicBezTo>
                      <a:pt x="124" y="627"/>
                      <a:pt x="152" y="593"/>
                      <a:pt x="179" y="555"/>
                    </a:cubicBezTo>
                    <a:cubicBezTo>
                      <a:pt x="210" y="513"/>
                      <a:pt x="237" y="468"/>
                      <a:pt x="261" y="421"/>
                    </a:cubicBezTo>
                    <a:cubicBezTo>
                      <a:pt x="286" y="370"/>
                      <a:pt x="308" y="313"/>
                      <a:pt x="327" y="249"/>
                    </a:cubicBezTo>
                    <a:cubicBezTo>
                      <a:pt x="341" y="201"/>
                      <a:pt x="350" y="161"/>
                      <a:pt x="355" y="124"/>
                    </a:cubicBezTo>
                    <a:cubicBezTo>
                      <a:pt x="361" y="89"/>
                      <a:pt x="364" y="52"/>
                      <a:pt x="365" y="11"/>
                    </a:cubicBezTo>
                    <a:cubicBezTo>
                      <a:pt x="365" y="5"/>
                      <a:pt x="370" y="0"/>
                      <a:pt x="376" y="0"/>
                    </a:cubicBezTo>
                    <a:cubicBezTo>
                      <a:pt x="383" y="1"/>
                      <a:pt x="388" y="6"/>
                      <a:pt x="387" y="12"/>
                    </a:cubicBezTo>
                    <a:cubicBezTo>
                      <a:pt x="386" y="54"/>
                      <a:pt x="383" y="92"/>
                      <a:pt x="378" y="127"/>
                    </a:cubicBezTo>
                    <a:cubicBezTo>
                      <a:pt x="372" y="165"/>
                      <a:pt x="363" y="206"/>
                      <a:pt x="349" y="255"/>
                    </a:cubicBezTo>
                    <a:cubicBezTo>
                      <a:pt x="329" y="321"/>
                      <a:pt x="307" y="378"/>
                      <a:pt x="281" y="431"/>
                    </a:cubicBezTo>
                    <a:cubicBezTo>
                      <a:pt x="257" y="479"/>
                      <a:pt x="229" y="525"/>
                      <a:pt x="198" y="569"/>
                    </a:cubicBezTo>
                    <a:cubicBezTo>
                      <a:pt x="170" y="607"/>
                      <a:pt x="141" y="642"/>
                      <a:pt x="111" y="673"/>
                    </a:cubicBezTo>
                    <a:cubicBezTo>
                      <a:pt x="85" y="700"/>
                      <a:pt x="56" y="727"/>
                      <a:pt x="20" y="755"/>
                    </a:cubicBezTo>
                    <a:cubicBezTo>
                      <a:pt x="18" y="757"/>
                      <a:pt x="16" y="758"/>
                      <a:pt x="13" y="75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5" name="Freeform 60">
                <a:extLst>
                  <a:ext uri="{FF2B5EF4-FFF2-40B4-BE49-F238E27FC236}">
                    <a16:creationId xmlns:a16="http://schemas.microsoft.com/office/drawing/2014/main" id="{4F469603-996A-557A-81A4-B38E8DAAB3E3}"/>
                  </a:ext>
                </a:extLst>
              </p:cNvPr>
              <p:cNvSpPr>
                <a:spLocks/>
              </p:cNvSpPr>
              <p:nvPr/>
            </p:nvSpPr>
            <p:spPr bwMode="auto">
              <a:xfrm>
                <a:off x="3243" y="2053"/>
                <a:ext cx="70" cy="156"/>
              </a:xfrm>
              <a:custGeom>
                <a:avLst/>
                <a:gdLst>
                  <a:gd name="T0" fmla="*/ 149 w 161"/>
                  <a:gd name="T1" fmla="*/ 358 h 358"/>
                  <a:gd name="T2" fmla="*/ 149 w 161"/>
                  <a:gd name="T3" fmla="*/ 358 h 358"/>
                  <a:gd name="T4" fmla="*/ 138 w 161"/>
                  <a:gd name="T5" fmla="*/ 349 h 358"/>
                  <a:gd name="T6" fmla="*/ 93 w 161"/>
                  <a:gd name="T7" fmla="*/ 195 h 358"/>
                  <a:gd name="T8" fmla="*/ 4 w 161"/>
                  <a:gd name="T9" fmla="*/ 19 h 358"/>
                  <a:gd name="T10" fmla="*/ 7 w 161"/>
                  <a:gd name="T11" fmla="*/ 3 h 358"/>
                  <a:gd name="T12" fmla="*/ 23 w 161"/>
                  <a:gd name="T13" fmla="*/ 6 h 358"/>
                  <a:gd name="T14" fmla="*/ 114 w 161"/>
                  <a:gd name="T15" fmla="*/ 187 h 358"/>
                  <a:gd name="T16" fmla="*/ 160 w 161"/>
                  <a:gd name="T17" fmla="*/ 344 h 358"/>
                  <a:gd name="T18" fmla="*/ 151 w 161"/>
                  <a:gd name="T19" fmla="*/ 358 h 358"/>
                  <a:gd name="T20" fmla="*/ 149 w 161"/>
                  <a:gd name="T21" fmla="*/ 35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1" h="358">
                    <a:moveTo>
                      <a:pt x="149" y="358"/>
                    </a:moveTo>
                    <a:lnTo>
                      <a:pt x="149" y="358"/>
                    </a:lnTo>
                    <a:cubicBezTo>
                      <a:pt x="144" y="358"/>
                      <a:pt x="139" y="354"/>
                      <a:pt x="138" y="349"/>
                    </a:cubicBezTo>
                    <a:cubicBezTo>
                      <a:pt x="127" y="296"/>
                      <a:pt x="112" y="245"/>
                      <a:pt x="93" y="195"/>
                    </a:cubicBezTo>
                    <a:cubicBezTo>
                      <a:pt x="70" y="135"/>
                      <a:pt x="40" y="76"/>
                      <a:pt x="4" y="19"/>
                    </a:cubicBezTo>
                    <a:cubicBezTo>
                      <a:pt x="0" y="13"/>
                      <a:pt x="2" y="6"/>
                      <a:pt x="7" y="3"/>
                    </a:cubicBezTo>
                    <a:cubicBezTo>
                      <a:pt x="12" y="0"/>
                      <a:pt x="19" y="1"/>
                      <a:pt x="23" y="6"/>
                    </a:cubicBezTo>
                    <a:cubicBezTo>
                      <a:pt x="60" y="65"/>
                      <a:pt x="91" y="126"/>
                      <a:pt x="114" y="187"/>
                    </a:cubicBezTo>
                    <a:cubicBezTo>
                      <a:pt x="134" y="238"/>
                      <a:pt x="149" y="291"/>
                      <a:pt x="160" y="344"/>
                    </a:cubicBezTo>
                    <a:cubicBezTo>
                      <a:pt x="161" y="350"/>
                      <a:pt x="157" y="356"/>
                      <a:pt x="151" y="358"/>
                    </a:cubicBezTo>
                    <a:cubicBezTo>
                      <a:pt x="150" y="358"/>
                      <a:pt x="150" y="358"/>
                      <a:pt x="149" y="35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6" name="Freeform 61">
                <a:extLst>
                  <a:ext uri="{FF2B5EF4-FFF2-40B4-BE49-F238E27FC236}">
                    <a16:creationId xmlns:a16="http://schemas.microsoft.com/office/drawing/2014/main" id="{8F0D1FE7-73AC-6DFD-3987-D7BF10B5DFCC}"/>
                  </a:ext>
                </a:extLst>
              </p:cNvPr>
              <p:cNvSpPr>
                <a:spLocks/>
              </p:cNvSpPr>
              <p:nvPr/>
            </p:nvSpPr>
            <p:spPr bwMode="auto">
              <a:xfrm>
                <a:off x="3093" y="1909"/>
                <a:ext cx="68" cy="49"/>
              </a:xfrm>
              <a:custGeom>
                <a:avLst/>
                <a:gdLst>
                  <a:gd name="T0" fmla="*/ 145 w 158"/>
                  <a:gd name="T1" fmla="*/ 112 h 112"/>
                  <a:gd name="T2" fmla="*/ 145 w 158"/>
                  <a:gd name="T3" fmla="*/ 112 h 112"/>
                  <a:gd name="T4" fmla="*/ 138 w 158"/>
                  <a:gd name="T5" fmla="*/ 110 h 112"/>
                  <a:gd name="T6" fmla="*/ 8 w 158"/>
                  <a:gd name="T7" fmla="*/ 23 h 112"/>
                  <a:gd name="T8" fmla="*/ 3 w 158"/>
                  <a:gd name="T9" fmla="*/ 7 h 112"/>
                  <a:gd name="T10" fmla="*/ 19 w 158"/>
                  <a:gd name="T11" fmla="*/ 3 h 112"/>
                  <a:gd name="T12" fmla="*/ 152 w 158"/>
                  <a:gd name="T13" fmla="*/ 92 h 112"/>
                  <a:gd name="T14" fmla="*/ 154 w 158"/>
                  <a:gd name="T15" fmla="*/ 108 h 112"/>
                  <a:gd name="T16" fmla="*/ 145 w 158"/>
                  <a:gd name="T17"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112">
                    <a:moveTo>
                      <a:pt x="145" y="112"/>
                    </a:moveTo>
                    <a:lnTo>
                      <a:pt x="145" y="112"/>
                    </a:lnTo>
                    <a:cubicBezTo>
                      <a:pt x="142" y="112"/>
                      <a:pt x="140" y="112"/>
                      <a:pt x="138" y="110"/>
                    </a:cubicBezTo>
                    <a:cubicBezTo>
                      <a:pt x="103" y="82"/>
                      <a:pt x="61" y="54"/>
                      <a:pt x="8" y="23"/>
                    </a:cubicBezTo>
                    <a:cubicBezTo>
                      <a:pt x="2" y="20"/>
                      <a:pt x="0" y="13"/>
                      <a:pt x="3" y="7"/>
                    </a:cubicBezTo>
                    <a:cubicBezTo>
                      <a:pt x="7" y="2"/>
                      <a:pt x="13" y="0"/>
                      <a:pt x="19" y="3"/>
                    </a:cubicBezTo>
                    <a:cubicBezTo>
                      <a:pt x="74" y="35"/>
                      <a:pt x="116" y="63"/>
                      <a:pt x="152" y="92"/>
                    </a:cubicBezTo>
                    <a:cubicBezTo>
                      <a:pt x="157" y="96"/>
                      <a:pt x="158" y="103"/>
                      <a:pt x="154" y="108"/>
                    </a:cubicBezTo>
                    <a:cubicBezTo>
                      <a:pt x="152" y="111"/>
                      <a:pt x="148" y="112"/>
                      <a:pt x="145" y="11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7" name="Freeform 62">
                <a:extLst>
                  <a:ext uri="{FF2B5EF4-FFF2-40B4-BE49-F238E27FC236}">
                    <a16:creationId xmlns:a16="http://schemas.microsoft.com/office/drawing/2014/main" id="{16553D86-6BE5-20A7-3D0A-C05D07CFA827}"/>
                  </a:ext>
                </a:extLst>
              </p:cNvPr>
              <p:cNvSpPr>
                <a:spLocks/>
              </p:cNvSpPr>
              <p:nvPr/>
            </p:nvSpPr>
            <p:spPr bwMode="auto">
              <a:xfrm>
                <a:off x="2689" y="1797"/>
                <a:ext cx="303" cy="50"/>
              </a:xfrm>
              <a:custGeom>
                <a:avLst/>
                <a:gdLst>
                  <a:gd name="T0" fmla="*/ 13 w 698"/>
                  <a:gd name="T1" fmla="*/ 116 h 116"/>
                  <a:gd name="T2" fmla="*/ 13 w 698"/>
                  <a:gd name="T3" fmla="*/ 116 h 116"/>
                  <a:gd name="T4" fmla="*/ 3 w 698"/>
                  <a:gd name="T5" fmla="*/ 109 h 116"/>
                  <a:gd name="T6" fmla="*/ 9 w 698"/>
                  <a:gd name="T7" fmla="*/ 95 h 116"/>
                  <a:gd name="T8" fmla="*/ 93 w 698"/>
                  <a:gd name="T9" fmla="*/ 62 h 116"/>
                  <a:gd name="T10" fmla="*/ 214 w 698"/>
                  <a:gd name="T11" fmla="*/ 27 h 116"/>
                  <a:gd name="T12" fmla="*/ 348 w 698"/>
                  <a:gd name="T13" fmla="*/ 6 h 116"/>
                  <a:gd name="T14" fmla="*/ 498 w 698"/>
                  <a:gd name="T15" fmla="*/ 2 h 116"/>
                  <a:gd name="T16" fmla="*/ 688 w 698"/>
                  <a:gd name="T17" fmla="*/ 23 h 116"/>
                  <a:gd name="T18" fmla="*/ 697 w 698"/>
                  <a:gd name="T19" fmla="*/ 36 h 116"/>
                  <a:gd name="T20" fmla="*/ 683 w 698"/>
                  <a:gd name="T21" fmla="*/ 45 h 116"/>
                  <a:gd name="T22" fmla="*/ 497 w 698"/>
                  <a:gd name="T23" fmla="*/ 25 h 116"/>
                  <a:gd name="T24" fmla="*/ 351 w 698"/>
                  <a:gd name="T25" fmla="*/ 28 h 116"/>
                  <a:gd name="T26" fmla="*/ 219 w 698"/>
                  <a:gd name="T27" fmla="*/ 50 h 116"/>
                  <a:gd name="T28" fmla="*/ 101 w 698"/>
                  <a:gd name="T29" fmla="*/ 83 h 116"/>
                  <a:gd name="T30" fmla="*/ 18 w 698"/>
                  <a:gd name="T31" fmla="*/ 115 h 116"/>
                  <a:gd name="T32" fmla="*/ 13 w 698"/>
                  <a:gd name="T33"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8" h="116">
                    <a:moveTo>
                      <a:pt x="13" y="116"/>
                    </a:moveTo>
                    <a:lnTo>
                      <a:pt x="13" y="116"/>
                    </a:lnTo>
                    <a:cubicBezTo>
                      <a:pt x="9" y="116"/>
                      <a:pt x="5" y="114"/>
                      <a:pt x="3" y="109"/>
                    </a:cubicBezTo>
                    <a:cubicBezTo>
                      <a:pt x="0" y="104"/>
                      <a:pt x="3" y="97"/>
                      <a:pt x="9" y="95"/>
                    </a:cubicBezTo>
                    <a:cubicBezTo>
                      <a:pt x="34" y="83"/>
                      <a:pt x="62" y="73"/>
                      <a:pt x="93" y="62"/>
                    </a:cubicBezTo>
                    <a:cubicBezTo>
                      <a:pt x="134" y="48"/>
                      <a:pt x="174" y="36"/>
                      <a:pt x="214" y="27"/>
                    </a:cubicBezTo>
                    <a:cubicBezTo>
                      <a:pt x="260" y="17"/>
                      <a:pt x="305" y="10"/>
                      <a:pt x="348" y="6"/>
                    </a:cubicBezTo>
                    <a:cubicBezTo>
                      <a:pt x="394" y="1"/>
                      <a:pt x="443" y="0"/>
                      <a:pt x="498" y="2"/>
                    </a:cubicBezTo>
                    <a:cubicBezTo>
                      <a:pt x="565" y="4"/>
                      <a:pt x="629" y="11"/>
                      <a:pt x="688" y="23"/>
                    </a:cubicBezTo>
                    <a:cubicBezTo>
                      <a:pt x="694" y="24"/>
                      <a:pt x="698" y="30"/>
                      <a:pt x="697" y="36"/>
                    </a:cubicBezTo>
                    <a:cubicBezTo>
                      <a:pt x="695" y="42"/>
                      <a:pt x="689" y="46"/>
                      <a:pt x="683" y="45"/>
                    </a:cubicBezTo>
                    <a:cubicBezTo>
                      <a:pt x="625" y="34"/>
                      <a:pt x="563" y="27"/>
                      <a:pt x="497" y="25"/>
                    </a:cubicBezTo>
                    <a:cubicBezTo>
                      <a:pt x="443" y="23"/>
                      <a:pt x="395" y="24"/>
                      <a:pt x="351" y="28"/>
                    </a:cubicBezTo>
                    <a:cubicBezTo>
                      <a:pt x="308" y="32"/>
                      <a:pt x="264" y="40"/>
                      <a:pt x="219" y="50"/>
                    </a:cubicBezTo>
                    <a:cubicBezTo>
                      <a:pt x="180" y="58"/>
                      <a:pt x="140" y="70"/>
                      <a:pt x="101" y="83"/>
                    </a:cubicBezTo>
                    <a:cubicBezTo>
                      <a:pt x="70" y="94"/>
                      <a:pt x="43" y="104"/>
                      <a:pt x="18" y="115"/>
                    </a:cubicBezTo>
                    <a:cubicBezTo>
                      <a:pt x="16" y="116"/>
                      <a:pt x="15" y="116"/>
                      <a:pt x="13" y="11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8" name="Freeform 63">
                <a:extLst>
                  <a:ext uri="{FF2B5EF4-FFF2-40B4-BE49-F238E27FC236}">
                    <a16:creationId xmlns:a16="http://schemas.microsoft.com/office/drawing/2014/main" id="{D74F1F67-DC35-3C89-D722-49549527DB10}"/>
                  </a:ext>
                </a:extLst>
              </p:cNvPr>
              <p:cNvSpPr>
                <a:spLocks/>
              </p:cNvSpPr>
              <p:nvPr/>
            </p:nvSpPr>
            <p:spPr bwMode="auto">
              <a:xfrm>
                <a:off x="2401" y="1992"/>
                <a:ext cx="122" cy="607"/>
              </a:xfrm>
              <a:custGeom>
                <a:avLst/>
                <a:gdLst>
                  <a:gd name="T0" fmla="*/ 267 w 280"/>
                  <a:gd name="T1" fmla="*/ 1395 h 1395"/>
                  <a:gd name="T2" fmla="*/ 267 w 280"/>
                  <a:gd name="T3" fmla="*/ 1395 h 1395"/>
                  <a:gd name="T4" fmla="*/ 258 w 280"/>
                  <a:gd name="T5" fmla="*/ 1391 h 1395"/>
                  <a:gd name="T6" fmla="*/ 176 w 280"/>
                  <a:gd name="T7" fmla="*/ 1278 h 1395"/>
                  <a:gd name="T8" fmla="*/ 100 w 280"/>
                  <a:gd name="T9" fmla="*/ 1139 h 1395"/>
                  <a:gd name="T10" fmla="*/ 51 w 280"/>
                  <a:gd name="T11" fmla="*/ 1012 h 1395"/>
                  <a:gd name="T12" fmla="*/ 24 w 280"/>
                  <a:gd name="T13" fmla="*/ 904 h 1395"/>
                  <a:gd name="T14" fmla="*/ 3 w 280"/>
                  <a:gd name="T15" fmla="*/ 758 h 1395"/>
                  <a:gd name="T16" fmla="*/ 1 w 280"/>
                  <a:gd name="T17" fmla="*/ 645 h 1395"/>
                  <a:gd name="T18" fmla="*/ 15 w 280"/>
                  <a:gd name="T19" fmla="*/ 488 h 1395"/>
                  <a:gd name="T20" fmla="*/ 53 w 280"/>
                  <a:gd name="T21" fmla="*/ 340 h 1395"/>
                  <a:gd name="T22" fmla="*/ 138 w 280"/>
                  <a:gd name="T23" fmla="*/ 134 h 1395"/>
                  <a:gd name="T24" fmla="*/ 223 w 280"/>
                  <a:gd name="T25" fmla="*/ 6 h 1395"/>
                  <a:gd name="T26" fmla="*/ 238 w 280"/>
                  <a:gd name="T27" fmla="*/ 4 h 1395"/>
                  <a:gd name="T28" fmla="*/ 241 w 280"/>
                  <a:gd name="T29" fmla="*/ 20 h 1395"/>
                  <a:gd name="T30" fmla="*/ 158 w 280"/>
                  <a:gd name="T31" fmla="*/ 145 h 1395"/>
                  <a:gd name="T32" fmla="*/ 75 w 280"/>
                  <a:gd name="T33" fmla="*/ 347 h 1395"/>
                  <a:gd name="T34" fmla="*/ 38 w 280"/>
                  <a:gd name="T35" fmla="*/ 492 h 1395"/>
                  <a:gd name="T36" fmla="*/ 24 w 280"/>
                  <a:gd name="T37" fmla="*/ 646 h 1395"/>
                  <a:gd name="T38" fmla="*/ 25 w 280"/>
                  <a:gd name="T39" fmla="*/ 757 h 1395"/>
                  <a:gd name="T40" fmla="*/ 46 w 280"/>
                  <a:gd name="T41" fmla="*/ 899 h 1395"/>
                  <a:gd name="T42" fmla="*/ 73 w 280"/>
                  <a:gd name="T43" fmla="*/ 1005 h 1395"/>
                  <a:gd name="T44" fmla="*/ 121 w 280"/>
                  <a:gd name="T45" fmla="*/ 1129 h 1395"/>
                  <a:gd name="T46" fmla="*/ 195 w 280"/>
                  <a:gd name="T47" fmla="*/ 1266 h 1395"/>
                  <a:gd name="T48" fmla="*/ 276 w 280"/>
                  <a:gd name="T49" fmla="*/ 1377 h 1395"/>
                  <a:gd name="T50" fmla="*/ 274 w 280"/>
                  <a:gd name="T51" fmla="*/ 1393 h 1395"/>
                  <a:gd name="T52" fmla="*/ 267 w 280"/>
                  <a:gd name="T53" fmla="*/ 1395 h 1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0" h="1395">
                    <a:moveTo>
                      <a:pt x="267" y="1395"/>
                    </a:moveTo>
                    <a:lnTo>
                      <a:pt x="267" y="1395"/>
                    </a:lnTo>
                    <a:cubicBezTo>
                      <a:pt x="264" y="1395"/>
                      <a:pt x="261" y="1394"/>
                      <a:pt x="258" y="1391"/>
                    </a:cubicBezTo>
                    <a:cubicBezTo>
                      <a:pt x="230" y="1357"/>
                      <a:pt x="202" y="1319"/>
                      <a:pt x="176" y="1278"/>
                    </a:cubicBezTo>
                    <a:cubicBezTo>
                      <a:pt x="147" y="1232"/>
                      <a:pt x="122" y="1186"/>
                      <a:pt x="100" y="1139"/>
                    </a:cubicBezTo>
                    <a:cubicBezTo>
                      <a:pt x="81" y="1096"/>
                      <a:pt x="64" y="1053"/>
                      <a:pt x="51" y="1012"/>
                    </a:cubicBezTo>
                    <a:cubicBezTo>
                      <a:pt x="41" y="981"/>
                      <a:pt x="33" y="946"/>
                      <a:pt x="24" y="904"/>
                    </a:cubicBezTo>
                    <a:cubicBezTo>
                      <a:pt x="13" y="849"/>
                      <a:pt x="6" y="803"/>
                      <a:pt x="3" y="758"/>
                    </a:cubicBezTo>
                    <a:cubicBezTo>
                      <a:pt x="0" y="725"/>
                      <a:pt x="0" y="689"/>
                      <a:pt x="1" y="645"/>
                    </a:cubicBezTo>
                    <a:cubicBezTo>
                      <a:pt x="3" y="586"/>
                      <a:pt x="7" y="535"/>
                      <a:pt x="15" y="488"/>
                    </a:cubicBezTo>
                    <a:cubicBezTo>
                      <a:pt x="24" y="434"/>
                      <a:pt x="40" y="383"/>
                      <a:pt x="53" y="340"/>
                    </a:cubicBezTo>
                    <a:cubicBezTo>
                      <a:pt x="79" y="257"/>
                      <a:pt x="106" y="192"/>
                      <a:pt x="138" y="134"/>
                    </a:cubicBezTo>
                    <a:cubicBezTo>
                      <a:pt x="160" y="94"/>
                      <a:pt x="187" y="53"/>
                      <a:pt x="223" y="6"/>
                    </a:cubicBezTo>
                    <a:cubicBezTo>
                      <a:pt x="226" y="1"/>
                      <a:pt x="233" y="0"/>
                      <a:pt x="238" y="4"/>
                    </a:cubicBezTo>
                    <a:cubicBezTo>
                      <a:pt x="243" y="8"/>
                      <a:pt x="244" y="15"/>
                      <a:pt x="241" y="20"/>
                    </a:cubicBezTo>
                    <a:cubicBezTo>
                      <a:pt x="206" y="66"/>
                      <a:pt x="180" y="106"/>
                      <a:pt x="158" y="145"/>
                    </a:cubicBezTo>
                    <a:cubicBezTo>
                      <a:pt x="127" y="202"/>
                      <a:pt x="101" y="266"/>
                      <a:pt x="75" y="347"/>
                    </a:cubicBezTo>
                    <a:cubicBezTo>
                      <a:pt x="61" y="389"/>
                      <a:pt x="47" y="440"/>
                      <a:pt x="38" y="492"/>
                    </a:cubicBezTo>
                    <a:cubicBezTo>
                      <a:pt x="30" y="537"/>
                      <a:pt x="25" y="588"/>
                      <a:pt x="24" y="646"/>
                    </a:cubicBezTo>
                    <a:cubicBezTo>
                      <a:pt x="22" y="689"/>
                      <a:pt x="23" y="724"/>
                      <a:pt x="25" y="757"/>
                    </a:cubicBezTo>
                    <a:cubicBezTo>
                      <a:pt x="28" y="800"/>
                      <a:pt x="35" y="846"/>
                      <a:pt x="46" y="899"/>
                    </a:cubicBezTo>
                    <a:cubicBezTo>
                      <a:pt x="55" y="941"/>
                      <a:pt x="63" y="975"/>
                      <a:pt x="73" y="1005"/>
                    </a:cubicBezTo>
                    <a:cubicBezTo>
                      <a:pt x="85" y="1045"/>
                      <a:pt x="102" y="1087"/>
                      <a:pt x="121" y="1129"/>
                    </a:cubicBezTo>
                    <a:cubicBezTo>
                      <a:pt x="142" y="1175"/>
                      <a:pt x="167" y="1221"/>
                      <a:pt x="195" y="1266"/>
                    </a:cubicBezTo>
                    <a:cubicBezTo>
                      <a:pt x="221" y="1306"/>
                      <a:pt x="248" y="1343"/>
                      <a:pt x="276" y="1377"/>
                    </a:cubicBezTo>
                    <a:cubicBezTo>
                      <a:pt x="280" y="1381"/>
                      <a:pt x="279" y="1389"/>
                      <a:pt x="274" y="1393"/>
                    </a:cubicBezTo>
                    <a:cubicBezTo>
                      <a:pt x="272" y="1394"/>
                      <a:pt x="270" y="1395"/>
                      <a:pt x="267" y="1395"/>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9" name="Freeform 64">
                <a:extLst>
                  <a:ext uri="{FF2B5EF4-FFF2-40B4-BE49-F238E27FC236}">
                    <a16:creationId xmlns:a16="http://schemas.microsoft.com/office/drawing/2014/main" id="{07514F1E-54DE-AFA1-2EF7-9150B9DB39AE}"/>
                  </a:ext>
                </a:extLst>
              </p:cNvPr>
              <p:cNvSpPr>
                <a:spLocks/>
              </p:cNvSpPr>
              <p:nvPr/>
            </p:nvSpPr>
            <p:spPr bwMode="auto">
              <a:xfrm>
                <a:off x="2604" y="2675"/>
                <a:ext cx="225" cy="95"/>
              </a:xfrm>
              <a:custGeom>
                <a:avLst/>
                <a:gdLst>
                  <a:gd name="T0" fmla="*/ 505 w 517"/>
                  <a:gd name="T1" fmla="*/ 219 h 219"/>
                  <a:gd name="T2" fmla="*/ 505 w 517"/>
                  <a:gd name="T3" fmla="*/ 219 h 219"/>
                  <a:gd name="T4" fmla="*/ 503 w 517"/>
                  <a:gd name="T5" fmla="*/ 219 h 219"/>
                  <a:gd name="T6" fmla="*/ 377 w 517"/>
                  <a:gd name="T7" fmla="*/ 195 h 219"/>
                  <a:gd name="T8" fmla="*/ 272 w 517"/>
                  <a:gd name="T9" fmla="*/ 162 h 219"/>
                  <a:gd name="T10" fmla="*/ 144 w 517"/>
                  <a:gd name="T11" fmla="*/ 106 h 219"/>
                  <a:gd name="T12" fmla="*/ 6 w 517"/>
                  <a:gd name="T13" fmla="*/ 22 h 219"/>
                  <a:gd name="T14" fmla="*/ 3 w 517"/>
                  <a:gd name="T15" fmla="*/ 6 h 219"/>
                  <a:gd name="T16" fmla="*/ 19 w 517"/>
                  <a:gd name="T17" fmla="*/ 3 h 219"/>
                  <a:gd name="T18" fmla="*/ 155 w 517"/>
                  <a:gd name="T19" fmla="*/ 86 h 219"/>
                  <a:gd name="T20" fmla="*/ 280 w 517"/>
                  <a:gd name="T21" fmla="*/ 141 h 219"/>
                  <a:gd name="T22" fmla="*/ 382 w 517"/>
                  <a:gd name="T23" fmla="*/ 173 h 219"/>
                  <a:gd name="T24" fmla="*/ 506 w 517"/>
                  <a:gd name="T25" fmla="*/ 197 h 219"/>
                  <a:gd name="T26" fmla="*/ 516 w 517"/>
                  <a:gd name="T27" fmla="*/ 210 h 219"/>
                  <a:gd name="T28" fmla="*/ 505 w 517"/>
                  <a:gd name="T29" fmla="*/ 219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7" h="219">
                    <a:moveTo>
                      <a:pt x="505" y="219"/>
                    </a:moveTo>
                    <a:lnTo>
                      <a:pt x="505" y="219"/>
                    </a:lnTo>
                    <a:cubicBezTo>
                      <a:pt x="504" y="219"/>
                      <a:pt x="504" y="219"/>
                      <a:pt x="503" y="219"/>
                    </a:cubicBezTo>
                    <a:cubicBezTo>
                      <a:pt x="459" y="213"/>
                      <a:pt x="416" y="205"/>
                      <a:pt x="377" y="195"/>
                    </a:cubicBezTo>
                    <a:cubicBezTo>
                      <a:pt x="343" y="186"/>
                      <a:pt x="307" y="175"/>
                      <a:pt x="272" y="162"/>
                    </a:cubicBezTo>
                    <a:cubicBezTo>
                      <a:pt x="230" y="147"/>
                      <a:pt x="187" y="128"/>
                      <a:pt x="144" y="106"/>
                    </a:cubicBezTo>
                    <a:cubicBezTo>
                      <a:pt x="96" y="81"/>
                      <a:pt x="49" y="52"/>
                      <a:pt x="6" y="22"/>
                    </a:cubicBezTo>
                    <a:cubicBezTo>
                      <a:pt x="1" y="18"/>
                      <a:pt x="0" y="11"/>
                      <a:pt x="3" y="6"/>
                    </a:cubicBezTo>
                    <a:cubicBezTo>
                      <a:pt x="7" y="1"/>
                      <a:pt x="14" y="0"/>
                      <a:pt x="19" y="3"/>
                    </a:cubicBezTo>
                    <a:cubicBezTo>
                      <a:pt x="61" y="33"/>
                      <a:pt x="107" y="61"/>
                      <a:pt x="155" y="86"/>
                    </a:cubicBezTo>
                    <a:cubicBezTo>
                      <a:pt x="196" y="107"/>
                      <a:pt x="238" y="126"/>
                      <a:pt x="280" y="141"/>
                    </a:cubicBezTo>
                    <a:cubicBezTo>
                      <a:pt x="315" y="154"/>
                      <a:pt x="349" y="164"/>
                      <a:pt x="382" y="173"/>
                    </a:cubicBezTo>
                    <a:cubicBezTo>
                      <a:pt x="421" y="183"/>
                      <a:pt x="463" y="191"/>
                      <a:pt x="506" y="197"/>
                    </a:cubicBezTo>
                    <a:cubicBezTo>
                      <a:pt x="513" y="198"/>
                      <a:pt x="517" y="203"/>
                      <a:pt x="516" y="210"/>
                    </a:cubicBezTo>
                    <a:cubicBezTo>
                      <a:pt x="515" y="215"/>
                      <a:pt x="510" y="219"/>
                      <a:pt x="505" y="21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0" name="Freeform 65">
                <a:extLst>
                  <a:ext uri="{FF2B5EF4-FFF2-40B4-BE49-F238E27FC236}">
                    <a16:creationId xmlns:a16="http://schemas.microsoft.com/office/drawing/2014/main" id="{F6360D51-B354-EDD1-DC8F-93FC077C26D2}"/>
                  </a:ext>
                </a:extLst>
              </p:cNvPr>
              <p:cNvSpPr>
                <a:spLocks/>
              </p:cNvSpPr>
              <p:nvPr/>
            </p:nvSpPr>
            <p:spPr bwMode="auto">
              <a:xfrm>
                <a:off x="3191" y="2245"/>
                <a:ext cx="187" cy="419"/>
              </a:xfrm>
              <a:custGeom>
                <a:avLst/>
                <a:gdLst>
                  <a:gd name="T0" fmla="*/ 13 w 431"/>
                  <a:gd name="T1" fmla="*/ 964 h 964"/>
                  <a:gd name="T2" fmla="*/ 13 w 431"/>
                  <a:gd name="T3" fmla="*/ 964 h 964"/>
                  <a:gd name="T4" fmla="*/ 4 w 431"/>
                  <a:gd name="T5" fmla="*/ 960 h 964"/>
                  <a:gd name="T6" fmla="*/ 6 w 431"/>
                  <a:gd name="T7" fmla="*/ 944 h 964"/>
                  <a:gd name="T8" fmla="*/ 104 w 431"/>
                  <a:gd name="T9" fmla="*/ 854 h 964"/>
                  <a:gd name="T10" fmla="*/ 201 w 431"/>
                  <a:gd name="T11" fmla="*/ 736 h 964"/>
                  <a:gd name="T12" fmla="*/ 293 w 431"/>
                  <a:gd name="T13" fmla="*/ 582 h 964"/>
                  <a:gd name="T14" fmla="*/ 367 w 431"/>
                  <a:gd name="T15" fmla="*/ 384 h 964"/>
                  <a:gd name="T16" fmla="*/ 398 w 431"/>
                  <a:gd name="T17" fmla="*/ 245 h 964"/>
                  <a:gd name="T18" fmla="*/ 408 w 431"/>
                  <a:gd name="T19" fmla="*/ 117 h 964"/>
                  <a:gd name="T20" fmla="*/ 405 w 431"/>
                  <a:gd name="T21" fmla="*/ 13 h 964"/>
                  <a:gd name="T22" fmla="*/ 416 w 431"/>
                  <a:gd name="T23" fmla="*/ 1 h 964"/>
                  <a:gd name="T24" fmla="*/ 428 w 431"/>
                  <a:gd name="T25" fmla="*/ 11 h 964"/>
                  <a:gd name="T26" fmla="*/ 430 w 431"/>
                  <a:gd name="T27" fmla="*/ 118 h 964"/>
                  <a:gd name="T28" fmla="*/ 420 w 431"/>
                  <a:gd name="T29" fmla="*/ 248 h 964"/>
                  <a:gd name="T30" fmla="*/ 389 w 431"/>
                  <a:gd name="T31" fmla="*/ 390 h 964"/>
                  <a:gd name="T32" fmla="*/ 313 w 431"/>
                  <a:gd name="T33" fmla="*/ 592 h 964"/>
                  <a:gd name="T34" fmla="*/ 219 w 431"/>
                  <a:gd name="T35" fmla="*/ 749 h 964"/>
                  <a:gd name="T36" fmla="*/ 120 w 431"/>
                  <a:gd name="T37" fmla="*/ 869 h 964"/>
                  <a:gd name="T38" fmla="*/ 20 w 431"/>
                  <a:gd name="T39" fmla="*/ 961 h 964"/>
                  <a:gd name="T40" fmla="*/ 13 w 431"/>
                  <a:gd name="T41"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1" h="964">
                    <a:moveTo>
                      <a:pt x="13" y="964"/>
                    </a:moveTo>
                    <a:lnTo>
                      <a:pt x="13" y="964"/>
                    </a:lnTo>
                    <a:cubicBezTo>
                      <a:pt x="10" y="964"/>
                      <a:pt x="6" y="962"/>
                      <a:pt x="4" y="960"/>
                    </a:cubicBezTo>
                    <a:cubicBezTo>
                      <a:pt x="0" y="955"/>
                      <a:pt x="1" y="948"/>
                      <a:pt x="6" y="944"/>
                    </a:cubicBezTo>
                    <a:cubicBezTo>
                      <a:pt x="44" y="913"/>
                      <a:pt x="76" y="883"/>
                      <a:pt x="104" y="854"/>
                    </a:cubicBezTo>
                    <a:cubicBezTo>
                      <a:pt x="138" y="818"/>
                      <a:pt x="170" y="779"/>
                      <a:pt x="201" y="736"/>
                    </a:cubicBezTo>
                    <a:cubicBezTo>
                      <a:pt x="236" y="687"/>
                      <a:pt x="267" y="635"/>
                      <a:pt x="293" y="582"/>
                    </a:cubicBezTo>
                    <a:cubicBezTo>
                      <a:pt x="322" y="522"/>
                      <a:pt x="347" y="457"/>
                      <a:pt x="367" y="384"/>
                    </a:cubicBezTo>
                    <a:cubicBezTo>
                      <a:pt x="382" y="331"/>
                      <a:pt x="392" y="287"/>
                      <a:pt x="398" y="245"/>
                    </a:cubicBezTo>
                    <a:cubicBezTo>
                      <a:pt x="403" y="205"/>
                      <a:pt x="407" y="163"/>
                      <a:pt x="408" y="117"/>
                    </a:cubicBezTo>
                    <a:cubicBezTo>
                      <a:pt x="408" y="79"/>
                      <a:pt x="408" y="45"/>
                      <a:pt x="405" y="13"/>
                    </a:cubicBezTo>
                    <a:cubicBezTo>
                      <a:pt x="405" y="6"/>
                      <a:pt x="410" y="1"/>
                      <a:pt x="416" y="1"/>
                    </a:cubicBezTo>
                    <a:cubicBezTo>
                      <a:pt x="422" y="0"/>
                      <a:pt x="427" y="5"/>
                      <a:pt x="428" y="11"/>
                    </a:cubicBezTo>
                    <a:cubicBezTo>
                      <a:pt x="430" y="44"/>
                      <a:pt x="431" y="79"/>
                      <a:pt x="430" y="118"/>
                    </a:cubicBezTo>
                    <a:cubicBezTo>
                      <a:pt x="429" y="165"/>
                      <a:pt x="426" y="208"/>
                      <a:pt x="420" y="248"/>
                    </a:cubicBezTo>
                    <a:cubicBezTo>
                      <a:pt x="414" y="291"/>
                      <a:pt x="404" y="336"/>
                      <a:pt x="389" y="390"/>
                    </a:cubicBezTo>
                    <a:cubicBezTo>
                      <a:pt x="368" y="464"/>
                      <a:pt x="343" y="530"/>
                      <a:pt x="313" y="592"/>
                    </a:cubicBezTo>
                    <a:cubicBezTo>
                      <a:pt x="287" y="646"/>
                      <a:pt x="255" y="699"/>
                      <a:pt x="219" y="749"/>
                    </a:cubicBezTo>
                    <a:cubicBezTo>
                      <a:pt x="188" y="793"/>
                      <a:pt x="155" y="833"/>
                      <a:pt x="120" y="869"/>
                    </a:cubicBezTo>
                    <a:cubicBezTo>
                      <a:pt x="92" y="900"/>
                      <a:pt x="59" y="930"/>
                      <a:pt x="20" y="961"/>
                    </a:cubicBezTo>
                    <a:cubicBezTo>
                      <a:pt x="18" y="963"/>
                      <a:pt x="15" y="964"/>
                      <a:pt x="13" y="964"/>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1" name="Freeform 66">
                <a:extLst>
                  <a:ext uri="{FF2B5EF4-FFF2-40B4-BE49-F238E27FC236}">
                    <a16:creationId xmlns:a16="http://schemas.microsoft.com/office/drawing/2014/main" id="{45BC53CB-B38B-AAA3-CA4E-80EA47F9F7BC}"/>
                  </a:ext>
                </a:extLst>
              </p:cNvPr>
              <p:cNvSpPr>
                <a:spLocks/>
              </p:cNvSpPr>
              <p:nvPr/>
            </p:nvSpPr>
            <p:spPr bwMode="auto">
              <a:xfrm>
                <a:off x="3118" y="1857"/>
                <a:ext cx="126" cy="100"/>
              </a:xfrm>
              <a:custGeom>
                <a:avLst/>
                <a:gdLst>
                  <a:gd name="T0" fmla="*/ 278 w 290"/>
                  <a:gd name="T1" fmla="*/ 229 h 229"/>
                  <a:gd name="T2" fmla="*/ 278 w 290"/>
                  <a:gd name="T3" fmla="*/ 229 h 229"/>
                  <a:gd name="T4" fmla="*/ 269 w 290"/>
                  <a:gd name="T5" fmla="*/ 226 h 229"/>
                  <a:gd name="T6" fmla="*/ 158 w 290"/>
                  <a:gd name="T7" fmla="*/ 122 h 229"/>
                  <a:gd name="T8" fmla="*/ 8 w 290"/>
                  <a:gd name="T9" fmla="*/ 23 h 229"/>
                  <a:gd name="T10" fmla="*/ 3 w 290"/>
                  <a:gd name="T11" fmla="*/ 8 h 229"/>
                  <a:gd name="T12" fmla="*/ 19 w 290"/>
                  <a:gd name="T13" fmla="*/ 3 h 229"/>
                  <a:gd name="T14" fmla="*/ 172 w 290"/>
                  <a:gd name="T15" fmla="*/ 104 h 229"/>
                  <a:gd name="T16" fmla="*/ 286 w 290"/>
                  <a:gd name="T17" fmla="*/ 210 h 229"/>
                  <a:gd name="T18" fmla="*/ 285 w 290"/>
                  <a:gd name="T19" fmla="*/ 226 h 229"/>
                  <a:gd name="T20" fmla="*/ 278 w 290"/>
                  <a:gd name="T21"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0" h="229">
                    <a:moveTo>
                      <a:pt x="278" y="229"/>
                    </a:moveTo>
                    <a:lnTo>
                      <a:pt x="278" y="229"/>
                    </a:lnTo>
                    <a:cubicBezTo>
                      <a:pt x="275" y="229"/>
                      <a:pt x="272" y="228"/>
                      <a:pt x="269" y="226"/>
                    </a:cubicBezTo>
                    <a:cubicBezTo>
                      <a:pt x="232" y="186"/>
                      <a:pt x="195" y="152"/>
                      <a:pt x="158" y="122"/>
                    </a:cubicBezTo>
                    <a:cubicBezTo>
                      <a:pt x="116" y="89"/>
                      <a:pt x="68" y="58"/>
                      <a:pt x="8" y="23"/>
                    </a:cubicBezTo>
                    <a:cubicBezTo>
                      <a:pt x="2" y="20"/>
                      <a:pt x="0" y="13"/>
                      <a:pt x="3" y="8"/>
                    </a:cubicBezTo>
                    <a:cubicBezTo>
                      <a:pt x="6" y="2"/>
                      <a:pt x="13" y="0"/>
                      <a:pt x="19" y="3"/>
                    </a:cubicBezTo>
                    <a:cubicBezTo>
                      <a:pt x="81" y="38"/>
                      <a:pt x="129" y="71"/>
                      <a:pt x="172" y="104"/>
                    </a:cubicBezTo>
                    <a:cubicBezTo>
                      <a:pt x="210" y="135"/>
                      <a:pt x="248" y="169"/>
                      <a:pt x="286" y="210"/>
                    </a:cubicBezTo>
                    <a:cubicBezTo>
                      <a:pt x="290" y="215"/>
                      <a:pt x="290" y="222"/>
                      <a:pt x="285" y="226"/>
                    </a:cubicBezTo>
                    <a:cubicBezTo>
                      <a:pt x="283" y="228"/>
                      <a:pt x="280" y="229"/>
                      <a:pt x="278" y="229"/>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2" name="Freeform 67">
                <a:extLst>
                  <a:ext uri="{FF2B5EF4-FFF2-40B4-BE49-F238E27FC236}">
                    <a16:creationId xmlns:a16="http://schemas.microsoft.com/office/drawing/2014/main" id="{09861D02-287A-D934-C069-EC9ADE52FF5F}"/>
                  </a:ext>
                </a:extLst>
              </p:cNvPr>
              <p:cNvSpPr>
                <a:spLocks/>
              </p:cNvSpPr>
              <p:nvPr/>
            </p:nvSpPr>
            <p:spPr bwMode="auto">
              <a:xfrm>
                <a:off x="2343" y="2021"/>
                <a:ext cx="241" cy="713"/>
              </a:xfrm>
              <a:custGeom>
                <a:avLst/>
                <a:gdLst>
                  <a:gd name="T0" fmla="*/ 540 w 553"/>
                  <a:gd name="T1" fmla="*/ 1637 h 1637"/>
                  <a:gd name="T2" fmla="*/ 540 w 553"/>
                  <a:gd name="T3" fmla="*/ 1637 h 1637"/>
                  <a:gd name="T4" fmla="*/ 534 w 553"/>
                  <a:gd name="T5" fmla="*/ 1635 h 1637"/>
                  <a:gd name="T6" fmla="*/ 401 w 553"/>
                  <a:gd name="T7" fmla="*/ 1527 h 1637"/>
                  <a:gd name="T8" fmla="*/ 292 w 553"/>
                  <a:gd name="T9" fmla="*/ 1413 h 1637"/>
                  <a:gd name="T10" fmla="*/ 201 w 553"/>
                  <a:gd name="T11" fmla="*/ 1288 h 1637"/>
                  <a:gd name="T12" fmla="*/ 115 w 553"/>
                  <a:gd name="T13" fmla="*/ 1132 h 1637"/>
                  <a:gd name="T14" fmla="*/ 58 w 553"/>
                  <a:gd name="T15" fmla="*/ 988 h 1637"/>
                  <a:gd name="T16" fmla="*/ 28 w 553"/>
                  <a:gd name="T17" fmla="*/ 870 h 1637"/>
                  <a:gd name="T18" fmla="*/ 3 w 553"/>
                  <a:gd name="T19" fmla="*/ 705 h 1637"/>
                  <a:gd name="T20" fmla="*/ 1 w 553"/>
                  <a:gd name="T21" fmla="*/ 581 h 1637"/>
                  <a:gd name="T22" fmla="*/ 16 w 553"/>
                  <a:gd name="T23" fmla="*/ 404 h 1637"/>
                  <a:gd name="T24" fmla="*/ 56 w 553"/>
                  <a:gd name="T25" fmla="*/ 243 h 1637"/>
                  <a:gd name="T26" fmla="*/ 152 w 553"/>
                  <a:gd name="T27" fmla="*/ 8 h 1637"/>
                  <a:gd name="T28" fmla="*/ 168 w 553"/>
                  <a:gd name="T29" fmla="*/ 3 h 1637"/>
                  <a:gd name="T30" fmla="*/ 172 w 553"/>
                  <a:gd name="T31" fmla="*/ 19 h 1637"/>
                  <a:gd name="T32" fmla="*/ 78 w 553"/>
                  <a:gd name="T33" fmla="*/ 249 h 1637"/>
                  <a:gd name="T34" fmla="*/ 39 w 553"/>
                  <a:gd name="T35" fmla="*/ 408 h 1637"/>
                  <a:gd name="T36" fmla="*/ 24 w 553"/>
                  <a:gd name="T37" fmla="*/ 582 h 1637"/>
                  <a:gd name="T38" fmla="*/ 26 w 553"/>
                  <a:gd name="T39" fmla="*/ 703 h 1637"/>
                  <a:gd name="T40" fmla="*/ 50 w 553"/>
                  <a:gd name="T41" fmla="*/ 866 h 1637"/>
                  <a:gd name="T42" fmla="*/ 80 w 553"/>
                  <a:gd name="T43" fmla="*/ 981 h 1637"/>
                  <a:gd name="T44" fmla="*/ 135 w 553"/>
                  <a:gd name="T45" fmla="*/ 1122 h 1637"/>
                  <a:gd name="T46" fmla="*/ 220 w 553"/>
                  <a:gd name="T47" fmla="*/ 1275 h 1637"/>
                  <a:gd name="T48" fmla="*/ 310 w 553"/>
                  <a:gd name="T49" fmla="*/ 1398 h 1637"/>
                  <a:gd name="T50" fmla="*/ 416 w 553"/>
                  <a:gd name="T51" fmla="*/ 1510 h 1637"/>
                  <a:gd name="T52" fmla="*/ 547 w 553"/>
                  <a:gd name="T53" fmla="*/ 1616 h 1637"/>
                  <a:gd name="T54" fmla="*/ 550 w 553"/>
                  <a:gd name="T55" fmla="*/ 1632 h 1637"/>
                  <a:gd name="T56" fmla="*/ 540 w 553"/>
                  <a:gd name="T57" fmla="*/ 1637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3" h="1637">
                    <a:moveTo>
                      <a:pt x="540" y="1637"/>
                    </a:moveTo>
                    <a:lnTo>
                      <a:pt x="540" y="1637"/>
                    </a:lnTo>
                    <a:cubicBezTo>
                      <a:pt x="538" y="1637"/>
                      <a:pt x="536" y="1636"/>
                      <a:pt x="534" y="1635"/>
                    </a:cubicBezTo>
                    <a:cubicBezTo>
                      <a:pt x="487" y="1602"/>
                      <a:pt x="442" y="1566"/>
                      <a:pt x="401" y="1527"/>
                    </a:cubicBezTo>
                    <a:cubicBezTo>
                      <a:pt x="362" y="1491"/>
                      <a:pt x="326" y="1453"/>
                      <a:pt x="292" y="1413"/>
                    </a:cubicBezTo>
                    <a:cubicBezTo>
                      <a:pt x="260" y="1374"/>
                      <a:pt x="229" y="1332"/>
                      <a:pt x="201" y="1288"/>
                    </a:cubicBezTo>
                    <a:cubicBezTo>
                      <a:pt x="168" y="1237"/>
                      <a:pt x="139" y="1184"/>
                      <a:pt x="115" y="1132"/>
                    </a:cubicBezTo>
                    <a:cubicBezTo>
                      <a:pt x="92" y="1084"/>
                      <a:pt x="73" y="1035"/>
                      <a:pt x="58" y="988"/>
                    </a:cubicBezTo>
                    <a:cubicBezTo>
                      <a:pt x="47" y="953"/>
                      <a:pt x="38" y="916"/>
                      <a:pt x="28" y="870"/>
                    </a:cubicBezTo>
                    <a:cubicBezTo>
                      <a:pt x="15" y="810"/>
                      <a:pt x="7" y="756"/>
                      <a:pt x="3" y="705"/>
                    </a:cubicBezTo>
                    <a:cubicBezTo>
                      <a:pt x="1" y="668"/>
                      <a:pt x="0" y="628"/>
                      <a:pt x="1" y="581"/>
                    </a:cubicBezTo>
                    <a:cubicBezTo>
                      <a:pt x="2" y="516"/>
                      <a:pt x="8" y="458"/>
                      <a:pt x="16" y="404"/>
                    </a:cubicBezTo>
                    <a:cubicBezTo>
                      <a:pt x="27" y="343"/>
                      <a:pt x="43" y="286"/>
                      <a:pt x="56" y="243"/>
                    </a:cubicBezTo>
                    <a:cubicBezTo>
                      <a:pt x="84" y="152"/>
                      <a:pt x="116" y="75"/>
                      <a:pt x="152" y="8"/>
                    </a:cubicBezTo>
                    <a:cubicBezTo>
                      <a:pt x="155" y="2"/>
                      <a:pt x="162" y="0"/>
                      <a:pt x="168" y="3"/>
                    </a:cubicBezTo>
                    <a:cubicBezTo>
                      <a:pt x="173" y="6"/>
                      <a:pt x="175" y="13"/>
                      <a:pt x="172" y="19"/>
                    </a:cubicBezTo>
                    <a:cubicBezTo>
                      <a:pt x="136" y="84"/>
                      <a:pt x="106" y="160"/>
                      <a:pt x="78" y="249"/>
                    </a:cubicBezTo>
                    <a:cubicBezTo>
                      <a:pt x="65" y="292"/>
                      <a:pt x="49" y="348"/>
                      <a:pt x="39" y="408"/>
                    </a:cubicBezTo>
                    <a:cubicBezTo>
                      <a:pt x="30" y="460"/>
                      <a:pt x="25" y="517"/>
                      <a:pt x="24" y="582"/>
                    </a:cubicBezTo>
                    <a:cubicBezTo>
                      <a:pt x="22" y="628"/>
                      <a:pt x="23" y="667"/>
                      <a:pt x="26" y="703"/>
                    </a:cubicBezTo>
                    <a:cubicBezTo>
                      <a:pt x="30" y="753"/>
                      <a:pt x="38" y="806"/>
                      <a:pt x="50" y="866"/>
                    </a:cubicBezTo>
                    <a:cubicBezTo>
                      <a:pt x="60" y="911"/>
                      <a:pt x="69" y="947"/>
                      <a:pt x="80" y="981"/>
                    </a:cubicBezTo>
                    <a:cubicBezTo>
                      <a:pt x="95" y="1028"/>
                      <a:pt x="113" y="1075"/>
                      <a:pt x="135" y="1122"/>
                    </a:cubicBezTo>
                    <a:cubicBezTo>
                      <a:pt x="159" y="1174"/>
                      <a:pt x="188" y="1225"/>
                      <a:pt x="220" y="1275"/>
                    </a:cubicBezTo>
                    <a:cubicBezTo>
                      <a:pt x="248" y="1319"/>
                      <a:pt x="278" y="1360"/>
                      <a:pt x="310" y="1398"/>
                    </a:cubicBezTo>
                    <a:cubicBezTo>
                      <a:pt x="343" y="1438"/>
                      <a:pt x="378" y="1475"/>
                      <a:pt x="416" y="1510"/>
                    </a:cubicBezTo>
                    <a:cubicBezTo>
                      <a:pt x="457" y="1548"/>
                      <a:pt x="501" y="1584"/>
                      <a:pt x="547" y="1616"/>
                    </a:cubicBezTo>
                    <a:cubicBezTo>
                      <a:pt x="552" y="1620"/>
                      <a:pt x="553" y="1627"/>
                      <a:pt x="550" y="1632"/>
                    </a:cubicBezTo>
                    <a:cubicBezTo>
                      <a:pt x="548" y="1635"/>
                      <a:pt x="544" y="1637"/>
                      <a:pt x="540" y="1637"/>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3" name="Freeform 68">
                <a:extLst>
                  <a:ext uri="{FF2B5EF4-FFF2-40B4-BE49-F238E27FC236}">
                    <a16:creationId xmlns:a16="http://schemas.microsoft.com/office/drawing/2014/main" id="{2645274E-ED8E-89B3-6E77-F6B5B7300506}"/>
                  </a:ext>
                </a:extLst>
              </p:cNvPr>
              <p:cNvSpPr>
                <a:spLocks/>
              </p:cNvSpPr>
              <p:nvPr/>
            </p:nvSpPr>
            <p:spPr bwMode="auto">
              <a:xfrm>
                <a:off x="2701" y="2790"/>
                <a:ext cx="185" cy="42"/>
              </a:xfrm>
              <a:custGeom>
                <a:avLst/>
                <a:gdLst>
                  <a:gd name="T0" fmla="*/ 413 w 424"/>
                  <a:gd name="T1" fmla="*/ 97 h 97"/>
                  <a:gd name="T2" fmla="*/ 413 w 424"/>
                  <a:gd name="T3" fmla="*/ 97 h 97"/>
                  <a:gd name="T4" fmla="*/ 413 w 424"/>
                  <a:gd name="T5" fmla="*/ 97 h 97"/>
                  <a:gd name="T6" fmla="*/ 267 w 424"/>
                  <a:gd name="T7" fmla="*/ 87 h 97"/>
                  <a:gd name="T8" fmla="*/ 125 w 424"/>
                  <a:gd name="T9" fmla="*/ 60 h 97"/>
                  <a:gd name="T10" fmla="*/ 9 w 424"/>
                  <a:gd name="T11" fmla="*/ 24 h 97"/>
                  <a:gd name="T12" fmla="*/ 2 w 424"/>
                  <a:gd name="T13" fmla="*/ 9 h 97"/>
                  <a:gd name="T14" fmla="*/ 16 w 424"/>
                  <a:gd name="T15" fmla="*/ 2 h 97"/>
                  <a:gd name="T16" fmla="*/ 130 w 424"/>
                  <a:gd name="T17" fmla="*/ 38 h 97"/>
                  <a:gd name="T18" fmla="*/ 270 w 424"/>
                  <a:gd name="T19" fmla="*/ 64 h 97"/>
                  <a:gd name="T20" fmla="*/ 413 w 424"/>
                  <a:gd name="T21" fmla="*/ 75 h 97"/>
                  <a:gd name="T22" fmla="*/ 424 w 424"/>
                  <a:gd name="T23" fmla="*/ 86 h 97"/>
                  <a:gd name="T24" fmla="*/ 413 w 424"/>
                  <a:gd name="T25"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4" h="97">
                    <a:moveTo>
                      <a:pt x="413" y="97"/>
                    </a:moveTo>
                    <a:lnTo>
                      <a:pt x="413" y="97"/>
                    </a:lnTo>
                    <a:lnTo>
                      <a:pt x="413" y="97"/>
                    </a:lnTo>
                    <a:cubicBezTo>
                      <a:pt x="364" y="96"/>
                      <a:pt x="315" y="93"/>
                      <a:pt x="267" y="87"/>
                    </a:cubicBezTo>
                    <a:cubicBezTo>
                      <a:pt x="218" y="80"/>
                      <a:pt x="170" y="71"/>
                      <a:pt x="125" y="60"/>
                    </a:cubicBezTo>
                    <a:cubicBezTo>
                      <a:pt x="87" y="50"/>
                      <a:pt x="48" y="38"/>
                      <a:pt x="9" y="24"/>
                    </a:cubicBezTo>
                    <a:cubicBezTo>
                      <a:pt x="3" y="22"/>
                      <a:pt x="0" y="15"/>
                      <a:pt x="2" y="9"/>
                    </a:cubicBezTo>
                    <a:cubicBezTo>
                      <a:pt x="4" y="3"/>
                      <a:pt x="11" y="0"/>
                      <a:pt x="16" y="2"/>
                    </a:cubicBezTo>
                    <a:cubicBezTo>
                      <a:pt x="55" y="16"/>
                      <a:pt x="93" y="28"/>
                      <a:pt x="130" y="38"/>
                    </a:cubicBezTo>
                    <a:cubicBezTo>
                      <a:pt x="175" y="49"/>
                      <a:pt x="222" y="58"/>
                      <a:pt x="270" y="64"/>
                    </a:cubicBezTo>
                    <a:cubicBezTo>
                      <a:pt x="317" y="70"/>
                      <a:pt x="365" y="74"/>
                      <a:pt x="413" y="75"/>
                    </a:cubicBezTo>
                    <a:cubicBezTo>
                      <a:pt x="419" y="75"/>
                      <a:pt x="424" y="80"/>
                      <a:pt x="424" y="86"/>
                    </a:cubicBezTo>
                    <a:cubicBezTo>
                      <a:pt x="424" y="92"/>
                      <a:pt x="419" y="97"/>
                      <a:pt x="413" y="97"/>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4" name="Freeform 69">
                <a:extLst>
                  <a:ext uri="{FF2B5EF4-FFF2-40B4-BE49-F238E27FC236}">
                    <a16:creationId xmlns:a16="http://schemas.microsoft.com/office/drawing/2014/main" id="{114E4A55-87ED-537B-2D9B-D15157311785}"/>
                  </a:ext>
                </a:extLst>
              </p:cNvPr>
              <p:cNvSpPr>
                <a:spLocks/>
              </p:cNvSpPr>
              <p:nvPr/>
            </p:nvSpPr>
            <p:spPr bwMode="auto">
              <a:xfrm>
                <a:off x="3099" y="2696"/>
                <a:ext cx="142" cy="92"/>
              </a:xfrm>
              <a:custGeom>
                <a:avLst/>
                <a:gdLst>
                  <a:gd name="T0" fmla="*/ 13 w 326"/>
                  <a:gd name="T1" fmla="*/ 210 h 210"/>
                  <a:gd name="T2" fmla="*/ 13 w 326"/>
                  <a:gd name="T3" fmla="*/ 210 h 210"/>
                  <a:gd name="T4" fmla="*/ 3 w 326"/>
                  <a:gd name="T5" fmla="*/ 203 h 210"/>
                  <a:gd name="T6" fmla="*/ 9 w 326"/>
                  <a:gd name="T7" fmla="*/ 188 h 210"/>
                  <a:gd name="T8" fmla="*/ 150 w 326"/>
                  <a:gd name="T9" fmla="*/ 115 h 210"/>
                  <a:gd name="T10" fmla="*/ 306 w 326"/>
                  <a:gd name="T11" fmla="*/ 4 h 210"/>
                  <a:gd name="T12" fmla="*/ 322 w 326"/>
                  <a:gd name="T13" fmla="*/ 5 h 210"/>
                  <a:gd name="T14" fmla="*/ 321 w 326"/>
                  <a:gd name="T15" fmla="*/ 21 h 210"/>
                  <a:gd name="T16" fmla="*/ 162 w 326"/>
                  <a:gd name="T17" fmla="*/ 135 h 210"/>
                  <a:gd name="T18" fmla="*/ 18 w 326"/>
                  <a:gd name="T19" fmla="*/ 209 h 210"/>
                  <a:gd name="T20" fmla="*/ 13 w 326"/>
                  <a:gd name="T21"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6" h="210">
                    <a:moveTo>
                      <a:pt x="13" y="210"/>
                    </a:moveTo>
                    <a:lnTo>
                      <a:pt x="13" y="210"/>
                    </a:lnTo>
                    <a:cubicBezTo>
                      <a:pt x="9" y="210"/>
                      <a:pt x="5" y="208"/>
                      <a:pt x="3" y="203"/>
                    </a:cubicBezTo>
                    <a:cubicBezTo>
                      <a:pt x="0" y="198"/>
                      <a:pt x="3" y="191"/>
                      <a:pt x="9" y="188"/>
                    </a:cubicBezTo>
                    <a:cubicBezTo>
                      <a:pt x="57" y="167"/>
                      <a:pt x="105" y="143"/>
                      <a:pt x="150" y="115"/>
                    </a:cubicBezTo>
                    <a:cubicBezTo>
                      <a:pt x="203" y="84"/>
                      <a:pt x="255" y="46"/>
                      <a:pt x="306" y="4"/>
                    </a:cubicBezTo>
                    <a:cubicBezTo>
                      <a:pt x="311" y="0"/>
                      <a:pt x="318" y="1"/>
                      <a:pt x="322" y="5"/>
                    </a:cubicBezTo>
                    <a:cubicBezTo>
                      <a:pt x="326" y="10"/>
                      <a:pt x="326" y="17"/>
                      <a:pt x="321" y="21"/>
                    </a:cubicBezTo>
                    <a:cubicBezTo>
                      <a:pt x="269" y="64"/>
                      <a:pt x="216" y="103"/>
                      <a:pt x="162" y="135"/>
                    </a:cubicBezTo>
                    <a:cubicBezTo>
                      <a:pt x="116" y="163"/>
                      <a:pt x="67" y="188"/>
                      <a:pt x="18" y="209"/>
                    </a:cubicBezTo>
                    <a:cubicBezTo>
                      <a:pt x="16" y="210"/>
                      <a:pt x="15" y="210"/>
                      <a:pt x="13" y="210"/>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5" name="Freeform 70">
                <a:extLst>
                  <a:ext uri="{FF2B5EF4-FFF2-40B4-BE49-F238E27FC236}">
                    <a16:creationId xmlns:a16="http://schemas.microsoft.com/office/drawing/2014/main" id="{53FC69CE-6763-53C8-F901-69DF08ACC52E}"/>
                  </a:ext>
                </a:extLst>
              </p:cNvPr>
              <p:cNvSpPr>
                <a:spLocks/>
              </p:cNvSpPr>
              <p:nvPr/>
            </p:nvSpPr>
            <p:spPr bwMode="auto">
              <a:xfrm>
                <a:off x="3387" y="2082"/>
                <a:ext cx="49" cy="348"/>
              </a:xfrm>
              <a:custGeom>
                <a:avLst/>
                <a:gdLst>
                  <a:gd name="T0" fmla="*/ 57 w 112"/>
                  <a:gd name="T1" fmla="*/ 798 h 798"/>
                  <a:gd name="T2" fmla="*/ 57 w 112"/>
                  <a:gd name="T3" fmla="*/ 798 h 798"/>
                  <a:gd name="T4" fmla="*/ 54 w 112"/>
                  <a:gd name="T5" fmla="*/ 798 h 798"/>
                  <a:gd name="T6" fmla="*/ 46 w 112"/>
                  <a:gd name="T7" fmla="*/ 784 h 798"/>
                  <a:gd name="T8" fmla="*/ 78 w 112"/>
                  <a:gd name="T9" fmla="*/ 631 h 798"/>
                  <a:gd name="T10" fmla="*/ 88 w 112"/>
                  <a:gd name="T11" fmla="*/ 488 h 798"/>
                  <a:gd name="T12" fmla="*/ 85 w 112"/>
                  <a:gd name="T13" fmla="*/ 372 h 798"/>
                  <a:gd name="T14" fmla="*/ 63 w 112"/>
                  <a:gd name="T15" fmla="*/ 217 h 798"/>
                  <a:gd name="T16" fmla="*/ 3 w 112"/>
                  <a:gd name="T17" fmla="*/ 17 h 798"/>
                  <a:gd name="T18" fmla="*/ 9 w 112"/>
                  <a:gd name="T19" fmla="*/ 3 h 798"/>
                  <a:gd name="T20" fmla="*/ 24 w 112"/>
                  <a:gd name="T21" fmla="*/ 9 h 798"/>
                  <a:gd name="T22" fmla="*/ 85 w 112"/>
                  <a:gd name="T23" fmla="*/ 212 h 798"/>
                  <a:gd name="T24" fmla="*/ 108 w 112"/>
                  <a:gd name="T25" fmla="*/ 370 h 798"/>
                  <a:gd name="T26" fmla="*/ 111 w 112"/>
                  <a:gd name="T27" fmla="*/ 488 h 798"/>
                  <a:gd name="T28" fmla="*/ 100 w 112"/>
                  <a:gd name="T29" fmla="*/ 634 h 798"/>
                  <a:gd name="T30" fmla="*/ 68 w 112"/>
                  <a:gd name="T31" fmla="*/ 790 h 798"/>
                  <a:gd name="T32" fmla="*/ 57 w 112"/>
                  <a:gd name="T33"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 h="798">
                    <a:moveTo>
                      <a:pt x="57" y="798"/>
                    </a:moveTo>
                    <a:lnTo>
                      <a:pt x="57" y="798"/>
                    </a:lnTo>
                    <a:cubicBezTo>
                      <a:pt x="56" y="798"/>
                      <a:pt x="55" y="798"/>
                      <a:pt x="54" y="798"/>
                    </a:cubicBezTo>
                    <a:cubicBezTo>
                      <a:pt x="48" y="796"/>
                      <a:pt x="44" y="790"/>
                      <a:pt x="46" y="784"/>
                    </a:cubicBezTo>
                    <a:cubicBezTo>
                      <a:pt x="61" y="726"/>
                      <a:pt x="71" y="678"/>
                      <a:pt x="78" y="631"/>
                    </a:cubicBezTo>
                    <a:cubicBezTo>
                      <a:pt x="84" y="586"/>
                      <a:pt x="88" y="539"/>
                      <a:pt x="88" y="488"/>
                    </a:cubicBezTo>
                    <a:cubicBezTo>
                      <a:pt x="89" y="446"/>
                      <a:pt x="88" y="409"/>
                      <a:pt x="85" y="372"/>
                    </a:cubicBezTo>
                    <a:cubicBezTo>
                      <a:pt x="82" y="321"/>
                      <a:pt x="74" y="269"/>
                      <a:pt x="63" y="217"/>
                    </a:cubicBezTo>
                    <a:cubicBezTo>
                      <a:pt x="49" y="149"/>
                      <a:pt x="28" y="82"/>
                      <a:pt x="3" y="17"/>
                    </a:cubicBezTo>
                    <a:cubicBezTo>
                      <a:pt x="0" y="12"/>
                      <a:pt x="3" y="5"/>
                      <a:pt x="9" y="3"/>
                    </a:cubicBezTo>
                    <a:cubicBezTo>
                      <a:pt x="15" y="0"/>
                      <a:pt x="21" y="3"/>
                      <a:pt x="24" y="9"/>
                    </a:cubicBezTo>
                    <a:cubicBezTo>
                      <a:pt x="50" y="75"/>
                      <a:pt x="70" y="143"/>
                      <a:pt x="85" y="212"/>
                    </a:cubicBezTo>
                    <a:cubicBezTo>
                      <a:pt x="96" y="265"/>
                      <a:pt x="104" y="319"/>
                      <a:pt x="108" y="370"/>
                    </a:cubicBezTo>
                    <a:cubicBezTo>
                      <a:pt x="111" y="408"/>
                      <a:pt x="112" y="446"/>
                      <a:pt x="111" y="488"/>
                    </a:cubicBezTo>
                    <a:cubicBezTo>
                      <a:pt x="110" y="541"/>
                      <a:pt x="107" y="588"/>
                      <a:pt x="100" y="634"/>
                    </a:cubicBezTo>
                    <a:cubicBezTo>
                      <a:pt x="94" y="682"/>
                      <a:pt x="83" y="731"/>
                      <a:pt x="68" y="790"/>
                    </a:cubicBezTo>
                    <a:cubicBezTo>
                      <a:pt x="66" y="795"/>
                      <a:pt x="62" y="798"/>
                      <a:pt x="57" y="79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6" name="Freeform 71">
                <a:extLst>
                  <a:ext uri="{FF2B5EF4-FFF2-40B4-BE49-F238E27FC236}">
                    <a16:creationId xmlns:a16="http://schemas.microsoft.com/office/drawing/2014/main" id="{305E34A7-8BBD-7B47-2B12-0579C44BFA5A}"/>
                  </a:ext>
                </a:extLst>
              </p:cNvPr>
              <p:cNvSpPr>
                <a:spLocks/>
              </p:cNvSpPr>
              <p:nvPr/>
            </p:nvSpPr>
            <p:spPr bwMode="auto">
              <a:xfrm>
                <a:off x="3218" y="1854"/>
                <a:ext cx="65" cy="60"/>
              </a:xfrm>
              <a:custGeom>
                <a:avLst/>
                <a:gdLst>
                  <a:gd name="T0" fmla="*/ 138 w 151"/>
                  <a:gd name="T1" fmla="*/ 139 h 139"/>
                  <a:gd name="T2" fmla="*/ 138 w 151"/>
                  <a:gd name="T3" fmla="*/ 139 h 139"/>
                  <a:gd name="T4" fmla="*/ 130 w 151"/>
                  <a:gd name="T5" fmla="*/ 135 h 139"/>
                  <a:gd name="T6" fmla="*/ 6 w 151"/>
                  <a:gd name="T7" fmla="*/ 22 h 139"/>
                  <a:gd name="T8" fmla="*/ 4 w 151"/>
                  <a:gd name="T9" fmla="*/ 6 h 139"/>
                  <a:gd name="T10" fmla="*/ 20 w 151"/>
                  <a:gd name="T11" fmla="*/ 4 h 139"/>
                  <a:gd name="T12" fmla="*/ 146 w 151"/>
                  <a:gd name="T13" fmla="*/ 119 h 139"/>
                  <a:gd name="T14" fmla="*/ 146 w 151"/>
                  <a:gd name="T15" fmla="*/ 135 h 139"/>
                  <a:gd name="T16" fmla="*/ 138 w 151"/>
                  <a:gd name="T17"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39">
                    <a:moveTo>
                      <a:pt x="138" y="139"/>
                    </a:moveTo>
                    <a:lnTo>
                      <a:pt x="138" y="139"/>
                    </a:lnTo>
                    <a:cubicBezTo>
                      <a:pt x="135" y="139"/>
                      <a:pt x="132" y="137"/>
                      <a:pt x="130" y="135"/>
                    </a:cubicBezTo>
                    <a:cubicBezTo>
                      <a:pt x="89" y="92"/>
                      <a:pt x="48" y="55"/>
                      <a:pt x="6" y="22"/>
                    </a:cubicBezTo>
                    <a:cubicBezTo>
                      <a:pt x="1" y="18"/>
                      <a:pt x="0" y="11"/>
                      <a:pt x="4" y="6"/>
                    </a:cubicBezTo>
                    <a:cubicBezTo>
                      <a:pt x="8" y="1"/>
                      <a:pt x="15" y="0"/>
                      <a:pt x="20" y="4"/>
                    </a:cubicBezTo>
                    <a:cubicBezTo>
                      <a:pt x="63" y="37"/>
                      <a:pt x="104" y="75"/>
                      <a:pt x="146" y="119"/>
                    </a:cubicBezTo>
                    <a:cubicBezTo>
                      <a:pt x="151" y="124"/>
                      <a:pt x="151" y="131"/>
                      <a:pt x="146" y="135"/>
                    </a:cubicBezTo>
                    <a:cubicBezTo>
                      <a:pt x="144" y="138"/>
                      <a:pt x="141" y="139"/>
                      <a:pt x="138" y="13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7" name="Freeform 72">
                <a:extLst>
                  <a:ext uri="{FF2B5EF4-FFF2-40B4-BE49-F238E27FC236}">
                    <a16:creationId xmlns:a16="http://schemas.microsoft.com/office/drawing/2014/main" id="{287F5B83-6A36-DCD6-D96A-96F97EB9F6E5}"/>
                  </a:ext>
                </a:extLst>
              </p:cNvPr>
              <p:cNvSpPr>
                <a:spLocks/>
              </p:cNvSpPr>
              <p:nvPr/>
            </p:nvSpPr>
            <p:spPr bwMode="auto">
              <a:xfrm>
                <a:off x="2763" y="1739"/>
                <a:ext cx="346" cy="54"/>
              </a:xfrm>
              <a:custGeom>
                <a:avLst/>
                <a:gdLst>
                  <a:gd name="T0" fmla="*/ 784 w 797"/>
                  <a:gd name="T1" fmla="*/ 123 h 123"/>
                  <a:gd name="T2" fmla="*/ 784 w 797"/>
                  <a:gd name="T3" fmla="*/ 123 h 123"/>
                  <a:gd name="T4" fmla="*/ 779 w 797"/>
                  <a:gd name="T5" fmla="*/ 122 h 123"/>
                  <a:gd name="T6" fmla="*/ 686 w 797"/>
                  <a:gd name="T7" fmla="*/ 86 h 123"/>
                  <a:gd name="T8" fmla="*/ 534 w 797"/>
                  <a:gd name="T9" fmla="*/ 47 h 123"/>
                  <a:gd name="T10" fmla="*/ 323 w 797"/>
                  <a:gd name="T11" fmla="*/ 25 h 123"/>
                  <a:gd name="T12" fmla="*/ 162 w 797"/>
                  <a:gd name="T13" fmla="*/ 30 h 123"/>
                  <a:gd name="T14" fmla="*/ 15 w 797"/>
                  <a:gd name="T15" fmla="*/ 54 h 123"/>
                  <a:gd name="T16" fmla="*/ 1 w 797"/>
                  <a:gd name="T17" fmla="*/ 46 h 123"/>
                  <a:gd name="T18" fmla="*/ 10 w 797"/>
                  <a:gd name="T19" fmla="*/ 32 h 123"/>
                  <a:gd name="T20" fmla="*/ 160 w 797"/>
                  <a:gd name="T21" fmla="*/ 7 h 123"/>
                  <a:gd name="T22" fmla="*/ 324 w 797"/>
                  <a:gd name="T23" fmla="*/ 2 h 123"/>
                  <a:gd name="T24" fmla="*/ 539 w 797"/>
                  <a:gd name="T25" fmla="*/ 25 h 123"/>
                  <a:gd name="T26" fmla="*/ 693 w 797"/>
                  <a:gd name="T27" fmla="*/ 65 h 123"/>
                  <a:gd name="T28" fmla="*/ 788 w 797"/>
                  <a:gd name="T29" fmla="*/ 101 h 123"/>
                  <a:gd name="T30" fmla="*/ 794 w 797"/>
                  <a:gd name="T31" fmla="*/ 116 h 123"/>
                  <a:gd name="T32" fmla="*/ 784 w 797"/>
                  <a:gd name="T33"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7" h="123">
                    <a:moveTo>
                      <a:pt x="784" y="123"/>
                    </a:moveTo>
                    <a:lnTo>
                      <a:pt x="784" y="123"/>
                    </a:lnTo>
                    <a:cubicBezTo>
                      <a:pt x="782" y="123"/>
                      <a:pt x="781" y="123"/>
                      <a:pt x="779" y="122"/>
                    </a:cubicBezTo>
                    <a:cubicBezTo>
                      <a:pt x="750" y="109"/>
                      <a:pt x="718" y="97"/>
                      <a:pt x="686" y="86"/>
                    </a:cubicBezTo>
                    <a:cubicBezTo>
                      <a:pt x="637" y="70"/>
                      <a:pt x="586" y="57"/>
                      <a:pt x="534" y="47"/>
                    </a:cubicBezTo>
                    <a:cubicBezTo>
                      <a:pt x="468" y="34"/>
                      <a:pt x="397" y="27"/>
                      <a:pt x="323" y="25"/>
                    </a:cubicBezTo>
                    <a:cubicBezTo>
                      <a:pt x="264" y="23"/>
                      <a:pt x="212" y="25"/>
                      <a:pt x="162" y="30"/>
                    </a:cubicBezTo>
                    <a:cubicBezTo>
                      <a:pt x="114" y="35"/>
                      <a:pt x="64" y="43"/>
                      <a:pt x="15" y="54"/>
                    </a:cubicBezTo>
                    <a:cubicBezTo>
                      <a:pt x="9" y="56"/>
                      <a:pt x="3" y="52"/>
                      <a:pt x="1" y="46"/>
                    </a:cubicBezTo>
                    <a:cubicBezTo>
                      <a:pt x="0" y="40"/>
                      <a:pt x="4" y="34"/>
                      <a:pt x="10" y="32"/>
                    </a:cubicBezTo>
                    <a:cubicBezTo>
                      <a:pt x="60" y="21"/>
                      <a:pt x="111" y="12"/>
                      <a:pt x="160" y="7"/>
                    </a:cubicBezTo>
                    <a:cubicBezTo>
                      <a:pt x="210" y="2"/>
                      <a:pt x="264" y="0"/>
                      <a:pt x="324" y="2"/>
                    </a:cubicBezTo>
                    <a:cubicBezTo>
                      <a:pt x="399" y="4"/>
                      <a:pt x="471" y="12"/>
                      <a:pt x="539" y="25"/>
                    </a:cubicBezTo>
                    <a:cubicBezTo>
                      <a:pt x="591" y="35"/>
                      <a:pt x="643" y="48"/>
                      <a:pt x="693" y="65"/>
                    </a:cubicBezTo>
                    <a:cubicBezTo>
                      <a:pt x="726" y="76"/>
                      <a:pt x="758" y="88"/>
                      <a:pt x="788" y="101"/>
                    </a:cubicBezTo>
                    <a:cubicBezTo>
                      <a:pt x="794" y="104"/>
                      <a:pt x="797" y="111"/>
                      <a:pt x="794" y="116"/>
                    </a:cubicBezTo>
                    <a:cubicBezTo>
                      <a:pt x="793" y="121"/>
                      <a:pt x="788" y="123"/>
                      <a:pt x="784" y="123"/>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8" name="Freeform 73">
                <a:extLst>
                  <a:ext uri="{FF2B5EF4-FFF2-40B4-BE49-F238E27FC236}">
                    <a16:creationId xmlns:a16="http://schemas.microsoft.com/office/drawing/2014/main" id="{D112C47C-6400-723E-D6E5-1F01E1FDA431}"/>
                  </a:ext>
                </a:extLst>
              </p:cNvPr>
              <p:cNvSpPr>
                <a:spLocks/>
              </p:cNvSpPr>
              <p:nvPr/>
            </p:nvSpPr>
            <p:spPr bwMode="auto">
              <a:xfrm>
                <a:off x="2663" y="1627"/>
                <a:ext cx="158" cy="45"/>
              </a:xfrm>
              <a:custGeom>
                <a:avLst/>
                <a:gdLst>
                  <a:gd name="T0" fmla="*/ 13 w 365"/>
                  <a:gd name="T1" fmla="*/ 102 h 102"/>
                  <a:gd name="T2" fmla="*/ 13 w 365"/>
                  <a:gd name="T3" fmla="*/ 102 h 102"/>
                  <a:gd name="T4" fmla="*/ 2 w 365"/>
                  <a:gd name="T5" fmla="*/ 95 h 102"/>
                  <a:gd name="T6" fmla="*/ 9 w 365"/>
                  <a:gd name="T7" fmla="*/ 80 h 102"/>
                  <a:gd name="T8" fmla="*/ 171 w 365"/>
                  <a:gd name="T9" fmla="*/ 32 h 102"/>
                  <a:gd name="T10" fmla="*/ 352 w 365"/>
                  <a:gd name="T11" fmla="*/ 1 h 102"/>
                  <a:gd name="T12" fmla="*/ 365 w 365"/>
                  <a:gd name="T13" fmla="*/ 11 h 102"/>
                  <a:gd name="T14" fmla="*/ 354 w 365"/>
                  <a:gd name="T15" fmla="*/ 24 h 102"/>
                  <a:gd name="T16" fmla="*/ 176 w 365"/>
                  <a:gd name="T17" fmla="*/ 54 h 102"/>
                  <a:gd name="T18" fmla="*/ 16 w 365"/>
                  <a:gd name="T19" fmla="*/ 102 h 102"/>
                  <a:gd name="T20" fmla="*/ 13 w 365"/>
                  <a:gd name="T21"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02">
                    <a:moveTo>
                      <a:pt x="13" y="102"/>
                    </a:moveTo>
                    <a:lnTo>
                      <a:pt x="13" y="102"/>
                    </a:lnTo>
                    <a:cubicBezTo>
                      <a:pt x="8" y="102"/>
                      <a:pt x="4" y="99"/>
                      <a:pt x="2" y="95"/>
                    </a:cubicBezTo>
                    <a:cubicBezTo>
                      <a:pt x="0" y="89"/>
                      <a:pt x="3" y="82"/>
                      <a:pt x="9" y="80"/>
                    </a:cubicBezTo>
                    <a:cubicBezTo>
                      <a:pt x="62" y="61"/>
                      <a:pt x="116" y="45"/>
                      <a:pt x="171" y="32"/>
                    </a:cubicBezTo>
                    <a:cubicBezTo>
                      <a:pt x="231" y="18"/>
                      <a:pt x="292" y="7"/>
                      <a:pt x="352" y="1"/>
                    </a:cubicBezTo>
                    <a:cubicBezTo>
                      <a:pt x="358" y="0"/>
                      <a:pt x="364" y="5"/>
                      <a:pt x="365" y="11"/>
                    </a:cubicBezTo>
                    <a:cubicBezTo>
                      <a:pt x="365" y="17"/>
                      <a:pt x="361" y="23"/>
                      <a:pt x="354" y="24"/>
                    </a:cubicBezTo>
                    <a:cubicBezTo>
                      <a:pt x="296" y="30"/>
                      <a:pt x="236" y="40"/>
                      <a:pt x="176" y="54"/>
                    </a:cubicBezTo>
                    <a:cubicBezTo>
                      <a:pt x="122" y="67"/>
                      <a:pt x="68" y="83"/>
                      <a:pt x="16" y="102"/>
                    </a:cubicBezTo>
                    <a:cubicBezTo>
                      <a:pt x="15" y="102"/>
                      <a:pt x="14" y="102"/>
                      <a:pt x="13" y="102"/>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9" name="Freeform 74">
                <a:extLst>
                  <a:ext uri="{FF2B5EF4-FFF2-40B4-BE49-F238E27FC236}">
                    <a16:creationId xmlns:a16="http://schemas.microsoft.com/office/drawing/2014/main" id="{86AF2101-515F-2284-8314-D4E280B9F93C}"/>
                  </a:ext>
                </a:extLst>
              </p:cNvPr>
              <p:cNvSpPr>
                <a:spLocks/>
              </p:cNvSpPr>
              <p:nvPr/>
            </p:nvSpPr>
            <p:spPr bwMode="auto">
              <a:xfrm>
                <a:off x="2350" y="1730"/>
                <a:ext cx="186" cy="178"/>
              </a:xfrm>
              <a:custGeom>
                <a:avLst/>
                <a:gdLst>
                  <a:gd name="T0" fmla="*/ 13 w 426"/>
                  <a:gd name="T1" fmla="*/ 409 h 409"/>
                  <a:gd name="T2" fmla="*/ 13 w 426"/>
                  <a:gd name="T3" fmla="*/ 409 h 409"/>
                  <a:gd name="T4" fmla="*/ 7 w 426"/>
                  <a:gd name="T5" fmla="*/ 407 h 409"/>
                  <a:gd name="T6" fmla="*/ 4 w 426"/>
                  <a:gd name="T7" fmla="*/ 391 h 409"/>
                  <a:gd name="T8" fmla="*/ 197 w 426"/>
                  <a:gd name="T9" fmla="*/ 169 h 409"/>
                  <a:gd name="T10" fmla="*/ 407 w 426"/>
                  <a:gd name="T11" fmla="*/ 4 h 409"/>
                  <a:gd name="T12" fmla="*/ 422 w 426"/>
                  <a:gd name="T13" fmla="*/ 7 h 409"/>
                  <a:gd name="T14" fmla="*/ 419 w 426"/>
                  <a:gd name="T15" fmla="*/ 23 h 409"/>
                  <a:gd name="T16" fmla="*/ 213 w 426"/>
                  <a:gd name="T17" fmla="*/ 186 h 409"/>
                  <a:gd name="T18" fmla="*/ 22 w 426"/>
                  <a:gd name="T19" fmla="*/ 404 h 409"/>
                  <a:gd name="T20" fmla="*/ 13 w 426"/>
                  <a:gd name="T21"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6" h="409">
                    <a:moveTo>
                      <a:pt x="13" y="409"/>
                    </a:moveTo>
                    <a:lnTo>
                      <a:pt x="13" y="409"/>
                    </a:lnTo>
                    <a:cubicBezTo>
                      <a:pt x="11" y="409"/>
                      <a:pt x="9" y="408"/>
                      <a:pt x="7" y="407"/>
                    </a:cubicBezTo>
                    <a:cubicBezTo>
                      <a:pt x="1" y="403"/>
                      <a:pt x="0" y="396"/>
                      <a:pt x="4" y="391"/>
                    </a:cubicBezTo>
                    <a:cubicBezTo>
                      <a:pt x="63" y="310"/>
                      <a:pt x="128" y="235"/>
                      <a:pt x="197" y="169"/>
                    </a:cubicBezTo>
                    <a:cubicBezTo>
                      <a:pt x="261" y="110"/>
                      <a:pt x="331" y="54"/>
                      <a:pt x="407" y="4"/>
                    </a:cubicBezTo>
                    <a:cubicBezTo>
                      <a:pt x="412" y="0"/>
                      <a:pt x="419" y="2"/>
                      <a:pt x="422" y="7"/>
                    </a:cubicBezTo>
                    <a:cubicBezTo>
                      <a:pt x="426" y="12"/>
                      <a:pt x="424" y="19"/>
                      <a:pt x="419" y="23"/>
                    </a:cubicBezTo>
                    <a:cubicBezTo>
                      <a:pt x="345" y="72"/>
                      <a:pt x="275" y="127"/>
                      <a:pt x="213" y="186"/>
                    </a:cubicBezTo>
                    <a:cubicBezTo>
                      <a:pt x="145" y="250"/>
                      <a:pt x="81" y="324"/>
                      <a:pt x="22" y="404"/>
                    </a:cubicBezTo>
                    <a:cubicBezTo>
                      <a:pt x="20" y="408"/>
                      <a:pt x="17" y="409"/>
                      <a:pt x="13" y="409"/>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0" name="Freeform 75">
                <a:extLst>
                  <a:ext uri="{FF2B5EF4-FFF2-40B4-BE49-F238E27FC236}">
                    <a16:creationId xmlns:a16="http://schemas.microsoft.com/office/drawing/2014/main" id="{2A091A3A-A836-19E3-FA3E-EE390A53A52E}"/>
                  </a:ext>
                </a:extLst>
              </p:cNvPr>
              <p:cNvSpPr>
                <a:spLocks/>
              </p:cNvSpPr>
              <p:nvPr/>
            </p:nvSpPr>
            <p:spPr bwMode="auto">
              <a:xfrm>
                <a:off x="2236" y="2096"/>
                <a:ext cx="29" cy="92"/>
              </a:xfrm>
              <a:custGeom>
                <a:avLst/>
                <a:gdLst>
                  <a:gd name="T0" fmla="*/ 12 w 68"/>
                  <a:gd name="T1" fmla="*/ 211 h 211"/>
                  <a:gd name="T2" fmla="*/ 12 w 68"/>
                  <a:gd name="T3" fmla="*/ 211 h 211"/>
                  <a:gd name="T4" fmla="*/ 10 w 68"/>
                  <a:gd name="T5" fmla="*/ 211 h 211"/>
                  <a:gd name="T6" fmla="*/ 1 w 68"/>
                  <a:gd name="T7" fmla="*/ 198 h 211"/>
                  <a:gd name="T8" fmla="*/ 45 w 68"/>
                  <a:gd name="T9" fmla="*/ 9 h 211"/>
                  <a:gd name="T10" fmla="*/ 59 w 68"/>
                  <a:gd name="T11" fmla="*/ 2 h 211"/>
                  <a:gd name="T12" fmla="*/ 67 w 68"/>
                  <a:gd name="T13" fmla="*/ 16 h 211"/>
                  <a:gd name="T14" fmla="*/ 23 w 68"/>
                  <a:gd name="T15" fmla="*/ 202 h 211"/>
                  <a:gd name="T16" fmla="*/ 12 w 68"/>
                  <a:gd name="T17"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11">
                    <a:moveTo>
                      <a:pt x="12" y="211"/>
                    </a:moveTo>
                    <a:lnTo>
                      <a:pt x="12" y="211"/>
                    </a:lnTo>
                    <a:cubicBezTo>
                      <a:pt x="11" y="211"/>
                      <a:pt x="11" y="211"/>
                      <a:pt x="10" y="211"/>
                    </a:cubicBezTo>
                    <a:cubicBezTo>
                      <a:pt x="4" y="210"/>
                      <a:pt x="0" y="204"/>
                      <a:pt x="1" y="198"/>
                    </a:cubicBezTo>
                    <a:cubicBezTo>
                      <a:pt x="10" y="141"/>
                      <a:pt x="24" y="81"/>
                      <a:pt x="45" y="9"/>
                    </a:cubicBezTo>
                    <a:cubicBezTo>
                      <a:pt x="47" y="3"/>
                      <a:pt x="53" y="0"/>
                      <a:pt x="59" y="2"/>
                    </a:cubicBezTo>
                    <a:cubicBezTo>
                      <a:pt x="65" y="3"/>
                      <a:pt x="68" y="10"/>
                      <a:pt x="67" y="16"/>
                    </a:cubicBezTo>
                    <a:cubicBezTo>
                      <a:pt x="46" y="86"/>
                      <a:pt x="32" y="145"/>
                      <a:pt x="23" y="202"/>
                    </a:cubicBezTo>
                    <a:cubicBezTo>
                      <a:pt x="22" y="207"/>
                      <a:pt x="17" y="211"/>
                      <a:pt x="12" y="211"/>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1" name="Freeform 76">
                <a:extLst>
                  <a:ext uri="{FF2B5EF4-FFF2-40B4-BE49-F238E27FC236}">
                    <a16:creationId xmlns:a16="http://schemas.microsoft.com/office/drawing/2014/main" id="{C32A93E8-8089-DD47-A9F7-152098148AF9}"/>
                  </a:ext>
                </a:extLst>
              </p:cNvPr>
              <p:cNvSpPr>
                <a:spLocks/>
              </p:cNvSpPr>
              <p:nvPr/>
            </p:nvSpPr>
            <p:spPr bwMode="auto">
              <a:xfrm>
                <a:off x="2230" y="2335"/>
                <a:ext cx="373" cy="545"/>
              </a:xfrm>
              <a:custGeom>
                <a:avLst/>
                <a:gdLst>
                  <a:gd name="T0" fmla="*/ 846 w 859"/>
                  <a:gd name="T1" fmla="*/ 1252 h 1252"/>
                  <a:gd name="T2" fmla="*/ 846 w 859"/>
                  <a:gd name="T3" fmla="*/ 1252 h 1252"/>
                  <a:gd name="T4" fmla="*/ 841 w 859"/>
                  <a:gd name="T5" fmla="*/ 1250 h 1252"/>
                  <a:gd name="T6" fmla="*/ 651 w 859"/>
                  <a:gd name="T7" fmla="*/ 1138 h 1252"/>
                  <a:gd name="T8" fmla="*/ 488 w 859"/>
                  <a:gd name="T9" fmla="*/ 1008 h 1252"/>
                  <a:gd name="T10" fmla="*/ 356 w 859"/>
                  <a:gd name="T11" fmla="*/ 870 h 1252"/>
                  <a:gd name="T12" fmla="*/ 244 w 859"/>
                  <a:gd name="T13" fmla="*/ 721 h 1252"/>
                  <a:gd name="T14" fmla="*/ 138 w 859"/>
                  <a:gd name="T15" fmla="*/ 532 h 1252"/>
                  <a:gd name="T16" fmla="*/ 68 w 859"/>
                  <a:gd name="T17" fmla="*/ 355 h 1252"/>
                  <a:gd name="T18" fmla="*/ 31 w 859"/>
                  <a:gd name="T19" fmla="*/ 217 h 1252"/>
                  <a:gd name="T20" fmla="*/ 0 w 859"/>
                  <a:gd name="T21" fmla="*/ 13 h 1252"/>
                  <a:gd name="T22" fmla="*/ 11 w 859"/>
                  <a:gd name="T23" fmla="*/ 1 h 1252"/>
                  <a:gd name="T24" fmla="*/ 23 w 859"/>
                  <a:gd name="T25" fmla="*/ 11 h 1252"/>
                  <a:gd name="T26" fmla="*/ 54 w 859"/>
                  <a:gd name="T27" fmla="*/ 212 h 1252"/>
                  <a:gd name="T28" fmla="*/ 90 w 859"/>
                  <a:gd name="T29" fmla="*/ 348 h 1252"/>
                  <a:gd name="T30" fmla="*/ 159 w 859"/>
                  <a:gd name="T31" fmla="*/ 522 h 1252"/>
                  <a:gd name="T32" fmla="*/ 263 w 859"/>
                  <a:gd name="T33" fmla="*/ 708 h 1252"/>
                  <a:gd name="T34" fmla="*/ 373 w 859"/>
                  <a:gd name="T35" fmla="*/ 856 h 1252"/>
                  <a:gd name="T36" fmla="*/ 503 w 859"/>
                  <a:gd name="T37" fmla="*/ 991 h 1252"/>
                  <a:gd name="T38" fmla="*/ 664 w 859"/>
                  <a:gd name="T39" fmla="*/ 1120 h 1252"/>
                  <a:gd name="T40" fmla="*/ 851 w 859"/>
                  <a:gd name="T41" fmla="*/ 1230 h 1252"/>
                  <a:gd name="T42" fmla="*/ 856 w 859"/>
                  <a:gd name="T43" fmla="*/ 1245 h 1252"/>
                  <a:gd name="T44" fmla="*/ 846 w 859"/>
                  <a:gd name="T45" fmla="*/ 1252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59" h="1252">
                    <a:moveTo>
                      <a:pt x="846" y="1252"/>
                    </a:moveTo>
                    <a:lnTo>
                      <a:pt x="846" y="1252"/>
                    </a:lnTo>
                    <a:cubicBezTo>
                      <a:pt x="844" y="1252"/>
                      <a:pt x="842" y="1251"/>
                      <a:pt x="841" y="1250"/>
                    </a:cubicBezTo>
                    <a:cubicBezTo>
                      <a:pt x="775" y="1218"/>
                      <a:pt x="711" y="1180"/>
                      <a:pt x="651" y="1138"/>
                    </a:cubicBezTo>
                    <a:cubicBezTo>
                      <a:pt x="594" y="1099"/>
                      <a:pt x="539" y="1055"/>
                      <a:pt x="488" y="1008"/>
                    </a:cubicBezTo>
                    <a:cubicBezTo>
                      <a:pt x="441" y="965"/>
                      <a:pt x="397" y="919"/>
                      <a:pt x="356" y="870"/>
                    </a:cubicBezTo>
                    <a:cubicBezTo>
                      <a:pt x="316" y="823"/>
                      <a:pt x="278" y="773"/>
                      <a:pt x="244" y="721"/>
                    </a:cubicBezTo>
                    <a:cubicBezTo>
                      <a:pt x="205" y="661"/>
                      <a:pt x="169" y="597"/>
                      <a:pt x="138" y="532"/>
                    </a:cubicBezTo>
                    <a:cubicBezTo>
                      <a:pt x="111" y="473"/>
                      <a:pt x="87" y="414"/>
                      <a:pt x="68" y="355"/>
                    </a:cubicBezTo>
                    <a:cubicBezTo>
                      <a:pt x="55" y="313"/>
                      <a:pt x="43" y="268"/>
                      <a:pt x="31" y="217"/>
                    </a:cubicBezTo>
                    <a:cubicBezTo>
                      <a:pt x="16" y="144"/>
                      <a:pt x="5" y="78"/>
                      <a:pt x="0" y="13"/>
                    </a:cubicBezTo>
                    <a:cubicBezTo>
                      <a:pt x="0" y="7"/>
                      <a:pt x="4" y="1"/>
                      <a:pt x="11" y="1"/>
                    </a:cubicBezTo>
                    <a:cubicBezTo>
                      <a:pt x="17" y="0"/>
                      <a:pt x="22" y="5"/>
                      <a:pt x="23" y="11"/>
                    </a:cubicBezTo>
                    <a:cubicBezTo>
                      <a:pt x="28" y="75"/>
                      <a:pt x="38" y="141"/>
                      <a:pt x="54" y="212"/>
                    </a:cubicBezTo>
                    <a:cubicBezTo>
                      <a:pt x="65" y="262"/>
                      <a:pt x="77" y="307"/>
                      <a:pt x="90" y="348"/>
                    </a:cubicBezTo>
                    <a:cubicBezTo>
                      <a:pt x="109" y="406"/>
                      <a:pt x="132" y="465"/>
                      <a:pt x="159" y="522"/>
                    </a:cubicBezTo>
                    <a:cubicBezTo>
                      <a:pt x="189" y="586"/>
                      <a:pt x="224" y="649"/>
                      <a:pt x="263" y="708"/>
                    </a:cubicBezTo>
                    <a:cubicBezTo>
                      <a:pt x="297" y="760"/>
                      <a:pt x="334" y="809"/>
                      <a:pt x="373" y="856"/>
                    </a:cubicBezTo>
                    <a:cubicBezTo>
                      <a:pt x="413" y="903"/>
                      <a:pt x="457" y="949"/>
                      <a:pt x="503" y="991"/>
                    </a:cubicBezTo>
                    <a:cubicBezTo>
                      <a:pt x="554" y="1037"/>
                      <a:pt x="608" y="1081"/>
                      <a:pt x="664" y="1120"/>
                    </a:cubicBezTo>
                    <a:cubicBezTo>
                      <a:pt x="723" y="1161"/>
                      <a:pt x="786" y="1198"/>
                      <a:pt x="851" y="1230"/>
                    </a:cubicBezTo>
                    <a:cubicBezTo>
                      <a:pt x="856" y="1233"/>
                      <a:pt x="859" y="1240"/>
                      <a:pt x="856" y="1245"/>
                    </a:cubicBezTo>
                    <a:cubicBezTo>
                      <a:pt x="854" y="1249"/>
                      <a:pt x="850" y="1252"/>
                      <a:pt x="846" y="1252"/>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2" name="Freeform 77">
                <a:extLst>
                  <a:ext uri="{FF2B5EF4-FFF2-40B4-BE49-F238E27FC236}">
                    <a16:creationId xmlns:a16="http://schemas.microsoft.com/office/drawing/2014/main" id="{BC7653FB-85F4-9968-3991-85BB81728903}"/>
                  </a:ext>
                </a:extLst>
              </p:cNvPr>
              <p:cNvSpPr>
                <a:spLocks/>
              </p:cNvSpPr>
              <p:nvPr/>
            </p:nvSpPr>
            <p:spPr bwMode="auto">
              <a:xfrm>
                <a:off x="2955" y="2882"/>
                <a:ext cx="205" cy="62"/>
              </a:xfrm>
              <a:custGeom>
                <a:avLst/>
                <a:gdLst>
                  <a:gd name="T0" fmla="*/ 12 w 471"/>
                  <a:gd name="T1" fmla="*/ 143 h 143"/>
                  <a:gd name="T2" fmla="*/ 12 w 471"/>
                  <a:gd name="T3" fmla="*/ 143 h 143"/>
                  <a:gd name="T4" fmla="*/ 1 w 471"/>
                  <a:gd name="T5" fmla="*/ 133 h 143"/>
                  <a:gd name="T6" fmla="*/ 11 w 471"/>
                  <a:gd name="T7" fmla="*/ 121 h 143"/>
                  <a:gd name="T8" fmla="*/ 156 w 471"/>
                  <a:gd name="T9" fmla="*/ 98 h 143"/>
                  <a:gd name="T10" fmla="*/ 301 w 471"/>
                  <a:gd name="T11" fmla="*/ 60 h 143"/>
                  <a:gd name="T12" fmla="*/ 453 w 471"/>
                  <a:gd name="T13" fmla="*/ 3 h 143"/>
                  <a:gd name="T14" fmla="*/ 468 w 471"/>
                  <a:gd name="T15" fmla="*/ 9 h 143"/>
                  <a:gd name="T16" fmla="*/ 462 w 471"/>
                  <a:gd name="T17" fmla="*/ 24 h 143"/>
                  <a:gd name="T18" fmla="*/ 307 w 471"/>
                  <a:gd name="T19" fmla="*/ 82 h 143"/>
                  <a:gd name="T20" fmla="*/ 161 w 471"/>
                  <a:gd name="T21" fmla="*/ 120 h 143"/>
                  <a:gd name="T22" fmla="*/ 13 w 471"/>
                  <a:gd name="T23" fmla="*/ 143 h 143"/>
                  <a:gd name="T24" fmla="*/ 12 w 471"/>
                  <a:gd name="T2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1" h="143">
                    <a:moveTo>
                      <a:pt x="12" y="143"/>
                    </a:moveTo>
                    <a:lnTo>
                      <a:pt x="12" y="143"/>
                    </a:lnTo>
                    <a:cubicBezTo>
                      <a:pt x="6" y="143"/>
                      <a:pt x="1" y="139"/>
                      <a:pt x="1" y="133"/>
                    </a:cubicBezTo>
                    <a:cubicBezTo>
                      <a:pt x="0" y="127"/>
                      <a:pt x="5" y="121"/>
                      <a:pt x="11" y="121"/>
                    </a:cubicBezTo>
                    <a:cubicBezTo>
                      <a:pt x="60" y="116"/>
                      <a:pt x="109" y="108"/>
                      <a:pt x="156" y="98"/>
                    </a:cubicBezTo>
                    <a:cubicBezTo>
                      <a:pt x="205" y="88"/>
                      <a:pt x="253" y="75"/>
                      <a:pt x="301" y="60"/>
                    </a:cubicBezTo>
                    <a:cubicBezTo>
                      <a:pt x="352" y="44"/>
                      <a:pt x="404" y="25"/>
                      <a:pt x="453" y="3"/>
                    </a:cubicBezTo>
                    <a:cubicBezTo>
                      <a:pt x="459" y="0"/>
                      <a:pt x="465" y="3"/>
                      <a:pt x="468" y="9"/>
                    </a:cubicBezTo>
                    <a:cubicBezTo>
                      <a:pt x="471" y="14"/>
                      <a:pt x="468" y="21"/>
                      <a:pt x="462" y="24"/>
                    </a:cubicBezTo>
                    <a:cubicBezTo>
                      <a:pt x="412" y="46"/>
                      <a:pt x="360" y="66"/>
                      <a:pt x="307" y="82"/>
                    </a:cubicBezTo>
                    <a:cubicBezTo>
                      <a:pt x="260" y="97"/>
                      <a:pt x="210" y="110"/>
                      <a:pt x="161" y="120"/>
                    </a:cubicBezTo>
                    <a:cubicBezTo>
                      <a:pt x="112" y="130"/>
                      <a:pt x="63" y="138"/>
                      <a:pt x="13" y="143"/>
                    </a:cubicBezTo>
                    <a:cubicBezTo>
                      <a:pt x="13" y="143"/>
                      <a:pt x="12" y="143"/>
                      <a:pt x="12" y="143"/>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3" name="Freeform 78">
                <a:extLst>
                  <a:ext uri="{FF2B5EF4-FFF2-40B4-BE49-F238E27FC236}">
                    <a16:creationId xmlns:a16="http://schemas.microsoft.com/office/drawing/2014/main" id="{D1F74DCF-7924-DAB1-99B0-3B69BE0F716D}"/>
                  </a:ext>
                </a:extLst>
              </p:cNvPr>
              <p:cNvSpPr>
                <a:spLocks/>
              </p:cNvSpPr>
              <p:nvPr/>
            </p:nvSpPr>
            <p:spPr bwMode="auto">
              <a:xfrm>
                <a:off x="3364" y="2443"/>
                <a:ext cx="167" cy="296"/>
              </a:xfrm>
              <a:custGeom>
                <a:avLst/>
                <a:gdLst>
                  <a:gd name="T0" fmla="*/ 13 w 384"/>
                  <a:gd name="T1" fmla="*/ 682 h 682"/>
                  <a:gd name="T2" fmla="*/ 13 w 384"/>
                  <a:gd name="T3" fmla="*/ 682 h 682"/>
                  <a:gd name="T4" fmla="*/ 5 w 384"/>
                  <a:gd name="T5" fmla="*/ 679 h 682"/>
                  <a:gd name="T6" fmla="*/ 4 w 384"/>
                  <a:gd name="T7" fmla="*/ 663 h 682"/>
                  <a:gd name="T8" fmla="*/ 137 w 384"/>
                  <a:gd name="T9" fmla="*/ 498 h 682"/>
                  <a:gd name="T10" fmla="*/ 262 w 384"/>
                  <a:gd name="T11" fmla="*/ 284 h 682"/>
                  <a:gd name="T12" fmla="*/ 361 w 384"/>
                  <a:gd name="T13" fmla="*/ 9 h 682"/>
                  <a:gd name="T14" fmla="*/ 374 w 384"/>
                  <a:gd name="T15" fmla="*/ 1 h 682"/>
                  <a:gd name="T16" fmla="*/ 383 w 384"/>
                  <a:gd name="T17" fmla="*/ 15 h 682"/>
                  <a:gd name="T18" fmla="*/ 283 w 384"/>
                  <a:gd name="T19" fmla="*/ 294 h 682"/>
                  <a:gd name="T20" fmla="*/ 156 w 384"/>
                  <a:gd name="T21" fmla="*/ 511 h 682"/>
                  <a:gd name="T22" fmla="*/ 21 w 384"/>
                  <a:gd name="T23" fmla="*/ 679 h 682"/>
                  <a:gd name="T24" fmla="*/ 13 w 384"/>
                  <a:gd name="T25" fmla="*/ 682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4" h="682">
                    <a:moveTo>
                      <a:pt x="13" y="682"/>
                    </a:moveTo>
                    <a:lnTo>
                      <a:pt x="13" y="682"/>
                    </a:lnTo>
                    <a:cubicBezTo>
                      <a:pt x="10" y="682"/>
                      <a:pt x="7" y="681"/>
                      <a:pt x="5" y="679"/>
                    </a:cubicBezTo>
                    <a:cubicBezTo>
                      <a:pt x="0" y="675"/>
                      <a:pt x="0" y="668"/>
                      <a:pt x="4" y="663"/>
                    </a:cubicBezTo>
                    <a:cubicBezTo>
                      <a:pt x="52" y="613"/>
                      <a:pt x="96" y="557"/>
                      <a:pt x="137" y="498"/>
                    </a:cubicBezTo>
                    <a:cubicBezTo>
                      <a:pt x="185" y="430"/>
                      <a:pt x="227" y="358"/>
                      <a:pt x="262" y="284"/>
                    </a:cubicBezTo>
                    <a:cubicBezTo>
                      <a:pt x="302" y="199"/>
                      <a:pt x="335" y="107"/>
                      <a:pt x="361" y="9"/>
                    </a:cubicBezTo>
                    <a:cubicBezTo>
                      <a:pt x="362" y="3"/>
                      <a:pt x="368" y="0"/>
                      <a:pt x="374" y="1"/>
                    </a:cubicBezTo>
                    <a:cubicBezTo>
                      <a:pt x="381" y="3"/>
                      <a:pt x="384" y="9"/>
                      <a:pt x="383" y="15"/>
                    </a:cubicBezTo>
                    <a:cubicBezTo>
                      <a:pt x="357" y="114"/>
                      <a:pt x="323" y="208"/>
                      <a:pt x="283" y="294"/>
                    </a:cubicBezTo>
                    <a:cubicBezTo>
                      <a:pt x="247" y="369"/>
                      <a:pt x="204" y="442"/>
                      <a:pt x="156" y="511"/>
                    </a:cubicBezTo>
                    <a:cubicBezTo>
                      <a:pt x="114" y="571"/>
                      <a:pt x="69" y="627"/>
                      <a:pt x="21" y="679"/>
                    </a:cubicBezTo>
                    <a:cubicBezTo>
                      <a:pt x="19" y="681"/>
                      <a:pt x="16" y="682"/>
                      <a:pt x="13" y="682"/>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4" name="Freeform 79">
                <a:extLst>
                  <a:ext uri="{FF2B5EF4-FFF2-40B4-BE49-F238E27FC236}">
                    <a16:creationId xmlns:a16="http://schemas.microsoft.com/office/drawing/2014/main" id="{5C439057-5D08-3345-A526-32BFDBC14569}"/>
                  </a:ext>
                </a:extLst>
              </p:cNvPr>
              <p:cNvSpPr>
                <a:spLocks/>
              </p:cNvSpPr>
              <p:nvPr/>
            </p:nvSpPr>
            <p:spPr bwMode="auto">
              <a:xfrm>
                <a:off x="3351" y="1819"/>
                <a:ext cx="186" cy="334"/>
              </a:xfrm>
              <a:custGeom>
                <a:avLst/>
                <a:gdLst>
                  <a:gd name="T0" fmla="*/ 415 w 427"/>
                  <a:gd name="T1" fmla="*/ 768 h 768"/>
                  <a:gd name="T2" fmla="*/ 415 w 427"/>
                  <a:gd name="T3" fmla="*/ 768 h 768"/>
                  <a:gd name="T4" fmla="*/ 404 w 427"/>
                  <a:gd name="T5" fmla="*/ 759 h 768"/>
                  <a:gd name="T6" fmla="*/ 328 w 427"/>
                  <a:gd name="T7" fmla="*/ 514 h 768"/>
                  <a:gd name="T8" fmla="*/ 180 w 427"/>
                  <a:gd name="T9" fmla="*/ 237 h 768"/>
                  <a:gd name="T10" fmla="*/ 4 w 427"/>
                  <a:gd name="T11" fmla="*/ 21 h 768"/>
                  <a:gd name="T12" fmla="*/ 4 w 427"/>
                  <a:gd name="T13" fmla="*/ 5 h 768"/>
                  <a:gd name="T14" fmla="*/ 20 w 427"/>
                  <a:gd name="T15" fmla="*/ 5 h 768"/>
                  <a:gd name="T16" fmla="*/ 199 w 427"/>
                  <a:gd name="T17" fmla="*/ 224 h 768"/>
                  <a:gd name="T18" fmla="*/ 349 w 427"/>
                  <a:gd name="T19" fmla="*/ 505 h 768"/>
                  <a:gd name="T20" fmla="*/ 426 w 427"/>
                  <a:gd name="T21" fmla="*/ 754 h 768"/>
                  <a:gd name="T22" fmla="*/ 417 w 427"/>
                  <a:gd name="T23" fmla="*/ 767 h 768"/>
                  <a:gd name="T24" fmla="*/ 415 w 427"/>
                  <a:gd name="T25" fmla="*/ 768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7" h="768">
                    <a:moveTo>
                      <a:pt x="415" y="768"/>
                    </a:moveTo>
                    <a:lnTo>
                      <a:pt x="415" y="768"/>
                    </a:lnTo>
                    <a:cubicBezTo>
                      <a:pt x="410" y="768"/>
                      <a:pt x="405" y="764"/>
                      <a:pt x="404" y="759"/>
                    </a:cubicBezTo>
                    <a:cubicBezTo>
                      <a:pt x="386" y="675"/>
                      <a:pt x="360" y="593"/>
                      <a:pt x="328" y="514"/>
                    </a:cubicBezTo>
                    <a:cubicBezTo>
                      <a:pt x="289" y="418"/>
                      <a:pt x="240" y="325"/>
                      <a:pt x="180" y="237"/>
                    </a:cubicBezTo>
                    <a:cubicBezTo>
                      <a:pt x="127" y="159"/>
                      <a:pt x="68" y="86"/>
                      <a:pt x="4" y="21"/>
                    </a:cubicBezTo>
                    <a:cubicBezTo>
                      <a:pt x="0" y="16"/>
                      <a:pt x="0" y="9"/>
                      <a:pt x="4" y="5"/>
                    </a:cubicBezTo>
                    <a:cubicBezTo>
                      <a:pt x="9" y="0"/>
                      <a:pt x="16" y="1"/>
                      <a:pt x="20" y="5"/>
                    </a:cubicBezTo>
                    <a:cubicBezTo>
                      <a:pt x="85" y="71"/>
                      <a:pt x="145" y="145"/>
                      <a:pt x="199" y="224"/>
                    </a:cubicBezTo>
                    <a:cubicBezTo>
                      <a:pt x="259" y="314"/>
                      <a:pt x="310" y="408"/>
                      <a:pt x="349" y="505"/>
                    </a:cubicBezTo>
                    <a:cubicBezTo>
                      <a:pt x="382" y="585"/>
                      <a:pt x="408" y="669"/>
                      <a:pt x="426" y="754"/>
                    </a:cubicBezTo>
                    <a:cubicBezTo>
                      <a:pt x="427" y="760"/>
                      <a:pt x="424" y="766"/>
                      <a:pt x="417" y="767"/>
                    </a:cubicBezTo>
                    <a:cubicBezTo>
                      <a:pt x="417" y="768"/>
                      <a:pt x="416" y="768"/>
                      <a:pt x="415" y="768"/>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5" name="Freeform 80">
                <a:extLst>
                  <a:ext uri="{FF2B5EF4-FFF2-40B4-BE49-F238E27FC236}">
                    <a16:creationId xmlns:a16="http://schemas.microsoft.com/office/drawing/2014/main" id="{B4FD4BE5-C2A5-38A5-9B47-5856AE0433B2}"/>
                  </a:ext>
                </a:extLst>
              </p:cNvPr>
              <p:cNvSpPr>
                <a:spLocks/>
              </p:cNvSpPr>
              <p:nvPr/>
            </p:nvSpPr>
            <p:spPr bwMode="auto">
              <a:xfrm>
                <a:off x="3141" y="1675"/>
                <a:ext cx="64" cy="36"/>
              </a:xfrm>
              <a:custGeom>
                <a:avLst/>
                <a:gdLst>
                  <a:gd name="T0" fmla="*/ 134 w 147"/>
                  <a:gd name="T1" fmla="*/ 84 h 84"/>
                  <a:gd name="T2" fmla="*/ 134 w 147"/>
                  <a:gd name="T3" fmla="*/ 84 h 84"/>
                  <a:gd name="T4" fmla="*/ 128 w 147"/>
                  <a:gd name="T5" fmla="*/ 83 h 84"/>
                  <a:gd name="T6" fmla="*/ 9 w 147"/>
                  <a:gd name="T7" fmla="*/ 24 h 84"/>
                  <a:gd name="T8" fmla="*/ 3 w 147"/>
                  <a:gd name="T9" fmla="*/ 9 h 84"/>
                  <a:gd name="T10" fmla="*/ 18 w 147"/>
                  <a:gd name="T11" fmla="*/ 3 h 84"/>
                  <a:gd name="T12" fmla="*/ 139 w 147"/>
                  <a:gd name="T13" fmla="*/ 63 h 84"/>
                  <a:gd name="T14" fmla="*/ 144 w 147"/>
                  <a:gd name="T15" fmla="*/ 78 h 84"/>
                  <a:gd name="T16" fmla="*/ 134 w 147"/>
                  <a:gd name="T17"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 h="84">
                    <a:moveTo>
                      <a:pt x="134" y="84"/>
                    </a:moveTo>
                    <a:lnTo>
                      <a:pt x="134" y="84"/>
                    </a:lnTo>
                    <a:cubicBezTo>
                      <a:pt x="132" y="84"/>
                      <a:pt x="130" y="84"/>
                      <a:pt x="128" y="83"/>
                    </a:cubicBezTo>
                    <a:cubicBezTo>
                      <a:pt x="83" y="58"/>
                      <a:pt x="45" y="39"/>
                      <a:pt x="9" y="24"/>
                    </a:cubicBezTo>
                    <a:cubicBezTo>
                      <a:pt x="3" y="21"/>
                      <a:pt x="0" y="15"/>
                      <a:pt x="3" y="9"/>
                    </a:cubicBezTo>
                    <a:cubicBezTo>
                      <a:pt x="5" y="3"/>
                      <a:pt x="12" y="0"/>
                      <a:pt x="18" y="3"/>
                    </a:cubicBezTo>
                    <a:cubicBezTo>
                      <a:pt x="54" y="19"/>
                      <a:pt x="93" y="38"/>
                      <a:pt x="139" y="63"/>
                    </a:cubicBezTo>
                    <a:cubicBezTo>
                      <a:pt x="145" y="66"/>
                      <a:pt x="147" y="73"/>
                      <a:pt x="144" y="78"/>
                    </a:cubicBezTo>
                    <a:cubicBezTo>
                      <a:pt x="142" y="82"/>
                      <a:pt x="138" y="84"/>
                      <a:pt x="134" y="84"/>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6" name="Freeform 81">
                <a:extLst>
                  <a:ext uri="{FF2B5EF4-FFF2-40B4-BE49-F238E27FC236}">
                    <a16:creationId xmlns:a16="http://schemas.microsoft.com/office/drawing/2014/main" id="{9E24400D-4E88-A5D7-A499-58200564F520}"/>
                  </a:ext>
                </a:extLst>
              </p:cNvPr>
              <p:cNvSpPr>
                <a:spLocks/>
              </p:cNvSpPr>
              <p:nvPr/>
            </p:nvSpPr>
            <p:spPr bwMode="auto">
              <a:xfrm>
                <a:off x="2178" y="1607"/>
                <a:ext cx="475" cy="574"/>
              </a:xfrm>
              <a:custGeom>
                <a:avLst/>
                <a:gdLst>
                  <a:gd name="T0" fmla="*/ 12 w 1091"/>
                  <a:gd name="T1" fmla="*/ 1318 h 1318"/>
                  <a:gd name="T2" fmla="*/ 12 w 1091"/>
                  <a:gd name="T3" fmla="*/ 1318 h 1318"/>
                  <a:gd name="T4" fmla="*/ 10 w 1091"/>
                  <a:gd name="T5" fmla="*/ 1318 h 1318"/>
                  <a:gd name="T6" fmla="*/ 1 w 1091"/>
                  <a:gd name="T7" fmla="*/ 1305 h 1318"/>
                  <a:gd name="T8" fmla="*/ 47 w 1091"/>
                  <a:gd name="T9" fmla="*/ 1103 h 1318"/>
                  <a:gd name="T10" fmla="*/ 175 w 1091"/>
                  <a:gd name="T11" fmla="*/ 782 h 1318"/>
                  <a:gd name="T12" fmla="*/ 288 w 1091"/>
                  <a:gd name="T13" fmla="*/ 602 h 1318"/>
                  <a:gd name="T14" fmla="*/ 498 w 1091"/>
                  <a:gd name="T15" fmla="*/ 360 h 1318"/>
                  <a:gd name="T16" fmla="*/ 725 w 1091"/>
                  <a:gd name="T17" fmla="*/ 179 h 1318"/>
                  <a:gd name="T18" fmla="*/ 957 w 1091"/>
                  <a:gd name="T19" fmla="*/ 50 h 1318"/>
                  <a:gd name="T20" fmla="*/ 1075 w 1091"/>
                  <a:gd name="T21" fmla="*/ 2 h 1318"/>
                  <a:gd name="T22" fmla="*/ 1089 w 1091"/>
                  <a:gd name="T23" fmla="*/ 9 h 1318"/>
                  <a:gd name="T24" fmla="*/ 1082 w 1091"/>
                  <a:gd name="T25" fmla="*/ 24 h 1318"/>
                  <a:gd name="T26" fmla="*/ 966 w 1091"/>
                  <a:gd name="T27" fmla="*/ 70 h 1318"/>
                  <a:gd name="T28" fmla="*/ 738 w 1091"/>
                  <a:gd name="T29" fmla="*/ 197 h 1318"/>
                  <a:gd name="T30" fmla="*/ 514 w 1091"/>
                  <a:gd name="T31" fmla="*/ 376 h 1318"/>
                  <a:gd name="T32" fmla="*/ 307 w 1091"/>
                  <a:gd name="T33" fmla="*/ 615 h 1318"/>
                  <a:gd name="T34" fmla="*/ 195 w 1091"/>
                  <a:gd name="T35" fmla="*/ 793 h 1318"/>
                  <a:gd name="T36" fmla="*/ 69 w 1091"/>
                  <a:gd name="T37" fmla="*/ 1109 h 1318"/>
                  <a:gd name="T38" fmla="*/ 23 w 1091"/>
                  <a:gd name="T39" fmla="*/ 1309 h 1318"/>
                  <a:gd name="T40" fmla="*/ 12 w 1091"/>
                  <a:gd name="T41" fmla="*/ 1318 h 1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91" h="1318">
                    <a:moveTo>
                      <a:pt x="12" y="1318"/>
                    </a:moveTo>
                    <a:lnTo>
                      <a:pt x="12" y="1318"/>
                    </a:lnTo>
                    <a:cubicBezTo>
                      <a:pt x="12" y="1318"/>
                      <a:pt x="11" y="1318"/>
                      <a:pt x="10" y="1318"/>
                    </a:cubicBezTo>
                    <a:cubicBezTo>
                      <a:pt x="4" y="1317"/>
                      <a:pt x="0" y="1312"/>
                      <a:pt x="1" y="1305"/>
                    </a:cubicBezTo>
                    <a:cubicBezTo>
                      <a:pt x="11" y="1243"/>
                      <a:pt x="26" y="1177"/>
                      <a:pt x="47" y="1103"/>
                    </a:cubicBezTo>
                    <a:cubicBezTo>
                      <a:pt x="81" y="986"/>
                      <a:pt x="124" y="878"/>
                      <a:pt x="175" y="782"/>
                    </a:cubicBezTo>
                    <a:cubicBezTo>
                      <a:pt x="207" y="723"/>
                      <a:pt x="244" y="664"/>
                      <a:pt x="288" y="602"/>
                    </a:cubicBezTo>
                    <a:cubicBezTo>
                      <a:pt x="352" y="513"/>
                      <a:pt x="422" y="432"/>
                      <a:pt x="498" y="360"/>
                    </a:cubicBezTo>
                    <a:cubicBezTo>
                      <a:pt x="567" y="294"/>
                      <a:pt x="644" y="233"/>
                      <a:pt x="725" y="179"/>
                    </a:cubicBezTo>
                    <a:cubicBezTo>
                      <a:pt x="801" y="128"/>
                      <a:pt x="879" y="85"/>
                      <a:pt x="957" y="50"/>
                    </a:cubicBezTo>
                    <a:cubicBezTo>
                      <a:pt x="994" y="33"/>
                      <a:pt x="1034" y="17"/>
                      <a:pt x="1075" y="2"/>
                    </a:cubicBezTo>
                    <a:cubicBezTo>
                      <a:pt x="1081" y="0"/>
                      <a:pt x="1087" y="3"/>
                      <a:pt x="1089" y="9"/>
                    </a:cubicBezTo>
                    <a:cubicBezTo>
                      <a:pt x="1091" y="15"/>
                      <a:pt x="1088" y="22"/>
                      <a:pt x="1082" y="24"/>
                    </a:cubicBezTo>
                    <a:cubicBezTo>
                      <a:pt x="1042" y="38"/>
                      <a:pt x="1003" y="54"/>
                      <a:pt x="966" y="70"/>
                    </a:cubicBezTo>
                    <a:cubicBezTo>
                      <a:pt x="890" y="105"/>
                      <a:pt x="813" y="148"/>
                      <a:pt x="738" y="197"/>
                    </a:cubicBezTo>
                    <a:cubicBezTo>
                      <a:pt x="657" y="251"/>
                      <a:pt x="582" y="311"/>
                      <a:pt x="514" y="376"/>
                    </a:cubicBezTo>
                    <a:cubicBezTo>
                      <a:pt x="439" y="447"/>
                      <a:pt x="369" y="527"/>
                      <a:pt x="307" y="615"/>
                    </a:cubicBezTo>
                    <a:cubicBezTo>
                      <a:pt x="263" y="676"/>
                      <a:pt x="226" y="735"/>
                      <a:pt x="195" y="793"/>
                    </a:cubicBezTo>
                    <a:cubicBezTo>
                      <a:pt x="145" y="887"/>
                      <a:pt x="102" y="993"/>
                      <a:pt x="69" y="1109"/>
                    </a:cubicBezTo>
                    <a:cubicBezTo>
                      <a:pt x="48" y="1182"/>
                      <a:pt x="33" y="1247"/>
                      <a:pt x="23" y="1309"/>
                    </a:cubicBezTo>
                    <a:cubicBezTo>
                      <a:pt x="22" y="1314"/>
                      <a:pt x="18" y="1318"/>
                      <a:pt x="12" y="1318"/>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7" name="Freeform 82">
                <a:extLst>
                  <a:ext uri="{FF2B5EF4-FFF2-40B4-BE49-F238E27FC236}">
                    <a16:creationId xmlns:a16="http://schemas.microsoft.com/office/drawing/2014/main" id="{E5ABCE5C-EB18-D9A2-F7E5-E391960A0F9F}"/>
                  </a:ext>
                </a:extLst>
              </p:cNvPr>
              <p:cNvSpPr>
                <a:spLocks/>
              </p:cNvSpPr>
              <p:nvPr/>
            </p:nvSpPr>
            <p:spPr bwMode="auto">
              <a:xfrm>
                <a:off x="2173" y="2341"/>
                <a:ext cx="240" cy="477"/>
              </a:xfrm>
              <a:custGeom>
                <a:avLst/>
                <a:gdLst>
                  <a:gd name="T0" fmla="*/ 541 w 553"/>
                  <a:gd name="T1" fmla="*/ 1097 h 1097"/>
                  <a:gd name="T2" fmla="*/ 541 w 553"/>
                  <a:gd name="T3" fmla="*/ 1097 h 1097"/>
                  <a:gd name="T4" fmla="*/ 533 w 553"/>
                  <a:gd name="T5" fmla="*/ 1095 h 1097"/>
                  <a:gd name="T6" fmla="*/ 389 w 553"/>
                  <a:gd name="T7" fmla="*/ 945 h 1097"/>
                  <a:gd name="T8" fmla="*/ 268 w 553"/>
                  <a:gd name="T9" fmla="*/ 784 h 1097"/>
                  <a:gd name="T10" fmla="*/ 152 w 553"/>
                  <a:gd name="T11" fmla="*/ 578 h 1097"/>
                  <a:gd name="T12" fmla="*/ 75 w 553"/>
                  <a:gd name="T13" fmla="*/ 385 h 1097"/>
                  <a:gd name="T14" fmla="*/ 35 w 553"/>
                  <a:gd name="T15" fmla="*/ 236 h 1097"/>
                  <a:gd name="T16" fmla="*/ 0 w 553"/>
                  <a:gd name="T17" fmla="*/ 13 h 1097"/>
                  <a:gd name="T18" fmla="*/ 10 w 553"/>
                  <a:gd name="T19" fmla="*/ 1 h 1097"/>
                  <a:gd name="T20" fmla="*/ 23 w 553"/>
                  <a:gd name="T21" fmla="*/ 11 h 1097"/>
                  <a:gd name="T22" fmla="*/ 57 w 553"/>
                  <a:gd name="T23" fmla="*/ 231 h 1097"/>
                  <a:gd name="T24" fmla="*/ 96 w 553"/>
                  <a:gd name="T25" fmla="*/ 378 h 1097"/>
                  <a:gd name="T26" fmla="*/ 172 w 553"/>
                  <a:gd name="T27" fmla="*/ 568 h 1097"/>
                  <a:gd name="T28" fmla="*/ 287 w 553"/>
                  <a:gd name="T29" fmla="*/ 771 h 1097"/>
                  <a:gd name="T30" fmla="*/ 406 w 553"/>
                  <a:gd name="T31" fmla="*/ 931 h 1097"/>
                  <a:gd name="T32" fmla="*/ 548 w 553"/>
                  <a:gd name="T33" fmla="*/ 1078 h 1097"/>
                  <a:gd name="T34" fmla="*/ 549 w 553"/>
                  <a:gd name="T35" fmla="*/ 1094 h 1097"/>
                  <a:gd name="T36" fmla="*/ 541 w 553"/>
                  <a:gd name="T37" fmla="*/ 1097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3" h="1097">
                    <a:moveTo>
                      <a:pt x="541" y="1097"/>
                    </a:moveTo>
                    <a:lnTo>
                      <a:pt x="541" y="1097"/>
                    </a:lnTo>
                    <a:cubicBezTo>
                      <a:pt x="538" y="1097"/>
                      <a:pt x="535" y="1097"/>
                      <a:pt x="533" y="1095"/>
                    </a:cubicBezTo>
                    <a:cubicBezTo>
                      <a:pt x="482" y="1048"/>
                      <a:pt x="433" y="998"/>
                      <a:pt x="389" y="945"/>
                    </a:cubicBezTo>
                    <a:cubicBezTo>
                      <a:pt x="345" y="894"/>
                      <a:pt x="305" y="840"/>
                      <a:pt x="268" y="784"/>
                    </a:cubicBezTo>
                    <a:cubicBezTo>
                      <a:pt x="224" y="718"/>
                      <a:pt x="185" y="649"/>
                      <a:pt x="152" y="578"/>
                    </a:cubicBezTo>
                    <a:cubicBezTo>
                      <a:pt x="122" y="514"/>
                      <a:pt x="96" y="449"/>
                      <a:pt x="75" y="385"/>
                    </a:cubicBezTo>
                    <a:cubicBezTo>
                      <a:pt x="60" y="339"/>
                      <a:pt x="47" y="290"/>
                      <a:pt x="35" y="236"/>
                    </a:cubicBezTo>
                    <a:cubicBezTo>
                      <a:pt x="17" y="158"/>
                      <a:pt x="6" y="85"/>
                      <a:pt x="0" y="13"/>
                    </a:cubicBezTo>
                    <a:cubicBezTo>
                      <a:pt x="0" y="7"/>
                      <a:pt x="4" y="1"/>
                      <a:pt x="10" y="1"/>
                    </a:cubicBezTo>
                    <a:cubicBezTo>
                      <a:pt x="17" y="0"/>
                      <a:pt x="22" y="5"/>
                      <a:pt x="23" y="11"/>
                    </a:cubicBezTo>
                    <a:cubicBezTo>
                      <a:pt x="29" y="82"/>
                      <a:pt x="40" y="154"/>
                      <a:pt x="57" y="231"/>
                    </a:cubicBezTo>
                    <a:cubicBezTo>
                      <a:pt x="69" y="284"/>
                      <a:pt x="82" y="333"/>
                      <a:pt x="96" y="378"/>
                    </a:cubicBezTo>
                    <a:cubicBezTo>
                      <a:pt x="117" y="441"/>
                      <a:pt x="143" y="505"/>
                      <a:pt x="172" y="568"/>
                    </a:cubicBezTo>
                    <a:cubicBezTo>
                      <a:pt x="205" y="638"/>
                      <a:pt x="244" y="706"/>
                      <a:pt x="287" y="771"/>
                    </a:cubicBezTo>
                    <a:cubicBezTo>
                      <a:pt x="323" y="826"/>
                      <a:pt x="363" y="880"/>
                      <a:pt x="406" y="931"/>
                    </a:cubicBezTo>
                    <a:cubicBezTo>
                      <a:pt x="450" y="982"/>
                      <a:pt x="498" y="1032"/>
                      <a:pt x="548" y="1078"/>
                    </a:cubicBezTo>
                    <a:cubicBezTo>
                      <a:pt x="553" y="1082"/>
                      <a:pt x="553" y="1089"/>
                      <a:pt x="549" y="1094"/>
                    </a:cubicBezTo>
                    <a:cubicBezTo>
                      <a:pt x="547" y="1096"/>
                      <a:pt x="544" y="1097"/>
                      <a:pt x="541" y="1097"/>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8" name="Freeform 83">
                <a:extLst>
                  <a:ext uri="{FF2B5EF4-FFF2-40B4-BE49-F238E27FC236}">
                    <a16:creationId xmlns:a16="http://schemas.microsoft.com/office/drawing/2014/main" id="{B45BE519-298C-103E-70A0-DA9E00ABC040}"/>
                  </a:ext>
                </a:extLst>
              </p:cNvPr>
              <p:cNvSpPr>
                <a:spLocks/>
              </p:cNvSpPr>
              <p:nvPr/>
            </p:nvSpPr>
            <p:spPr bwMode="auto">
              <a:xfrm>
                <a:off x="2568" y="2921"/>
                <a:ext cx="92" cy="45"/>
              </a:xfrm>
              <a:custGeom>
                <a:avLst/>
                <a:gdLst>
                  <a:gd name="T0" fmla="*/ 197 w 210"/>
                  <a:gd name="T1" fmla="*/ 102 h 102"/>
                  <a:gd name="T2" fmla="*/ 197 w 210"/>
                  <a:gd name="T3" fmla="*/ 102 h 102"/>
                  <a:gd name="T4" fmla="*/ 193 w 210"/>
                  <a:gd name="T5" fmla="*/ 102 h 102"/>
                  <a:gd name="T6" fmla="*/ 8 w 210"/>
                  <a:gd name="T7" fmla="*/ 23 h 102"/>
                  <a:gd name="T8" fmla="*/ 3 w 210"/>
                  <a:gd name="T9" fmla="*/ 8 h 102"/>
                  <a:gd name="T10" fmla="*/ 18 w 210"/>
                  <a:gd name="T11" fmla="*/ 3 h 102"/>
                  <a:gd name="T12" fmla="*/ 201 w 210"/>
                  <a:gd name="T13" fmla="*/ 80 h 102"/>
                  <a:gd name="T14" fmla="*/ 208 w 210"/>
                  <a:gd name="T15" fmla="*/ 95 h 102"/>
                  <a:gd name="T16" fmla="*/ 197 w 210"/>
                  <a:gd name="T1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102">
                    <a:moveTo>
                      <a:pt x="197" y="102"/>
                    </a:moveTo>
                    <a:lnTo>
                      <a:pt x="197" y="102"/>
                    </a:lnTo>
                    <a:cubicBezTo>
                      <a:pt x="196" y="102"/>
                      <a:pt x="195" y="102"/>
                      <a:pt x="193" y="102"/>
                    </a:cubicBezTo>
                    <a:cubicBezTo>
                      <a:pt x="130" y="80"/>
                      <a:pt x="68" y="53"/>
                      <a:pt x="8" y="23"/>
                    </a:cubicBezTo>
                    <a:cubicBezTo>
                      <a:pt x="2" y="21"/>
                      <a:pt x="0" y="14"/>
                      <a:pt x="3" y="8"/>
                    </a:cubicBezTo>
                    <a:cubicBezTo>
                      <a:pt x="6" y="3"/>
                      <a:pt x="12" y="0"/>
                      <a:pt x="18" y="3"/>
                    </a:cubicBezTo>
                    <a:cubicBezTo>
                      <a:pt x="77" y="33"/>
                      <a:pt x="139" y="58"/>
                      <a:pt x="201" y="80"/>
                    </a:cubicBezTo>
                    <a:cubicBezTo>
                      <a:pt x="207" y="82"/>
                      <a:pt x="210" y="89"/>
                      <a:pt x="208" y="95"/>
                    </a:cubicBezTo>
                    <a:cubicBezTo>
                      <a:pt x="206" y="99"/>
                      <a:pt x="202" y="102"/>
                      <a:pt x="197" y="102"/>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9" name="Freeform 84">
                <a:extLst>
                  <a:ext uri="{FF2B5EF4-FFF2-40B4-BE49-F238E27FC236}">
                    <a16:creationId xmlns:a16="http://schemas.microsoft.com/office/drawing/2014/main" id="{AC95C286-E648-3D2B-80AC-BC9E882DD585}"/>
                  </a:ext>
                </a:extLst>
              </p:cNvPr>
              <p:cNvSpPr>
                <a:spLocks/>
              </p:cNvSpPr>
              <p:nvPr/>
            </p:nvSpPr>
            <p:spPr bwMode="auto">
              <a:xfrm>
                <a:off x="2796" y="2825"/>
                <a:ext cx="562" cy="181"/>
              </a:xfrm>
              <a:custGeom>
                <a:avLst/>
                <a:gdLst>
                  <a:gd name="T0" fmla="*/ 214 w 1292"/>
                  <a:gd name="T1" fmla="*/ 416 h 416"/>
                  <a:gd name="T2" fmla="*/ 214 w 1292"/>
                  <a:gd name="T3" fmla="*/ 416 h 416"/>
                  <a:gd name="T4" fmla="*/ 201 w 1292"/>
                  <a:gd name="T5" fmla="*/ 416 h 416"/>
                  <a:gd name="T6" fmla="*/ 11 w 1292"/>
                  <a:gd name="T7" fmla="*/ 403 h 416"/>
                  <a:gd name="T8" fmla="*/ 1 w 1292"/>
                  <a:gd name="T9" fmla="*/ 391 h 416"/>
                  <a:gd name="T10" fmla="*/ 13 w 1292"/>
                  <a:gd name="T11" fmla="*/ 381 h 416"/>
                  <a:gd name="T12" fmla="*/ 202 w 1292"/>
                  <a:gd name="T13" fmla="*/ 393 h 416"/>
                  <a:gd name="T14" fmla="*/ 395 w 1292"/>
                  <a:gd name="T15" fmla="*/ 383 h 416"/>
                  <a:gd name="T16" fmla="*/ 553 w 1292"/>
                  <a:gd name="T17" fmla="*/ 359 h 416"/>
                  <a:gd name="T18" fmla="*/ 710 w 1292"/>
                  <a:gd name="T19" fmla="*/ 317 h 416"/>
                  <a:gd name="T20" fmla="*/ 876 w 1292"/>
                  <a:gd name="T21" fmla="*/ 254 h 416"/>
                  <a:gd name="T22" fmla="*/ 1065 w 1292"/>
                  <a:gd name="T23" fmla="*/ 155 h 416"/>
                  <a:gd name="T24" fmla="*/ 1272 w 1292"/>
                  <a:gd name="T25" fmla="*/ 4 h 416"/>
                  <a:gd name="T26" fmla="*/ 1288 w 1292"/>
                  <a:gd name="T27" fmla="*/ 5 h 416"/>
                  <a:gd name="T28" fmla="*/ 1287 w 1292"/>
                  <a:gd name="T29" fmla="*/ 21 h 416"/>
                  <a:gd name="T30" fmla="*/ 1077 w 1292"/>
                  <a:gd name="T31" fmla="*/ 174 h 416"/>
                  <a:gd name="T32" fmla="*/ 885 w 1292"/>
                  <a:gd name="T33" fmla="*/ 275 h 416"/>
                  <a:gd name="T34" fmla="*/ 717 w 1292"/>
                  <a:gd name="T35" fmla="*/ 339 h 416"/>
                  <a:gd name="T36" fmla="*/ 557 w 1292"/>
                  <a:gd name="T37" fmla="*/ 381 h 416"/>
                  <a:gd name="T38" fmla="*/ 397 w 1292"/>
                  <a:gd name="T39" fmla="*/ 406 h 416"/>
                  <a:gd name="T40" fmla="*/ 214 w 1292"/>
                  <a:gd name="T41" fmla="*/ 416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2" h="416">
                    <a:moveTo>
                      <a:pt x="214" y="416"/>
                    </a:moveTo>
                    <a:lnTo>
                      <a:pt x="214" y="416"/>
                    </a:lnTo>
                    <a:cubicBezTo>
                      <a:pt x="210" y="416"/>
                      <a:pt x="206" y="416"/>
                      <a:pt x="201" y="416"/>
                    </a:cubicBezTo>
                    <a:cubicBezTo>
                      <a:pt x="138" y="415"/>
                      <a:pt x="74" y="411"/>
                      <a:pt x="11" y="403"/>
                    </a:cubicBezTo>
                    <a:cubicBezTo>
                      <a:pt x="4" y="403"/>
                      <a:pt x="0" y="397"/>
                      <a:pt x="1" y="391"/>
                    </a:cubicBezTo>
                    <a:cubicBezTo>
                      <a:pt x="2" y="385"/>
                      <a:pt x="7" y="380"/>
                      <a:pt x="13" y="381"/>
                    </a:cubicBezTo>
                    <a:cubicBezTo>
                      <a:pt x="76" y="389"/>
                      <a:pt x="139" y="393"/>
                      <a:pt x="202" y="393"/>
                    </a:cubicBezTo>
                    <a:cubicBezTo>
                      <a:pt x="266" y="394"/>
                      <a:pt x="331" y="390"/>
                      <a:pt x="395" y="383"/>
                    </a:cubicBezTo>
                    <a:cubicBezTo>
                      <a:pt x="448" y="378"/>
                      <a:pt x="501" y="369"/>
                      <a:pt x="553" y="359"/>
                    </a:cubicBezTo>
                    <a:cubicBezTo>
                      <a:pt x="605" y="347"/>
                      <a:pt x="658" y="334"/>
                      <a:pt x="710" y="317"/>
                    </a:cubicBezTo>
                    <a:cubicBezTo>
                      <a:pt x="766" y="299"/>
                      <a:pt x="822" y="278"/>
                      <a:pt x="876" y="254"/>
                    </a:cubicBezTo>
                    <a:cubicBezTo>
                      <a:pt x="941" y="225"/>
                      <a:pt x="1004" y="192"/>
                      <a:pt x="1065" y="155"/>
                    </a:cubicBezTo>
                    <a:cubicBezTo>
                      <a:pt x="1136" y="111"/>
                      <a:pt x="1206" y="60"/>
                      <a:pt x="1272" y="4"/>
                    </a:cubicBezTo>
                    <a:cubicBezTo>
                      <a:pt x="1277" y="0"/>
                      <a:pt x="1284" y="0"/>
                      <a:pt x="1288" y="5"/>
                    </a:cubicBezTo>
                    <a:cubicBezTo>
                      <a:pt x="1292" y="10"/>
                      <a:pt x="1292" y="17"/>
                      <a:pt x="1287" y="21"/>
                    </a:cubicBezTo>
                    <a:cubicBezTo>
                      <a:pt x="1220" y="78"/>
                      <a:pt x="1149" y="130"/>
                      <a:pt x="1077" y="174"/>
                    </a:cubicBezTo>
                    <a:cubicBezTo>
                      <a:pt x="1015" y="212"/>
                      <a:pt x="951" y="246"/>
                      <a:pt x="885" y="275"/>
                    </a:cubicBezTo>
                    <a:cubicBezTo>
                      <a:pt x="830" y="299"/>
                      <a:pt x="774" y="321"/>
                      <a:pt x="717" y="339"/>
                    </a:cubicBezTo>
                    <a:cubicBezTo>
                      <a:pt x="664" y="355"/>
                      <a:pt x="611" y="370"/>
                      <a:pt x="557" y="381"/>
                    </a:cubicBezTo>
                    <a:cubicBezTo>
                      <a:pt x="505" y="392"/>
                      <a:pt x="451" y="400"/>
                      <a:pt x="397" y="406"/>
                    </a:cubicBezTo>
                    <a:cubicBezTo>
                      <a:pt x="337" y="413"/>
                      <a:pt x="276" y="416"/>
                      <a:pt x="214" y="416"/>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0" name="Freeform 85">
                <a:extLst>
                  <a:ext uri="{FF2B5EF4-FFF2-40B4-BE49-F238E27FC236}">
                    <a16:creationId xmlns:a16="http://schemas.microsoft.com/office/drawing/2014/main" id="{B98F2D69-7ED7-8A90-F55D-36981DFFF8D4}"/>
                  </a:ext>
                </a:extLst>
              </p:cNvPr>
              <p:cNvSpPr>
                <a:spLocks/>
              </p:cNvSpPr>
              <p:nvPr/>
            </p:nvSpPr>
            <p:spPr bwMode="auto">
              <a:xfrm>
                <a:off x="3530" y="2128"/>
                <a:ext cx="79" cy="468"/>
              </a:xfrm>
              <a:custGeom>
                <a:avLst/>
                <a:gdLst>
                  <a:gd name="T0" fmla="*/ 13 w 182"/>
                  <a:gd name="T1" fmla="*/ 1075 h 1075"/>
                  <a:gd name="T2" fmla="*/ 13 w 182"/>
                  <a:gd name="T3" fmla="*/ 1075 h 1075"/>
                  <a:gd name="T4" fmla="*/ 8 w 182"/>
                  <a:gd name="T5" fmla="*/ 1073 h 1075"/>
                  <a:gd name="T6" fmla="*/ 2 w 182"/>
                  <a:gd name="T7" fmla="*/ 1058 h 1075"/>
                  <a:gd name="T8" fmla="*/ 109 w 182"/>
                  <a:gd name="T9" fmla="*/ 758 h 1075"/>
                  <a:gd name="T10" fmla="*/ 147 w 182"/>
                  <a:gd name="T11" fmla="*/ 565 h 1075"/>
                  <a:gd name="T12" fmla="*/ 159 w 182"/>
                  <a:gd name="T13" fmla="*/ 375 h 1075"/>
                  <a:gd name="T14" fmla="*/ 154 w 182"/>
                  <a:gd name="T15" fmla="*/ 225 h 1075"/>
                  <a:gd name="T16" fmla="*/ 122 w 182"/>
                  <a:gd name="T17" fmla="*/ 15 h 1075"/>
                  <a:gd name="T18" fmla="*/ 131 w 182"/>
                  <a:gd name="T19" fmla="*/ 1 h 1075"/>
                  <a:gd name="T20" fmla="*/ 144 w 182"/>
                  <a:gd name="T21" fmla="*/ 10 h 1075"/>
                  <a:gd name="T22" fmla="*/ 176 w 182"/>
                  <a:gd name="T23" fmla="*/ 223 h 1075"/>
                  <a:gd name="T24" fmla="*/ 182 w 182"/>
                  <a:gd name="T25" fmla="*/ 375 h 1075"/>
                  <a:gd name="T26" fmla="*/ 169 w 182"/>
                  <a:gd name="T27" fmla="*/ 568 h 1075"/>
                  <a:gd name="T28" fmla="*/ 131 w 182"/>
                  <a:gd name="T29" fmla="*/ 764 h 1075"/>
                  <a:gd name="T30" fmla="*/ 23 w 182"/>
                  <a:gd name="T31" fmla="*/ 1068 h 1075"/>
                  <a:gd name="T32" fmla="*/ 13 w 182"/>
                  <a:gd name="T33" fmla="*/ 1075 h 10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 h="1075">
                    <a:moveTo>
                      <a:pt x="13" y="1075"/>
                    </a:moveTo>
                    <a:lnTo>
                      <a:pt x="13" y="1075"/>
                    </a:lnTo>
                    <a:cubicBezTo>
                      <a:pt x="11" y="1075"/>
                      <a:pt x="9" y="1074"/>
                      <a:pt x="8" y="1073"/>
                    </a:cubicBezTo>
                    <a:cubicBezTo>
                      <a:pt x="2" y="1071"/>
                      <a:pt x="0" y="1064"/>
                      <a:pt x="2" y="1058"/>
                    </a:cubicBezTo>
                    <a:cubicBezTo>
                      <a:pt x="46" y="965"/>
                      <a:pt x="82" y="864"/>
                      <a:pt x="109" y="758"/>
                    </a:cubicBezTo>
                    <a:cubicBezTo>
                      <a:pt x="126" y="690"/>
                      <a:pt x="139" y="627"/>
                      <a:pt x="147" y="565"/>
                    </a:cubicBezTo>
                    <a:cubicBezTo>
                      <a:pt x="154" y="504"/>
                      <a:pt x="159" y="440"/>
                      <a:pt x="159" y="375"/>
                    </a:cubicBezTo>
                    <a:cubicBezTo>
                      <a:pt x="160" y="325"/>
                      <a:pt x="158" y="274"/>
                      <a:pt x="154" y="225"/>
                    </a:cubicBezTo>
                    <a:cubicBezTo>
                      <a:pt x="148" y="154"/>
                      <a:pt x="137" y="84"/>
                      <a:pt x="122" y="15"/>
                    </a:cubicBezTo>
                    <a:cubicBezTo>
                      <a:pt x="121" y="9"/>
                      <a:pt x="125" y="2"/>
                      <a:pt x="131" y="1"/>
                    </a:cubicBezTo>
                    <a:cubicBezTo>
                      <a:pt x="137" y="0"/>
                      <a:pt x="143" y="4"/>
                      <a:pt x="144" y="10"/>
                    </a:cubicBezTo>
                    <a:cubicBezTo>
                      <a:pt x="160" y="80"/>
                      <a:pt x="170" y="151"/>
                      <a:pt x="176" y="223"/>
                    </a:cubicBezTo>
                    <a:cubicBezTo>
                      <a:pt x="181" y="273"/>
                      <a:pt x="182" y="325"/>
                      <a:pt x="182" y="375"/>
                    </a:cubicBezTo>
                    <a:cubicBezTo>
                      <a:pt x="181" y="441"/>
                      <a:pt x="177" y="506"/>
                      <a:pt x="169" y="568"/>
                    </a:cubicBezTo>
                    <a:cubicBezTo>
                      <a:pt x="161" y="630"/>
                      <a:pt x="149" y="694"/>
                      <a:pt x="131" y="764"/>
                    </a:cubicBezTo>
                    <a:cubicBezTo>
                      <a:pt x="104" y="871"/>
                      <a:pt x="67" y="973"/>
                      <a:pt x="23" y="1068"/>
                    </a:cubicBezTo>
                    <a:cubicBezTo>
                      <a:pt x="21" y="1072"/>
                      <a:pt x="17" y="1075"/>
                      <a:pt x="13" y="1075"/>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1" name="Freeform 86">
                <a:extLst>
                  <a:ext uri="{FF2B5EF4-FFF2-40B4-BE49-F238E27FC236}">
                    <a16:creationId xmlns:a16="http://schemas.microsoft.com/office/drawing/2014/main" id="{E9321AB8-41AA-6F8D-B5B3-56D3E59DBE9C}"/>
                  </a:ext>
                </a:extLst>
              </p:cNvPr>
              <p:cNvSpPr>
                <a:spLocks/>
              </p:cNvSpPr>
              <p:nvPr/>
            </p:nvSpPr>
            <p:spPr bwMode="auto">
              <a:xfrm>
                <a:off x="3219" y="1648"/>
                <a:ext cx="182" cy="139"/>
              </a:xfrm>
              <a:custGeom>
                <a:avLst/>
                <a:gdLst>
                  <a:gd name="T0" fmla="*/ 408 w 420"/>
                  <a:gd name="T1" fmla="*/ 318 h 318"/>
                  <a:gd name="T2" fmla="*/ 408 w 420"/>
                  <a:gd name="T3" fmla="*/ 318 h 318"/>
                  <a:gd name="T4" fmla="*/ 400 w 420"/>
                  <a:gd name="T5" fmla="*/ 314 h 318"/>
                  <a:gd name="T6" fmla="*/ 238 w 420"/>
                  <a:gd name="T7" fmla="*/ 171 h 318"/>
                  <a:gd name="T8" fmla="*/ 7 w 420"/>
                  <a:gd name="T9" fmla="*/ 23 h 318"/>
                  <a:gd name="T10" fmla="*/ 3 w 420"/>
                  <a:gd name="T11" fmla="*/ 7 h 318"/>
                  <a:gd name="T12" fmla="*/ 18 w 420"/>
                  <a:gd name="T13" fmla="*/ 3 h 318"/>
                  <a:gd name="T14" fmla="*/ 252 w 420"/>
                  <a:gd name="T15" fmla="*/ 153 h 318"/>
                  <a:gd name="T16" fmla="*/ 416 w 420"/>
                  <a:gd name="T17" fmla="*/ 298 h 318"/>
                  <a:gd name="T18" fmla="*/ 416 w 420"/>
                  <a:gd name="T19" fmla="*/ 315 h 318"/>
                  <a:gd name="T20" fmla="*/ 408 w 420"/>
                  <a:gd name="T21"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0" h="318">
                    <a:moveTo>
                      <a:pt x="408" y="318"/>
                    </a:moveTo>
                    <a:lnTo>
                      <a:pt x="408" y="318"/>
                    </a:lnTo>
                    <a:cubicBezTo>
                      <a:pt x="405" y="318"/>
                      <a:pt x="402" y="317"/>
                      <a:pt x="400" y="314"/>
                    </a:cubicBezTo>
                    <a:cubicBezTo>
                      <a:pt x="348" y="262"/>
                      <a:pt x="294" y="214"/>
                      <a:pt x="238" y="171"/>
                    </a:cubicBezTo>
                    <a:cubicBezTo>
                      <a:pt x="169" y="118"/>
                      <a:pt x="94" y="69"/>
                      <a:pt x="7" y="23"/>
                    </a:cubicBezTo>
                    <a:cubicBezTo>
                      <a:pt x="2" y="20"/>
                      <a:pt x="0" y="13"/>
                      <a:pt x="3" y="7"/>
                    </a:cubicBezTo>
                    <a:cubicBezTo>
                      <a:pt x="5" y="2"/>
                      <a:pt x="12" y="0"/>
                      <a:pt x="18" y="3"/>
                    </a:cubicBezTo>
                    <a:cubicBezTo>
                      <a:pt x="106" y="50"/>
                      <a:pt x="182" y="99"/>
                      <a:pt x="252" y="153"/>
                    </a:cubicBezTo>
                    <a:cubicBezTo>
                      <a:pt x="309" y="196"/>
                      <a:pt x="364" y="245"/>
                      <a:pt x="416" y="298"/>
                    </a:cubicBezTo>
                    <a:cubicBezTo>
                      <a:pt x="420" y="303"/>
                      <a:pt x="420" y="310"/>
                      <a:pt x="416" y="315"/>
                    </a:cubicBezTo>
                    <a:cubicBezTo>
                      <a:pt x="414" y="317"/>
                      <a:pt x="411" y="318"/>
                      <a:pt x="408" y="318"/>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2" name="Freeform 87">
                <a:extLst>
                  <a:ext uri="{FF2B5EF4-FFF2-40B4-BE49-F238E27FC236}">
                    <a16:creationId xmlns:a16="http://schemas.microsoft.com/office/drawing/2014/main" id="{1B80DE87-F742-C5DE-06B2-DF03604DC130}"/>
                  </a:ext>
                </a:extLst>
              </p:cNvPr>
              <p:cNvSpPr>
                <a:spLocks/>
              </p:cNvSpPr>
              <p:nvPr/>
            </p:nvSpPr>
            <p:spPr bwMode="auto">
              <a:xfrm>
                <a:off x="2894" y="1566"/>
                <a:ext cx="225" cy="45"/>
              </a:xfrm>
              <a:custGeom>
                <a:avLst/>
                <a:gdLst>
                  <a:gd name="T0" fmla="*/ 506 w 518"/>
                  <a:gd name="T1" fmla="*/ 103 h 103"/>
                  <a:gd name="T2" fmla="*/ 506 w 518"/>
                  <a:gd name="T3" fmla="*/ 103 h 103"/>
                  <a:gd name="T4" fmla="*/ 502 w 518"/>
                  <a:gd name="T5" fmla="*/ 103 h 103"/>
                  <a:gd name="T6" fmla="*/ 295 w 518"/>
                  <a:gd name="T7" fmla="*/ 50 h 103"/>
                  <a:gd name="T8" fmla="*/ 11 w 518"/>
                  <a:gd name="T9" fmla="*/ 22 h 103"/>
                  <a:gd name="T10" fmla="*/ 0 w 518"/>
                  <a:gd name="T11" fmla="*/ 11 h 103"/>
                  <a:gd name="T12" fmla="*/ 11 w 518"/>
                  <a:gd name="T13" fmla="*/ 0 h 103"/>
                  <a:gd name="T14" fmla="*/ 11 w 518"/>
                  <a:gd name="T15" fmla="*/ 0 h 103"/>
                  <a:gd name="T16" fmla="*/ 299 w 518"/>
                  <a:gd name="T17" fmla="*/ 28 h 103"/>
                  <a:gd name="T18" fmla="*/ 509 w 518"/>
                  <a:gd name="T19" fmla="*/ 81 h 103"/>
                  <a:gd name="T20" fmla="*/ 516 w 518"/>
                  <a:gd name="T21" fmla="*/ 96 h 103"/>
                  <a:gd name="T22" fmla="*/ 506 w 518"/>
                  <a:gd name="T23"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8" h="103">
                    <a:moveTo>
                      <a:pt x="506" y="103"/>
                    </a:moveTo>
                    <a:lnTo>
                      <a:pt x="506" y="103"/>
                    </a:lnTo>
                    <a:cubicBezTo>
                      <a:pt x="504" y="103"/>
                      <a:pt x="503" y="103"/>
                      <a:pt x="502" y="103"/>
                    </a:cubicBezTo>
                    <a:cubicBezTo>
                      <a:pt x="435" y="81"/>
                      <a:pt x="365" y="63"/>
                      <a:pt x="295" y="50"/>
                    </a:cubicBezTo>
                    <a:cubicBezTo>
                      <a:pt x="204" y="33"/>
                      <a:pt x="109" y="24"/>
                      <a:pt x="11" y="22"/>
                    </a:cubicBezTo>
                    <a:cubicBezTo>
                      <a:pt x="5" y="22"/>
                      <a:pt x="0" y="17"/>
                      <a:pt x="0" y="11"/>
                    </a:cubicBezTo>
                    <a:cubicBezTo>
                      <a:pt x="0" y="5"/>
                      <a:pt x="5" y="0"/>
                      <a:pt x="11" y="0"/>
                    </a:cubicBezTo>
                    <a:lnTo>
                      <a:pt x="11" y="0"/>
                    </a:lnTo>
                    <a:cubicBezTo>
                      <a:pt x="110" y="1"/>
                      <a:pt x="207" y="10"/>
                      <a:pt x="299" y="28"/>
                    </a:cubicBezTo>
                    <a:cubicBezTo>
                      <a:pt x="370" y="41"/>
                      <a:pt x="441" y="59"/>
                      <a:pt x="509" y="81"/>
                    </a:cubicBezTo>
                    <a:cubicBezTo>
                      <a:pt x="515" y="83"/>
                      <a:pt x="518" y="90"/>
                      <a:pt x="516" y="96"/>
                    </a:cubicBezTo>
                    <a:cubicBezTo>
                      <a:pt x="515" y="100"/>
                      <a:pt x="510" y="103"/>
                      <a:pt x="506" y="103"/>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3" name="Freeform 88">
                <a:extLst>
                  <a:ext uri="{FF2B5EF4-FFF2-40B4-BE49-F238E27FC236}">
                    <a16:creationId xmlns:a16="http://schemas.microsoft.com/office/drawing/2014/main" id="{131B60F8-684F-7753-6FD8-BFD73F05CE07}"/>
                  </a:ext>
                </a:extLst>
              </p:cNvPr>
              <p:cNvSpPr>
                <a:spLocks/>
              </p:cNvSpPr>
              <p:nvPr/>
            </p:nvSpPr>
            <p:spPr bwMode="auto">
              <a:xfrm>
                <a:off x="2621" y="1508"/>
                <a:ext cx="281" cy="56"/>
              </a:xfrm>
              <a:custGeom>
                <a:avLst/>
                <a:gdLst>
                  <a:gd name="T0" fmla="*/ 12 w 647"/>
                  <a:gd name="T1" fmla="*/ 128 h 128"/>
                  <a:gd name="T2" fmla="*/ 12 w 647"/>
                  <a:gd name="T3" fmla="*/ 128 h 128"/>
                  <a:gd name="T4" fmla="*/ 2 w 647"/>
                  <a:gd name="T5" fmla="*/ 121 h 128"/>
                  <a:gd name="T6" fmla="*/ 9 w 647"/>
                  <a:gd name="T7" fmla="*/ 106 h 128"/>
                  <a:gd name="T8" fmla="*/ 198 w 647"/>
                  <a:gd name="T9" fmla="*/ 50 h 128"/>
                  <a:gd name="T10" fmla="*/ 410 w 647"/>
                  <a:gd name="T11" fmla="*/ 12 h 128"/>
                  <a:gd name="T12" fmla="*/ 636 w 647"/>
                  <a:gd name="T13" fmla="*/ 1 h 128"/>
                  <a:gd name="T14" fmla="*/ 647 w 647"/>
                  <a:gd name="T15" fmla="*/ 12 h 128"/>
                  <a:gd name="T16" fmla="*/ 636 w 647"/>
                  <a:gd name="T17" fmla="*/ 23 h 128"/>
                  <a:gd name="T18" fmla="*/ 636 w 647"/>
                  <a:gd name="T19" fmla="*/ 23 h 128"/>
                  <a:gd name="T20" fmla="*/ 413 w 647"/>
                  <a:gd name="T21" fmla="*/ 34 h 128"/>
                  <a:gd name="T22" fmla="*/ 203 w 647"/>
                  <a:gd name="T23" fmla="*/ 72 h 128"/>
                  <a:gd name="T24" fmla="*/ 16 w 647"/>
                  <a:gd name="T25" fmla="*/ 128 h 128"/>
                  <a:gd name="T26" fmla="*/ 12 w 647"/>
                  <a:gd name="T2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7" h="128">
                    <a:moveTo>
                      <a:pt x="12" y="128"/>
                    </a:moveTo>
                    <a:lnTo>
                      <a:pt x="12" y="128"/>
                    </a:lnTo>
                    <a:cubicBezTo>
                      <a:pt x="8" y="128"/>
                      <a:pt x="3" y="126"/>
                      <a:pt x="2" y="121"/>
                    </a:cubicBezTo>
                    <a:cubicBezTo>
                      <a:pt x="0" y="115"/>
                      <a:pt x="3" y="108"/>
                      <a:pt x="9" y="106"/>
                    </a:cubicBezTo>
                    <a:cubicBezTo>
                      <a:pt x="70" y="84"/>
                      <a:pt x="134" y="65"/>
                      <a:pt x="198" y="50"/>
                    </a:cubicBezTo>
                    <a:cubicBezTo>
                      <a:pt x="268" y="33"/>
                      <a:pt x="339" y="20"/>
                      <a:pt x="410" y="12"/>
                    </a:cubicBezTo>
                    <a:cubicBezTo>
                      <a:pt x="483" y="4"/>
                      <a:pt x="559" y="0"/>
                      <a:pt x="636" y="1"/>
                    </a:cubicBezTo>
                    <a:cubicBezTo>
                      <a:pt x="642" y="1"/>
                      <a:pt x="647" y="6"/>
                      <a:pt x="647" y="12"/>
                    </a:cubicBezTo>
                    <a:cubicBezTo>
                      <a:pt x="647" y="18"/>
                      <a:pt x="642" y="23"/>
                      <a:pt x="636" y="23"/>
                    </a:cubicBezTo>
                    <a:lnTo>
                      <a:pt x="636" y="23"/>
                    </a:lnTo>
                    <a:cubicBezTo>
                      <a:pt x="559" y="23"/>
                      <a:pt x="485" y="26"/>
                      <a:pt x="413" y="34"/>
                    </a:cubicBezTo>
                    <a:cubicBezTo>
                      <a:pt x="343" y="42"/>
                      <a:pt x="272" y="55"/>
                      <a:pt x="203" y="72"/>
                    </a:cubicBezTo>
                    <a:cubicBezTo>
                      <a:pt x="140" y="87"/>
                      <a:pt x="77" y="106"/>
                      <a:pt x="16" y="128"/>
                    </a:cubicBezTo>
                    <a:cubicBezTo>
                      <a:pt x="15" y="128"/>
                      <a:pt x="14" y="128"/>
                      <a:pt x="12" y="128"/>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4" name="Freeform 89">
                <a:extLst>
                  <a:ext uri="{FF2B5EF4-FFF2-40B4-BE49-F238E27FC236}">
                    <a16:creationId xmlns:a16="http://schemas.microsoft.com/office/drawing/2014/main" id="{FA2DF686-C62E-B6C7-F4DE-E908EF66B66E}"/>
                  </a:ext>
                </a:extLst>
              </p:cNvPr>
              <p:cNvSpPr>
                <a:spLocks/>
              </p:cNvSpPr>
              <p:nvPr/>
            </p:nvSpPr>
            <p:spPr bwMode="auto">
              <a:xfrm>
                <a:off x="2201" y="1721"/>
                <a:ext cx="161" cy="208"/>
              </a:xfrm>
              <a:custGeom>
                <a:avLst/>
                <a:gdLst>
                  <a:gd name="T0" fmla="*/ 13 w 370"/>
                  <a:gd name="T1" fmla="*/ 478 h 478"/>
                  <a:gd name="T2" fmla="*/ 13 w 370"/>
                  <a:gd name="T3" fmla="*/ 478 h 478"/>
                  <a:gd name="T4" fmla="*/ 8 w 370"/>
                  <a:gd name="T5" fmla="*/ 477 h 478"/>
                  <a:gd name="T6" fmla="*/ 3 w 370"/>
                  <a:gd name="T7" fmla="*/ 461 h 478"/>
                  <a:gd name="T8" fmla="*/ 123 w 370"/>
                  <a:gd name="T9" fmla="*/ 267 h 478"/>
                  <a:gd name="T10" fmla="*/ 350 w 370"/>
                  <a:gd name="T11" fmla="*/ 5 h 478"/>
                  <a:gd name="T12" fmla="*/ 366 w 370"/>
                  <a:gd name="T13" fmla="*/ 5 h 478"/>
                  <a:gd name="T14" fmla="*/ 365 w 370"/>
                  <a:gd name="T15" fmla="*/ 21 h 478"/>
                  <a:gd name="T16" fmla="*/ 142 w 370"/>
                  <a:gd name="T17" fmla="*/ 281 h 478"/>
                  <a:gd name="T18" fmla="*/ 23 w 370"/>
                  <a:gd name="T19" fmla="*/ 472 h 478"/>
                  <a:gd name="T20" fmla="*/ 13 w 370"/>
                  <a:gd name="T21" fmla="*/ 478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0" h="478">
                    <a:moveTo>
                      <a:pt x="13" y="478"/>
                    </a:moveTo>
                    <a:lnTo>
                      <a:pt x="13" y="478"/>
                    </a:lnTo>
                    <a:cubicBezTo>
                      <a:pt x="11" y="478"/>
                      <a:pt x="9" y="477"/>
                      <a:pt x="8" y="477"/>
                    </a:cubicBezTo>
                    <a:cubicBezTo>
                      <a:pt x="2" y="474"/>
                      <a:pt x="0" y="467"/>
                      <a:pt x="3" y="461"/>
                    </a:cubicBezTo>
                    <a:cubicBezTo>
                      <a:pt x="37" y="397"/>
                      <a:pt x="77" y="333"/>
                      <a:pt x="123" y="267"/>
                    </a:cubicBezTo>
                    <a:cubicBezTo>
                      <a:pt x="191" y="172"/>
                      <a:pt x="268" y="83"/>
                      <a:pt x="350" y="5"/>
                    </a:cubicBezTo>
                    <a:cubicBezTo>
                      <a:pt x="354" y="0"/>
                      <a:pt x="361" y="0"/>
                      <a:pt x="366" y="5"/>
                    </a:cubicBezTo>
                    <a:cubicBezTo>
                      <a:pt x="370" y="9"/>
                      <a:pt x="370" y="17"/>
                      <a:pt x="365" y="21"/>
                    </a:cubicBezTo>
                    <a:cubicBezTo>
                      <a:pt x="284" y="99"/>
                      <a:pt x="209" y="186"/>
                      <a:pt x="142" y="281"/>
                    </a:cubicBezTo>
                    <a:cubicBezTo>
                      <a:pt x="96" y="346"/>
                      <a:pt x="57" y="408"/>
                      <a:pt x="23" y="472"/>
                    </a:cubicBezTo>
                    <a:cubicBezTo>
                      <a:pt x="21" y="476"/>
                      <a:pt x="17" y="478"/>
                      <a:pt x="13" y="478"/>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5" name="Freeform 90">
                <a:extLst>
                  <a:ext uri="{FF2B5EF4-FFF2-40B4-BE49-F238E27FC236}">
                    <a16:creationId xmlns:a16="http://schemas.microsoft.com/office/drawing/2014/main" id="{51178A83-8375-A9BE-6A18-ACE9C1426E93}"/>
                  </a:ext>
                </a:extLst>
              </p:cNvPr>
              <p:cNvSpPr>
                <a:spLocks/>
              </p:cNvSpPr>
              <p:nvPr/>
            </p:nvSpPr>
            <p:spPr bwMode="auto">
              <a:xfrm>
                <a:off x="2113" y="2163"/>
                <a:ext cx="29" cy="299"/>
              </a:xfrm>
              <a:custGeom>
                <a:avLst/>
                <a:gdLst>
                  <a:gd name="T0" fmla="*/ 55 w 67"/>
                  <a:gd name="T1" fmla="*/ 686 h 686"/>
                  <a:gd name="T2" fmla="*/ 55 w 67"/>
                  <a:gd name="T3" fmla="*/ 686 h 686"/>
                  <a:gd name="T4" fmla="*/ 44 w 67"/>
                  <a:gd name="T5" fmla="*/ 677 h 686"/>
                  <a:gd name="T6" fmla="*/ 6 w 67"/>
                  <a:gd name="T7" fmla="*/ 435 h 686"/>
                  <a:gd name="T8" fmla="*/ 0 w 67"/>
                  <a:gd name="T9" fmla="*/ 267 h 686"/>
                  <a:gd name="T10" fmla="*/ 20 w 67"/>
                  <a:gd name="T11" fmla="*/ 10 h 686"/>
                  <a:gd name="T12" fmla="*/ 33 w 67"/>
                  <a:gd name="T13" fmla="*/ 1 h 686"/>
                  <a:gd name="T14" fmla="*/ 43 w 67"/>
                  <a:gd name="T15" fmla="*/ 14 h 686"/>
                  <a:gd name="T16" fmla="*/ 23 w 67"/>
                  <a:gd name="T17" fmla="*/ 267 h 686"/>
                  <a:gd name="T18" fmla="*/ 29 w 67"/>
                  <a:gd name="T19" fmla="*/ 433 h 686"/>
                  <a:gd name="T20" fmla="*/ 66 w 67"/>
                  <a:gd name="T21" fmla="*/ 672 h 686"/>
                  <a:gd name="T22" fmla="*/ 57 w 67"/>
                  <a:gd name="T23" fmla="*/ 685 h 686"/>
                  <a:gd name="T24" fmla="*/ 55 w 67"/>
                  <a:gd name="T25" fmla="*/ 686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686">
                    <a:moveTo>
                      <a:pt x="55" y="686"/>
                    </a:moveTo>
                    <a:lnTo>
                      <a:pt x="55" y="686"/>
                    </a:lnTo>
                    <a:cubicBezTo>
                      <a:pt x="50" y="686"/>
                      <a:pt x="45" y="682"/>
                      <a:pt x="44" y="677"/>
                    </a:cubicBezTo>
                    <a:cubicBezTo>
                      <a:pt x="25" y="594"/>
                      <a:pt x="12" y="513"/>
                      <a:pt x="6" y="435"/>
                    </a:cubicBezTo>
                    <a:cubicBezTo>
                      <a:pt x="1" y="382"/>
                      <a:pt x="0" y="327"/>
                      <a:pt x="0" y="267"/>
                    </a:cubicBezTo>
                    <a:cubicBezTo>
                      <a:pt x="1" y="178"/>
                      <a:pt x="8" y="91"/>
                      <a:pt x="20" y="10"/>
                    </a:cubicBezTo>
                    <a:cubicBezTo>
                      <a:pt x="21" y="4"/>
                      <a:pt x="27" y="0"/>
                      <a:pt x="33" y="1"/>
                    </a:cubicBezTo>
                    <a:cubicBezTo>
                      <a:pt x="39" y="2"/>
                      <a:pt x="43" y="8"/>
                      <a:pt x="43" y="14"/>
                    </a:cubicBezTo>
                    <a:cubicBezTo>
                      <a:pt x="30" y="94"/>
                      <a:pt x="24" y="179"/>
                      <a:pt x="23" y="267"/>
                    </a:cubicBezTo>
                    <a:cubicBezTo>
                      <a:pt x="22" y="326"/>
                      <a:pt x="24" y="380"/>
                      <a:pt x="29" y="433"/>
                    </a:cubicBezTo>
                    <a:cubicBezTo>
                      <a:pt x="35" y="510"/>
                      <a:pt x="48" y="590"/>
                      <a:pt x="66" y="672"/>
                    </a:cubicBezTo>
                    <a:cubicBezTo>
                      <a:pt x="67" y="678"/>
                      <a:pt x="64" y="684"/>
                      <a:pt x="57" y="685"/>
                    </a:cubicBezTo>
                    <a:cubicBezTo>
                      <a:pt x="57" y="686"/>
                      <a:pt x="56" y="686"/>
                      <a:pt x="55" y="686"/>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6" name="Freeform 91">
                <a:extLst>
                  <a:ext uri="{FF2B5EF4-FFF2-40B4-BE49-F238E27FC236}">
                    <a16:creationId xmlns:a16="http://schemas.microsoft.com/office/drawing/2014/main" id="{F09E5F32-B6B0-5A20-BF8A-31A6251D5883}"/>
                  </a:ext>
                </a:extLst>
              </p:cNvPr>
              <p:cNvSpPr>
                <a:spLocks/>
              </p:cNvSpPr>
              <p:nvPr/>
            </p:nvSpPr>
            <p:spPr bwMode="auto">
              <a:xfrm>
                <a:off x="2240" y="2707"/>
                <a:ext cx="316" cy="278"/>
              </a:xfrm>
              <a:custGeom>
                <a:avLst/>
                <a:gdLst>
                  <a:gd name="T0" fmla="*/ 712 w 725"/>
                  <a:gd name="T1" fmla="*/ 639 h 639"/>
                  <a:gd name="T2" fmla="*/ 712 w 725"/>
                  <a:gd name="T3" fmla="*/ 639 h 639"/>
                  <a:gd name="T4" fmla="*/ 707 w 725"/>
                  <a:gd name="T5" fmla="*/ 638 h 639"/>
                  <a:gd name="T6" fmla="*/ 483 w 725"/>
                  <a:gd name="T7" fmla="*/ 507 h 639"/>
                  <a:gd name="T8" fmla="*/ 290 w 725"/>
                  <a:gd name="T9" fmla="*/ 354 h 639"/>
                  <a:gd name="T10" fmla="*/ 134 w 725"/>
                  <a:gd name="T11" fmla="*/ 193 h 639"/>
                  <a:gd name="T12" fmla="*/ 3 w 725"/>
                  <a:gd name="T13" fmla="*/ 19 h 639"/>
                  <a:gd name="T14" fmla="*/ 6 w 725"/>
                  <a:gd name="T15" fmla="*/ 4 h 639"/>
                  <a:gd name="T16" fmla="*/ 22 w 725"/>
                  <a:gd name="T17" fmla="*/ 7 h 639"/>
                  <a:gd name="T18" fmla="*/ 151 w 725"/>
                  <a:gd name="T19" fmla="*/ 178 h 639"/>
                  <a:gd name="T20" fmla="*/ 305 w 725"/>
                  <a:gd name="T21" fmla="*/ 337 h 639"/>
                  <a:gd name="T22" fmla="*/ 496 w 725"/>
                  <a:gd name="T23" fmla="*/ 488 h 639"/>
                  <a:gd name="T24" fmla="*/ 717 w 725"/>
                  <a:gd name="T25" fmla="*/ 617 h 639"/>
                  <a:gd name="T26" fmla="*/ 722 w 725"/>
                  <a:gd name="T27" fmla="*/ 632 h 639"/>
                  <a:gd name="T28" fmla="*/ 712 w 725"/>
                  <a:gd name="T29" fmla="*/ 639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5" h="639">
                    <a:moveTo>
                      <a:pt x="712" y="639"/>
                    </a:moveTo>
                    <a:lnTo>
                      <a:pt x="712" y="639"/>
                    </a:lnTo>
                    <a:cubicBezTo>
                      <a:pt x="710" y="639"/>
                      <a:pt x="709" y="638"/>
                      <a:pt x="707" y="638"/>
                    </a:cubicBezTo>
                    <a:cubicBezTo>
                      <a:pt x="630" y="600"/>
                      <a:pt x="554" y="556"/>
                      <a:pt x="483" y="507"/>
                    </a:cubicBezTo>
                    <a:cubicBezTo>
                      <a:pt x="415" y="461"/>
                      <a:pt x="351" y="409"/>
                      <a:pt x="290" y="354"/>
                    </a:cubicBezTo>
                    <a:cubicBezTo>
                      <a:pt x="235" y="304"/>
                      <a:pt x="182" y="250"/>
                      <a:pt x="134" y="193"/>
                    </a:cubicBezTo>
                    <a:cubicBezTo>
                      <a:pt x="87" y="138"/>
                      <a:pt x="43" y="80"/>
                      <a:pt x="3" y="19"/>
                    </a:cubicBezTo>
                    <a:cubicBezTo>
                      <a:pt x="0" y="14"/>
                      <a:pt x="1" y="7"/>
                      <a:pt x="6" y="4"/>
                    </a:cubicBezTo>
                    <a:cubicBezTo>
                      <a:pt x="11" y="0"/>
                      <a:pt x="19" y="2"/>
                      <a:pt x="22" y="7"/>
                    </a:cubicBezTo>
                    <a:cubicBezTo>
                      <a:pt x="61" y="66"/>
                      <a:pt x="105" y="124"/>
                      <a:pt x="151" y="178"/>
                    </a:cubicBezTo>
                    <a:cubicBezTo>
                      <a:pt x="199" y="234"/>
                      <a:pt x="251" y="288"/>
                      <a:pt x="305" y="337"/>
                    </a:cubicBezTo>
                    <a:cubicBezTo>
                      <a:pt x="365" y="392"/>
                      <a:pt x="429" y="442"/>
                      <a:pt x="496" y="488"/>
                    </a:cubicBezTo>
                    <a:cubicBezTo>
                      <a:pt x="566" y="536"/>
                      <a:pt x="641" y="580"/>
                      <a:pt x="717" y="617"/>
                    </a:cubicBezTo>
                    <a:cubicBezTo>
                      <a:pt x="723" y="620"/>
                      <a:pt x="725" y="627"/>
                      <a:pt x="722" y="632"/>
                    </a:cubicBezTo>
                    <a:cubicBezTo>
                      <a:pt x="720" y="636"/>
                      <a:pt x="716" y="639"/>
                      <a:pt x="712" y="639"/>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7" name="Freeform 92">
                <a:extLst>
                  <a:ext uri="{FF2B5EF4-FFF2-40B4-BE49-F238E27FC236}">
                    <a16:creationId xmlns:a16="http://schemas.microsoft.com/office/drawing/2014/main" id="{9A71B556-F9C1-B40B-9364-14B35C8CAB44}"/>
                  </a:ext>
                </a:extLst>
              </p:cNvPr>
              <p:cNvSpPr>
                <a:spLocks/>
              </p:cNvSpPr>
              <p:nvPr/>
            </p:nvSpPr>
            <p:spPr bwMode="auto">
              <a:xfrm>
                <a:off x="2701" y="3031"/>
                <a:ext cx="188" cy="33"/>
              </a:xfrm>
              <a:custGeom>
                <a:avLst/>
                <a:gdLst>
                  <a:gd name="T0" fmla="*/ 423 w 434"/>
                  <a:gd name="T1" fmla="*/ 74 h 74"/>
                  <a:gd name="T2" fmla="*/ 423 w 434"/>
                  <a:gd name="T3" fmla="*/ 74 h 74"/>
                  <a:gd name="T4" fmla="*/ 423 w 434"/>
                  <a:gd name="T5" fmla="*/ 74 h 74"/>
                  <a:gd name="T6" fmla="*/ 217 w 434"/>
                  <a:gd name="T7" fmla="*/ 61 h 74"/>
                  <a:gd name="T8" fmla="*/ 9 w 434"/>
                  <a:gd name="T9" fmla="*/ 23 h 74"/>
                  <a:gd name="T10" fmla="*/ 1 w 434"/>
                  <a:gd name="T11" fmla="*/ 10 h 74"/>
                  <a:gd name="T12" fmla="*/ 15 w 434"/>
                  <a:gd name="T13" fmla="*/ 1 h 74"/>
                  <a:gd name="T14" fmla="*/ 220 w 434"/>
                  <a:gd name="T15" fmla="*/ 38 h 74"/>
                  <a:gd name="T16" fmla="*/ 423 w 434"/>
                  <a:gd name="T17" fmla="*/ 51 h 74"/>
                  <a:gd name="T18" fmla="*/ 434 w 434"/>
                  <a:gd name="T19" fmla="*/ 63 h 74"/>
                  <a:gd name="T20" fmla="*/ 423 w 434"/>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4" h="74">
                    <a:moveTo>
                      <a:pt x="423" y="74"/>
                    </a:moveTo>
                    <a:lnTo>
                      <a:pt x="423" y="74"/>
                    </a:lnTo>
                    <a:lnTo>
                      <a:pt x="423" y="74"/>
                    </a:lnTo>
                    <a:cubicBezTo>
                      <a:pt x="354" y="73"/>
                      <a:pt x="285" y="69"/>
                      <a:pt x="217" y="61"/>
                    </a:cubicBezTo>
                    <a:cubicBezTo>
                      <a:pt x="147" y="52"/>
                      <a:pt x="77" y="40"/>
                      <a:pt x="9" y="23"/>
                    </a:cubicBezTo>
                    <a:cubicBezTo>
                      <a:pt x="3" y="22"/>
                      <a:pt x="0" y="16"/>
                      <a:pt x="1" y="10"/>
                    </a:cubicBezTo>
                    <a:cubicBezTo>
                      <a:pt x="3" y="3"/>
                      <a:pt x="9" y="0"/>
                      <a:pt x="15" y="1"/>
                    </a:cubicBezTo>
                    <a:cubicBezTo>
                      <a:pt x="82" y="17"/>
                      <a:pt x="151" y="30"/>
                      <a:pt x="220" y="38"/>
                    </a:cubicBezTo>
                    <a:cubicBezTo>
                      <a:pt x="287" y="46"/>
                      <a:pt x="355" y="51"/>
                      <a:pt x="423" y="51"/>
                    </a:cubicBezTo>
                    <a:cubicBezTo>
                      <a:pt x="429" y="51"/>
                      <a:pt x="434" y="56"/>
                      <a:pt x="434" y="63"/>
                    </a:cubicBezTo>
                    <a:cubicBezTo>
                      <a:pt x="434" y="69"/>
                      <a:pt x="429" y="74"/>
                      <a:pt x="423" y="74"/>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8" name="Freeform 93">
                <a:extLst>
                  <a:ext uri="{FF2B5EF4-FFF2-40B4-BE49-F238E27FC236}">
                    <a16:creationId xmlns:a16="http://schemas.microsoft.com/office/drawing/2014/main" id="{C1C5A849-4C1D-3DBA-D459-5B0B3F807882}"/>
                  </a:ext>
                </a:extLst>
              </p:cNvPr>
              <p:cNvSpPr>
                <a:spLocks/>
              </p:cNvSpPr>
              <p:nvPr/>
            </p:nvSpPr>
            <p:spPr bwMode="auto">
              <a:xfrm>
                <a:off x="3045" y="2806"/>
                <a:ext cx="416" cy="241"/>
              </a:xfrm>
              <a:custGeom>
                <a:avLst/>
                <a:gdLst>
                  <a:gd name="T0" fmla="*/ 12 w 957"/>
                  <a:gd name="T1" fmla="*/ 553 h 553"/>
                  <a:gd name="T2" fmla="*/ 12 w 957"/>
                  <a:gd name="T3" fmla="*/ 553 h 553"/>
                  <a:gd name="T4" fmla="*/ 1 w 957"/>
                  <a:gd name="T5" fmla="*/ 544 h 553"/>
                  <a:gd name="T6" fmla="*/ 10 w 957"/>
                  <a:gd name="T7" fmla="*/ 531 h 553"/>
                  <a:gd name="T8" fmla="*/ 180 w 957"/>
                  <a:gd name="T9" fmla="*/ 486 h 553"/>
                  <a:gd name="T10" fmla="*/ 359 w 957"/>
                  <a:gd name="T11" fmla="*/ 417 h 553"/>
                  <a:gd name="T12" fmla="*/ 564 w 957"/>
                  <a:gd name="T13" fmla="*/ 309 h 553"/>
                  <a:gd name="T14" fmla="*/ 789 w 957"/>
                  <a:gd name="T15" fmla="*/ 145 h 553"/>
                  <a:gd name="T16" fmla="*/ 936 w 957"/>
                  <a:gd name="T17" fmla="*/ 4 h 553"/>
                  <a:gd name="T18" fmla="*/ 952 w 957"/>
                  <a:gd name="T19" fmla="*/ 4 h 553"/>
                  <a:gd name="T20" fmla="*/ 953 w 957"/>
                  <a:gd name="T21" fmla="*/ 20 h 553"/>
                  <a:gd name="T22" fmla="*/ 804 w 957"/>
                  <a:gd name="T23" fmla="*/ 162 h 553"/>
                  <a:gd name="T24" fmla="*/ 576 w 957"/>
                  <a:gd name="T25" fmla="*/ 329 h 553"/>
                  <a:gd name="T26" fmla="*/ 369 w 957"/>
                  <a:gd name="T27" fmla="*/ 438 h 553"/>
                  <a:gd name="T28" fmla="*/ 187 w 957"/>
                  <a:gd name="T29" fmla="*/ 508 h 553"/>
                  <a:gd name="T30" fmla="*/ 15 w 957"/>
                  <a:gd name="T31" fmla="*/ 553 h 553"/>
                  <a:gd name="T32" fmla="*/ 12 w 957"/>
                  <a:gd name="T33" fmla="*/ 553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7" h="553">
                    <a:moveTo>
                      <a:pt x="12" y="553"/>
                    </a:moveTo>
                    <a:lnTo>
                      <a:pt x="12" y="553"/>
                    </a:lnTo>
                    <a:cubicBezTo>
                      <a:pt x="7" y="553"/>
                      <a:pt x="2" y="550"/>
                      <a:pt x="1" y="544"/>
                    </a:cubicBezTo>
                    <a:cubicBezTo>
                      <a:pt x="0" y="538"/>
                      <a:pt x="4" y="532"/>
                      <a:pt x="10" y="531"/>
                    </a:cubicBezTo>
                    <a:cubicBezTo>
                      <a:pt x="67" y="519"/>
                      <a:pt x="124" y="504"/>
                      <a:pt x="180" y="486"/>
                    </a:cubicBezTo>
                    <a:cubicBezTo>
                      <a:pt x="241" y="466"/>
                      <a:pt x="301" y="443"/>
                      <a:pt x="359" y="417"/>
                    </a:cubicBezTo>
                    <a:cubicBezTo>
                      <a:pt x="430" y="386"/>
                      <a:pt x="499" y="350"/>
                      <a:pt x="564" y="309"/>
                    </a:cubicBezTo>
                    <a:cubicBezTo>
                      <a:pt x="642" y="261"/>
                      <a:pt x="717" y="206"/>
                      <a:pt x="789" y="145"/>
                    </a:cubicBezTo>
                    <a:cubicBezTo>
                      <a:pt x="841" y="100"/>
                      <a:pt x="891" y="53"/>
                      <a:pt x="936" y="4"/>
                    </a:cubicBezTo>
                    <a:cubicBezTo>
                      <a:pt x="941" y="0"/>
                      <a:pt x="948" y="0"/>
                      <a:pt x="952" y="4"/>
                    </a:cubicBezTo>
                    <a:cubicBezTo>
                      <a:pt x="957" y="8"/>
                      <a:pt x="957" y="15"/>
                      <a:pt x="953" y="20"/>
                    </a:cubicBezTo>
                    <a:cubicBezTo>
                      <a:pt x="907" y="69"/>
                      <a:pt x="857" y="117"/>
                      <a:pt x="804" y="162"/>
                    </a:cubicBezTo>
                    <a:cubicBezTo>
                      <a:pt x="731" y="224"/>
                      <a:pt x="655" y="280"/>
                      <a:pt x="576" y="329"/>
                    </a:cubicBezTo>
                    <a:cubicBezTo>
                      <a:pt x="510" y="369"/>
                      <a:pt x="440" y="406"/>
                      <a:pt x="369" y="438"/>
                    </a:cubicBezTo>
                    <a:cubicBezTo>
                      <a:pt x="310" y="464"/>
                      <a:pt x="248" y="488"/>
                      <a:pt x="187" y="508"/>
                    </a:cubicBezTo>
                    <a:cubicBezTo>
                      <a:pt x="130" y="526"/>
                      <a:pt x="72" y="541"/>
                      <a:pt x="15" y="553"/>
                    </a:cubicBezTo>
                    <a:cubicBezTo>
                      <a:pt x="14" y="553"/>
                      <a:pt x="13" y="553"/>
                      <a:pt x="12" y="553"/>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9" name="Freeform 94">
                <a:extLst>
                  <a:ext uri="{FF2B5EF4-FFF2-40B4-BE49-F238E27FC236}">
                    <a16:creationId xmlns:a16="http://schemas.microsoft.com/office/drawing/2014/main" id="{55505524-CEA2-0E1D-CB02-B628D708F7AE}"/>
                  </a:ext>
                </a:extLst>
              </p:cNvPr>
              <p:cNvSpPr>
                <a:spLocks/>
              </p:cNvSpPr>
              <p:nvPr/>
            </p:nvSpPr>
            <p:spPr bwMode="auto">
              <a:xfrm>
                <a:off x="3583" y="2376"/>
                <a:ext cx="78" cy="243"/>
              </a:xfrm>
              <a:custGeom>
                <a:avLst/>
                <a:gdLst>
                  <a:gd name="T0" fmla="*/ 13 w 180"/>
                  <a:gd name="T1" fmla="*/ 559 h 559"/>
                  <a:gd name="T2" fmla="*/ 13 w 180"/>
                  <a:gd name="T3" fmla="*/ 559 h 559"/>
                  <a:gd name="T4" fmla="*/ 8 w 180"/>
                  <a:gd name="T5" fmla="*/ 558 h 559"/>
                  <a:gd name="T6" fmla="*/ 3 w 180"/>
                  <a:gd name="T7" fmla="*/ 543 h 559"/>
                  <a:gd name="T8" fmla="*/ 118 w 180"/>
                  <a:gd name="T9" fmla="*/ 217 h 559"/>
                  <a:gd name="T10" fmla="*/ 157 w 180"/>
                  <a:gd name="T11" fmla="*/ 11 h 559"/>
                  <a:gd name="T12" fmla="*/ 169 w 180"/>
                  <a:gd name="T13" fmla="*/ 1 h 559"/>
                  <a:gd name="T14" fmla="*/ 179 w 180"/>
                  <a:gd name="T15" fmla="*/ 13 h 559"/>
                  <a:gd name="T16" fmla="*/ 140 w 180"/>
                  <a:gd name="T17" fmla="*/ 223 h 559"/>
                  <a:gd name="T18" fmla="*/ 23 w 180"/>
                  <a:gd name="T19" fmla="*/ 552 h 559"/>
                  <a:gd name="T20" fmla="*/ 13 w 180"/>
                  <a:gd name="T21" fmla="*/ 559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0" h="559">
                    <a:moveTo>
                      <a:pt x="13" y="559"/>
                    </a:moveTo>
                    <a:lnTo>
                      <a:pt x="13" y="559"/>
                    </a:lnTo>
                    <a:cubicBezTo>
                      <a:pt x="11" y="559"/>
                      <a:pt x="10" y="559"/>
                      <a:pt x="8" y="558"/>
                    </a:cubicBezTo>
                    <a:cubicBezTo>
                      <a:pt x="2" y="555"/>
                      <a:pt x="0" y="548"/>
                      <a:pt x="3" y="543"/>
                    </a:cubicBezTo>
                    <a:cubicBezTo>
                      <a:pt x="50" y="441"/>
                      <a:pt x="89" y="331"/>
                      <a:pt x="118" y="217"/>
                    </a:cubicBezTo>
                    <a:cubicBezTo>
                      <a:pt x="136" y="145"/>
                      <a:pt x="148" y="77"/>
                      <a:pt x="157" y="11"/>
                    </a:cubicBezTo>
                    <a:cubicBezTo>
                      <a:pt x="158" y="4"/>
                      <a:pt x="163" y="0"/>
                      <a:pt x="169" y="1"/>
                    </a:cubicBezTo>
                    <a:cubicBezTo>
                      <a:pt x="176" y="2"/>
                      <a:pt x="180" y="7"/>
                      <a:pt x="179" y="13"/>
                    </a:cubicBezTo>
                    <a:cubicBezTo>
                      <a:pt x="171" y="81"/>
                      <a:pt x="158" y="149"/>
                      <a:pt x="140" y="223"/>
                    </a:cubicBezTo>
                    <a:cubicBezTo>
                      <a:pt x="111" y="338"/>
                      <a:pt x="72" y="449"/>
                      <a:pt x="23" y="552"/>
                    </a:cubicBezTo>
                    <a:cubicBezTo>
                      <a:pt x="21" y="556"/>
                      <a:pt x="17" y="559"/>
                      <a:pt x="13" y="559"/>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0" name="Freeform 95">
                <a:extLst>
                  <a:ext uri="{FF2B5EF4-FFF2-40B4-BE49-F238E27FC236}">
                    <a16:creationId xmlns:a16="http://schemas.microsoft.com/office/drawing/2014/main" id="{5B03EFCD-2026-BF96-CAFA-CDE406C19530}"/>
                  </a:ext>
                </a:extLst>
              </p:cNvPr>
              <p:cNvSpPr>
                <a:spLocks/>
              </p:cNvSpPr>
              <p:nvPr/>
            </p:nvSpPr>
            <p:spPr bwMode="auto">
              <a:xfrm>
                <a:off x="3430" y="1734"/>
                <a:ext cx="219" cy="391"/>
              </a:xfrm>
              <a:custGeom>
                <a:avLst/>
                <a:gdLst>
                  <a:gd name="T0" fmla="*/ 492 w 505"/>
                  <a:gd name="T1" fmla="*/ 899 h 899"/>
                  <a:gd name="T2" fmla="*/ 492 w 505"/>
                  <a:gd name="T3" fmla="*/ 899 h 899"/>
                  <a:gd name="T4" fmla="*/ 481 w 505"/>
                  <a:gd name="T5" fmla="*/ 890 h 899"/>
                  <a:gd name="T6" fmla="*/ 390 w 505"/>
                  <a:gd name="T7" fmla="*/ 599 h 899"/>
                  <a:gd name="T8" fmla="*/ 212 w 505"/>
                  <a:gd name="T9" fmla="*/ 272 h 899"/>
                  <a:gd name="T10" fmla="*/ 4 w 505"/>
                  <a:gd name="T11" fmla="*/ 21 h 899"/>
                  <a:gd name="T12" fmla="*/ 4 w 505"/>
                  <a:gd name="T13" fmla="*/ 5 h 899"/>
                  <a:gd name="T14" fmla="*/ 20 w 505"/>
                  <a:gd name="T15" fmla="*/ 5 h 899"/>
                  <a:gd name="T16" fmla="*/ 231 w 505"/>
                  <a:gd name="T17" fmla="*/ 259 h 899"/>
                  <a:gd name="T18" fmla="*/ 411 w 505"/>
                  <a:gd name="T19" fmla="*/ 590 h 899"/>
                  <a:gd name="T20" fmla="*/ 503 w 505"/>
                  <a:gd name="T21" fmla="*/ 885 h 899"/>
                  <a:gd name="T22" fmla="*/ 495 w 505"/>
                  <a:gd name="T23" fmla="*/ 898 h 899"/>
                  <a:gd name="T24" fmla="*/ 492 w 505"/>
                  <a:gd name="T25" fmla="*/ 899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5" h="899">
                    <a:moveTo>
                      <a:pt x="492" y="899"/>
                    </a:moveTo>
                    <a:lnTo>
                      <a:pt x="492" y="899"/>
                    </a:lnTo>
                    <a:cubicBezTo>
                      <a:pt x="487" y="899"/>
                      <a:pt x="482" y="895"/>
                      <a:pt x="481" y="890"/>
                    </a:cubicBezTo>
                    <a:cubicBezTo>
                      <a:pt x="459" y="791"/>
                      <a:pt x="429" y="693"/>
                      <a:pt x="390" y="599"/>
                    </a:cubicBezTo>
                    <a:cubicBezTo>
                      <a:pt x="343" y="484"/>
                      <a:pt x="283" y="374"/>
                      <a:pt x="212" y="272"/>
                    </a:cubicBezTo>
                    <a:cubicBezTo>
                      <a:pt x="151" y="182"/>
                      <a:pt x="81" y="98"/>
                      <a:pt x="4" y="21"/>
                    </a:cubicBezTo>
                    <a:cubicBezTo>
                      <a:pt x="0" y="16"/>
                      <a:pt x="0" y="9"/>
                      <a:pt x="4" y="5"/>
                    </a:cubicBezTo>
                    <a:cubicBezTo>
                      <a:pt x="9" y="0"/>
                      <a:pt x="16" y="0"/>
                      <a:pt x="20" y="5"/>
                    </a:cubicBezTo>
                    <a:cubicBezTo>
                      <a:pt x="98" y="83"/>
                      <a:pt x="169" y="168"/>
                      <a:pt x="231" y="259"/>
                    </a:cubicBezTo>
                    <a:cubicBezTo>
                      <a:pt x="303" y="363"/>
                      <a:pt x="363" y="474"/>
                      <a:pt x="411" y="590"/>
                    </a:cubicBezTo>
                    <a:cubicBezTo>
                      <a:pt x="450" y="685"/>
                      <a:pt x="481" y="784"/>
                      <a:pt x="503" y="885"/>
                    </a:cubicBezTo>
                    <a:cubicBezTo>
                      <a:pt x="505" y="891"/>
                      <a:pt x="501" y="897"/>
                      <a:pt x="495" y="898"/>
                    </a:cubicBezTo>
                    <a:cubicBezTo>
                      <a:pt x="494" y="898"/>
                      <a:pt x="493" y="899"/>
                      <a:pt x="492" y="899"/>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1" name="Freeform 96">
                <a:extLst>
                  <a:ext uri="{FF2B5EF4-FFF2-40B4-BE49-F238E27FC236}">
                    <a16:creationId xmlns:a16="http://schemas.microsoft.com/office/drawing/2014/main" id="{23DCC994-532D-21F2-EC9F-D235C551F025}"/>
                  </a:ext>
                </a:extLst>
              </p:cNvPr>
              <p:cNvSpPr>
                <a:spLocks/>
              </p:cNvSpPr>
              <p:nvPr/>
            </p:nvSpPr>
            <p:spPr bwMode="auto">
              <a:xfrm>
                <a:off x="3125" y="1545"/>
                <a:ext cx="70" cy="33"/>
              </a:xfrm>
              <a:custGeom>
                <a:avLst/>
                <a:gdLst>
                  <a:gd name="T0" fmla="*/ 148 w 161"/>
                  <a:gd name="T1" fmla="*/ 75 h 75"/>
                  <a:gd name="T2" fmla="*/ 148 w 161"/>
                  <a:gd name="T3" fmla="*/ 75 h 75"/>
                  <a:gd name="T4" fmla="*/ 144 w 161"/>
                  <a:gd name="T5" fmla="*/ 74 h 75"/>
                  <a:gd name="T6" fmla="*/ 9 w 161"/>
                  <a:gd name="T7" fmla="*/ 24 h 75"/>
                  <a:gd name="T8" fmla="*/ 2 w 161"/>
                  <a:gd name="T9" fmla="*/ 10 h 75"/>
                  <a:gd name="T10" fmla="*/ 16 w 161"/>
                  <a:gd name="T11" fmla="*/ 2 h 75"/>
                  <a:gd name="T12" fmla="*/ 153 w 161"/>
                  <a:gd name="T13" fmla="*/ 53 h 75"/>
                  <a:gd name="T14" fmla="*/ 159 w 161"/>
                  <a:gd name="T15" fmla="*/ 68 h 75"/>
                  <a:gd name="T16" fmla="*/ 148 w 161"/>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75">
                    <a:moveTo>
                      <a:pt x="148" y="75"/>
                    </a:moveTo>
                    <a:lnTo>
                      <a:pt x="148" y="75"/>
                    </a:lnTo>
                    <a:cubicBezTo>
                      <a:pt x="147" y="75"/>
                      <a:pt x="145" y="75"/>
                      <a:pt x="144" y="74"/>
                    </a:cubicBezTo>
                    <a:cubicBezTo>
                      <a:pt x="101" y="56"/>
                      <a:pt x="56" y="39"/>
                      <a:pt x="9" y="24"/>
                    </a:cubicBezTo>
                    <a:cubicBezTo>
                      <a:pt x="3" y="22"/>
                      <a:pt x="0" y="16"/>
                      <a:pt x="2" y="10"/>
                    </a:cubicBezTo>
                    <a:cubicBezTo>
                      <a:pt x="4" y="4"/>
                      <a:pt x="11" y="0"/>
                      <a:pt x="16" y="2"/>
                    </a:cubicBezTo>
                    <a:cubicBezTo>
                      <a:pt x="64" y="18"/>
                      <a:pt x="109" y="35"/>
                      <a:pt x="153" y="53"/>
                    </a:cubicBezTo>
                    <a:cubicBezTo>
                      <a:pt x="158" y="56"/>
                      <a:pt x="161" y="62"/>
                      <a:pt x="159" y="68"/>
                    </a:cubicBezTo>
                    <a:cubicBezTo>
                      <a:pt x="157" y="73"/>
                      <a:pt x="153" y="75"/>
                      <a:pt x="148" y="75"/>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2" name="Freeform 97">
                <a:extLst>
                  <a:ext uri="{FF2B5EF4-FFF2-40B4-BE49-F238E27FC236}">
                    <a16:creationId xmlns:a16="http://schemas.microsoft.com/office/drawing/2014/main" id="{A1C1A2E4-AD5A-E784-E585-7FA96CCC143B}"/>
                  </a:ext>
                </a:extLst>
              </p:cNvPr>
              <p:cNvSpPr>
                <a:spLocks/>
              </p:cNvSpPr>
              <p:nvPr/>
            </p:nvSpPr>
            <p:spPr bwMode="auto">
              <a:xfrm>
                <a:off x="2150" y="1455"/>
                <a:ext cx="647" cy="448"/>
              </a:xfrm>
              <a:custGeom>
                <a:avLst/>
                <a:gdLst>
                  <a:gd name="T0" fmla="*/ 13 w 1489"/>
                  <a:gd name="T1" fmla="*/ 1030 h 1030"/>
                  <a:gd name="T2" fmla="*/ 13 w 1489"/>
                  <a:gd name="T3" fmla="*/ 1030 h 1030"/>
                  <a:gd name="T4" fmla="*/ 8 w 1489"/>
                  <a:gd name="T5" fmla="*/ 1028 h 1030"/>
                  <a:gd name="T6" fmla="*/ 3 w 1489"/>
                  <a:gd name="T7" fmla="*/ 1013 h 1030"/>
                  <a:gd name="T8" fmla="*/ 131 w 1489"/>
                  <a:gd name="T9" fmla="*/ 806 h 1030"/>
                  <a:gd name="T10" fmla="*/ 373 w 1489"/>
                  <a:gd name="T11" fmla="*/ 523 h 1030"/>
                  <a:gd name="T12" fmla="*/ 637 w 1489"/>
                  <a:gd name="T13" fmla="*/ 311 h 1030"/>
                  <a:gd name="T14" fmla="*/ 910 w 1489"/>
                  <a:gd name="T15" fmla="*/ 158 h 1030"/>
                  <a:gd name="T16" fmla="*/ 1044 w 1489"/>
                  <a:gd name="T17" fmla="*/ 103 h 1030"/>
                  <a:gd name="T18" fmla="*/ 1247 w 1489"/>
                  <a:gd name="T19" fmla="*/ 42 h 1030"/>
                  <a:gd name="T20" fmla="*/ 1476 w 1489"/>
                  <a:gd name="T21" fmla="*/ 1 h 1030"/>
                  <a:gd name="T22" fmla="*/ 1488 w 1489"/>
                  <a:gd name="T23" fmla="*/ 11 h 1030"/>
                  <a:gd name="T24" fmla="*/ 1478 w 1489"/>
                  <a:gd name="T25" fmla="*/ 24 h 1030"/>
                  <a:gd name="T26" fmla="*/ 1253 w 1489"/>
                  <a:gd name="T27" fmla="*/ 64 h 1030"/>
                  <a:gd name="T28" fmla="*/ 1052 w 1489"/>
                  <a:gd name="T29" fmla="*/ 125 h 1030"/>
                  <a:gd name="T30" fmla="*/ 919 w 1489"/>
                  <a:gd name="T31" fmla="*/ 179 h 1030"/>
                  <a:gd name="T32" fmla="*/ 649 w 1489"/>
                  <a:gd name="T33" fmla="*/ 330 h 1030"/>
                  <a:gd name="T34" fmla="*/ 389 w 1489"/>
                  <a:gd name="T35" fmla="*/ 539 h 1030"/>
                  <a:gd name="T36" fmla="*/ 149 w 1489"/>
                  <a:gd name="T37" fmla="*/ 819 h 1030"/>
                  <a:gd name="T38" fmla="*/ 23 w 1489"/>
                  <a:gd name="T39" fmla="*/ 1024 h 1030"/>
                  <a:gd name="T40" fmla="*/ 13 w 1489"/>
                  <a:gd name="T41"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89" h="1030">
                    <a:moveTo>
                      <a:pt x="13" y="1030"/>
                    </a:moveTo>
                    <a:lnTo>
                      <a:pt x="13" y="1030"/>
                    </a:lnTo>
                    <a:cubicBezTo>
                      <a:pt x="11" y="1030"/>
                      <a:pt x="9" y="1029"/>
                      <a:pt x="8" y="1028"/>
                    </a:cubicBezTo>
                    <a:cubicBezTo>
                      <a:pt x="2" y="1025"/>
                      <a:pt x="0" y="1019"/>
                      <a:pt x="3" y="1013"/>
                    </a:cubicBezTo>
                    <a:cubicBezTo>
                      <a:pt x="39" y="944"/>
                      <a:pt x="82" y="875"/>
                      <a:pt x="131" y="806"/>
                    </a:cubicBezTo>
                    <a:cubicBezTo>
                      <a:pt x="203" y="703"/>
                      <a:pt x="285" y="608"/>
                      <a:pt x="373" y="523"/>
                    </a:cubicBezTo>
                    <a:cubicBezTo>
                      <a:pt x="455" y="445"/>
                      <a:pt x="543" y="373"/>
                      <a:pt x="637" y="311"/>
                    </a:cubicBezTo>
                    <a:cubicBezTo>
                      <a:pt x="723" y="253"/>
                      <a:pt x="815" y="201"/>
                      <a:pt x="910" y="158"/>
                    </a:cubicBezTo>
                    <a:cubicBezTo>
                      <a:pt x="954" y="138"/>
                      <a:pt x="999" y="120"/>
                      <a:pt x="1044" y="103"/>
                    </a:cubicBezTo>
                    <a:cubicBezTo>
                      <a:pt x="1111" y="79"/>
                      <a:pt x="1179" y="59"/>
                      <a:pt x="1247" y="42"/>
                    </a:cubicBezTo>
                    <a:cubicBezTo>
                      <a:pt x="1322" y="24"/>
                      <a:pt x="1399" y="10"/>
                      <a:pt x="1476" y="1"/>
                    </a:cubicBezTo>
                    <a:cubicBezTo>
                      <a:pt x="1482" y="0"/>
                      <a:pt x="1487" y="5"/>
                      <a:pt x="1488" y="11"/>
                    </a:cubicBezTo>
                    <a:cubicBezTo>
                      <a:pt x="1489" y="17"/>
                      <a:pt x="1485" y="23"/>
                      <a:pt x="1478" y="24"/>
                    </a:cubicBezTo>
                    <a:cubicBezTo>
                      <a:pt x="1403" y="33"/>
                      <a:pt x="1327" y="46"/>
                      <a:pt x="1253" y="64"/>
                    </a:cubicBezTo>
                    <a:cubicBezTo>
                      <a:pt x="1185" y="81"/>
                      <a:pt x="1118" y="101"/>
                      <a:pt x="1052" y="125"/>
                    </a:cubicBezTo>
                    <a:cubicBezTo>
                      <a:pt x="1007" y="141"/>
                      <a:pt x="962" y="159"/>
                      <a:pt x="919" y="179"/>
                    </a:cubicBezTo>
                    <a:cubicBezTo>
                      <a:pt x="826" y="222"/>
                      <a:pt x="735" y="272"/>
                      <a:pt x="649" y="330"/>
                    </a:cubicBezTo>
                    <a:cubicBezTo>
                      <a:pt x="557" y="392"/>
                      <a:pt x="469" y="462"/>
                      <a:pt x="389" y="539"/>
                    </a:cubicBezTo>
                    <a:cubicBezTo>
                      <a:pt x="302" y="623"/>
                      <a:pt x="221" y="717"/>
                      <a:pt x="149" y="819"/>
                    </a:cubicBezTo>
                    <a:cubicBezTo>
                      <a:pt x="101" y="887"/>
                      <a:pt x="59" y="956"/>
                      <a:pt x="23" y="1024"/>
                    </a:cubicBezTo>
                    <a:cubicBezTo>
                      <a:pt x="21" y="1027"/>
                      <a:pt x="17" y="1030"/>
                      <a:pt x="13" y="1030"/>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3" name="Freeform 98">
                <a:extLst>
                  <a:ext uri="{FF2B5EF4-FFF2-40B4-BE49-F238E27FC236}">
                    <a16:creationId xmlns:a16="http://schemas.microsoft.com/office/drawing/2014/main" id="{13505E57-29F9-7467-E52F-ACDF0C48BAC9}"/>
                  </a:ext>
                </a:extLst>
              </p:cNvPr>
              <p:cNvSpPr>
                <a:spLocks/>
              </p:cNvSpPr>
              <p:nvPr/>
            </p:nvSpPr>
            <p:spPr bwMode="auto">
              <a:xfrm>
                <a:off x="2075" y="2466"/>
                <a:ext cx="190" cy="365"/>
              </a:xfrm>
              <a:custGeom>
                <a:avLst/>
                <a:gdLst>
                  <a:gd name="T0" fmla="*/ 424 w 436"/>
                  <a:gd name="T1" fmla="*/ 840 h 840"/>
                  <a:gd name="T2" fmla="*/ 424 w 436"/>
                  <a:gd name="T3" fmla="*/ 840 h 840"/>
                  <a:gd name="T4" fmla="*/ 415 w 436"/>
                  <a:gd name="T5" fmla="*/ 836 h 840"/>
                  <a:gd name="T6" fmla="*/ 274 w 436"/>
                  <a:gd name="T7" fmla="*/ 650 h 840"/>
                  <a:gd name="T8" fmla="*/ 139 w 436"/>
                  <a:gd name="T9" fmla="*/ 411 h 840"/>
                  <a:gd name="T10" fmla="*/ 48 w 436"/>
                  <a:gd name="T11" fmla="*/ 185 h 840"/>
                  <a:gd name="T12" fmla="*/ 1 w 436"/>
                  <a:gd name="T13" fmla="*/ 15 h 840"/>
                  <a:gd name="T14" fmla="*/ 10 w 436"/>
                  <a:gd name="T15" fmla="*/ 1 h 840"/>
                  <a:gd name="T16" fmla="*/ 23 w 436"/>
                  <a:gd name="T17" fmla="*/ 10 h 840"/>
                  <a:gd name="T18" fmla="*/ 69 w 436"/>
                  <a:gd name="T19" fmla="*/ 178 h 840"/>
                  <a:gd name="T20" fmla="*/ 159 w 436"/>
                  <a:gd name="T21" fmla="*/ 401 h 840"/>
                  <a:gd name="T22" fmla="*/ 293 w 436"/>
                  <a:gd name="T23" fmla="*/ 637 h 840"/>
                  <a:gd name="T24" fmla="*/ 432 w 436"/>
                  <a:gd name="T25" fmla="*/ 821 h 840"/>
                  <a:gd name="T26" fmla="*/ 431 w 436"/>
                  <a:gd name="T27" fmla="*/ 837 h 840"/>
                  <a:gd name="T28" fmla="*/ 424 w 436"/>
                  <a:gd name="T29"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6" h="840">
                    <a:moveTo>
                      <a:pt x="424" y="840"/>
                    </a:moveTo>
                    <a:lnTo>
                      <a:pt x="424" y="840"/>
                    </a:lnTo>
                    <a:cubicBezTo>
                      <a:pt x="420" y="840"/>
                      <a:pt x="417" y="838"/>
                      <a:pt x="415" y="836"/>
                    </a:cubicBezTo>
                    <a:cubicBezTo>
                      <a:pt x="365" y="777"/>
                      <a:pt x="317" y="714"/>
                      <a:pt x="274" y="650"/>
                    </a:cubicBezTo>
                    <a:cubicBezTo>
                      <a:pt x="224" y="574"/>
                      <a:pt x="178" y="493"/>
                      <a:pt x="139" y="411"/>
                    </a:cubicBezTo>
                    <a:cubicBezTo>
                      <a:pt x="104" y="338"/>
                      <a:pt x="73" y="262"/>
                      <a:pt x="48" y="185"/>
                    </a:cubicBezTo>
                    <a:cubicBezTo>
                      <a:pt x="30" y="131"/>
                      <a:pt x="14" y="74"/>
                      <a:pt x="1" y="15"/>
                    </a:cubicBezTo>
                    <a:cubicBezTo>
                      <a:pt x="0" y="9"/>
                      <a:pt x="4" y="3"/>
                      <a:pt x="10" y="1"/>
                    </a:cubicBezTo>
                    <a:cubicBezTo>
                      <a:pt x="16" y="0"/>
                      <a:pt x="22" y="4"/>
                      <a:pt x="23" y="10"/>
                    </a:cubicBezTo>
                    <a:cubicBezTo>
                      <a:pt x="36" y="68"/>
                      <a:pt x="52" y="124"/>
                      <a:pt x="69" y="178"/>
                    </a:cubicBezTo>
                    <a:cubicBezTo>
                      <a:pt x="94" y="254"/>
                      <a:pt x="124" y="329"/>
                      <a:pt x="159" y="401"/>
                    </a:cubicBezTo>
                    <a:cubicBezTo>
                      <a:pt x="198" y="483"/>
                      <a:pt x="243" y="562"/>
                      <a:pt x="293" y="637"/>
                    </a:cubicBezTo>
                    <a:cubicBezTo>
                      <a:pt x="336" y="701"/>
                      <a:pt x="382" y="763"/>
                      <a:pt x="432" y="821"/>
                    </a:cubicBezTo>
                    <a:cubicBezTo>
                      <a:pt x="436" y="826"/>
                      <a:pt x="436" y="833"/>
                      <a:pt x="431" y="837"/>
                    </a:cubicBezTo>
                    <a:cubicBezTo>
                      <a:pt x="429" y="839"/>
                      <a:pt x="426" y="840"/>
                      <a:pt x="424" y="840"/>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4" name="Freeform 99">
                <a:extLst>
                  <a:ext uri="{FF2B5EF4-FFF2-40B4-BE49-F238E27FC236}">
                    <a16:creationId xmlns:a16="http://schemas.microsoft.com/office/drawing/2014/main" id="{B186FD70-5952-E303-8BF6-DBFB2B7F9DD7}"/>
                  </a:ext>
                </a:extLst>
              </p:cNvPr>
              <p:cNvSpPr>
                <a:spLocks/>
              </p:cNvSpPr>
              <p:nvPr/>
            </p:nvSpPr>
            <p:spPr bwMode="auto">
              <a:xfrm>
                <a:off x="2613" y="3065"/>
                <a:ext cx="86" cy="33"/>
              </a:xfrm>
              <a:custGeom>
                <a:avLst/>
                <a:gdLst>
                  <a:gd name="T0" fmla="*/ 185 w 198"/>
                  <a:gd name="T1" fmla="*/ 75 h 75"/>
                  <a:gd name="T2" fmla="*/ 185 w 198"/>
                  <a:gd name="T3" fmla="*/ 75 h 75"/>
                  <a:gd name="T4" fmla="*/ 182 w 198"/>
                  <a:gd name="T5" fmla="*/ 75 h 75"/>
                  <a:gd name="T6" fmla="*/ 9 w 198"/>
                  <a:gd name="T7" fmla="*/ 24 h 75"/>
                  <a:gd name="T8" fmla="*/ 2 w 198"/>
                  <a:gd name="T9" fmla="*/ 10 h 75"/>
                  <a:gd name="T10" fmla="*/ 17 w 198"/>
                  <a:gd name="T11" fmla="*/ 3 h 75"/>
                  <a:gd name="T12" fmla="*/ 188 w 198"/>
                  <a:gd name="T13" fmla="*/ 53 h 75"/>
                  <a:gd name="T14" fmla="*/ 196 w 198"/>
                  <a:gd name="T15" fmla="*/ 67 h 75"/>
                  <a:gd name="T16" fmla="*/ 185 w 198"/>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75">
                    <a:moveTo>
                      <a:pt x="185" y="75"/>
                    </a:moveTo>
                    <a:lnTo>
                      <a:pt x="185" y="75"/>
                    </a:lnTo>
                    <a:cubicBezTo>
                      <a:pt x="184" y="75"/>
                      <a:pt x="183" y="75"/>
                      <a:pt x="182" y="75"/>
                    </a:cubicBezTo>
                    <a:cubicBezTo>
                      <a:pt x="124" y="61"/>
                      <a:pt x="66" y="44"/>
                      <a:pt x="9" y="24"/>
                    </a:cubicBezTo>
                    <a:cubicBezTo>
                      <a:pt x="3" y="22"/>
                      <a:pt x="0" y="15"/>
                      <a:pt x="2" y="10"/>
                    </a:cubicBezTo>
                    <a:cubicBezTo>
                      <a:pt x="4" y="4"/>
                      <a:pt x="11" y="0"/>
                      <a:pt x="17" y="3"/>
                    </a:cubicBezTo>
                    <a:cubicBezTo>
                      <a:pt x="73" y="22"/>
                      <a:pt x="130" y="39"/>
                      <a:pt x="188" y="53"/>
                    </a:cubicBezTo>
                    <a:cubicBezTo>
                      <a:pt x="194" y="54"/>
                      <a:pt x="198" y="60"/>
                      <a:pt x="196" y="67"/>
                    </a:cubicBezTo>
                    <a:cubicBezTo>
                      <a:pt x="195" y="72"/>
                      <a:pt x="190" y="75"/>
                      <a:pt x="185" y="75"/>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5" name="Freeform 100">
                <a:extLst>
                  <a:ext uri="{FF2B5EF4-FFF2-40B4-BE49-F238E27FC236}">
                    <a16:creationId xmlns:a16="http://schemas.microsoft.com/office/drawing/2014/main" id="{1948AF97-B8DA-950E-0B11-93FDABE0C02B}"/>
                  </a:ext>
                </a:extLst>
              </p:cNvPr>
              <p:cNvSpPr>
                <a:spLocks/>
              </p:cNvSpPr>
              <p:nvPr/>
            </p:nvSpPr>
            <p:spPr bwMode="auto">
              <a:xfrm>
                <a:off x="2881" y="2285"/>
                <a:ext cx="844" cy="837"/>
              </a:xfrm>
              <a:custGeom>
                <a:avLst/>
                <a:gdLst>
                  <a:gd name="T0" fmla="*/ 20 w 1941"/>
                  <a:gd name="T1" fmla="*/ 1923 h 1923"/>
                  <a:gd name="T2" fmla="*/ 20 w 1941"/>
                  <a:gd name="T3" fmla="*/ 1923 h 1923"/>
                  <a:gd name="T4" fmla="*/ 11 w 1941"/>
                  <a:gd name="T5" fmla="*/ 1923 h 1923"/>
                  <a:gd name="T6" fmla="*/ 0 w 1941"/>
                  <a:gd name="T7" fmla="*/ 1911 h 1923"/>
                  <a:gd name="T8" fmla="*/ 11 w 1941"/>
                  <a:gd name="T9" fmla="*/ 1900 h 1923"/>
                  <a:gd name="T10" fmla="*/ 20 w 1941"/>
                  <a:gd name="T11" fmla="*/ 1900 h 1923"/>
                  <a:gd name="T12" fmla="*/ 236 w 1941"/>
                  <a:gd name="T13" fmla="*/ 1888 h 1923"/>
                  <a:gd name="T14" fmla="*/ 418 w 1941"/>
                  <a:gd name="T15" fmla="*/ 1858 h 1923"/>
                  <a:gd name="T16" fmla="*/ 601 w 1941"/>
                  <a:gd name="T17" fmla="*/ 1810 h 1923"/>
                  <a:gd name="T18" fmla="*/ 794 w 1941"/>
                  <a:gd name="T19" fmla="*/ 1736 h 1923"/>
                  <a:gd name="T20" fmla="*/ 1015 w 1941"/>
                  <a:gd name="T21" fmla="*/ 1619 h 1923"/>
                  <a:gd name="T22" fmla="*/ 1257 w 1941"/>
                  <a:gd name="T23" fmla="*/ 1441 h 1923"/>
                  <a:gd name="T24" fmla="*/ 1414 w 1941"/>
                  <a:gd name="T25" fmla="*/ 1290 h 1923"/>
                  <a:gd name="T26" fmla="*/ 1583 w 1941"/>
                  <a:gd name="T27" fmla="*/ 1078 h 1923"/>
                  <a:gd name="T28" fmla="*/ 1740 w 1941"/>
                  <a:gd name="T29" fmla="*/ 804 h 1923"/>
                  <a:gd name="T30" fmla="*/ 1863 w 1941"/>
                  <a:gd name="T31" fmla="*/ 453 h 1923"/>
                  <a:gd name="T32" fmla="*/ 1904 w 1941"/>
                  <a:gd name="T33" fmla="*/ 233 h 1923"/>
                  <a:gd name="T34" fmla="*/ 1918 w 1941"/>
                  <a:gd name="T35" fmla="*/ 11 h 1923"/>
                  <a:gd name="T36" fmla="*/ 1929 w 1941"/>
                  <a:gd name="T37" fmla="*/ 0 h 1923"/>
                  <a:gd name="T38" fmla="*/ 1941 w 1941"/>
                  <a:gd name="T39" fmla="*/ 12 h 1923"/>
                  <a:gd name="T40" fmla="*/ 1927 w 1941"/>
                  <a:gd name="T41" fmla="*/ 236 h 1923"/>
                  <a:gd name="T42" fmla="*/ 1885 w 1941"/>
                  <a:gd name="T43" fmla="*/ 458 h 1923"/>
                  <a:gd name="T44" fmla="*/ 1761 w 1941"/>
                  <a:gd name="T45" fmla="*/ 814 h 1923"/>
                  <a:gd name="T46" fmla="*/ 1602 w 1941"/>
                  <a:gd name="T47" fmla="*/ 1091 h 1923"/>
                  <a:gd name="T48" fmla="*/ 1430 w 1941"/>
                  <a:gd name="T49" fmla="*/ 1306 h 1923"/>
                  <a:gd name="T50" fmla="*/ 1271 w 1941"/>
                  <a:gd name="T51" fmla="*/ 1459 h 1923"/>
                  <a:gd name="T52" fmla="*/ 1027 w 1941"/>
                  <a:gd name="T53" fmla="*/ 1638 h 1923"/>
                  <a:gd name="T54" fmla="*/ 803 w 1941"/>
                  <a:gd name="T55" fmla="*/ 1756 h 1923"/>
                  <a:gd name="T56" fmla="*/ 608 w 1941"/>
                  <a:gd name="T57" fmla="*/ 1831 h 1923"/>
                  <a:gd name="T58" fmla="*/ 423 w 1941"/>
                  <a:gd name="T59" fmla="*/ 1881 h 1923"/>
                  <a:gd name="T60" fmla="*/ 239 w 1941"/>
                  <a:gd name="T61" fmla="*/ 1910 h 1923"/>
                  <a:gd name="T62" fmla="*/ 20 w 1941"/>
                  <a:gd name="T63" fmla="*/ 1923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41" h="1923">
                    <a:moveTo>
                      <a:pt x="20" y="1923"/>
                    </a:moveTo>
                    <a:lnTo>
                      <a:pt x="20" y="1923"/>
                    </a:lnTo>
                    <a:cubicBezTo>
                      <a:pt x="17" y="1923"/>
                      <a:pt x="14" y="1923"/>
                      <a:pt x="11" y="1923"/>
                    </a:cubicBezTo>
                    <a:cubicBezTo>
                      <a:pt x="5" y="1923"/>
                      <a:pt x="0" y="1918"/>
                      <a:pt x="0" y="1911"/>
                    </a:cubicBezTo>
                    <a:cubicBezTo>
                      <a:pt x="0" y="1905"/>
                      <a:pt x="5" y="1900"/>
                      <a:pt x="11" y="1900"/>
                    </a:cubicBezTo>
                    <a:cubicBezTo>
                      <a:pt x="14" y="1900"/>
                      <a:pt x="17" y="1900"/>
                      <a:pt x="20" y="1900"/>
                    </a:cubicBezTo>
                    <a:cubicBezTo>
                      <a:pt x="92" y="1900"/>
                      <a:pt x="165" y="1896"/>
                      <a:pt x="236" y="1888"/>
                    </a:cubicBezTo>
                    <a:cubicBezTo>
                      <a:pt x="297" y="1881"/>
                      <a:pt x="358" y="1871"/>
                      <a:pt x="418" y="1858"/>
                    </a:cubicBezTo>
                    <a:cubicBezTo>
                      <a:pt x="479" y="1845"/>
                      <a:pt x="541" y="1829"/>
                      <a:pt x="601" y="1810"/>
                    </a:cubicBezTo>
                    <a:cubicBezTo>
                      <a:pt x="666" y="1789"/>
                      <a:pt x="731" y="1764"/>
                      <a:pt x="794" y="1736"/>
                    </a:cubicBezTo>
                    <a:cubicBezTo>
                      <a:pt x="870" y="1702"/>
                      <a:pt x="944" y="1662"/>
                      <a:pt x="1015" y="1619"/>
                    </a:cubicBezTo>
                    <a:cubicBezTo>
                      <a:pt x="1100" y="1566"/>
                      <a:pt x="1181" y="1507"/>
                      <a:pt x="1257" y="1441"/>
                    </a:cubicBezTo>
                    <a:cubicBezTo>
                      <a:pt x="1312" y="1394"/>
                      <a:pt x="1365" y="1343"/>
                      <a:pt x="1414" y="1290"/>
                    </a:cubicBezTo>
                    <a:cubicBezTo>
                      <a:pt x="1475" y="1224"/>
                      <a:pt x="1532" y="1153"/>
                      <a:pt x="1583" y="1078"/>
                    </a:cubicBezTo>
                    <a:cubicBezTo>
                      <a:pt x="1643" y="992"/>
                      <a:pt x="1696" y="899"/>
                      <a:pt x="1740" y="804"/>
                    </a:cubicBezTo>
                    <a:cubicBezTo>
                      <a:pt x="1792" y="694"/>
                      <a:pt x="1833" y="575"/>
                      <a:pt x="1863" y="453"/>
                    </a:cubicBezTo>
                    <a:cubicBezTo>
                      <a:pt x="1881" y="379"/>
                      <a:pt x="1895" y="305"/>
                      <a:pt x="1904" y="233"/>
                    </a:cubicBezTo>
                    <a:cubicBezTo>
                      <a:pt x="1913" y="160"/>
                      <a:pt x="1918" y="85"/>
                      <a:pt x="1918" y="11"/>
                    </a:cubicBezTo>
                    <a:cubicBezTo>
                      <a:pt x="1918" y="5"/>
                      <a:pt x="1923" y="0"/>
                      <a:pt x="1929" y="0"/>
                    </a:cubicBezTo>
                    <a:cubicBezTo>
                      <a:pt x="1936" y="0"/>
                      <a:pt x="1941" y="5"/>
                      <a:pt x="1941" y="12"/>
                    </a:cubicBezTo>
                    <a:cubicBezTo>
                      <a:pt x="1940" y="86"/>
                      <a:pt x="1936" y="162"/>
                      <a:pt x="1927" y="236"/>
                    </a:cubicBezTo>
                    <a:cubicBezTo>
                      <a:pt x="1918" y="308"/>
                      <a:pt x="1904" y="383"/>
                      <a:pt x="1885" y="458"/>
                    </a:cubicBezTo>
                    <a:cubicBezTo>
                      <a:pt x="1855" y="582"/>
                      <a:pt x="1813" y="702"/>
                      <a:pt x="1761" y="814"/>
                    </a:cubicBezTo>
                    <a:cubicBezTo>
                      <a:pt x="1716" y="910"/>
                      <a:pt x="1662" y="1004"/>
                      <a:pt x="1602" y="1091"/>
                    </a:cubicBezTo>
                    <a:cubicBezTo>
                      <a:pt x="1550" y="1167"/>
                      <a:pt x="1492" y="1239"/>
                      <a:pt x="1430" y="1306"/>
                    </a:cubicBezTo>
                    <a:cubicBezTo>
                      <a:pt x="1381" y="1360"/>
                      <a:pt x="1327" y="1411"/>
                      <a:pt x="1271" y="1459"/>
                    </a:cubicBezTo>
                    <a:cubicBezTo>
                      <a:pt x="1195" y="1525"/>
                      <a:pt x="1113" y="1585"/>
                      <a:pt x="1027" y="1638"/>
                    </a:cubicBezTo>
                    <a:cubicBezTo>
                      <a:pt x="955" y="1682"/>
                      <a:pt x="880" y="1722"/>
                      <a:pt x="803" y="1756"/>
                    </a:cubicBezTo>
                    <a:cubicBezTo>
                      <a:pt x="740" y="1785"/>
                      <a:pt x="674" y="1810"/>
                      <a:pt x="608" y="1831"/>
                    </a:cubicBezTo>
                    <a:cubicBezTo>
                      <a:pt x="547" y="1851"/>
                      <a:pt x="485" y="1867"/>
                      <a:pt x="423" y="1881"/>
                    </a:cubicBezTo>
                    <a:cubicBezTo>
                      <a:pt x="362" y="1893"/>
                      <a:pt x="300" y="1903"/>
                      <a:pt x="239" y="1910"/>
                    </a:cubicBezTo>
                    <a:cubicBezTo>
                      <a:pt x="166" y="1919"/>
                      <a:pt x="93" y="1923"/>
                      <a:pt x="20" y="1923"/>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6" name="Freeform 101">
                <a:extLst>
                  <a:ext uri="{FF2B5EF4-FFF2-40B4-BE49-F238E27FC236}">
                    <a16:creationId xmlns:a16="http://schemas.microsoft.com/office/drawing/2014/main" id="{5DACE22B-C028-8E09-8D15-8E7A36AF44B5}"/>
                  </a:ext>
                </a:extLst>
              </p:cNvPr>
              <p:cNvSpPr>
                <a:spLocks/>
              </p:cNvSpPr>
              <p:nvPr/>
            </p:nvSpPr>
            <p:spPr bwMode="auto">
              <a:xfrm>
                <a:off x="3036" y="1464"/>
                <a:ext cx="542" cy="356"/>
              </a:xfrm>
              <a:custGeom>
                <a:avLst/>
                <a:gdLst>
                  <a:gd name="T0" fmla="*/ 1234 w 1247"/>
                  <a:gd name="T1" fmla="*/ 818 h 818"/>
                  <a:gd name="T2" fmla="*/ 1234 w 1247"/>
                  <a:gd name="T3" fmla="*/ 818 h 818"/>
                  <a:gd name="T4" fmla="*/ 1225 w 1247"/>
                  <a:gd name="T5" fmla="*/ 813 h 818"/>
                  <a:gd name="T6" fmla="*/ 1001 w 1247"/>
                  <a:gd name="T7" fmla="*/ 544 h 818"/>
                  <a:gd name="T8" fmla="*/ 814 w 1247"/>
                  <a:gd name="T9" fmla="*/ 381 h 818"/>
                  <a:gd name="T10" fmla="*/ 543 w 1247"/>
                  <a:gd name="T11" fmla="*/ 208 h 818"/>
                  <a:gd name="T12" fmla="*/ 398 w 1247"/>
                  <a:gd name="T13" fmla="*/ 139 h 818"/>
                  <a:gd name="T14" fmla="*/ 254 w 1247"/>
                  <a:gd name="T15" fmla="*/ 85 h 818"/>
                  <a:gd name="T16" fmla="*/ 10 w 1247"/>
                  <a:gd name="T17" fmla="*/ 23 h 818"/>
                  <a:gd name="T18" fmla="*/ 1 w 1247"/>
                  <a:gd name="T19" fmla="*/ 10 h 818"/>
                  <a:gd name="T20" fmla="*/ 14 w 1247"/>
                  <a:gd name="T21" fmla="*/ 1 h 818"/>
                  <a:gd name="T22" fmla="*/ 261 w 1247"/>
                  <a:gd name="T23" fmla="*/ 63 h 818"/>
                  <a:gd name="T24" fmla="*/ 407 w 1247"/>
                  <a:gd name="T25" fmla="*/ 118 h 818"/>
                  <a:gd name="T26" fmla="*/ 554 w 1247"/>
                  <a:gd name="T27" fmla="*/ 188 h 818"/>
                  <a:gd name="T28" fmla="*/ 828 w 1247"/>
                  <a:gd name="T29" fmla="*/ 363 h 818"/>
                  <a:gd name="T30" fmla="*/ 1017 w 1247"/>
                  <a:gd name="T31" fmla="*/ 528 h 818"/>
                  <a:gd name="T32" fmla="*/ 1244 w 1247"/>
                  <a:gd name="T33" fmla="*/ 800 h 818"/>
                  <a:gd name="T34" fmla="*/ 1241 w 1247"/>
                  <a:gd name="T35" fmla="*/ 816 h 818"/>
                  <a:gd name="T36" fmla="*/ 1234 w 1247"/>
                  <a:gd name="T37" fmla="*/ 818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7" h="818">
                    <a:moveTo>
                      <a:pt x="1234" y="818"/>
                    </a:moveTo>
                    <a:lnTo>
                      <a:pt x="1234" y="818"/>
                    </a:lnTo>
                    <a:cubicBezTo>
                      <a:pt x="1231" y="818"/>
                      <a:pt x="1227" y="816"/>
                      <a:pt x="1225" y="813"/>
                    </a:cubicBezTo>
                    <a:cubicBezTo>
                      <a:pt x="1159" y="717"/>
                      <a:pt x="1084" y="627"/>
                      <a:pt x="1001" y="544"/>
                    </a:cubicBezTo>
                    <a:cubicBezTo>
                      <a:pt x="943" y="486"/>
                      <a:pt x="880" y="431"/>
                      <a:pt x="814" y="381"/>
                    </a:cubicBezTo>
                    <a:cubicBezTo>
                      <a:pt x="731" y="317"/>
                      <a:pt x="640" y="259"/>
                      <a:pt x="543" y="208"/>
                    </a:cubicBezTo>
                    <a:cubicBezTo>
                      <a:pt x="493" y="182"/>
                      <a:pt x="445" y="159"/>
                      <a:pt x="398" y="139"/>
                    </a:cubicBezTo>
                    <a:cubicBezTo>
                      <a:pt x="351" y="119"/>
                      <a:pt x="302" y="101"/>
                      <a:pt x="254" y="85"/>
                    </a:cubicBezTo>
                    <a:cubicBezTo>
                      <a:pt x="174" y="59"/>
                      <a:pt x="92" y="38"/>
                      <a:pt x="10" y="23"/>
                    </a:cubicBezTo>
                    <a:cubicBezTo>
                      <a:pt x="4" y="22"/>
                      <a:pt x="0" y="16"/>
                      <a:pt x="1" y="10"/>
                    </a:cubicBezTo>
                    <a:cubicBezTo>
                      <a:pt x="2" y="4"/>
                      <a:pt x="8" y="0"/>
                      <a:pt x="14" y="1"/>
                    </a:cubicBezTo>
                    <a:cubicBezTo>
                      <a:pt x="97" y="16"/>
                      <a:pt x="180" y="37"/>
                      <a:pt x="261" y="63"/>
                    </a:cubicBezTo>
                    <a:cubicBezTo>
                      <a:pt x="310" y="80"/>
                      <a:pt x="359" y="98"/>
                      <a:pt x="407" y="118"/>
                    </a:cubicBezTo>
                    <a:cubicBezTo>
                      <a:pt x="455" y="138"/>
                      <a:pt x="503" y="161"/>
                      <a:pt x="554" y="188"/>
                    </a:cubicBezTo>
                    <a:cubicBezTo>
                      <a:pt x="652" y="240"/>
                      <a:pt x="744" y="299"/>
                      <a:pt x="828" y="363"/>
                    </a:cubicBezTo>
                    <a:cubicBezTo>
                      <a:pt x="894" y="413"/>
                      <a:pt x="958" y="469"/>
                      <a:pt x="1017" y="528"/>
                    </a:cubicBezTo>
                    <a:cubicBezTo>
                      <a:pt x="1101" y="612"/>
                      <a:pt x="1177" y="703"/>
                      <a:pt x="1244" y="800"/>
                    </a:cubicBezTo>
                    <a:cubicBezTo>
                      <a:pt x="1247" y="805"/>
                      <a:pt x="1246" y="812"/>
                      <a:pt x="1241" y="816"/>
                    </a:cubicBezTo>
                    <a:cubicBezTo>
                      <a:pt x="1239" y="817"/>
                      <a:pt x="1237" y="818"/>
                      <a:pt x="1234" y="818"/>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7" name="Freeform 102">
                <a:extLst>
                  <a:ext uri="{FF2B5EF4-FFF2-40B4-BE49-F238E27FC236}">
                    <a16:creationId xmlns:a16="http://schemas.microsoft.com/office/drawing/2014/main" id="{7CF4B765-2D57-E1B4-92AE-11EA81A1AF54}"/>
                  </a:ext>
                </a:extLst>
              </p:cNvPr>
              <p:cNvSpPr>
                <a:spLocks/>
              </p:cNvSpPr>
              <p:nvPr/>
            </p:nvSpPr>
            <p:spPr bwMode="auto">
              <a:xfrm>
                <a:off x="2390" y="1470"/>
                <a:ext cx="138" cy="82"/>
              </a:xfrm>
              <a:custGeom>
                <a:avLst/>
                <a:gdLst>
                  <a:gd name="T0" fmla="*/ 13 w 318"/>
                  <a:gd name="T1" fmla="*/ 188 h 188"/>
                  <a:gd name="T2" fmla="*/ 13 w 318"/>
                  <a:gd name="T3" fmla="*/ 188 h 188"/>
                  <a:gd name="T4" fmla="*/ 3 w 318"/>
                  <a:gd name="T5" fmla="*/ 183 h 188"/>
                  <a:gd name="T6" fmla="*/ 6 w 318"/>
                  <a:gd name="T7" fmla="*/ 168 h 188"/>
                  <a:gd name="T8" fmla="*/ 300 w 318"/>
                  <a:gd name="T9" fmla="*/ 3 h 188"/>
                  <a:gd name="T10" fmla="*/ 315 w 318"/>
                  <a:gd name="T11" fmla="*/ 9 h 188"/>
                  <a:gd name="T12" fmla="*/ 309 w 318"/>
                  <a:gd name="T13" fmla="*/ 24 h 188"/>
                  <a:gd name="T14" fmla="*/ 19 w 318"/>
                  <a:gd name="T15" fmla="*/ 187 h 188"/>
                  <a:gd name="T16" fmla="*/ 13 w 318"/>
                  <a:gd name="T17"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 h="188">
                    <a:moveTo>
                      <a:pt x="13" y="188"/>
                    </a:moveTo>
                    <a:lnTo>
                      <a:pt x="13" y="188"/>
                    </a:lnTo>
                    <a:cubicBezTo>
                      <a:pt x="9" y="188"/>
                      <a:pt x="6" y="187"/>
                      <a:pt x="3" y="183"/>
                    </a:cubicBezTo>
                    <a:cubicBezTo>
                      <a:pt x="0" y="178"/>
                      <a:pt x="1" y="171"/>
                      <a:pt x="6" y="168"/>
                    </a:cubicBezTo>
                    <a:cubicBezTo>
                      <a:pt x="99" y="105"/>
                      <a:pt x="198" y="49"/>
                      <a:pt x="300" y="3"/>
                    </a:cubicBezTo>
                    <a:cubicBezTo>
                      <a:pt x="306" y="0"/>
                      <a:pt x="313" y="3"/>
                      <a:pt x="315" y="9"/>
                    </a:cubicBezTo>
                    <a:cubicBezTo>
                      <a:pt x="318" y="14"/>
                      <a:pt x="315" y="21"/>
                      <a:pt x="309" y="24"/>
                    </a:cubicBezTo>
                    <a:cubicBezTo>
                      <a:pt x="209" y="70"/>
                      <a:pt x="111" y="124"/>
                      <a:pt x="19" y="187"/>
                    </a:cubicBezTo>
                    <a:cubicBezTo>
                      <a:pt x="17" y="188"/>
                      <a:pt x="15" y="188"/>
                      <a:pt x="13" y="188"/>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8" name="Freeform 103">
                <a:extLst>
                  <a:ext uri="{FF2B5EF4-FFF2-40B4-BE49-F238E27FC236}">
                    <a16:creationId xmlns:a16="http://schemas.microsoft.com/office/drawing/2014/main" id="{AC51C63B-162A-92F6-8E52-40DA3E3A54CD}"/>
                  </a:ext>
                </a:extLst>
              </p:cNvPr>
              <p:cNvSpPr>
                <a:spLocks/>
              </p:cNvSpPr>
              <p:nvPr/>
            </p:nvSpPr>
            <p:spPr bwMode="auto">
              <a:xfrm>
                <a:off x="1997" y="1772"/>
                <a:ext cx="170" cy="901"/>
              </a:xfrm>
              <a:custGeom>
                <a:avLst/>
                <a:gdLst>
                  <a:gd name="T0" fmla="*/ 210 w 392"/>
                  <a:gd name="T1" fmla="*/ 2072 h 2072"/>
                  <a:gd name="T2" fmla="*/ 210 w 392"/>
                  <a:gd name="T3" fmla="*/ 2072 h 2072"/>
                  <a:gd name="T4" fmla="*/ 200 w 392"/>
                  <a:gd name="T5" fmla="*/ 2066 h 2072"/>
                  <a:gd name="T6" fmla="*/ 102 w 392"/>
                  <a:gd name="T7" fmla="*/ 1824 h 2072"/>
                  <a:gd name="T8" fmla="*/ 52 w 392"/>
                  <a:gd name="T9" fmla="*/ 1643 h 2072"/>
                  <a:gd name="T10" fmla="*/ 8 w 392"/>
                  <a:gd name="T11" fmla="*/ 1362 h 2072"/>
                  <a:gd name="T12" fmla="*/ 0 w 392"/>
                  <a:gd name="T13" fmla="*/ 1173 h 2072"/>
                  <a:gd name="T14" fmla="*/ 22 w 392"/>
                  <a:gd name="T15" fmla="*/ 877 h 2072"/>
                  <a:gd name="T16" fmla="*/ 75 w 392"/>
                  <a:gd name="T17" fmla="*/ 633 h 2072"/>
                  <a:gd name="T18" fmla="*/ 235 w 392"/>
                  <a:gd name="T19" fmla="*/ 227 h 2072"/>
                  <a:gd name="T20" fmla="*/ 370 w 392"/>
                  <a:gd name="T21" fmla="*/ 7 h 2072"/>
                  <a:gd name="T22" fmla="*/ 386 w 392"/>
                  <a:gd name="T23" fmla="*/ 4 h 2072"/>
                  <a:gd name="T24" fmla="*/ 388 w 392"/>
                  <a:gd name="T25" fmla="*/ 20 h 2072"/>
                  <a:gd name="T26" fmla="*/ 255 w 392"/>
                  <a:gd name="T27" fmla="*/ 237 h 2072"/>
                  <a:gd name="T28" fmla="*/ 97 w 392"/>
                  <a:gd name="T29" fmla="*/ 639 h 2072"/>
                  <a:gd name="T30" fmla="*/ 45 w 392"/>
                  <a:gd name="T31" fmla="*/ 880 h 2072"/>
                  <a:gd name="T32" fmla="*/ 23 w 392"/>
                  <a:gd name="T33" fmla="*/ 1173 h 2072"/>
                  <a:gd name="T34" fmla="*/ 30 w 392"/>
                  <a:gd name="T35" fmla="*/ 1360 h 2072"/>
                  <a:gd name="T36" fmla="*/ 74 w 392"/>
                  <a:gd name="T37" fmla="*/ 1638 h 2072"/>
                  <a:gd name="T38" fmla="*/ 124 w 392"/>
                  <a:gd name="T39" fmla="*/ 1816 h 2072"/>
                  <a:gd name="T40" fmla="*/ 220 w 392"/>
                  <a:gd name="T41" fmla="*/ 2056 h 2072"/>
                  <a:gd name="T42" fmla="*/ 215 w 392"/>
                  <a:gd name="T43" fmla="*/ 2071 h 2072"/>
                  <a:gd name="T44" fmla="*/ 210 w 392"/>
                  <a:gd name="T45" fmla="*/ 2072 h 20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2" h="2072">
                    <a:moveTo>
                      <a:pt x="210" y="2072"/>
                    </a:moveTo>
                    <a:lnTo>
                      <a:pt x="210" y="2072"/>
                    </a:lnTo>
                    <a:cubicBezTo>
                      <a:pt x="206" y="2072"/>
                      <a:pt x="202" y="2070"/>
                      <a:pt x="200" y="2066"/>
                    </a:cubicBezTo>
                    <a:cubicBezTo>
                      <a:pt x="162" y="1988"/>
                      <a:pt x="129" y="1906"/>
                      <a:pt x="102" y="1824"/>
                    </a:cubicBezTo>
                    <a:cubicBezTo>
                      <a:pt x="83" y="1765"/>
                      <a:pt x="66" y="1704"/>
                      <a:pt x="52" y="1643"/>
                    </a:cubicBezTo>
                    <a:cubicBezTo>
                      <a:pt x="31" y="1551"/>
                      <a:pt x="16" y="1457"/>
                      <a:pt x="8" y="1362"/>
                    </a:cubicBezTo>
                    <a:cubicBezTo>
                      <a:pt x="2" y="1300"/>
                      <a:pt x="0" y="1236"/>
                      <a:pt x="0" y="1173"/>
                    </a:cubicBezTo>
                    <a:cubicBezTo>
                      <a:pt x="0" y="1074"/>
                      <a:pt x="8" y="974"/>
                      <a:pt x="22" y="877"/>
                    </a:cubicBezTo>
                    <a:cubicBezTo>
                      <a:pt x="34" y="797"/>
                      <a:pt x="52" y="715"/>
                      <a:pt x="75" y="633"/>
                    </a:cubicBezTo>
                    <a:cubicBezTo>
                      <a:pt x="115" y="490"/>
                      <a:pt x="168" y="354"/>
                      <a:pt x="235" y="227"/>
                    </a:cubicBezTo>
                    <a:cubicBezTo>
                      <a:pt x="275" y="151"/>
                      <a:pt x="320" y="77"/>
                      <a:pt x="370" y="7"/>
                    </a:cubicBezTo>
                    <a:cubicBezTo>
                      <a:pt x="373" y="2"/>
                      <a:pt x="380" y="0"/>
                      <a:pt x="386" y="4"/>
                    </a:cubicBezTo>
                    <a:cubicBezTo>
                      <a:pt x="391" y="8"/>
                      <a:pt x="392" y="15"/>
                      <a:pt x="388" y="20"/>
                    </a:cubicBezTo>
                    <a:cubicBezTo>
                      <a:pt x="339" y="89"/>
                      <a:pt x="295" y="162"/>
                      <a:pt x="255" y="237"/>
                    </a:cubicBezTo>
                    <a:cubicBezTo>
                      <a:pt x="189" y="363"/>
                      <a:pt x="136" y="498"/>
                      <a:pt x="97" y="639"/>
                    </a:cubicBezTo>
                    <a:cubicBezTo>
                      <a:pt x="74" y="720"/>
                      <a:pt x="57" y="801"/>
                      <a:pt x="45" y="880"/>
                    </a:cubicBezTo>
                    <a:cubicBezTo>
                      <a:pt x="31" y="976"/>
                      <a:pt x="23" y="1075"/>
                      <a:pt x="23" y="1173"/>
                    </a:cubicBezTo>
                    <a:cubicBezTo>
                      <a:pt x="22" y="1235"/>
                      <a:pt x="25" y="1298"/>
                      <a:pt x="30" y="1360"/>
                    </a:cubicBezTo>
                    <a:cubicBezTo>
                      <a:pt x="39" y="1454"/>
                      <a:pt x="53" y="1547"/>
                      <a:pt x="74" y="1638"/>
                    </a:cubicBezTo>
                    <a:cubicBezTo>
                      <a:pt x="88" y="1698"/>
                      <a:pt x="105" y="1758"/>
                      <a:pt x="124" y="1816"/>
                    </a:cubicBezTo>
                    <a:cubicBezTo>
                      <a:pt x="151" y="1898"/>
                      <a:pt x="183" y="1979"/>
                      <a:pt x="220" y="2056"/>
                    </a:cubicBezTo>
                    <a:cubicBezTo>
                      <a:pt x="223" y="2062"/>
                      <a:pt x="221" y="2069"/>
                      <a:pt x="215" y="2071"/>
                    </a:cubicBezTo>
                    <a:cubicBezTo>
                      <a:pt x="213" y="2072"/>
                      <a:pt x="212" y="2072"/>
                      <a:pt x="210" y="2072"/>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9" name="Freeform 104">
                <a:extLst>
                  <a:ext uri="{FF2B5EF4-FFF2-40B4-BE49-F238E27FC236}">
                    <a16:creationId xmlns:a16="http://schemas.microsoft.com/office/drawing/2014/main" id="{F3044E64-3028-8063-D3DE-43A63DA68DB7}"/>
                  </a:ext>
                </a:extLst>
              </p:cNvPr>
              <p:cNvSpPr>
                <a:spLocks/>
              </p:cNvSpPr>
              <p:nvPr/>
            </p:nvSpPr>
            <p:spPr bwMode="auto">
              <a:xfrm>
                <a:off x="2211" y="2859"/>
                <a:ext cx="786" cy="320"/>
              </a:xfrm>
              <a:custGeom>
                <a:avLst/>
                <a:gdLst>
                  <a:gd name="T0" fmla="*/ 1561 w 1808"/>
                  <a:gd name="T1" fmla="*/ 736 h 736"/>
                  <a:gd name="T2" fmla="*/ 1561 w 1808"/>
                  <a:gd name="T3" fmla="*/ 736 h 736"/>
                  <a:gd name="T4" fmla="*/ 1554 w 1808"/>
                  <a:gd name="T5" fmla="*/ 736 h 736"/>
                  <a:gd name="T6" fmla="*/ 1318 w 1808"/>
                  <a:gd name="T7" fmla="*/ 721 h 736"/>
                  <a:gd name="T8" fmla="*/ 1078 w 1808"/>
                  <a:gd name="T9" fmla="*/ 679 h 736"/>
                  <a:gd name="T10" fmla="*/ 894 w 1808"/>
                  <a:gd name="T11" fmla="*/ 625 h 736"/>
                  <a:gd name="T12" fmla="*/ 665 w 1808"/>
                  <a:gd name="T13" fmla="*/ 530 h 736"/>
                  <a:gd name="T14" fmla="*/ 407 w 1808"/>
                  <a:gd name="T15" fmla="*/ 380 h 736"/>
                  <a:gd name="T16" fmla="*/ 184 w 1808"/>
                  <a:gd name="T17" fmla="*/ 205 h 736"/>
                  <a:gd name="T18" fmla="*/ 4 w 1808"/>
                  <a:gd name="T19" fmla="*/ 21 h 736"/>
                  <a:gd name="T20" fmla="*/ 5 w 1808"/>
                  <a:gd name="T21" fmla="*/ 5 h 736"/>
                  <a:gd name="T22" fmla="*/ 21 w 1808"/>
                  <a:gd name="T23" fmla="*/ 6 h 736"/>
                  <a:gd name="T24" fmla="*/ 199 w 1808"/>
                  <a:gd name="T25" fmla="*/ 188 h 736"/>
                  <a:gd name="T26" fmla="*/ 420 w 1808"/>
                  <a:gd name="T27" fmla="*/ 362 h 736"/>
                  <a:gd name="T28" fmla="*/ 675 w 1808"/>
                  <a:gd name="T29" fmla="*/ 510 h 736"/>
                  <a:gd name="T30" fmla="*/ 901 w 1808"/>
                  <a:gd name="T31" fmla="*/ 603 h 736"/>
                  <a:gd name="T32" fmla="*/ 1084 w 1808"/>
                  <a:gd name="T33" fmla="*/ 656 h 736"/>
                  <a:gd name="T34" fmla="*/ 1321 w 1808"/>
                  <a:gd name="T35" fmla="*/ 699 h 736"/>
                  <a:gd name="T36" fmla="*/ 1554 w 1808"/>
                  <a:gd name="T37" fmla="*/ 713 h 736"/>
                  <a:gd name="T38" fmla="*/ 1795 w 1808"/>
                  <a:gd name="T39" fmla="*/ 699 h 736"/>
                  <a:gd name="T40" fmla="*/ 1808 w 1808"/>
                  <a:gd name="T41" fmla="*/ 709 h 736"/>
                  <a:gd name="T42" fmla="*/ 1798 w 1808"/>
                  <a:gd name="T43" fmla="*/ 722 h 736"/>
                  <a:gd name="T44" fmla="*/ 1561 w 1808"/>
                  <a:gd name="T45" fmla="*/ 736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08" h="736">
                    <a:moveTo>
                      <a:pt x="1561" y="736"/>
                    </a:moveTo>
                    <a:lnTo>
                      <a:pt x="1561" y="736"/>
                    </a:lnTo>
                    <a:cubicBezTo>
                      <a:pt x="1559" y="736"/>
                      <a:pt x="1556" y="736"/>
                      <a:pt x="1554" y="736"/>
                    </a:cubicBezTo>
                    <a:cubicBezTo>
                      <a:pt x="1475" y="735"/>
                      <a:pt x="1396" y="730"/>
                      <a:pt x="1318" y="721"/>
                    </a:cubicBezTo>
                    <a:cubicBezTo>
                      <a:pt x="1238" y="712"/>
                      <a:pt x="1157" y="697"/>
                      <a:pt x="1078" y="679"/>
                    </a:cubicBezTo>
                    <a:cubicBezTo>
                      <a:pt x="1016" y="664"/>
                      <a:pt x="954" y="645"/>
                      <a:pt x="894" y="625"/>
                    </a:cubicBezTo>
                    <a:cubicBezTo>
                      <a:pt x="816" y="598"/>
                      <a:pt x="739" y="566"/>
                      <a:pt x="665" y="530"/>
                    </a:cubicBezTo>
                    <a:cubicBezTo>
                      <a:pt x="576" y="487"/>
                      <a:pt x="489" y="436"/>
                      <a:pt x="407" y="380"/>
                    </a:cubicBezTo>
                    <a:cubicBezTo>
                      <a:pt x="329" y="327"/>
                      <a:pt x="254" y="268"/>
                      <a:pt x="184" y="205"/>
                    </a:cubicBezTo>
                    <a:cubicBezTo>
                      <a:pt x="121" y="148"/>
                      <a:pt x="60" y="86"/>
                      <a:pt x="4" y="21"/>
                    </a:cubicBezTo>
                    <a:cubicBezTo>
                      <a:pt x="0" y="16"/>
                      <a:pt x="0" y="9"/>
                      <a:pt x="5" y="5"/>
                    </a:cubicBezTo>
                    <a:cubicBezTo>
                      <a:pt x="10" y="0"/>
                      <a:pt x="17" y="1"/>
                      <a:pt x="21" y="6"/>
                    </a:cubicBezTo>
                    <a:cubicBezTo>
                      <a:pt x="77" y="70"/>
                      <a:pt x="136" y="132"/>
                      <a:pt x="199" y="188"/>
                    </a:cubicBezTo>
                    <a:cubicBezTo>
                      <a:pt x="269" y="251"/>
                      <a:pt x="343" y="309"/>
                      <a:pt x="420" y="362"/>
                    </a:cubicBezTo>
                    <a:cubicBezTo>
                      <a:pt x="501" y="417"/>
                      <a:pt x="587" y="467"/>
                      <a:pt x="675" y="510"/>
                    </a:cubicBezTo>
                    <a:cubicBezTo>
                      <a:pt x="748" y="545"/>
                      <a:pt x="824" y="577"/>
                      <a:pt x="901" y="603"/>
                    </a:cubicBezTo>
                    <a:cubicBezTo>
                      <a:pt x="961" y="624"/>
                      <a:pt x="1022" y="642"/>
                      <a:pt x="1084" y="656"/>
                    </a:cubicBezTo>
                    <a:cubicBezTo>
                      <a:pt x="1161" y="675"/>
                      <a:pt x="1241" y="689"/>
                      <a:pt x="1321" y="699"/>
                    </a:cubicBezTo>
                    <a:cubicBezTo>
                      <a:pt x="1398" y="708"/>
                      <a:pt x="1476" y="713"/>
                      <a:pt x="1554" y="713"/>
                    </a:cubicBezTo>
                    <a:cubicBezTo>
                      <a:pt x="1635" y="713"/>
                      <a:pt x="1716" y="709"/>
                      <a:pt x="1795" y="699"/>
                    </a:cubicBezTo>
                    <a:cubicBezTo>
                      <a:pt x="1801" y="699"/>
                      <a:pt x="1807" y="703"/>
                      <a:pt x="1808" y="709"/>
                    </a:cubicBezTo>
                    <a:cubicBezTo>
                      <a:pt x="1808" y="716"/>
                      <a:pt x="1804" y="721"/>
                      <a:pt x="1798" y="722"/>
                    </a:cubicBezTo>
                    <a:cubicBezTo>
                      <a:pt x="1720" y="731"/>
                      <a:pt x="1640" y="736"/>
                      <a:pt x="1561" y="736"/>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0" name="Freeform 105">
                <a:extLst>
                  <a:ext uri="{FF2B5EF4-FFF2-40B4-BE49-F238E27FC236}">
                    <a16:creationId xmlns:a16="http://schemas.microsoft.com/office/drawing/2014/main" id="{EEB5281A-F47C-022D-0485-A3D1293E6512}"/>
                  </a:ext>
                </a:extLst>
              </p:cNvPr>
              <p:cNvSpPr>
                <a:spLocks/>
              </p:cNvSpPr>
              <p:nvPr/>
            </p:nvSpPr>
            <p:spPr bwMode="auto">
              <a:xfrm>
                <a:off x="3156" y="3036"/>
                <a:ext cx="206" cy="101"/>
              </a:xfrm>
              <a:custGeom>
                <a:avLst/>
                <a:gdLst>
                  <a:gd name="T0" fmla="*/ 13 w 472"/>
                  <a:gd name="T1" fmla="*/ 231 h 231"/>
                  <a:gd name="T2" fmla="*/ 13 w 472"/>
                  <a:gd name="T3" fmla="*/ 231 h 231"/>
                  <a:gd name="T4" fmla="*/ 2 w 472"/>
                  <a:gd name="T5" fmla="*/ 223 h 231"/>
                  <a:gd name="T6" fmla="*/ 10 w 472"/>
                  <a:gd name="T7" fmla="*/ 208 h 231"/>
                  <a:gd name="T8" fmla="*/ 217 w 472"/>
                  <a:gd name="T9" fmla="*/ 129 h 231"/>
                  <a:gd name="T10" fmla="*/ 453 w 472"/>
                  <a:gd name="T11" fmla="*/ 3 h 231"/>
                  <a:gd name="T12" fmla="*/ 469 w 472"/>
                  <a:gd name="T13" fmla="*/ 7 h 231"/>
                  <a:gd name="T14" fmla="*/ 465 w 472"/>
                  <a:gd name="T15" fmla="*/ 22 h 231"/>
                  <a:gd name="T16" fmla="*/ 226 w 472"/>
                  <a:gd name="T17" fmla="*/ 149 h 231"/>
                  <a:gd name="T18" fmla="*/ 17 w 472"/>
                  <a:gd name="T19" fmla="*/ 230 h 231"/>
                  <a:gd name="T20" fmla="*/ 13 w 472"/>
                  <a:gd name="T21" fmla="*/ 23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 h="231">
                    <a:moveTo>
                      <a:pt x="13" y="231"/>
                    </a:moveTo>
                    <a:lnTo>
                      <a:pt x="13" y="231"/>
                    </a:lnTo>
                    <a:cubicBezTo>
                      <a:pt x="8" y="231"/>
                      <a:pt x="4" y="228"/>
                      <a:pt x="2" y="223"/>
                    </a:cubicBezTo>
                    <a:cubicBezTo>
                      <a:pt x="0" y="217"/>
                      <a:pt x="4" y="210"/>
                      <a:pt x="10" y="208"/>
                    </a:cubicBezTo>
                    <a:cubicBezTo>
                      <a:pt x="80" y="186"/>
                      <a:pt x="149" y="159"/>
                      <a:pt x="217" y="129"/>
                    </a:cubicBezTo>
                    <a:cubicBezTo>
                      <a:pt x="298" y="92"/>
                      <a:pt x="377" y="50"/>
                      <a:pt x="453" y="3"/>
                    </a:cubicBezTo>
                    <a:cubicBezTo>
                      <a:pt x="459" y="0"/>
                      <a:pt x="466" y="1"/>
                      <a:pt x="469" y="7"/>
                    </a:cubicBezTo>
                    <a:cubicBezTo>
                      <a:pt x="472" y="12"/>
                      <a:pt x="470" y="19"/>
                      <a:pt x="465" y="22"/>
                    </a:cubicBezTo>
                    <a:cubicBezTo>
                      <a:pt x="389" y="70"/>
                      <a:pt x="308" y="113"/>
                      <a:pt x="226" y="149"/>
                    </a:cubicBezTo>
                    <a:cubicBezTo>
                      <a:pt x="158" y="180"/>
                      <a:pt x="88" y="207"/>
                      <a:pt x="17" y="230"/>
                    </a:cubicBezTo>
                    <a:cubicBezTo>
                      <a:pt x="16" y="230"/>
                      <a:pt x="14" y="231"/>
                      <a:pt x="13" y="231"/>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1" name="Freeform 106">
                <a:extLst>
                  <a:ext uri="{FF2B5EF4-FFF2-40B4-BE49-F238E27FC236}">
                    <a16:creationId xmlns:a16="http://schemas.microsoft.com/office/drawing/2014/main" id="{3AD93A0F-593E-6CE0-4761-322B634B92D1}"/>
                  </a:ext>
                </a:extLst>
              </p:cNvPr>
              <p:cNvSpPr>
                <a:spLocks/>
              </p:cNvSpPr>
              <p:nvPr/>
            </p:nvSpPr>
            <p:spPr bwMode="auto">
              <a:xfrm>
                <a:off x="3421" y="1573"/>
                <a:ext cx="358" cy="640"/>
              </a:xfrm>
              <a:custGeom>
                <a:avLst/>
                <a:gdLst>
                  <a:gd name="T0" fmla="*/ 812 w 823"/>
                  <a:gd name="T1" fmla="*/ 1471 h 1471"/>
                  <a:gd name="T2" fmla="*/ 812 w 823"/>
                  <a:gd name="T3" fmla="*/ 1471 h 1471"/>
                  <a:gd name="T4" fmla="*/ 800 w 823"/>
                  <a:gd name="T5" fmla="*/ 1461 h 1471"/>
                  <a:gd name="T6" fmla="*/ 759 w 823"/>
                  <a:gd name="T7" fmla="*/ 1196 h 1471"/>
                  <a:gd name="T8" fmla="*/ 652 w 823"/>
                  <a:gd name="T9" fmla="*/ 859 h 1471"/>
                  <a:gd name="T10" fmla="*/ 446 w 823"/>
                  <a:gd name="T11" fmla="*/ 482 h 1471"/>
                  <a:gd name="T12" fmla="*/ 205 w 823"/>
                  <a:gd name="T13" fmla="*/ 196 h 1471"/>
                  <a:gd name="T14" fmla="*/ 6 w 823"/>
                  <a:gd name="T15" fmla="*/ 22 h 1471"/>
                  <a:gd name="T16" fmla="*/ 4 w 823"/>
                  <a:gd name="T17" fmla="*/ 6 h 1471"/>
                  <a:gd name="T18" fmla="*/ 20 w 823"/>
                  <a:gd name="T19" fmla="*/ 4 h 1471"/>
                  <a:gd name="T20" fmla="*/ 221 w 823"/>
                  <a:gd name="T21" fmla="*/ 180 h 1471"/>
                  <a:gd name="T22" fmla="*/ 464 w 823"/>
                  <a:gd name="T23" fmla="*/ 469 h 1471"/>
                  <a:gd name="T24" fmla="*/ 673 w 823"/>
                  <a:gd name="T25" fmla="*/ 851 h 1471"/>
                  <a:gd name="T26" fmla="*/ 781 w 823"/>
                  <a:gd name="T27" fmla="*/ 1191 h 1471"/>
                  <a:gd name="T28" fmla="*/ 823 w 823"/>
                  <a:gd name="T29" fmla="*/ 1459 h 1471"/>
                  <a:gd name="T30" fmla="*/ 813 w 823"/>
                  <a:gd name="T31" fmla="*/ 1471 h 1471"/>
                  <a:gd name="T32" fmla="*/ 812 w 823"/>
                  <a:gd name="T33" fmla="*/ 1471 h 1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3" h="1471">
                    <a:moveTo>
                      <a:pt x="812" y="1471"/>
                    </a:moveTo>
                    <a:lnTo>
                      <a:pt x="812" y="1471"/>
                    </a:lnTo>
                    <a:cubicBezTo>
                      <a:pt x="806" y="1471"/>
                      <a:pt x="801" y="1467"/>
                      <a:pt x="800" y="1461"/>
                    </a:cubicBezTo>
                    <a:cubicBezTo>
                      <a:pt x="792" y="1372"/>
                      <a:pt x="779" y="1282"/>
                      <a:pt x="759" y="1196"/>
                    </a:cubicBezTo>
                    <a:cubicBezTo>
                      <a:pt x="734" y="1081"/>
                      <a:pt x="698" y="968"/>
                      <a:pt x="652" y="859"/>
                    </a:cubicBezTo>
                    <a:cubicBezTo>
                      <a:pt x="597" y="727"/>
                      <a:pt x="528" y="600"/>
                      <a:pt x="446" y="482"/>
                    </a:cubicBezTo>
                    <a:cubicBezTo>
                      <a:pt x="375" y="380"/>
                      <a:pt x="294" y="283"/>
                      <a:pt x="205" y="196"/>
                    </a:cubicBezTo>
                    <a:cubicBezTo>
                      <a:pt x="143" y="134"/>
                      <a:pt x="76" y="75"/>
                      <a:pt x="6" y="22"/>
                    </a:cubicBezTo>
                    <a:cubicBezTo>
                      <a:pt x="1" y="18"/>
                      <a:pt x="0" y="11"/>
                      <a:pt x="4" y="6"/>
                    </a:cubicBezTo>
                    <a:cubicBezTo>
                      <a:pt x="8" y="1"/>
                      <a:pt x="15" y="0"/>
                      <a:pt x="20" y="4"/>
                    </a:cubicBezTo>
                    <a:cubicBezTo>
                      <a:pt x="91" y="58"/>
                      <a:pt x="158" y="117"/>
                      <a:pt x="221" y="180"/>
                    </a:cubicBezTo>
                    <a:cubicBezTo>
                      <a:pt x="311" y="268"/>
                      <a:pt x="393" y="366"/>
                      <a:pt x="464" y="469"/>
                    </a:cubicBezTo>
                    <a:cubicBezTo>
                      <a:pt x="547" y="589"/>
                      <a:pt x="618" y="717"/>
                      <a:pt x="673" y="851"/>
                    </a:cubicBezTo>
                    <a:cubicBezTo>
                      <a:pt x="719" y="960"/>
                      <a:pt x="755" y="1075"/>
                      <a:pt x="781" y="1191"/>
                    </a:cubicBezTo>
                    <a:cubicBezTo>
                      <a:pt x="801" y="1278"/>
                      <a:pt x="815" y="1369"/>
                      <a:pt x="823" y="1459"/>
                    </a:cubicBezTo>
                    <a:cubicBezTo>
                      <a:pt x="823" y="1465"/>
                      <a:pt x="819" y="1470"/>
                      <a:pt x="813" y="1471"/>
                    </a:cubicBezTo>
                    <a:cubicBezTo>
                      <a:pt x="812" y="1471"/>
                      <a:pt x="812" y="1471"/>
                      <a:pt x="812" y="1471"/>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2" name="Freeform 107">
                <a:extLst>
                  <a:ext uri="{FF2B5EF4-FFF2-40B4-BE49-F238E27FC236}">
                    <a16:creationId xmlns:a16="http://schemas.microsoft.com/office/drawing/2014/main" id="{7990DFA9-5A6B-994D-8EB3-688C1E7E82CA}"/>
                  </a:ext>
                </a:extLst>
              </p:cNvPr>
              <p:cNvSpPr>
                <a:spLocks/>
              </p:cNvSpPr>
              <p:nvPr/>
            </p:nvSpPr>
            <p:spPr bwMode="auto">
              <a:xfrm>
                <a:off x="2778" y="1392"/>
                <a:ext cx="460" cy="79"/>
              </a:xfrm>
              <a:custGeom>
                <a:avLst/>
                <a:gdLst>
                  <a:gd name="T0" fmla="*/ 1045 w 1058"/>
                  <a:gd name="T1" fmla="*/ 181 h 181"/>
                  <a:gd name="T2" fmla="*/ 1045 w 1058"/>
                  <a:gd name="T3" fmla="*/ 181 h 181"/>
                  <a:gd name="T4" fmla="*/ 1041 w 1058"/>
                  <a:gd name="T5" fmla="*/ 180 h 181"/>
                  <a:gd name="T6" fmla="*/ 886 w 1058"/>
                  <a:gd name="T7" fmla="*/ 122 h 181"/>
                  <a:gd name="T8" fmla="*/ 624 w 1058"/>
                  <a:gd name="T9" fmla="*/ 56 h 181"/>
                  <a:gd name="T10" fmla="*/ 267 w 1058"/>
                  <a:gd name="T11" fmla="*/ 23 h 181"/>
                  <a:gd name="T12" fmla="*/ 14 w 1058"/>
                  <a:gd name="T13" fmla="*/ 37 h 181"/>
                  <a:gd name="T14" fmla="*/ 1 w 1058"/>
                  <a:gd name="T15" fmla="*/ 27 h 181"/>
                  <a:gd name="T16" fmla="*/ 11 w 1058"/>
                  <a:gd name="T17" fmla="*/ 15 h 181"/>
                  <a:gd name="T18" fmla="*/ 267 w 1058"/>
                  <a:gd name="T19" fmla="*/ 1 h 181"/>
                  <a:gd name="T20" fmla="*/ 628 w 1058"/>
                  <a:gd name="T21" fmla="*/ 34 h 181"/>
                  <a:gd name="T22" fmla="*/ 893 w 1058"/>
                  <a:gd name="T23" fmla="*/ 101 h 181"/>
                  <a:gd name="T24" fmla="*/ 1050 w 1058"/>
                  <a:gd name="T25" fmla="*/ 159 h 181"/>
                  <a:gd name="T26" fmla="*/ 1056 w 1058"/>
                  <a:gd name="T27" fmla="*/ 174 h 181"/>
                  <a:gd name="T28" fmla="*/ 1045 w 1058"/>
                  <a:gd name="T2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8" h="181">
                    <a:moveTo>
                      <a:pt x="1045" y="181"/>
                    </a:moveTo>
                    <a:lnTo>
                      <a:pt x="1045" y="181"/>
                    </a:lnTo>
                    <a:cubicBezTo>
                      <a:pt x="1044" y="181"/>
                      <a:pt x="1042" y="180"/>
                      <a:pt x="1041" y="180"/>
                    </a:cubicBezTo>
                    <a:cubicBezTo>
                      <a:pt x="990" y="158"/>
                      <a:pt x="938" y="139"/>
                      <a:pt x="886" y="122"/>
                    </a:cubicBezTo>
                    <a:cubicBezTo>
                      <a:pt x="801" y="94"/>
                      <a:pt x="713" y="72"/>
                      <a:pt x="624" y="56"/>
                    </a:cubicBezTo>
                    <a:cubicBezTo>
                      <a:pt x="507" y="35"/>
                      <a:pt x="387" y="24"/>
                      <a:pt x="267" y="23"/>
                    </a:cubicBezTo>
                    <a:cubicBezTo>
                      <a:pt x="182" y="23"/>
                      <a:pt x="97" y="27"/>
                      <a:pt x="14" y="37"/>
                    </a:cubicBezTo>
                    <a:cubicBezTo>
                      <a:pt x="7" y="38"/>
                      <a:pt x="2" y="33"/>
                      <a:pt x="1" y="27"/>
                    </a:cubicBezTo>
                    <a:cubicBezTo>
                      <a:pt x="0" y="21"/>
                      <a:pt x="5" y="15"/>
                      <a:pt x="11" y="15"/>
                    </a:cubicBezTo>
                    <a:cubicBezTo>
                      <a:pt x="95" y="5"/>
                      <a:pt x="181" y="0"/>
                      <a:pt x="267" y="1"/>
                    </a:cubicBezTo>
                    <a:cubicBezTo>
                      <a:pt x="388" y="1"/>
                      <a:pt x="510" y="12"/>
                      <a:pt x="628" y="34"/>
                    </a:cubicBezTo>
                    <a:cubicBezTo>
                      <a:pt x="718" y="50"/>
                      <a:pt x="807" y="72"/>
                      <a:pt x="893" y="101"/>
                    </a:cubicBezTo>
                    <a:cubicBezTo>
                      <a:pt x="946" y="118"/>
                      <a:pt x="999" y="137"/>
                      <a:pt x="1050" y="159"/>
                    </a:cubicBezTo>
                    <a:cubicBezTo>
                      <a:pt x="1055" y="161"/>
                      <a:pt x="1058" y="168"/>
                      <a:pt x="1056" y="174"/>
                    </a:cubicBezTo>
                    <a:cubicBezTo>
                      <a:pt x="1054" y="178"/>
                      <a:pt x="1050" y="181"/>
                      <a:pt x="1045" y="181"/>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3" name="Freeform 108">
                <a:extLst>
                  <a:ext uri="{FF2B5EF4-FFF2-40B4-BE49-F238E27FC236}">
                    <a16:creationId xmlns:a16="http://schemas.microsoft.com/office/drawing/2014/main" id="{0C8D836A-07A3-1E15-9575-ABFEAAF65BB8}"/>
                  </a:ext>
                </a:extLst>
              </p:cNvPr>
              <p:cNvSpPr>
                <a:spLocks/>
              </p:cNvSpPr>
              <p:nvPr/>
            </p:nvSpPr>
            <p:spPr bwMode="auto">
              <a:xfrm>
                <a:off x="2046" y="1341"/>
                <a:ext cx="734" cy="511"/>
              </a:xfrm>
              <a:custGeom>
                <a:avLst/>
                <a:gdLst>
                  <a:gd name="T0" fmla="*/ 13 w 1689"/>
                  <a:gd name="T1" fmla="*/ 1174 h 1174"/>
                  <a:gd name="T2" fmla="*/ 13 w 1689"/>
                  <a:gd name="T3" fmla="*/ 1174 h 1174"/>
                  <a:gd name="T4" fmla="*/ 8 w 1689"/>
                  <a:gd name="T5" fmla="*/ 1173 h 1174"/>
                  <a:gd name="T6" fmla="*/ 3 w 1689"/>
                  <a:gd name="T7" fmla="*/ 1158 h 1174"/>
                  <a:gd name="T8" fmla="*/ 145 w 1689"/>
                  <a:gd name="T9" fmla="*/ 924 h 1174"/>
                  <a:gd name="T10" fmla="*/ 421 w 1689"/>
                  <a:gd name="T11" fmla="*/ 600 h 1174"/>
                  <a:gd name="T12" fmla="*/ 720 w 1689"/>
                  <a:gd name="T13" fmla="*/ 357 h 1174"/>
                  <a:gd name="T14" fmla="*/ 1035 w 1689"/>
                  <a:gd name="T15" fmla="*/ 181 h 1174"/>
                  <a:gd name="T16" fmla="*/ 1186 w 1689"/>
                  <a:gd name="T17" fmla="*/ 119 h 1174"/>
                  <a:gd name="T18" fmla="*/ 1417 w 1689"/>
                  <a:gd name="T19" fmla="*/ 48 h 1174"/>
                  <a:gd name="T20" fmla="*/ 1676 w 1689"/>
                  <a:gd name="T21" fmla="*/ 1 h 1174"/>
                  <a:gd name="T22" fmla="*/ 1689 w 1689"/>
                  <a:gd name="T23" fmla="*/ 11 h 1174"/>
                  <a:gd name="T24" fmla="*/ 1679 w 1689"/>
                  <a:gd name="T25" fmla="*/ 24 h 1174"/>
                  <a:gd name="T26" fmla="*/ 1422 w 1689"/>
                  <a:gd name="T27" fmla="*/ 70 h 1174"/>
                  <a:gd name="T28" fmla="*/ 1194 w 1689"/>
                  <a:gd name="T29" fmla="*/ 140 h 1174"/>
                  <a:gd name="T30" fmla="*/ 1044 w 1689"/>
                  <a:gd name="T31" fmla="*/ 201 h 1174"/>
                  <a:gd name="T32" fmla="*/ 733 w 1689"/>
                  <a:gd name="T33" fmla="*/ 376 h 1174"/>
                  <a:gd name="T34" fmla="*/ 437 w 1689"/>
                  <a:gd name="T35" fmla="*/ 616 h 1174"/>
                  <a:gd name="T36" fmla="*/ 164 w 1689"/>
                  <a:gd name="T37" fmla="*/ 937 h 1174"/>
                  <a:gd name="T38" fmla="*/ 23 w 1689"/>
                  <a:gd name="T39" fmla="*/ 1168 h 1174"/>
                  <a:gd name="T40" fmla="*/ 13 w 1689"/>
                  <a:gd name="T41" fmla="*/ 1174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89" h="1174">
                    <a:moveTo>
                      <a:pt x="13" y="1174"/>
                    </a:moveTo>
                    <a:lnTo>
                      <a:pt x="13" y="1174"/>
                    </a:lnTo>
                    <a:cubicBezTo>
                      <a:pt x="11" y="1174"/>
                      <a:pt x="9" y="1174"/>
                      <a:pt x="8" y="1173"/>
                    </a:cubicBezTo>
                    <a:cubicBezTo>
                      <a:pt x="2" y="1170"/>
                      <a:pt x="0" y="1163"/>
                      <a:pt x="3" y="1158"/>
                    </a:cubicBezTo>
                    <a:cubicBezTo>
                      <a:pt x="45" y="1077"/>
                      <a:pt x="93" y="999"/>
                      <a:pt x="145" y="924"/>
                    </a:cubicBezTo>
                    <a:cubicBezTo>
                      <a:pt x="226" y="808"/>
                      <a:pt x="319" y="699"/>
                      <a:pt x="421" y="600"/>
                    </a:cubicBezTo>
                    <a:cubicBezTo>
                      <a:pt x="513" y="511"/>
                      <a:pt x="614" y="429"/>
                      <a:pt x="720" y="357"/>
                    </a:cubicBezTo>
                    <a:cubicBezTo>
                      <a:pt x="820" y="290"/>
                      <a:pt x="925" y="231"/>
                      <a:pt x="1035" y="181"/>
                    </a:cubicBezTo>
                    <a:cubicBezTo>
                      <a:pt x="1084" y="158"/>
                      <a:pt x="1135" y="137"/>
                      <a:pt x="1186" y="119"/>
                    </a:cubicBezTo>
                    <a:cubicBezTo>
                      <a:pt x="1261" y="91"/>
                      <a:pt x="1339" y="67"/>
                      <a:pt x="1417" y="48"/>
                    </a:cubicBezTo>
                    <a:cubicBezTo>
                      <a:pt x="1502" y="27"/>
                      <a:pt x="1589" y="11"/>
                      <a:pt x="1676" y="1"/>
                    </a:cubicBezTo>
                    <a:cubicBezTo>
                      <a:pt x="1682" y="0"/>
                      <a:pt x="1688" y="5"/>
                      <a:pt x="1689" y="11"/>
                    </a:cubicBezTo>
                    <a:cubicBezTo>
                      <a:pt x="1689" y="17"/>
                      <a:pt x="1685" y="23"/>
                      <a:pt x="1679" y="24"/>
                    </a:cubicBezTo>
                    <a:cubicBezTo>
                      <a:pt x="1592" y="34"/>
                      <a:pt x="1506" y="50"/>
                      <a:pt x="1422" y="70"/>
                    </a:cubicBezTo>
                    <a:cubicBezTo>
                      <a:pt x="1345" y="89"/>
                      <a:pt x="1268" y="113"/>
                      <a:pt x="1194" y="140"/>
                    </a:cubicBezTo>
                    <a:cubicBezTo>
                      <a:pt x="1143" y="158"/>
                      <a:pt x="1093" y="179"/>
                      <a:pt x="1044" y="201"/>
                    </a:cubicBezTo>
                    <a:cubicBezTo>
                      <a:pt x="936" y="251"/>
                      <a:pt x="831" y="310"/>
                      <a:pt x="733" y="376"/>
                    </a:cubicBezTo>
                    <a:cubicBezTo>
                      <a:pt x="628" y="447"/>
                      <a:pt x="528" y="528"/>
                      <a:pt x="437" y="616"/>
                    </a:cubicBezTo>
                    <a:cubicBezTo>
                      <a:pt x="336" y="714"/>
                      <a:pt x="244" y="822"/>
                      <a:pt x="164" y="937"/>
                    </a:cubicBezTo>
                    <a:cubicBezTo>
                      <a:pt x="112" y="1011"/>
                      <a:pt x="65" y="1089"/>
                      <a:pt x="23" y="1168"/>
                    </a:cubicBezTo>
                    <a:cubicBezTo>
                      <a:pt x="21" y="1172"/>
                      <a:pt x="17" y="1174"/>
                      <a:pt x="13" y="1174"/>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4" name="Freeform 109">
                <a:extLst>
                  <a:ext uri="{FF2B5EF4-FFF2-40B4-BE49-F238E27FC236}">
                    <a16:creationId xmlns:a16="http://schemas.microsoft.com/office/drawing/2014/main" id="{9E7CFF52-BCFD-0F2A-EB2D-B599F50B0A69}"/>
                  </a:ext>
                </a:extLst>
              </p:cNvPr>
              <p:cNvSpPr>
                <a:spLocks/>
              </p:cNvSpPr>
              <p:nvPr/>
            </p:nvSpPr>
            <p:spPr bwMode="auto">
              <a:xfrm>
                <a:off x="1943" y="2365"/>
                <a:ext cx="31" cy="140"/>
              </a:xfrm>
              <a:custGeom>
                <a:avLst/>
                <a:gdLst>
                  <a:gd name="T0" fmla="*/ 59 w 71"/>
                  <a:gd name="T1" fmla="*/ 322 h 322"/>
                  <a:gd name="T2" fmla="*/ 59 w 71"/>
                  <a:gd name="T3" fmla="*/ 322 h 322"/>
                  <a:gd name="T4" fmla="*/ 47 w 71"/>
                  <a:gd name="T5" fmla="*/ 313 h 322"/>
                  <a:gd name="T6" fmla="*/ 0 w 71"/>
                  <a:gd name="T7" fmla="*/ 13 h 322"/>
                  <a:gd name="T8" fmla="*/ 10 w 71"/>
                  <a:gd name="T9" fmla="*/ 1 h 322"/>
                  <a:gd name="T10" fmla="*/ 22 w 71"/>
                  <a:gd name="T11" fmla="*/ 11 h 322"/>
                  <a:gd name="T12" fmla="*/ 70 w 71"/>
                  <a:gd name="T13" fmla="*/ 308 h 322"/>
                  <a:gd name="T14" fmla="*/ 61 w 71"/>
                  <a:gd name="T15" fmla="*/ 322 h 322"/>
                  <a:gd name="T16" fmla="*/ 59 w 71"/>
                  <a:gd name="T17" fmla="*/ 32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322">
                    <a:moveTo>
                      <a:pt x="59" y="322"/>
                    </a:moveTo>
                    <a:lnTo>
                      <a:pt x="59" y="322"/>
                    </a:lnTo>
                    <a:cubicBezTo>
                      <a:pt x="53" y="322"/>
                      <a:pt x="49" y="319"/>
                      <a:pt x="47" y="313"/>
                    </a:cubicBezTo>
                    <a:cubicBezTo>
                      <a:pt x="25" y="215"/>
                      <a:pt x="9" y="114"/>
                      <a:pt x="0" y="13"/>
                    </a:cubicBezTo>
                    <a:cubicBezTo>
                      <a:pt x="0" y="7"/>
                      <a:pt x="4" y="2"/>
                      <a:pt x="10" y="1"/>
                    </a:cubicBezTo>
                    <a:cubicBezTo>
                      <a:pt x="16" y="0"/>
                      <a:pt x="22" y="5"/>
                      <a:pt x="22" y="11"/>
                    </a:cubicBezTo>
                    <a:cubicBezTo>
                      <a:pt x="31" y="111"/>
                      <a:pt x="47" y="211"/>
                      <a:pt x="70" y="308"/>
                    </a:cubicBezTo>
                    <a:cubicBezTo>
                      <a:pt x="71" y="314"/>
                      <a:pt x="67" y="320"/>
                      <a:pt x="61" y="322"/>
                    </a:cubicBezTo>
                    <a:cubicBezTo>
                      <a:pt x="60" y="322"/>
                      <a:pt x="59" y="322"/>
                      <a:pt x="59" y="322"/>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5" name="Freeform 110">
                <a:extLst>
                  <a:ext uri="{FF2B5EF4-FFF2-40B4-BE49-F238E27FC236}">
                    <a16:creationId xmlns:a16="http://schemas.microsoft.com/office/drawing/2014/main" id="{1D37C8FC-ED8C-79BC-2674-49CCC98A1362}"/>
                  </a:ext>
                </a:extLst>
              </p:cNvPr>
              <p:cNvSpPr>
                <a:spLocks/>
              </p:cNvSpPr>
              <p:nvPr/>
            </p:nvSpPr>
            <p:spPr bwMode="auto">
              <a:xfrm>
                <a:off x="2031" y="2689"/>
                <a:ext cx="558" cy="497"/>
              </a:xfrm>
              <a:custGeom>
                <a:avLst/>
                <a:gdLst>
                  <a:gd name="T0" fmla="*/ 1271 w 1284"/>
                  <a:gd name="T1" fmla="*/ 1143 h 1143"/>
                  <a:gd name="T2" fmla="*/ 1271 w 1284"/>
                  <a:gd name="T3" fmla="*/ 1143 h 1143"/>
                  <a:gd name="T4" fmla="*/ 1267 w 1284"/>
                  <a:gd name="T5" fmla="*/ 1142 h 1143"/>
                  <a:gd name="T6" fmla="*/ 1024 w 1284"/>
                  <a:gd name="T7" fmla="*/ 1042 h 1143"/>
                  <a:gd name="T8" fmla="*/ 749 w 1284"/>
                  <a:gd name="T9" fmla="*/ 883 h 1143"/>
                  <a:gd name="T10" fmla="*/ 511 w 1284"/>
                  <a:gd name="T11" fmla="*/ 697 h 1143"/>
                  <a:gd name="T12" fmla="*/ 319 w 1284"/>
                  <a:gd name="T13" fmla="*/ 500 h 1143"/>
                  <a:gd name="T14" fmla="*/ 159 w 1284"/>
                  <a:gd name="T15" fmla="*/ 290 h 1143"/>
                  <a:gd name="T16" fmla="*/ 3 w 1284"/>
                  <a:gd name="T17" fmla="*/ 18 h 1143"/>
                  <a:gd name="T18" fmla="*/ 9 w 1284"/>
                  <a:gd name="T19" fmla="*/ 3 h 1143"/>
                  <a:gd name="T20" fmla="*/ 24 w 1284"/>
                  <a:gd name="T21" fmla="*/ 8 h 1143"/>
                  <a:gd name="T22" fmla="*/ 178 w 1284"/>
                  <a:gd name="T23" fmla="*/ 278 h 1143"/>
                  <a:gd name="T24" fmla="*/ 336 w 1284"/>
                  <a:gd name="T25" fmla="*/ 486 h 1143"/>
                  <a:gd name="T26" fmla="*/ 526 w 1284"/>
                  <a:gd name="T27" fmla="*/ 680 h 1143"/>
                  <a:gd name="T28" fmla="*/ 762 w 1284"/>
                  <a:gd name="T29" fmla="*/ 864 h 1143"/>
                  <a:gd name="T30" fmla="*/ 1034 w 1284"/>
                  <a:gd name="T31" fmla="*/ 1022 h 1143"/>
                  <a:gd name="T32" fmla="*/ 1275 w 1284"/>
                  <a:gd name="T33" fmla="*/ 1121 h 1143"/>
                  <a:gd name="T34" fmla="*/ 1282 w 1284"/>
                  <a:gd name="T35" fmla="*/ 1135 h 1143"/>
                  <a:gd name="T36" fmla="*/ 1271 w 1284"/>
                  <a:gd name="T37" fmla="*/ 114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4" h="1143">
                    <a:moveTo>
                      <a:pt x="1271" y="1143"/>
                    </a:moveTo>
                    <a:lnTo>
                      <a:pt x="1271" y="1143"/>
                    </a:lnTo>
                    <a:cubicBezTo>
                      <a:pt x="1270" y="1143"/>
                      <a:pt x="1269" y="1143"/>
                      <a:pt x="1267" y="1142"/>
                    </a:cubicBezTo>
                    <a:cubicBezTo>
                      <a:pt x="1185" y="1114"/>
                      <a:pt x="1103" y="1080"/>
                      <a:pt x="1024" y="1042"/>
                    </a:cubicBezTo>
                    <a:cubicBezTo>
                      <a:pt x="929" y="996"/>
                      <a:pt x="836" y="943"/>
                      <a:pt x="749" y="883"/>
                    </a:cubicBezTo>
                    <a:cubicBezTo>
                      <a:pt x="666" y="827"/>
                      <a:pt x="586" y="764"/>
                      <a:pt x="511" y="697"/>
                    </a:cubicBezTo>
                    <a:cubicBezTo>
                      <a:pt x="443" y="636"/>
                      <a:pt x="379" y="570"/>
                      <a:pt x="319" y="500"/>
                    </a:cubicBezTo>
                    <a:cubicBezTo>
                      <a:pt x="262" y="434"/>
                      <a:pt x="208" y="363"/>
                      <a:pt x="159" y="290"/>
                    </a:cubicBezTo>
                    <a:cubicBezTo>
                      <a:pt x="101" y="204"/>
                      <a:pt x="48" y="112"/>
                      <a:pt x="3" y="18"/>
                    </a:cubicBezTo>
                    <a:cubicBezTo>
                      <a:pt x="0" y="12"/>
                      <a:pt x="3" y="5"/>
                      <a:pt x="9" y="3"/>
                    </a:cubicBezTo>
                    <a:cubicBezTo>
                      <a:pt x="14" y="0"/>
                      <a:pt x="21" y="2"/>
                      <a:pt x="24" y="8"/>
                    </a:cubicBezTo>
                    <a:cubicBezTo>
                      <a:pt x="68" y="101"/>
                      <a:pt x="120" y="192"/>
                      <a:pt x="178" y="278"/>
                    </a:cubicBezTo>
                    <a:cubicBezTo>
                      <a:pt x="226" y="350"/>
                      <a:pt x="280" y="420"/>
                      <a:pt x="336" y="486"/>
                    </a:cubicBezTo>
                    <a:cubicBezTo>
                      <a:pt x="395" y="554"/>
                      <a:pt x="459" y="619"/>
                      <a:pt x="526" y="680"/>
                    </a:cubicBezTo>
                    <a:cubicBezTo>
                      <a:pt x="600" y="747"/>
                      <a:pt x="679" y="809"/>
                      <a:pt x="762" y="864"/>
                    </a:cubicBezTo>
                    <a:cubicBezTo>
                      <a:pt x="848" y="923"/>
                      <a:pt x="940" y="976"/>
                      <a:pt x="1034" y="1022"/>
                    </a:cubicBezTo>
                    <a:cubicBezTo>
                      <a:pt x="1112" y="1059"/>
                      <a:pt x="1193" y="1093"/>
                      <a:pt x="1275" y="1121"/>
                    </a:cubicBezTo>
                    <a:cubicBezTo>
                      <a:pt x="1281" y="1123"/>
                      <a:pt x="1284" y="1129"/>
                      <a:pt x="1282" y="1135"/>
                    </a:cubicBezTo>
                    <a:cubicBezTo>
                      <a:pt x="1280" y="1140"/>
                      <a:pt x="1276" y="1143"/>
                      <a:pt x="1271" y="1143"/>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6" name="Freeform 111">
                <a:extLst>
                  <a:ext uri="{FF2B5EF4-FFF2-40B4-BE49-F238E27FC236}">
                    <a16:creationId xmlns:a16="http://schemas.microsoft.com/office/drawing/2014/main" id="{DD4C92C4-62CC-C564-17E6-0333BC26F395}"/>
                  </a:ext>
                </a:extLst>
              </p:cNvPr>
              <p:cNvSpPr>
                <a:spLocks/>
              </p:cNvSpPr>
              <p:nvPr/>
            </p:nvSpPr>
            <p:spPr bwMode="auto">
              <a:xfrm>
                <a:off x="2773" y="3143"/>
                <a:ext cx="510" cy="94"/>
              </a:xfrm>
              <a:custGeom>
                <a:avLst/>
                <a:gdLst>
                  <a:gd name="T0" fmla="*/ 267 w 1172"/>
                  <a:gd name="T1" fmla="*/ 215 h 215"/>
                  <a:gd name="T2" fmla="*/ 267 w 1172"/>
                  <a:gd name="T3" fmla="*/ 215 h 215"/>
                  <a:gd name="T4" fmla="*/ 263 w 1172"/>
                  <a:gd name="T5" fmla="*/ 215 h 215"/>
                  <a:gd name="T6" fmla="*/ 11 w 1172"/>
                  <a:gd name="T7" fmla="*/ 201 h 215"/>
                  <a:gd name="T8" fmla="*/ 1 w 1172"/>
                  <a:gd name="T9" fmla="*/ 188 h 215"/>
                  <a:gd name="T10" fmla="*/ 14 w 1172"/>
                  <a:gd name="T11" fmla="*/ 178 h 215"/>
                  <a:gd name="T12" fmla="*/ 263 w 1172"/>
                  <a:gd name="T13" fmla="*/ 193 h 215"/>
                  <a:gd name="T14" fmla="*/ 519 w 1172"/>
                  <a:gd name="T15" fmla="*/ 178 h 215"/>
                  <a:gd name="T16" fmla="*/ 725 w 1172"/>
                  <a:gd name="T17" fmla="*/ 144 h 215"/>
                  <a:gd name="T18" fmla="*/ 934 w 1172"/>
                  <a:gd name="T19" fmla="*/ 88 h 215"/>
                  <a:gd name="T20" fmla="*/ 1154 w 1172"/>
                  <a:gd name="T21" fmla="*/ 3 h 215"/>
                  <a:gd name="T22" fmla="*/ 1170 w 1172"/>
                  <a:gd name="T23" fmla="*/ 9 h 215"/>
                  <a:gd name="T24" fmla="*/ 1164 w 1172"/>
                  <a:gd name="T25" fmla="*/ 24 h 215"/>
                  <a:gd name="T26" fmla="*/ 941 w 1172"/>
                  <a:gd name="T27" fmla="*/ 110 h 215"/>
                  <a:gd name="T28" fmla="*/ 730 w 1172"/>
                  <a:gd name="T29" fmla="*/ 166 h 215"/>
                  <a:gd name="T30" fmla="*/ 522 w 1172"/>
                  <a:gd name="T31" fmla="*/ 201 h 215"/>
                  <a:gd name="T32" fmla="*/ 267 w 1172"/>
                  <a:gd name="T33"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2" h="215">
                    <a:moveTo>
                      <a:pt x="267" y="215"/>
                    </a:moveTo>
                    <a:lnTo>
                      <a:pt x="267" y="215"/>
                    </a:lnTo>
                    <a:lnTo>
                      <a:pt x="263" y="215"/>
                    </a:lnTo>
                    <a:cubicBezTo>
                      <a:pt x="179" y="215"/>
                      <a:pt x="94" y="210"/>
                      <a:pt x="11" y="201"/>
                    </a:cubicBezTo>
                    <a:cubicBezTo>
                      <a:pt x="5" y="200"/>
                      <a:pt x="0" y="194"/>
                      <a:pt x="1" y="188"/>
                    </a:cubicBezTo>
                    <a:cubicBezTo>
                      <a:pt x="2" y="182"/>
                      <a:pt x="7" y="177"/>
                      <a:pt x="14" y="178"/>
                    </a:cubicBezTo>
                    <a:cubicBezTo>
                      <a:pt x="96" y="188"/>
                      <a:pt x="180" y="193"/>
                      <a:pt x="263" y="193"/>
                    </a:cubicBezTo>
                    <a:cubicBezTo>
                      <a:pt x="348" y="193"/>
                      <a:pt x="435" y="188"/>
                      <a:pt x="519" y="178"/>
                    </a:cubicBezTo>
                    <a:cubicBezTo>
                      <a:pt x="588" y="170"/>
                      <a:pt x="658" y="159"/>
                      <a:pt x="725" y="144"/>
                    </a:cubicBezTo>
                    <a:cubicBezTo>
                      <a:pt x="796" y="129"/>
                      <a:pt x="866" y="110"/>
                      <a:pt x="934" y="88"/>
                    </a:cubicBezTo>
                    <a:cubicBezTo>
                      <a:pt x="1009" y="64"/>
                      <a:pt x="1083" y="35"/>
                      <a:pt x="1154" y="3"/>
                    </a:cubicBezTo>
                    <a:cubicBezTo>
                      <a:pt x="1160" y="0"/>
                      <a:pt x="1167" y="3"/>
                      <a:pt x="1170" y="9"/>
                    </a:cubicBezTo>
                    <a:cubicBezTo>
                      <a:pt x="1172" y="14"/>
                      <a:pt x="1170" y="21"/>
                      <a:pt x="1164" y="24"/>
                    </a:cubicBezTo>
                    <a:cubicBezTo>
                      <a:pt x="1091" y="56"/>
                      <a:pt x="1016" y="85"/>
                      <a:pt x="941" y="110"/>
                    </a:cubicBezTo>
                    <a:cubicBezTo>
                      <a:pt x="872" y="132"/>
                      <a:pt x="801" y="151"/>
                      <a:pt x="730" y="166"/>
                    </a:cubicBezTo>
                    <a:cubicBezTo>
                      <a:pt x="662" y="181"/>
                      <a:pt x="592" y="193"/>
                      <a:pt x="522" y="201"/>
                    </a:cubicBezTo>
                    <a:cubicBezTo>
                      <a:pt x="438" y="210"/>
                      <a:pt x="352" y="215"/>
                      <a:pt x="267" y="215"/>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7" name="Freeform 112">
                <a:extLst>
                  <a:ext uri="{FF2B5EF4-FFF2-40B4-BE49-F238E27FC236}">
                    <a16:creationId xmlns:a16="http://schemas.microsoft.com/office/drawing/2014/main" id="{C57A2561-11B4-4989-1E80-EE2B991BB9CA}"/>
                  </a:ext>
                </a:extLst>
              </p:cNvPr>
              <p:cNvSpPr>
                <a:spLocks/>
              </p:cNvSpPr>
              <p:nvPr/>
            </p:nvSpPr>
            <p:spPr bwMode="auto">
              <a:xfrm>
                <a:off x="3503" y="2921"/>
                <a:ext cx="88" cy="85"/>
              </a:xfrm>
              <a:custGeom>
                <a:avLst/>
                <a:gdLst>
                  <a:gd name="T0" fmla="*/ 12 w 203"/>
                  <a:gd name="T1" fmla="*/ 196 h 196"/>
                  <a:gd name="T2" fmla="*/ 12 w 203"/>
                  <a:gd name="T3" fmla="*/ 196 h 196"/>
                  <a:gd name="T4" fmla="*/ 4 w 203"/>
                  <a:gd name="T5" fmla="*/ 192 h 196"/>
                  <a:gd name="T6" fmla="*/ 5 w 203"/>
                  <a:gd name="T7" fmla="*/ 176 h 196"/>
                  <a:gd name="T8" fmla="*/ 182 w 203"/>
                  <a:gd name="T9" fmla="*/ 5 h 196"/>
                  <a:gd name="T10" fmla="*/ 198 w 203"/>
                  <a:gd name="T11" fmla="*/ 4 h 196"/>
                  <a:gd name="T12" fmla="*/ 198 w 203"/>
                  <a:gd name="T13" fmla="*/ 20 h 196"/>
                  <a:gd name="T14" fmla="*/ 20 w 203"/>
                  <a:gd name="T15" fmla="*/ 193 h 196"/>
                  <a:gd name="T16" fmla="*/ 12 w 203"/>
                  <a:gd name="T17" fmla="*/ 1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196">
                    <a:moveTo>
                      <a:pt x="12" y="196"/>
                    </a:moveTo>
                    <a:lnTo>
                      <a:pt x="12" y="196"/>
                    </a:lnTo>
                    <a:cubicBezTo>
                      <a:pt x="9" y="196"/>
                      <a:pt x="6" y="194"/>
                      <a:pt x="4" y="192"/>
                    </a:cubicBezTo>
                    <a:cubicBezTo>
                      <a:pt x="0" y="187"/>
                      <a:pt x="0" y="180"/>
                      <a:pt x="5" y="176"/>
                    </a:cubicBezTo>
                    <a:cubicBezTo>
                      <a:pt x="67" y="122"/>
                      <a:pt x="126" y="65"/>
                      <a:pt x="182" y="5"/>
                    </a:cubicBezTo>
                    <a:cubicBezTo>
                      <a:pt x="186" y="0"/>
                      <a:pt x="193" y="0"/>
                      <a:pt x="198" y="4"/>
                    </a:cubicBezTo>
                    <a:cubicBezTo>
                      <a:pt x="202" y="8"/>
                      <a:pt x="203" y="15"/>
                      <a:pt x="198" y="20"/>
                    </a:cubicBezTo>
                    <a:cubicBezTo>
                      <a:pt x="142" y="81"/>
                      <a:pt x="82" y="139"/>
                      <a:pt x="20" y="193"/>
                    </a:cubicBezTo>
                    <a:cubicBezTo>
                      <a:pt x="18" y="195"/>
                      <a:pt x="15" y="196"/>
                      <a:pt x="12" y="196"/>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8" name="Freeform 113">
                <a:extLst>
                  <a:ext uri="{FF2B5EF4-FFF2-40B4-BE49-F238E27FC236}">
                    <a16:creationId xmlns:a16="http://schemas.microsoft.com/office/drawing/2014/main" id="{409B8C5A-D64D-601C-8F87-68CF2EDA6C4E}"/>
                  </a:ext>
                </a:extLst>
              </p:cNvPr>
              <p:cNvSpPr>
                <a:spLocks/>
              </p:cNvSpPr>
              <p:nvPr/>
            </p:nvSpPr>
            <p:spPr bwMode="auto">
              <a:xfrm>
                <a:off x="3743" y="2283"/>
                <a:ext cx="97" cy="404"/>
              </a:xfrm>
              <a:custGeom>
                <a:avLst/>
                <a:gdLst>
                  <a:gd name="T0" fmla="*/ 13 w 224"/>
                  <a:gd name="T1" fmla="*/ 929 h 929"/>
                  <a:gd name="T2" fmla="*/ 13 w 224"/>
                  <a:gd name="T3" fmla="*/ 929 h 929"/>
                  <a:gd name="T4" fmla="*/ 8 w 224"/>
                  <a:gd name="T5" fmla="*/ 928 h 929"/>
                  <a:gd name="T6" fmla="*/ 3 w 224"/>
                  <a:gd name="T7" fmla="*/ 913 h 929"/>
                  <a:gd name="T8" fmla="*/ 142 w 224"/>
                  <a:gd name="T9" fmla="*/ 511 h 929"/>
                  <a:gd name="T10" fmla="*/ 186 w 224"/>
                  <a:gd name="T11" fmla="*/ 263 h 929"/>
                  <a:gd name="T12" fmla="*/ 202 w 224"/>
                  <a:gd name="T13" fmla="*/ 11 h 929"/>
                  <a:gd name="T14" fmla="*/ 213 w 224"/>
                  <a:gd name="T15" fmla="*/ 0 h 929"/>
                  <a:gd name="T16" fmla="*/ 213 w 224"/>
                  <a:gd name="T17" fmla="*/ 0 h 929"/>
                  <a:gd name="T18" fmla="*/ 224 w 224"/>
                  <a:gd name="T19" fmla="*/ 11 h 929"/>
                  <a:gd name="T20" fmla="*/ 209 w 224"/>
                  <a:gd name="T21" fmla="*/ 266 h 929"/>
                  <a:gd name="T22" fmla="*/ 164 w 224"/>
                  <a:gd name="T23" fmla="*/ 516 h 929"/>
                  <a:gd name="T24" fmla="*/ 23 w 224"/>
                  <a:gd name="T25" fmla="*/ 922 h 929"/>
                  <a:gd name="T26" fmla="*/ 13 w 224"/>
                  <a:gd name="T27" fmla="*/ 929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4" h="929">
                    <a:moveTo>
                      <a:pt x="13" y="929"/>
                    </a:moveTo>
                    <a:lnTo>
                      <a:pt x="13" y="929"/>
                    </a:lnTo>
                    <a:cubicBezTo>
                      <a:pt x="11" y="929"/>
                      <a:pt x="10" y="929"/>
                      <a:pt x="8" y="928"/>
                    </a:cubicBezTo>
                    <a:cubicBezTo>
                      <a:pt x="3" y="925"/>
                      <a:pt x="0" y="919"/>
                      <a:pt x="3" y="913"/>
                    </a:cubicBezTo>
                    <a:cubicBezTo>
                      <a:pt x="62" y="784"/>
                      <a:pt x="109" y="649"/>
                      <a:pt x="142" y="511"/>
                    </a:cubicBezTo>
                    <a:cubicBezTo>
                      <a:pt x="162" y="430"/>
                      <a:pt x="177" y="346"/>
                      <a:pt x="186" y="263"/>
                    </a:cubicBezTo>
                    <a:cubicBezTo>
                      <a:pt x="196" y="180"/>
                      <a:pt x="201" y="95"/>
                      <a:pt x="202" y="11"/>
                    </a:cubicBezTo>
                    <a:cubicBezTo>
                      <a:pt x="202" y="5"/>
                      <a:pt x="207" y="0"/>
                      <a:pt x="213" y="0"/>
                    </a:cubicBezTo>
                    <a:lnTo>
                      <a:pt x="213" y="0"/>
                    </a:lnTo>
                    <a:cubicBezTo>
                      <a:pt x="219" y="0"/>
                      <a:pt x="224" y="5"/>
                      <a:pt x="224" y="11"/>
                    </a:cubicBezTo>
                    <a:cubicBezTo>
                      <a:pt x="224" y="96"/>
                      <a:pt x="219" y="182"/>
                      <a:pt x="209" y="266"/>
                    </a:cubicBezTo>
                    <a:cubicBezTo>
                      <a:pt x="199" y="350"/>
                      <a:pt x="184" y="434"/>
                      <a:pt x="164" y="516"/>
                    </a:cubicBezTo>
                    <a:cubicBezTo>
                      <a:pt x="131" y="655"/>
                      <a:pt x="84" y="792"/>
                      <a:pt x="23" y="922"/>
                    </a:cubicBezTo>
                    <a:cubicBezTo>
                      <a:pt x="21" y="927"/>
                      <a:pt x="17" y="929"/>
                      <a:pt x="13" y="929"/>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39" name="Freeform 114">
                <a:extLst>
                  <a:ext uri="{FF2B5EF4-FFF2-40B4-BE49-F238E27FC236}">
                    <a16:creationId xmlns:a16="http://schemas.microsoft.com/office/drawing/2014/main" id="{BFC5BA4B-BA9E-09E0-A438-72B520630467}"/>
                  </a:ext>
                </a:extLst>
              </p:cNvPr>
              <p:cNvSpPr>
                <a:spLocks/>
              </p:cNvSpPr>
              <p:nvPr/>
            </p:nvSpPr>
            <p:spPr bwMode="auto">
              <a:xfrm>
                <a:off x="3660" y="1739"/>
                <a:ext cx="108" cy="187"/>
              </a:xfrm>
              <a:custGeom>
                <a:avLst/>
                <a:gdLst>
                  <a:gd name="T0" fmla="*/ 235 w 248"/>
                  <a:gd name="T1" fmla="*/ 429 h 429"/>
                  <a:gd name="T2" fmla="*/ 235 w 248"/>
                  <a:gd name="T3" fmla="*/ 429 h 429"/>
                  <a:gd name="T4" fmla="*/ 225 w 248"/>
                  <a:gd name="T5" fmla="*/ 422 h 429"/>
                  <a:gd name="T6" fmla="*/ 3 w 248"/>
                  <a:gd name="T7" fmla="*/ 19 h 429"/>
                  <a:gd name="T8" fmla="*/ 6 w 248"/>
                  <a:gd name="T9" fmla="*/ 3 h 429"/>
                  <a:gd name="T10" fmla="*/ 22 w 248"/>
                  <a:gd name="T11" fmla="*/ 6 h 429"/>
                  <a:gd name="T12" fmla="*/ 246 w 248"/>
                  <a:gd name="T13" fmla="*/ 413 h 429"/>
                  <a:gd name="T14" fmla="*/ 240 w 248"/>
                  <a:gd name="T15" fmla="*/ 428 h 429"/>
                  <a:gd name="T16" fmla="*/ 235 w 248"/>
                  <a:gd name="T17"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8" h="429">
                    <a:moveTo>
                      <a:pt x="235" y="429"/>
                    </a:moveTo>
                    <a:lnTo>
                      <a:pt x="235" y="429"/>
                    </a:lnTo>
                    <a:cubicBezTo>
                      <a:pt x="231" y="429"/>
                      <a:pt x="227" y="426"/>
                      <a:pt x="225" y="422"/>
                    </a:cubicBezTo>
                    <a:cubicBezTo>
                      <a:pt x="166" y="280"/>
                      <a:pt x="91" y="145"/>
                      <a:pt x="3" y="19"/>
                    </a:cubicBezTo>
                    <a:cubicBezTo>
                      <a:pt x="0" y="14"/>
                      <a:pt x="1" y="7"/>
                      <a:pt x="6" y="3"/>
                    </a:cubicBezTo>
                    <a:cubicBezTo>
                      <a:pt x="11" y="0"/>
                      <a:pt x="18" y="1"/>
                      <a:pt x="22" y="6"/>
                    </a:cubicBezTo>
                    <a:cubicBezTo>
                      <a:pt x="111" y="133"/>
                      <a:pt x="186" y="270"/>
                      <a:pt x="246" y="413"/>
                    </a:cubicBezTo>
                    <a:cubicBezTo>
                      <a:pt x="248" y="419"/>
                      <a:pt x="245" y="425"/>
                      <a:pt x="240" y="428"/>
                    </a:cubicBezTo>
                    <a:cubicBezTo>
                      <a:pt x="238" y="428"/>
                      <a:pt x="237" y="429"/>
                      <a:pt x="235" y="429"/>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40" name="Freeform 115">
                <a:extLst>
                  <a:ext uri="{FF2B5EF4-FFF2-40B4-BE49-F238E27FC236}">
                    <a16:creationId xmlns:a16="http://schemas.microsoft.com/office/drawing/2014/main" id="{79B54021-AE67-28F6-F20C-1C3923295946}"/>
                  </a:ext>
                </a:extLst>
              </p:cNvPr>
              <p:cNvSpPr>
                <a:spLocks/>
              </p:cNvSpPr>
              <p:nvPr/>
            </p:nvSpPr>
            <p:spPr bwMode="auto">
              <a:xfrm>
                <a:off x="3054" y="1349"/>
                <a:ext cx="134" cy="41"/>
              </a:xfrm>
              <a:custGeom>
                <a:avLst/>
                <a:gdLst>
                  <a:gd name="T0" fmla="*/ 294 w 307"/>
                  <a:gd name="T1" fmla="*/ 95 h 95"/>
                  <a:gd name="T2" fmla="*/ 294 w 307"/>
                  <a:gd name="T3" fmla="*/ 95 h 95"/>
                  <a:gd name="T4" fmla="*/ 291 w 307"/>
                  <a:gd name="T5" fmla="*/ 94 h 95"/>
                  <a:gd name="T6" fmla="*/ 10 w 307"/>
                  <a:gd name="T7" fmla="*/ 24 h 95"/>
                  <a:gd name="T8" fmla="*/ 1 w 307"/>
                  <a:gd name="T9" fmla="*/ 11 h 95"/>
                  <a:gd name="T10" fmla="*/ 14 w 307"/>
                  <a:gd name="T11" fmla="*/ 1 h 95"/>
                  <a:gd name="T12" fmla="*/ 298 w 307"/>
                  <a:gd name="T13" fmla="*/ 73 h 95"/>
                  <a:gd name="T14" fmla="*/ 305 w 307"/>
                  <a:gd name="T15" fmla="*/ 87 h 95"/>
                  <a:gd name="T16" fmla="*/ 294 w 307"/>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7" h="95">
                    <a:moveTo>
                      <a:pt x="294" y="95"/>
                    </a:moveTo>
                    <a:lnTo>
                      <a:pt x="294" y="95"/>
                    </a:lnTo>
                    <a:cubicBezTo>
                      <a:pt x="293" y="95"/>
                      <a:pt x="292" y="95"/>
                      <a:pt x="291" y="94"/>
                    </a:cubicBezTo>
                    <a:cubicBezTo>
                      <a:pt x="199" y="65"/>
                      <a:pt x="105" y="41"/>
                      <a:pt x="10" y="24"/>
                    </a:cubicBezTo>
                    <a:cubicBezTo>
                      <a:pt x="4" y="23"/>
                      <a:pt x="0" y="17"/>
                      <a:pt x="1" y="11"/>
                    </a:cubicBezTo>
                    <a:cubicBezTo>
                      <a:pt x="2" y="4"/>
                      <a:pt x="8" y="0"/>
                      <a:pt x="14" y="1"/>
                    </a:cubicBezTo>
                    <a:cubicBezTo>
                      <a:pt x="110" y="19"/>
                      <a:pt x="205" y="43"/>
                      <a:pt x="298" y="73"/>
                    </a:cubicBezTo>
                    <a:cubicBezTo>
                      <a:pt x="304" y="75"/>
                      <a:pt x="307" y="81"/>
                      <a:pt x="305" y="87"/>
                    </a:cubicBezTo>
                    <a:cubicBezTo>
                      <a:pt x="303" y="92"/>
                      <a:pt x="299" y="95"/>
                      <a:pt x="294" y="95"/>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41" name="Freeform 116">
                <a:extLst>
                  <a:ext uri="{FF2B5EF4-FFF2-40B4-BE49-F238E27FC236}">
                    <a16:creationId xmlns:a16="http://schemas.microsoft.com/office/drawing/2014/main" id="{2B1E9D51-AC98-3B50-106B-8E1C1FFDFE72}"/>
                  </a:ext>
                </a:extLst>
              </p:cNvPr>
              <p:cNvSpPr>
                <a:spLocks/>
              </p:cNvSpPr>
              <p:nvPr/>
            </p:nvSpPr>
            <p:spPr bwMode="auto">
              <a:xfrm>
                <a:off x="2537" y="1277"/>
                <a:ext cx="963" cy="213"/>
              </a:xfrm>
              <a:custGeom>
                <a:avLst/>
                <a:gdLst>
                  <a:gd name="T0" fmla="*/ 2203 w 2216"/>
                  <a:gd name="T1" fmla="*/ 489 h 489"/>
                  <a:gd name="T2" fmla="*/ 2203 w 2216"/>
                  <a:gd name="T3" fmla="*/ 489 h 489"/>
                  <a:gd name="T4" fmla="*/ 2197 w 2216"/>
                  <a:gd name="T5" fmla="*/ 487 h 489"/>
                  <a:gd name="T6" fmla="*/ 1865 w 2216"/>
                  <a:gd name="T7" fmla="*/ 278 h 489"/>
                  <a:gd name="T8" fmla="*/ 1695 w 2216"/>
                  <a:gd name="T9" fmla="*/ 198 h 489"/>
                  <a:gd name="T10" fmla="*/ 1520 w 2216"/>
                  <a:gd name="T11" fmla="*/ 133 h 489"/>
                  <a:gd name="T12" fmla="*/ 1221 w 2216"/>
                  <a:gd name="T13" fmla="*/ 59 h 489"/>
                  <a:gd name="T14" fmla="*/ 815 w 2216"/>
                  <a:gd name="T15" fmla="*/ 22 h 489"/>
                  <a:gd name="T16" fmla="*/ 531 w 2216"/>
                  <a:gd name="T17" fmla="*/ 39 h 489"/>
                  <a:gd name="T18" fmla="*/ 259 w 2216"/>
                  <a:gd name="T19" fmla="*/ 89 h 489"/>
                  <a:gd name="T20" fmla="*/ 17 w 2216"/>
                  <a:gd name="T21" fmla="*/ 163 h 489"/>
                  <a:gd name="T22" fmla="*/ 2 w 2216"/>
                  <a:gd name="T23" fmla="*/ 156 h 489"/>
                  <a:gd name="T24" fmla="*/ 9 w 2216"/>
                  <a:gd name="T25" fmla="*/ 142 h 489"/>
                  <a:gd name="T26" fmla="*/ 253 w 2216"/>
                  <a:gd name="T27" fmla="*/ 67 h 489"/>
                  <a:gd name="T28" fmla="*/ 528 w 2216"/>
                  <a:gd name="T29" fmla="*/ 16 h 489"/>
                  <a:gd name="T30" fmla="*/ 815 w 2216"/>
                  <a:gd name="T31" fmla="*/ 0 h 489"/>
                  <a:gd name="T32" fmla="*/ 1225 w 2216"/>
                  <a:gd name="T33" fmla="*/ 36 h 489"/>
                  <a:gd name="T34" fmla="*/ 1527 w 2216"/>
                  <a:gd name="T35" fmla="*/ 112 h 489"/>
                  <a:gd name="T36" fmla="*/ 1704 w 2216"/>
                  <a:gd name="T37" fmla="*/ 177 h 489"/>
                  <a:gd name="T38" fmla="*/ 1875 w 2216"/>
                  <a:gd name="T39" fmla="*/ 257 h 489"/>
                  <a:gd name="T40" fmla="*/ 2210 w 2216"/>
                  <a:gd name="T41" fmla="*/ 469 h 489"/>
                  <a:gd name="T42" fmla="*/ 2212 w 2216"/>
                  <a:gd name="T43" fmla="*/ 485 h 489"/>
                  <a:gd name="T44" fmla="*/ 2203 w 2216"/>
                  <a:gd name="T45"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16" h="489">
                    <a:moveTo>
                      <a:pt x="2203" y="489"/>
                    </a:moveTo>
                    <a:lnTo>
                      <a:pt x="2203" y="489"/>
                    </a:lnTo>
                    <a:cubicBezTo>
                      <a:pt x="2201" y="489"/>
                      <a:pt x="2199" y="488"/>
                      <a:pt x="2197" y="487"/>
                    </a:cubicBezTo>
                    <a:cubicBezTo>
                      <a:pt x="2092" y="408"/>
                      <a:pt x="1981" y="337"/>
                      <a:pt x="1865" y="278"/>
                    </a:cubicBezTo>
                    <a:cubicBezTo>
                      <a:pt x="1809" y="249"/>
                      <a:pt x="1752" y="222"/>
                      <a:pt x="1695" y="198"/>
                    </a:cubicBezTo>
                    <a:cubicBezTo>
                      <a:pt x="1638" y="174"/>
                      <a:pt x="1579" y="152"/>
                      <a:pt x="1520" y="133"/>
                    </a:cubicBezTo>
                    <a:cubicBezTo>
                      <a:pt x="1423" y="102"/>
                      <a:pt x="1322" y="77"/>
                      <a:pt x="1221" y="59"/>
                    </a:cubicBezTo>
                    <a:cubicBezTo>
                      <a:pt x="1088" y="35"/>
                      <a:pt x="951" y="22"/>
                      <a:pt x="815" y="22"/>
                    </a:cubicBezTo>
                    <a:cubicBezTo>
                      <a:pt x="720" y="22"/>
                      <a:pt x="624" y="28"/>
                      <a:pt x="531" y="39"/>
                    </a:cubicBezTo>
                    <a:cubicBezTo>
                      <a:pt x="439" y="50"/>
                      <a:pt x="348" y="67"/>
                      <a:pt x="259" y="89"/>
                    </a:cubicBezTo>
                    <a:cubicBezTo>
                      <a:pt x="177" y="109"/>
                      <a:pt x="96" y="134"/>
                      <a:pt x="17" y="163"/>
                    </a:cubicBezTo>
                    <a:cubicBezTo>
                      <a:pt x="11" y="165"/>
                      <a:pt x="4" y="162"/>
                      <a:pt x="2" y="156"/>
                    </a:cubicBezTo>
                    <a:cubicBezTo>
                      <a:pt x="0" y="150"/>
                      <a:pt x="3" y="144"/>
                      <a:pt x="9" y="142"/>
                    </a:cubicBezTo>
                    <a:cubicBezTo>
                      <a:pt x="89" y="112"/>
                      <a:pt x="171" y="87"/>
                      <a:pt x="253" y="67"/>
                    </a:cubicBezTo>
                    <a:cubicBezTo>
                      <a:pt x="343" y="45"/>
                      <a:pt x="436" y="28"/>
                      <a:pt x="528" y="16"/>
                    </a:cubicBezTo>
                    <a:cubicBezTo>
                      <a:pt x="623" y="5"/>
                      <a:pt x="719" y="0"/>
                      <a:pt x="815" y="0"/>
                    </a:cubicBezTo>
                    <a:cubicBezTo>
                      <a:pt x="953" y="1"/>
                      <a:pt x="1091" y="12"/>
                      <a:pt x="1225" y="36"/>
                    </a:cubicBezTo>
                    <a:cubicBezTo>
                      <a:pt x="1327" y="54"/>
                      <a:pt x="1429" y="80"/>
                      <a:pt x="1527" y="112"/>
                    </a:cubicBezTo>
                    <a:cubicBezTo>
                      <a:pt x="1586" y="131"/>
                      <a:pt x="1646" y="153"/>
                      <a:pt x="1704" y="177"/>
                    </a:cubicBezTo>
                    <a:cubicBezTo>
                      <a:pt x="1762" y="201"/>
                      <a:pt x="1819" y="228"/>
                      <a:pt x="1875" y="257"/>
                    </a:cubicBezTo>
                    <a:cubicBezTo>
                      <a:pt x="1992" y="318"/>
                      <a:pt x="2105" y="389"/>
                      <a:pt x="2210" y="469"/>
                    </a:cubicBezTo>
                    <a:cubicBezTo>
                      <a:pt x="2215" y="472"/>
                      <a:pt x="2216" y="480"/>
                      <a:pt x="2212" y="485"/>
                    </a:cubicBezTo>
                    <a:cubicBezTo>
                      <a:pt x="2210" y="488"/>
                      <a:pt x="2207" y="489"/>
                      <a:pt x="2203" y="489"/>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42" name="Freeform 117">
                <a:extLst>
                  <a:ext uri="{FF2B5EF4-FFF2-40B4-BE49-F238E27FC236}">
                    <a16:creationId xmlns:a16="http://schemas.microsoft.com/office/drawing/2014/main" id="{5C5AC900-F800-FD65-D31B-8C514A165A65}"/>
                  </a:ext>
                </a:extLst>
              </p:cNvPr>
              <p:cNvSpPr>
                <a:spLocks/>
              </p:cNvSpPr>
              <p:nvPr/>
            </p:nvSpPr>
            <p:spPr bwMode="auto">
              <a:xfrm>
                <a:off x="1994" y="1448"/>
                <a:ext cx="340" cy="378"/>
              </a:xfrm>
              <a:custGeom>
                <a:avLst/>
                <a:gdLst>
                  <a:gd name="T0" fmla="*/ 13 w 781"/>
                  <a:gd name="T1" fmla="*/ 869 h 869"/>
                  <a:gd name="T2" fmla="*/ 13 w 781"/>
                  <a:gd name="T3" fmla="*/ 869 h 869"/>
                  <a:gd name="T4" fmla="*/ 8 w 781"/>
                  <a:gd name="T5" fmla="*/ 868 h 869"/>
                  <a:gd name="T6" fmla="*/ 3 w 781"/>
                  <a:gd name="T7" fmla="*/ 852 h 869"/>
                  <a:gd name="T8" fmla="*/ 152 w 781"/>
                  <a:gd name="T9" fmla="*/ 606 h 869"/>
                  <a:gd name="T10" fmla="*/ 445 w 781"/>
                  <a:gd name="T11" fmla="*/ 261 h 869"/>
                  <a:gd name="T12" fmla="*/ 762 w 781"/>
                  <a:gd name="T13" fmla="*/ 3 h 869"/>
                  <a:gd name="T14" fmla="*/ 778 w 781"/>
                  <a:gd name="T15" fmla="*/ 6 h 869"/>
                  <a:gd name="T16" fmla="*/ 774 w 781"/>
                  <a:gd name="T17" fmla="*/ 22 h 869"/>
                  <a:gd name="T18" fmla="*/ 460 w 781"/>
                  <a:gd name="T19" fmla="*/ 277 h 869"/>
                  <a:gd name="T20" fmla="*/ 171 w 781"/>
                  <a:gd name="T21" fmla="*/ 619 h 869"/>
                  <a:gd name="T22" fmla="*/ 23 w 781"/>
                  <a:gd name="T23" fmla="*/ 863 h 869"/>
                  <a:gd name="T24" fmla="*/ 13 w 781"/>
                  <a:gd name="T25" fmla="*/ 869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1" h="869">
                    <a:moveTo>
                      <a:pt x="13" y="869"/>
                    </a:moveTo>
                    <a:lnTo>
                      <a:pt x="13" y="869"/>
                    </a:lnTo>
                    <a:cubicBezTo>
                      <a:pt x="11" y="869"/>
                      <a:pt x="9" y="869"/>
                      <a:pt x="8" y="868"/>
                    </a:cubicBezTo>
                    <a:cubicBezTo>
                      <a:pt x="2" y="865"/>
                      <a:pt x="0" y="858"/>
                      <a:pt x="3" y="852"/>
                    </a:cubicBezTo>
                    <a:cubicBezTo>
                      <a:pt x="47" y="768"/>
                      <a:pt x="97" y="685"/>
                      <a:pt x="152" y="606"/>
                    </a:cubicBezTo>
                    <a:cubicBezTo>
                      <a:pt x="238" y="482"/>
                      <a:pt x="336" y="366"/>
                      <a:pt x="445" y="261"/>
                    </a:cubicBezTo>
                    <a:cubicBezTo>
                      <a:pt x="542" y="166"/>
                      <a:pt x="649" y="79"/>
                      <a:pt x="762" y="3"/>
                    </a:cubicBezTo>
                    <a:cubicBezTo>
                      <a:pt x="767" y="0"/>
                      <a:pt x="774" y="1"/>
                      <a:pt x="778" y="6"/>
                    </a:cubicBezTo>
                    <a:cubicBezTo>
                      <a:pt x="781" y="11"/>
                      <a:pt x="780" y="18"/>
                      <a:pt x="774" y="22"/>
                    </a:cubicBezTo>
                    <a:cubicBezTo>
                      <a:pt x="663" y="97"/>
                      <a:pt x="557" y="183"/>
                      <a:pt x="460" y="277"/>
                    </a:cubicBezTo>
                    <a:cubicBezTo>
                      <a:pt x="353" y="381"/>
                      <a:pt x="256" y="496"/>
                      <a:pt x="171" y="619"/>
                    </a:cubicBezTo>
                    <a:cubicBezTo>
                      <a:pt x="117" y="697"/>
                      <a:pt x="67" y="779"/>
                      <a:pt x="23" y="863"/>
                    </a:cubicBezTo>
                    <a:cubicBezTo>
                      <a:pt x="21" y="867"/>
                      <a:pt x="17" y="869"/>
                      <a:pt x="13" y="869"/>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43" name="Freeform 118">
                <a:extLst>
                  <a:ext uri="{FF2B5EF4-FFF2-40B4-BE49-F238E27FC236}">
                    <a16:creationId xmlns:a16="http://schemas.microsoft.com/office/drawing/2014/main" id="{EDF4E954-1C3C-17E7-0E5C-3DFAA5F5933C}"/>
                  </a:ext>
                </a:extLst>
              </p:cNvPr>
              <p:cNvSpPr>
                <a:spLocks/>
              </p:cNvSpPr>
              <p:nvPr/>
            </p:nvSpPr>
            <p:spPr bwMode="auto">
              <a:xfrm>
                <a:off x="1980" y="2715"/>
                <a:ext cx="480" cy="481"/>
              </a:xfrm>
              <a:custGeom>
                <a:avLst/>
                <a:gdLst>
                  <a:gd name="T0" fmla="*/ 1092 w 1105"/>
                  <a:gd name="T1" fmla="*/ 1104 h 1104"/>
                  <a:gd name="T2" fmla="*/ 1092 w 1105"/>
                  <a:gd name="T3" fmla="*/ 1104 h 1104"/>
                  <a:gd name="T4" fmla="*/ 1087 w 1105"/>
                  <a:gd name="T5" fmla="*/ 1103 h 1104"/>
                  <a:gd name="T6" fmla="*/ 795 w 1105"/>
                  <a:gd name="T7" fmla="*/ 935 h 1104"/>
                  <a:gd name="T8" fmla="*/ 542 w 1105"/>
                  <a:gd name="T9" fmla="*/ 737 h 1104"/>
                  <a:gd name="T10" fmla="*/ 338 w 1105"/>
                  <a:gd name="T11" fmla="*/ 529 h 1104"/>
                  <a:gd name="T12" fmla="*/ 168 w 1105"/>
                  <a:gd name="T13" fmla="*/ 307 h 1104"/>
                  <a:gd name="T14" fmla="*/ 3 w 1105"/>
                  <a:gd name="T15" fmla="*/ 18 h 1104"/>
                  <a:gd name="T16" fmla="*/ 8 w 1105"/>
                  <a:gd name="T17" fmla="*/ 3 h 1104"/>
                  <a:gd name="T18" fmla="*/ 23 w 1105"/>
                  <a:gd name="T19" fmla="*/ 8 h 1104"/>
                  <a:gd name="T20" fmla="*/ 187 w 1105"/>
                  <a:gd name="T21" fmla="*/ 294 h 1104"/>
                  <a:gd name="T22" fmla="*/ 355 w 1105"/>
                  <a:gd name="T23" fmla="*/ 514 h 1104"/>
                  <a:gd name="T24" fmla="*/ 558 w 1105"/>
                  <a:gd name="T25" fmla="*/ 721 h 1104"/>
                  <a:gd name="T26" fmla="*/ 807 w 1105"/>
                  <a:gd name="T27" fmla="*/ 916 h 1104"/>
                  <a:gd name="T28" fmla="*/ 1097 w 1105"/>
                  <a:gd name="T29" fmla="*/ 1083 h 1104"/>
                  <a:gd name="T30" fmla="*/ 1102 w 1105"/>
                  <a:gd name="T31" fmla="*/ 1098 h 1104"/>
                  <a:gd name="T32" fmla="*/ 1092 w 1105"/>
                  <a:gd name="T33" fmla="*/ 1104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05" h="1104">
                    <a:moveTo>
                      <a:pt x="1092" y="1104"/>
                    </a:moveTo>
                    <a:lnTo>
                      <a:pt x="1092" y="1104"/>
                    </a:lnTo>
                    <a:cubicBezTo>
                      <a:pt x="1091" y="1104"/>
                      <a:pt x="1089" y="1104"/>
                      <a:pt x="1087" y="1103"/>
                    </a:cubicBezTo>
                    <a:cubicBezTo>
                      <a:pt x="986" y="1055"/>
                      <a:pt x="888" y="998"/>
                      <a:pt x="795" y="935"/>
                    </a:cubicBezTo>
                    <a:cubicBezTo>
                      <a:pt x="707" y="875"/>
                      <a:pt x="622" y="809"/>
                      <a:pt x="542" y="737"/>
                    </a:cubicBezTo>
                    <a:cubicBezTo>
                      <a:pt x="470" y="673"/>
                      <a:pt x="402" y="603"/>
                      <a:pt x="338" y="529"/>
                    </a:cubicBezTo>
                    <a:cubicBezTo>
                      <a:pt x="277" y="459"/>
                      <a:pt x="220" y="384"/>
                      <a:pt x="168" y="307"/>
                    </a:cubicBezTo>
                    <a:cubicBezTo>
                      <a:pt x="106" y="215"/>
                      <a:pt x="51" y="118"/>
                      <a:pt x="3" y="18"/>
                    </a:cubicBezTo>
                    <a:cubicBezTo>
                      <a:pt x="0" y="12"/>
                      <a:pt x="2" y="6"/>
                      <a:pt x="8" y="3"/>
                    </a:cubicBezTo>
                    <a:cubicBezTo>
                      <a:pt x="14" y="0"/>
                      <a:pt x="20" y="2"/>
                      <a:pt x="23" y="8"/>
                    </a:cubicBezTo>
                    <a:cubicBezTo>
                      <a:pt x="71" y="107"/>
                      <a:pt x="126" y="203"/>
                      <a:pt x="187" y="294"/>
                    </a:cubicBezTo>
                    <a:cubicBezTo>
                      <a:pt x="239" y="371"/>
                      <a:pt x="295" y="445"/>
                      <a:pt x="355" y="514"/>
                    </a:cubicBezTo>
                    <a:cubicBezTo>
                      <a:pt x="418" y="587"/>
                      <a:pt x="486" y="656"/>
                      <a:pt x="558" y="721"/>
                    </a:cubicBezTo>
                    <a:cubicBezTo>
                      <a:pt x="636" y="791"/>
                      <a:pt x="720" y="857"/>
                      <a:pt x="807" y="916"/>
                    </a:cubicBezTo>
                    <a:cubicBezTo>
                      <a:pt x="900" y="978"/>
                      <a:pt x="997" y="1035"/>
                      <a:pt x="1097" y="1083"/>
                    </a:cubicBezTo>
                    <a:cubicBezTo>
                      <a:pt x="1103" y="1086"/>
                      <a:pt x="1105" y="1092"/>
                      <a:pt x="1102" y="1098"/>
                    </a:cubicBezTo>
                    <a:cubicBezTo>
                      <a:pt x="1101" y="1102"/>
                      <a:pt x="1096" y="1104"/>
                      <a:pt x="1092" y="1104"/>
                    </a:cubicBezTo>
                    <a:close/>
                  </a:path>
                </a:pathLst>
              </a:custGeom>
              <a:solidFill>
                <a:srgbClr val="00A3AE"/>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44" name="Freeform 119">
                <a:extLst>
                  <a:ext uri="{FF2B5EF4-FFF2-40B4-BE49-F238E27FC236}">
                    <a16:creationId xmlns:a16="http://schemas.microsoft.com/office/drawing/2014/main" id="{5D8C7829-B618-FAAD-916D-AECD84EE55EB}"/>
                  </a:ext>
                </a:extLst>
              </p:cNvPr>
              <p:cNvSpPr>
                <a:spLocks/>
              </p:cNvSpPr>
              <p:nvPr/>
            </p:nvSpPr>
            <p:spPr bwMode="auto">
              <a:xfrm>
                <a:off x="3002" y="2846"/>
                <a:ext cx="722" cy="442"/>
              </a:xfrm>
              <a:custGeom>
                <a:avLst/>
                <a:gdLst>
                  <a:gd name="T0" fmla="*/ 12 w 1661"/>
                  <a:gd name="T1" fmla="*/ 1017 h 1017"/>
                  <a:gd name="T2" fmla="*/ 12 w 1661"/>
                  <a:gd name="T3" fmla="*/ 1017 h 1017"/>
                  <a:gd name="T4" fmla="*/ 1 w 1661"/>
                  <a:gd name="T5" fmla="*/ 1006 h 1017"/>
                  <a:gd name="T6" fmla="*/ 11 w 1661"/>
                  <a:gd name="T7" fmla="*/ 994 h 1017"/>
                  <a:gd name="T8" fmla="*/ 230 w 1661"/>
                  <a:gd name="T9" fmla="*/ 958 h 1017"/>
                  <a:gd name="T10" fmla="*/ 451 w 1661"/>
                  <a:gd name="T11" fmla="*/ 898 h 1017"/>
                  <a:gd name="T12" fmla="*/ 685 w 1661"/>
                  <a:gd name="T13" fmla="*/ 807 h 1017"/>
                  <a:gd name="T14" fmla="*/ 953 w 1661"/>
                  <a:gd name="T15" fmla="*/ 664 h 1017"/>
                  <a:gd name="T16" fmla="*/ 1247 w 1661"/>
                  <a:gd name="T17" fmla="*/ 447 h 1017"/>
                  <a:gd name="T18" fmla="*/ 1433 w 1661"/>
                  <a:gd name="T19" fmla="*/ 266 h 1017"/>
                  <a:gd name="T20" fmla="*/ 1639 w 1661"/>
                  <a:gd name="T21" fmla="*/ 7 h 1017"/>
                  <a:gd name="T22" fmla="*/ 1655 w 1661"/>
                  <a:gd name="T23" fmla="*/ 4 h 1017"/>
                  <a:gd name="T24" fmla="*/ 1658 w 1661"/>
                  <a:gd name="T25" fmla="*/ 19 h 1017"/>
                  <a:gd name="T26" fmla="*/ 1450 w 1661"/>
                  <a:gd name="T27" fmla="*/ 281 h 1017"/>
                  <a:gd name="T28" fmla="*/ 1262 w 1661"/>
                  <a:gd name="T29" fmla="*/ 464 h 1017"/>
                  <a:gd name="T30" fmla="*/ 965 w 1661"/>
                  <a:gd name="T31" fmla="*/ 683 h 1017"/>
                  <a:gd name="T32" fmla="*/ 695 w 1661"/>
                  <a:gd name="T33" fmla="*/ 828 h 1017"/>
                  <a:gd name="T34" fmla="*/ 458 w 1661"/>
                  <a:gd name="T35" fmla="*/ 919 h 1017"/>
                  <a:gd name="T36" fmla="*/ 234 w 1661"/>
                  <a:gd name="T37" fmla="*/ 980 h 1017"/>
                  <a:gd name="T38" fmla="*/ 14 w 1661"/>
                  <a:gd name="T39" fmla="*/ 1016 h 1017"/>
                  <a:gd name="T40" fmla="*/ 12 w 1661"/>
                  <a:gd name="T41" fmla="*/ 101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61" h="1017">
                    <a:moveTo>
                      <a:pt x="12" y="1017"/>
                    </a:moveTo>
                    <a:lnTo>
                      <a:pt x="12" y="1017"/>
                    </a:lnTo>
                    <a:cubicBezTo>
                      <a:pt x="7" y="1017"/>
                      <a:pt x="2" y="1012"/>
                      <a:pt x="1" y="1006"/>
                    </a:cubicBezTo>
                    <a:cubicBezTo>
                      <a:pt x="0" y="1000"/>
                      <a:pt x="5" y="995"/>
                      <a:pt x="11" y="994"/>
                    </a:cubicBezTo>
                    <a:cubicBezTo>
                      <a:pt x="84" y="985"/>
                      <a:pt x="158" y="973"/>
                      <a:pt x="230" y="958"/>
                    </a:cubicBezTo>
                    <a:cubicBezTo>
                      <a:pt x="304" y="941"/>
                      <a:pt x="378" y="921"/>
                      <a:pt x="451" y="898"/>
                    </a:cubicBezTo>
                    <a:cubicBezTo>
                      <a:pt x="530" y="872"/>
                      <a:pt x="609" y="842"/>
                      <a:pt x="685" y="807"/>
                    </a:cubicBezTo>
                    <a:cubicBezTo>
                      <a:pt x="777" y="766"/>
                      <a:pt x="867" y="717"/>
                      <a:pt x="953" y="664"/>
                    </a:cubicBezTo>
                    <a:cubicBezTo>
                      <a:pt x="1056" y="600"/>
                      <a:pt x="1155" y="527"/>
                      <a:pt x="1247" y="447"/>
                    </a:cubicBezTo>
                    <a:cubicBezTo>
                      <a:pt x="1312" y="390"/>
                      <a:pt x="1375" y="329"/>
                      <a:pt x="1433" y="266"/>
                    </a:cubicBezTo>
                    <a:cubicBezTo>
                      <a:pt x="1508" y="185"/>
                      <a:pt x="1577" y="98"/>
                      <a:pt x="1639" y="7"/>
                    </a:cubicBezTo>
                    <a:cubicBezTo>
                      <a:pt x="1642" y="1"/>
                      <a:pt x="1649" y="0"/>
                      <a:pt x="1655" y="4"/>
                    </a:cubicBezTo>
                    <a:cubicBezTo>
                      <a:pt x="1660" y="7"/>
                      <a:pt x="1661" y="14"/>
                      <a:pt x="1658" y="19"/>
                    </a:cubicBezTo>
                    <a:cubicBezTo>
                      <a:pt x="1595" y="111"/>
                      <a:pt x="1525" y="199"/>
                      <a:pt x="1450" y="281"/>
                    </a:cubicBezTo>
                    <a:cubicBezTo>
                      <a:pt x="1391" y="345"/>
                      <a:pt x="1327" y="407"/>
                      <a:pt x="1262" y="464"/>
                    </a:cubicBezTo>
                    <a:cubicBezTo>
                      <a:pt x="1169" y="545"/>
                      <a:pt x="1069" y="618"/>
                      <a:pt x="965" y="683"/>
                    </a:cubicBezTo>
                    <a:cubicBezTo>
                      <a:pt x="878" y="737"/>
                      <a:pt x="787" y="786"/>
                      <a:pt x="695" y="828"/>
                    </a:cubicBezTo>
                    <a:cubicBezTo>
                      <a:pt x="618" y="863"/>
                      <a:pt x="538" y="893"/>
                      <a:pt x="458" y="919"/>
                    </a:cubicBezTo>
                    <a:cubicBezTo>
                      <a:pt x="385" y="943"/>
                      <a:pt x="310" y="963"/>
                      <a:pt x="234" y="980"/>
                    </a:cubicBezTo>
                    <a:cubicBezTo>
                      <a:pt x="162" y="995"/>
                      <a:pt x="88" y="1008"/>
                      <a:pt x="14" y="1016"/>
                    </a:cubicBezTo>
                    <a:cubicBezTo>
                      <a:pt x="13" y="1016"/>
                      <a:pt x="13" y="1017"/>
                      <a:pt x="12" y="1017"/>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45" name="Freeform 120">
                <a:extLst>
                  <a:ext uri="{FF2B5EF4-FFF2-40B4-BE49-F238E27FC236}">
                    <a16:creationId xmlns:a16="http://schemas.microsoft.com/office/drawing/2014/main" id="{D6053243-92E5-8708-6753-EB9FAE03AC42}"/>
                  </a:ext>
                </a:extLst>
              </p:cNvPr>
              <p:cNvSpPr>
                <a:spLocks/>
              </p:cNvSpPr>
              <p:nvPr/>
            </p:nvSpPr>
            <p:spPr bwMode="auto">
              <a:xfrm>
                <a:off x="3706" y="1705"/>
                <a:ext cx="114" cy="197"/>
              </a:xfrm>
              <a:custGeom>
                <a:avLst/>
                <a:gdLst>
                  <a:gd name="T0" fmla="*/ 251 w 263"/>
                  <a:gd name="T1" fmla="*/ 454 h 454"/>
                  <a:gd name="T2" fmla="*/ 251 w 263"/>
                  <a:gd name="T3" fmla="*/ 454 h 454"/>
                  <a:gd name="T4" fmla="*/ 240 w 263"/>
                  <a:gd name="T5" fmla="*/ 447 h 454"/>
                  <a:gd name="T6" fmla="*/ 4 w 263"/>
                  <a:gd name="T7" fmla="*/ 19 h 454"/>
                  <a:gd name="T8" fmla="*/ 7 w 263"/>
                  <a:gd name="T9" fmla="*/ 3 h 454"/>
                  <a:gd name="T10" fmla="*/ 22 w 263"/>
                  <a:gd name="T11" fmla="*/ 6 h 454"/>
                  <a:gd name="T12" fmla="*/ 261 w 263"/>
                  <a:gd name="T13" fmla="*/ 438 h 454"/>
                  <a:gd name="T14" fmla="*/ 255 w 263"/>
                  <a:gd name="T15" fmla="*/ 453 h 454"/>
                  <a:gd name="T16" fmla="*/ 251 w 263"/>
                  <a:gd name="T17" fmla="*/ 454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454">
                    <a:moveTo>
                      <a:pt x="251" y="454"/>
                    </a:moveTo>
                    <a:lnTo>
                      <a:pt x="251" y="454"/>
                    </a:lnTo>
                    <a:cubicBezTo>
                      <a:pt x="246" y="454"/>
                      <a:pt x="242" y="451"/>
                      <a:pt x="240" y="447"/>
                    </a:cubicBezTo>
                    <a:cubicBezTo>
                      <a:pt x="177" y="297"/>
                      <a:pt x="98" y="153"/>
                      <a:pt x="4" y="19"/>
                    </a:cubicBezTo>
                    <a:cubicBezTo>
                      <a:pt x="0" y="14"/>
                      <a:pt x="1" y="7"/>
                      <a:pt x="7" y="3"/>
                    </a:cubicBezTo>
                    <a:cubicBezTo>
                      <a:pt x="12" y="0"/>
                      <a:pt x="19" y="1"/>
                      <a:pt x="22" y="6"/>
                    </a:cubicBezTo>
                    <a:cubicBezTo>
                      <a:pt x="117" y="141"/>
                      <a:pt x="197" y="286"/>
                      <a:pt x="261" y="438"/>
                    </a:cubicBezTo>
                    <a:cubicBezTo>
                      <a:pt x="263" y="444"/>
                      <a:pt x="261" y="450"/>
                      <a:pt x="255" y="453"/>
                    </a:cubicBezTo>
                    <a:cubicBezTo>
                      <a:pt x="254" y="453"/>
                      <a:pt x="252" y="454"/>
                      <a:pt x="251" y="454"/>
                    </a:cubicBezTo>
                    <a:close/>
                  </a:path>
                </a:pathLst>
              </a:custGeom>
              <a:solidFill>
                <a:srgbClr val="F2BF27"/>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grpSp>
        <p:sp>
          <p:nvSpPr>
            <p:cNvPr id="23" name="Oval 22">
              <a:extLst>
                <a:ext uri="{FF2B5EF4-FFF2-40B4-BE49-F238E27FC236}">
                  <a16:creationId xmlns:a16="http://schemas.microsoft.com/office/drawing/2014/main" id="{4FB249C2-ABE0-203A-9EC7-77ACBF38B439}"/>
                </a:ext>
              </a:extLst>
            </p:cNvPr>
            <p:cNvSpPr/>
            <p:nvPr/>
          </p:nvSpPr>
          <p:spPr>
            <a:xfrm>
              <a:off x="3815738" y="1816346"/>
              <a:ext cx="4448483" cy="4010839"/>
            </a:xfrm>
            <a:prstGeom prst="ellipse">
              <a:avLst/>
            </a:prstGeom>
            <a:noFill/>
            <a:ln w="12700" cap="flat" cmpd="sng" algn="ctr">
              <a:solidFill>
                <a:sysClr val="window" lastClr="FFFFFF">
                  <a:lumMod val="95000"/>
                </a:sysClr>
              </a:solid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ysClr val="windowText" lastClr="000000"/>
                </a:solidFill>
                <a:effectLst/>
                <a:uLnTx/>
                <a:uFillTx/>
              </a:endParaRPr>
            </a:p>
          </p:txBody>
        </p:sp>
        <p:sp>
          <p:nvSpPr>
            <p:cNvPr id="24" name="Oval 23">
              <a:extLst>
                <a:ext uri="{FF2B5EF4-FFF2-40B4-BE49-F238E27FC236}">
                  <a16:creationId xmlns:a16="http://schemas.microsoft.com/office/drawing/2014/main" id="{E10A39F4-7160-C52D-D8DB-5DAF67C52850}"/>
                </a:ext>
              </a:extLst>
            </p:cNvPr>
            <p:cNvSpPr/>
            <p:nvPr/>
          </p:nvSpPr>
          <p:spPr>
            <a:xfrm>
              <a:off x="5591849" y="5363394"/>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Compliance</a:t>
              </a:r>
            </a:p>
          </p:txBody>
        </p:sp>
        <p:sp>
          <p:nvSpPr>
            <p:cNvPr id="25" name="Oval 24">
              <a:extLst>
                <a:ext uri="{FF2B5EF4-FFF2-40B4-BE49-F238E27FC236}">
                  <a16:creationId xmlns:a16="http://schemas.microsoft.com/office/drawing/2014/main" id="{6E9734D3-3428-A417-D384-61F9172FB022}"/>
                </a:ext>
              </a:extLst>
            </p:cNvPr>
            <p:cNvSpPr/>
            <p:nvPr/>
          </p:nvSpPr>
          <p:spPr>
            <a:xfrm>
              <a:off x="4271449" y="4959233"/>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Variance</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analysis</a:t>
              </a:r>
            </a:p>
          </p:txBody>
        </p:sp>
        <p:sp>
          <p:nvSpPr>
            <p:cNvPr id="26" name="Oval 25">
              <a:extLst>
                <a:ext uri="{FF2B5EF4-FFF2-40B4-BE49-F238E27FC236}">
                  <a16:creationId xmlns:a16="http://schemas.microsoft.com/office/drawing/2014/main" id="{8E46C914-5B82-F8D0-1DBD-38BC9319319F}"/>
                </a:ext>
              </a:extLst>
            </p:cNvPr>
            <p:cNvSpPr/>
            <p:nvPr/>
          </p:nvSpPr>
          <p:spPr>
            <a:xfrm>
              <a:off x="3483116" y="4011915"/>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Consolidation</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integrity</a:t>
              </a:r>
            </a:p>
          </p:txBody>
        </p:sp>
        <p:sp>
          <p:nvSpPr>
            <p:cNvPr id="27" name="Oval 26">
              <a:extLst>
                <a:ext uri="{FF2B5EF4-FFF2-40B4-BE49-F238E27FC236}">
                  <a16:creationId xmlns:a16="http://schemas.microsoft.com/office/drawing/2014/main" id="{68D4FC8C-E8FB-254B-05B2-CEBD85113661}"/>
                </a:ext>
              </a:extLst>
            </p:cNvPr>
            <p:cNvSpPr/>
            <p:nvPr/>
          </p:nvSpPr>
          <p:spPr>
            <a:xfrm>
              <a:off x="3483116" y="2775033"/>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Reporting</a:t>
              </a:r>
            </a:p>
          </p:txBody>
        </p:sp>
        <p:sp>
          <p:nvSpPr>
            <p:cNvPr id="28" name="Oval 27">
              <a:extLst>
                <a:ext uri="{FF2B5EF4-FFF2-40B4-BE49-F238E27FC236}">
                  <a16:creationId xmlns:a16="http://schemas.microsoft.com/office/drawing/2014/main" id="{3473ACD5-F08B-9A19-4A49-8B33DC167D2D}"/>
                </a:ext>
              </a:extLst>
            </p:cNvPr>
            <p:cNvSpPr/>
            <p:nvPr/>
          </p:nvSpPr>
          <p:spPr>
            <a:xfrm>
              <a:off x="4271449" y="1773295"/>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a:ea typeface="Arial" charset="0"/>
                <a:cs typeface="Arial" charset="0"/>
              </a:endParaRP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Intercompany</a:t>
              </a:r>
            </a:p>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a:ea typeface="Arial" charset="0"/>
                <a:cs typeface="Arial" charset="0"/>
              </a:endParaRPr>
            </a:p>
          </p:txBody>
        </p:sp>
        <p:sp>
          <p:nvSpPr>
            <p:cNvPr id="29" name="Oval 28">
              <a:extLst>
                <a:ext uri="{FF2B5EF4-FFF2-40B4-BE49-F238E27FC236}">
                  <a16:creationId xmlns:a16="http://schemas.microsoft.com/office/drawing/2014/main" id="{9D568A81-483A-D466-30C4-2B95AD970FC5}"/>
                </a:ext>
              </a:extLst>
            </p:cNvPr>
            <p:cNvSpPr/>
            <p:nvPr/>
          </p:nvSpPr>
          <p:spPr>
            <a:xfrm>
              <a:off x="6958679" y="4989505"/>
              <a:ext cx="922869" cy="832077"/>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Automated</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journals</a:t>
              </a:r>
            </a:p>
          </p:txBody>
        </p:sp>
        <p:sp>
          <p:nvSpPr>
            <p:cNvPr id="30" name="Oval 29">
              <a:extLst>
                <a:ext uri="{FF2B5EF4-FFF2-40B4-BE49-F238E27FC236}">
                  <a16:creationId xmlns:a16="http://schemas.microsoft.com/office/drawing/2014/main" id="{2795D1A9-49E2-D980-B17A-7D7EBF1BE677}"/>
                </a:ext>
              </a:extLst>
            </p:cNvPr>
            <p:cNvSpPr/>
            <p:nvPr/>
          </p:nvSpPr>
          <p:spPr>
            <a:xfrm>
              <a:off x="7756488" y="4042756"/>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Journal</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entry</a:t>
              </a:r>
            </a:p>
          </p:txBody>
        </p:sp>
        <p:sp>
          <p:nvSpPr>
            <p:cNvPr id="31" name="Oval 30">
              <a:extLst>
                <a:ext uri="{FF2B5EF4-FFF2-40B4-BE49-F238E27FC236}">
                  <a16:creationId xmlns:a16="http://schemas.microsoft.com/office/drawing/2014/main" id="{344856E4-E645-D55B-188C-BBF510F5963D}"/>
                </a:ext>
              </a:extLst>
            </p:cNvPr>
            <p:cNvSpPr/>
            <p:nvPr/>
          </p:nvSpPr>
          <p:spPr>
            <a:xfrm>
              <a:off x="7756488" y="2805875"/>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Transaction</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matching</a:t>
              </a:r>
            </a:p>
          </p:txBody>
        </p:sp>
        <p:sp>
          <p:nvSpPr>
            <p:cNvPr id="32" name="Oval 31">
              <a:extLst>
                <a:ext uri="{FF2B5EF4-FFF2-40B4-BE49-F238E27FC236}">
                  <a16:creationId xmlns:a16="http://schemas.microsoft.com/office/drawing/2014/main" id="{2D5DC0E9-1BCF-B9FB-2B16-C4FA6A8B538F}"/>
                </a:ext>
              </a:extLst>
            </p:cNvPr>
            <p:cNvSpPr/>
            <p:nvPr/>
          </p:nvSpPr>
          <p:spPr>
            <a:xfrm>
              <a:off x="6958678" y="1773295"/>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Task</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management</a:t>
              </a:r>
            </a:p>
          </p:txBody>
        </p:sp>
        <p:grpSp>
          <p:nvGrpSpPr>
            <p:cNvPr id="33" name="Group 32">
              <a:extLst>
                <a:ext uri="{FF2B5EF4-FFF2-40B4-BE49-F238E27FC236}">
                  <a16:creationId xmlns:a16="http://schemas.microsoft.com/office/drawing/2014/main" id="{492049DC-9E7E-F3E2-43F1-B27942571D91}"/>
                </a:ext>
              </a:extLst>
            </p:cNvPr>
            <p:cNvGrpSpPr/>
            <p:nvPr/>
          </p:nvGrpSpPr>
          <p:grpSpPr>
            <a:xfrm>
              <a:off x="5074903" y="2932695"/>
              <a:ext cx="2129750" cy="1853205"/>
              <a:chOff x="3626455" y="1636668"/>
              <a:chExt cx="1918749" cy="1851782"/>
            </a:xfrm>
          </p:grpSpPr>
          <p:sp>
            <p:nvSpPr>
              <p:cNvPr id="35" name="Oval 34">
                <a:extLst>
                  <a:ext uri="{FF2B5EF4-FFF2-40B4-BE49-F238E27FC236}">
                    <a16:creationId xmlns:a16="http://schemas.microsoft.com/office/drawing/2014/main" id="{E17A1977-EEDB-B3A2-2FAE-2B68D0292B4C}"/>
                  </a:ext>
                </a:extLst>
              </p:cNvPr>
              <p:cNvSpPr/>
              <p:nvPr/>
            </p:nvSpPr>
            <p:spPr>
              <a:xfrm>
                <a:off x="3652903" y="1650255"/>
                <a:ext cx="1838196" cy="1838195"/>
              </a:xfrm>
              <a:prstGeom prst="ellipse">
                <a:avLst/>
              </a:prstGeom>
              <a:solidFill>
                <a:srgbClr val="FFE600"/>
              </a:solidFill>
              <a:ln w="38100" cap="flat" cmpd="sng" algn="ctr">
                <a:noFill/>
                <a:prstDash val="solid"/>
              </a:ln>
              <a:effectLst/>
            </p:spPr>
            <p:txBody>
              <a:bodyPr rtlCol="0" anchor="ct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ysClr val="windowText" lastClr="000000"/>
                  </a:solidFill>
                  <a:effectLst/>
                  <a:uLnTx/>
                  <a:uFillTx/>
                </a:endParaRPr>
              </a:p>
            </p:txBody>
          </p:sp>
          <p:sp>
            <p:nvSpPr>
              <p:cNvPr id="36" name="Rectangle 35">
                <a:extLst>
                  <a:ext uri="{FF2B5EF4-FFF2-40B4-BE49-F238E27FC236}">
                    <a16:creationId xmlns:a16="http://schemas.microsoft.com/office/drawing/2014/main" id="{B9BDA277-A30C-2000-D998-25A5165A9940}"/>
                  </a:ext>
                </a:extLst>
              </p:cNvPr>
              <p:cNvSpPr/>
              <p:nvPr/>
            </p:nvSpPr>
            <p:spPr>
              <a:xfrm>
                <a:off x="3666566" y="2104118"/>
                <a:ext cx="1021878" cy="463349"/>
              </a:xfrm>
              <a:prstGeom prst="rect">
                <a:avLst/>
              </a:prstGeom>
            </p:spPr>
            <p:txBody>
              <a:bodyPr wrap="square">
                <a:sp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Automation, </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rules and</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business logic</a:t>
                </a:r>
              </a:p>
            </p:txBody>
          </p:sp>
          <p:sp>
            <p:nvSpPr>
              <p:cNvPr id="37" name="Rectangle 36">
                <a:extLst>
                  <a:ext uri="{FF2B5EF4-FFF2-40B4-BE49-F238E27FC236}">
                    <a16:creationId xmlns:a16="http://schemas.microsoft.com/office/drawing/2014/main" id="{EB01A005-59D7-6E2B-0BF3-DB5C10D9A811}"/>
                  </a:ext>
                </a:extLst>
              </p:cNvPr>
              <p:cNvSpPr/>
              <p:nvPr/>
            </p:nvSpPr>
            <p:spPr>
              <a:xfrm>
                <a:off x="4539463" y="2128303"/>
                <a:ext cx="825010" cy="463349"/>
              </a:xfrm>
              <a:prstGeom prst="rect">
                <a:avLst/>
              </a:prstGeom>
            </p:spPr>
            <p:txBody>
              <a:bodyPr wrap="square">
                <a:sp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Data warehouse and analytics</a:t>
                </a:r>
              </a:p>
            </p:txBody>
          </p:sp>
          <p:sp>
            <p:nvSpPr>
              <p:cNvPr id="38" name="Rectangle 37">
                <a:extLst>
                  <a:ext uri="{FF2B5EF4-FFF2-40B4-BE49-F238E27FC236}">
                    <a16:creationId xmlns:a16="http://schemas.microsoft.com/office/drawing/2014/main" id="{332240BD-C14D-6055-BC96-EE717891B085}"/>
                  </a:ext>
                </a:extLst>
              </p:cNvPr>
              <p:cNvSpPr/>
              <p:nvPr/>
            </p:nvSpPr>
            <p:spPr>
              <a:xfrm>
                <a:off x="3831574" y="2934343"/>
                <a:ext cx="691387" cy="343222"/>
              </a:xfrm>
              <a:prstGeom prst="rect">
                <a:avLst/>
              </a:prstGeom>
            </p:spPr>
            <p:txBody>
              <a:bodyPr wrap="square">
                <a:sp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Standard</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templates</a:t>
                </a:r>
              </a:p>
            </p:txBody>
          </p:sp>
          <p:sp>
            <p:nvSpPr>
              <p:cNvPr id="39" name="Rectangle 38">
                <a:extLst>
                  <a:ext uri="{FF2B5EF4-FFF2-40B4-BE49-F238E27FC236}">
                    <a16:creationId xmlns:a16="http://schemas.microsoft.com/office/drawing/2014/main" id="{6D29CAAA-7E85-B268-4A02-68608E780852}"/>
                  </a:ext>
                </a:extLst>
              </p:cNvPr>
              <p:cNvSpPr/>
              <p:nvPr/>
            </p:nvSpPr>
            <p:spPr>
              <a:xfrm>
                <a:off x="4329314" y="2935230"/>
                <a:ext cx="1215890" cy="343222"/>
              </a:xfrm>
              <a:prstGeom prst="rect">
                <a:avLst/>
              </a:prstGeom>
            </p:spPr>
            <p:txBody>
              <a:bodyPr wrap="square">
                <a:sp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Workflow and </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latin typeface="Arial"/>
                    <a:ea typeface="Arial" charset="0"/>
                    <a:cs typeface="Arial" charset="0"/>
                  </a:rPr>
                  <a:t>documents</a:t>
                </a:r>
              </a:p>
            </p:txBody>
          </p:sp>
          <p:cxnSp>
            <p:nvCxnSpPr>
              <p:cNvPr id="40" name="Straight Connector 39">
                <a:extLst>
                  <a:ext uri="{FF2B5EF4-FFF2-40B4-BE49-F238E27FC236}">
                    <a16:creationId xmlns:a16="http://schemas.microsoft.com/office/drawing/2014/main" id="{136DE9C0-2987-EFD1-CCE6-20E07292EED8}"/>
                  </a:ext>
                </a:extLst>
              </p:cNvPr>
              <p:cNvCxnSpPr>
                <a:cxnSpLocks/>
                <a:endCxn id="35" idx="4"/>
              </p:cNvCxnSpPr>
              <p:nvPr/>
            </p:nvCxnSpPr>
            <p:spPr>
              <a:xfrm flipH="1">
                <a:off x="4572001" y="1636668"/>
                <a:ext cx="6069" cy="1851782"/>
              </a:xfrm>
              <a:prstGeom prst="line">
                <a:avLst/>
              </a:prstGeom>
              <a:noFill/>
              <a:ln w="12700" cap="flat" cmpd="sng" algn="ctr">
                <a:solidFill>
                  <a:srgbClr val="333333"/>
                </a:solidFill>
                <a:prstDash val="solid"/>
              </a:ln>
              <a:effectLst/>
            </p:spPr>
          </p:cxnSp>
          <p:cxnSp>
            <p:nvCxnSpPr>
              <p:cNvPr id="41" name="Straight Connector 40">
                <a:extLst>
                  <a:ext uri="{FF2B5EF4-FFF2-40B4-BE49-F238E27FC236}">
                    <a16:creationId xmlns:a16="http://schemas.microsoft.com/office/drawing/2014/main" id="{EC76AF64-CA69-586A-BC40-E616D59D99E4}"/>
                  </a:ext>
                </a:extLst>
              </p:cNvPr>
              <p:cNvCxnSpPr>
                <a:cxnSpLocks/>
              </p:cNvCxnSpPr>
              <p:nvPr/>
            </p:nvCxnSpPr>
            <p:spPr>
              <a:xfrm flipH="1">
                <a:off x="3626455" y="2583521"/>
                <a:ext cx="1864644" cy="0"/>
              </a:xfrm>
              <a:prstGeom prst="line">
                <a:avLst/>
              </a:prstGeom>
              <a:noFill/>
              <a:ln w="12700" cap="flat" cmpd="sng" algn="ctr">
                <a:solidFill>
                  <a:srgbClr val="333333"/>
                </a:solidFill>
                <a:prstDash val="solid"/>
              </a:ln>
              <a:effectLst/>
            </p:spPr>
          </p:cxnSp>
        </p:grpSp>
        <p:sp>
          <p:nvSpPr>
            <p:cNvPr id="34" name="Oval 33">
              <a:extLst>
                <a:ext uri="{FF2B5EF4-FFF2-40B4-BE49-F238E27FC236}">
                  <a16:creationId xmlns:a16="http://schemas.microsoft.com/office/drawing/2014/main" id="{C2D99145-87C6-84BD-659B-BA767486B4E2}"/>
                </a:ext>
              </a:extLst>
            </p:cNvPr>
            <p:cNvSpPr/>
            <p:nvPr/>
          </p:nvSpPr>
          <p:spPr>
            <a:xfrm>
              <a:off x="5591849" y="1439352"/>
              <a:ext cx="969013" cy="873681"/>
            </a:xfrm>
            <a:prstGeom prst="ellipse">
              <a:avLst/>
            </a:prstGeom>
            <a:solidFill>
              <a:srgbClr val="333333"/>
            </a:solidFill>
            <a:ln w="15875" cap="flat" cmpd="sng" algn="ctr">
              <a:solidFill>
                <a:sysClr val="window" lastClr="FFFFFF">
                  <a:lumMod val="65000"/>
                </a:sysClr>
              </a:solidFill>
              <a:prstDash val="solid"/>
            </a:ln>
            <a:effectLst/>
          </p:spPr>
          <p:txBody>
            <a:bodyPr wrap="none" lIns="0" tIns="0" rIns="0" bIns="0" rtlCol="0" anchor="ctr">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Account</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Arial"/>
                  <a:ea typeface="Arial" charset="0"/>
                  <a:cs typeface="Arial" charset="0"/>
                </a:rPr>
                <a:t>reconciliations</a:t>
              </a:r>
            </a:p>
          </p:txBody>
        </p:sp>
      </p:grpSp>
      <p:grpSp>
        <p:nvGrpSpPr>
          <p:cNvPr id="146" name="Gruppieren 47">
            <a:extLst>
              <a:ext uri="{FF2B5EF4-FFF2-40B4-BE49-F238E27FC236}">
                <a16:creationId xmlns:a16="http://schemas.microsoft.com/office/drawing/2014/main" id="{511FB878-41B7-AF50-7801-C4D3B1524503}"/>
              </a:ext>
            </a:extLst>
          </p:cNvPr>
          <p:cNvGrpSpPr/>
          <p:nvPr/>
        </p:nvGrpSpPr>
        <p:grpSpPr>
          <a:xfrm>
            <a:off x="5652609" y="3464827"/>
            <a:ext cx="141546" cy="197688"/>
            <a:chOff x="1665288" y="5127625"/>
            <a:chExt cx="242887" cy="376238"/>
          </a:xfrm>
          <a:solidFill>
            <a:srgbClr val="333333"/>
          </a:solidFill>
        </p:grpSpPr>
        <p:sp>
          <p:nvSpPr>
            <p:cNvPr id="147" name="Freeform 241">
              <a:extLst>
                <a:ext uri="{FF2B5EF4-FFF2-40B4-BE49-F238E27FC236}">
                  <a16:creationId xmlns:a16="http://schemas.microsoft.com/office/drawing/2014/main" id="{7506B465-39EC-AF60-F356-4CEC54C26D38}"/>
                </a:ext>
              </a:extLst>
            </p:cNvPr>
            <p:cNvSpPr>
              <a:spLocks noChangeArrowheads="1"/>
            </p:cNvSpPr>
            <p:nvPr/>
          </p:nvSpPr>
          <p:spPr bwMode="auto">
            <a:xfrm>
              <a:off x="1665288" y="5127625"/>
              <a:ext cx="242887" cy="293688"/>
            </a:xfrm>
            <a:custGeom>
              <a:avLst/>
              <a:gdLst>
                <a:gd name="T0" fmla="*/ 2147483647 w 674"/>
                <a:gd name="T1" fmla="*/ 2147483647 h 817"/>
                <a:gd name="T2" fmla="*/ 0 w 674"/>
                <a:gd name="T3" fmla="*/ 2147483647 h 817"/>
                <a:gd name="T4" fmla="*/ 2147483647 w 674"/>
                <a:gd name="T5" fmla="*/ 2147483647 h 817"/>
                <a:gd name="T6" fmla="*/ 2147483647 w 674"/>
                <a:gd name="T7" fmla="*/ 2147483647 h 817"/>
                <a:gd name="T8" fmla="*/ 2147483647 w 674"/>
                <a:gd name="T9" fmla="*/ 2147483647 h 817"/>
                <a:gd name="T10" fmla="*/ 2147483647 w 674"/>
                <a:gd name="T11" fmla="*/ 2147483647 h 817"/>
                <a:gd name="T12" fmla="*/ 2147483647 w 674"/>
                <a:gd name="T13" fmla="*/ 2147483647 h 817"/>
                <a:gd name="T14" fmla="*/ 2147483647 w 674"/>
                <a:gd name="T15" fmla="*/ 2147483647 h 817"/>
                <a:gd name="T16" fmla="*/ 2147483647 w 674"/>
                <a:gd name="T17" fmla="*/ 2147483647 h 817"/>
                <a:gd name="T18" fmla="*/ 2147483647 w 674"/>
                <a:gd name="T19" fmla="*/ 2147483647 h 817"/>
                <a:gd name="T20" fmla="*/ 2147483647 w 674"/>
                <a:gd name="T21" fmla="*/ 2147483647 h 817"/>
                <a:gd name="T22" fmla="*/ 2147483647 w 674"/>
                <a:gd name="T23" fmla="*/ 2147483647 h 817"/>
                <a:gd name="T24" fmla="*/ 2147483647 w 674"/>
                <a:gd name="T25" fmla="*/ 2147483647 h 817"/>
                <a:gd name="T26" fmla="*/ 2147483647 w 674"/>
                <a:gd name="T27" fmla="*/ 2147483647 h 817"/>
                <a:gd name="T28" fmla="*/ 2147483647 w 674"/>
                <a:gd name="T29" fmla="*/ 2147483647 h 817"/>
                <a:gd name="T30" fmla="*/ 2147483647 w 674"/>
                <a:gd name="T31" fmla="*/ 2147483647 h 817"/>
                <a:gd name="T32" fmla="*/ 2147483647 w 674"/>
                <a:gd name="T33" fmla="*/ 2147483647 h 817"/>
                <a:gd name="T34" fmla="*/ 2147483647 w 674"/>
                <a:gd name="T35" fmla="*/ 2147483647 h 817"/>
                <a:gd name="T36" fmla="*/ 2147483647 w 674"/>
                <a:gd name="T37" fmla="*/ 2147483647 h 817"/>
                <a:gd name="T38" fmla="*/ 2147483647 w 674"/>
                <a:gd name="T39" fmla="*/ 2147483647 h 817"/>
                <a:gd name="T40" fmla="*/ 2147483647 w 674"/>
                <a:gd name="T41" fmla="*/ 2147483647 h 817"/>
                <a:gd name="T42" fmla="*/ 2147483647 w 674"/>
                <a:gd name="T43" fmla="*/ 2147483647 h 817"/>
                <a:gd name="T44" fmla="*/ 2147483647 w 674"/>
                <a:gd name="T45" fmla="*/ 2147483647 h 817"/>
                <a:gd name="T46" fmla="*/ 2147483647 w 674"/>
                <a:gd name="T47" fmla="*/ 2147483647 h 817"/>
                <a:gd name="T48" fmla="*/ 2147483647 w 674"/>
                <a:gd name="T49" fmla="*/ 2147483647 h 817"/>
                <a:gd name="T50" fmla="*/ 2147483647 w 674"/>
                <a:gd name="T51" fmla="*/ 2147483647 h 817"/>
                <a:gd name="T52" fmla="*/ 2147483647 w 674"/>
                <a:gd name="T53" fmla="*/ 2147483647 h 817"/>
                <a:gd name="T54" fmla="*/ 2147483647 w 674"/>
                <a:gd name="T55" fmla="*/ 2147483647 h 817"/>
                <a:gd name="T56" fmla="*/ 2147483647 w 674"/>
                <a:gd name="T57" fmla="*/ 2147483647 h 817"/>
                <a:gd name="T58" fmla="*/ 2147483647 w 674"/>
                <a:gd name="T59" fmla="*/ 2147483647 h 817"/>
                <a:gd name="T60" fmla="*/ 2147483647 w 674"/>
                <a:gd name="T61" fmla="*/ 2147483647 h 817"/>
                <a:gd name="T62" fmla="*/ 2147483647 w 674"/>
                <a:gd name="T63" fmla="*/ 2147483647 h 817"/>
                <a:gd name="T64" fmla="*/ 2147483647 w 674"/>
                <a:gd name="T65" fmla="*/ 2147483647 h 817"/>
                <a:gd name="T66" fmla="*/ 2147483647 w 674"/>
                <a:gd name="T67" fmla="*/ 2147483647 h 817"/>
                <a:gd name="T68" fmla="*/ 2147483647 w 674"/>
                <a:gd name="T69" fmla="*/ 2147483647 h 817"/>
                <a:gd name="T70" fmla="*/ 2147483647 w 674"/>
                <a:gd name="T71" fmla="*/ 2147483647 h 817"/>
                <a:gd name="T72" fmla="*/ 2147483647 w 674"/>
                <a:gd name="T73" fmla="*/ 2147483647 h 817"/>
                <a:gd name="T74" fmla="*/ 2147483647 w 674"/>
                <a:gd name="T75" fmla="*/ 2147483647 h 817"/>
                <a:gd name="T76" fmla="*/ 2147483647 w 674"/>
                <a:gd name="T77" fmla="*/ 2147483647 h 817"/>
                <a:gd name="T78" fmla="*/ 2147483647 w 674"/>
                <a:gd name="T79" fmla="*/ 2147483647 h 817"/>
                <a:gd name="T80" fmla="*/ 2147483647 w 674"/>
                <a:gd name="T81" fmla="*/ 2147483647 h 817"/>
                <a:gd name="T82" fmla="*/ 2147483647 w 674"/>
                <a:gd name="T83" fmla="*/ 2147483647 h 817"/>
                <a:gd name="T84" fmla="*/ 2147483647 w 674"/>
                <a:gd name="T85" fmla="*/ 2147483647 h 817"/>
                <a:gd name="T86" fmla="*/ 2147483647 w 674"/>
                <a:gd name="T87" fmla="*/ 2147483647 h 817"/>
                <a:gd name="T88" fmla="*/ 2147483647 w 674"/>
                <a:gd name="T89" fmla="*/ 2147483647 h 8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674" h="817">
                  <a:moveTo>
                    <a:pt x="673" y="334"/>
                  </a:moveTo>
                  <a:lnTo>
                    <a:pt x="673" y="334"/>
                  </a:lnTo>
                  <a:cubicBezTo>
                    <a:pt x="673" y="150"/>
                    <a:pt x="523" y="0"/>
                    <a:pt x="340" y="0"/>
                  </a:cubicBezTo>
                  <a:cubicBezTo>
                    <a:pt x="150" y="0"/>
                    <a:pt x="0" y="150"/>
                    <a:pt x="0" y="334"/>
                  </a:cubicBezTo>
                  <a:cubicBezTo>
                    <a:pt x="0" y="346"/>
                    <a:pt x="0" y="359"/>
                    <a:pt x="0" y="366"/>
                  </a:cubicBezTo>
                  <a:cubicBezTo>
                    <a:pt x="0" y="372"/>
                    <a:pt x="6" y="503"/>
                    <a:pt x="138" y="667"/>
                  </a:cubicBezTo>
                  <a:cubicBezTo>
                    <a:pt x="170" y="719"/>
                    <a:pt x="157" y="816"/>
                    <a:pt x="157" y="816"/>
                  </a:cubicBezTo>
                  <a:cubicBezTo>
                    <a:pt x="209" y="816"/>
                    <a:pt x="261" y="816"/>
                    <a:pt x="313" y="816"/>
                  </a:cubicBezTo>
                  <a:cubicBezTo>
                    <a:pt x="327" y="816"/>
                    <a:pt x="346" y="816"/>
                    <a:pt x="360" y="816"/>
                  </a:cubicBezTo>
                  <a:cubicBezTo>
                    <a:pt x="412" y="816"/>
                    <a:pt x="464" y="816"/>
                    <a:pt x="517" y="816"/>
                  </a:cubicBezTo>
                  <a:cubicBezTo>
                    <a:pt x="517" y="816"/>
                    <a:pt x="503" y="719"/>
                    <a:pt x="543" y="667"/>
                  </a:cubicBezTo>
                  <a:cubicBezTo>
                    <a:pt x="666" y="503"/>
                    <a:pt x="673" y="372"/>
                    <a:pt x="673" y="366"/>
                  </a:cubicBezTo>
                  <a:cubicBezTo>
                    <a:pt x="673" y="359"/>
                    <a:pt x="673" y="346"/>
                    <a:pt x="673" y="334"/>
                  </a:cubicBezTo>
                  <a:close/>
                  <a:moveTo>
                    <a:pt x="301" y="758"/>
                  </a:moveTo>
                  <a:lnTo>
                    <a:pt x="301" y="758"/>
                  </a:lnTo>
                  <a:cubicBezTo>
                    <a:pt x="301" y="594"/>
                    <a:pt x="301" y="594"/>
                    <a:pt x="301" y="594"/>
                  </a:cubicBezTo>
                  <a:lnTo>
                    <a:pt x="295" y="588"/>
                  </a:lnTo>
                  <a:cubicBezTo>
                    <a:pt x="228" y="457"/>
                    <a:pt x="228" y="457"/>
                    <a:pt x="228" y="457"/>
                  </a:cubicBezTo>
                  <a:cubicBezTo>
                    <a:pt x="235" y="457"/>
                    <a:pt x="242" y="457"/>
                    <a:pt x="242" y="457"/>
                  </a:cubicBezTo>
                  <a:cubicBezTo>
                    <a:pt x="255" y="451"/>
                    <a:pt x="261" y="445"/>
                    <a:pt x="274" y="438"/>
                  </a:cubicBezTo>
                  <a:cubicBezTo>
                    <a:pt x="281" y="451"/>
                    <a:pt x="295" y="457"/>
                    <a:pt x="313" y="465"/>
                  </a:cubicBezTo>
                  <a:cubicBezTo>
                    <a:pt x="327" y="465"/>
                    <a:pt x="346" y="457"/>
                    <a:pt x="366" y="438"/>
                  </a:cubicBezTo>
                  <a:lnTo>
                    <a:pt x="372" y="445"/>
                  </a:lnTo>
                  <a:cubicBezTo>
                    <a:pt x="379" y="457"/>
                    <a:pt x="392" y="465"/>
                    <a:pt x="406" y="465"/>
                  </a:cubicBezTo>
                  <a:lnTo>
                    <a:pt x="412" y="465"/>
                  </a:lnTo>
                  <a:cubicBezTo>
                    <a:pt x="418" y="465"/>
                    <a:pt x="418" y="465"/>
                    <a:pt x="424" y="465"/>
                  </a:cubicBezTo>
                  <a:cubicBezTo>
                    <a:pt x="360" y="588"/>
                    <a:pt x="360" y="588"/>
                    <a:pt x="360" y="588"/>
                  </a:cubicBezTo>
                  <a:lnTo>
                    <a:pt x="360" y="594"/>
                  </a:lnTo>
                  <a:cubicBezTo>
                    <a:pt x="360" y="758"/>
                    <a:pt x="360" y="758"/>
                    <a:pt x="360" y="758"/>
                  </a:cubicBezTo>
                  <a:lnTo>
                    <a:pt x="301" y="758"/>
                  </a:lnTo>
                  <a:close/>
                  <a:moveTo>
                    <a:pt x="281" y="359"/>
                  </a:moveTo>
                  <a:lnTo>
                    <a:pt x="281" y="359"/>
                  </a:lnTo>
                  <a:cubicBezTo>
                    <a:pt x="287" y="366"/>
                    <a:pt x="287" y="366"/>
                    <a:pt x="287" y="372"/>
                  </a:cubicBezTo>
                  <a:cubicBezTo>
                    <a:pt x="287" y="378"/>
                    <a:pt x="287" y="392"/>
                    <a:pt x="281" y="406"/>
                  </a:cubicBezTo>
                  <a:cubicBezTo>
                    <a:pt x="274" y="386"/>
                    <a:pt x="274" y="366"/>
                    <a:pt x="281" y="359"/>
                  </a:cubicBezTo>
                  <a:close/>
                  <a:moveTo>
                    <a:pt x="372" y="359"/>
                  </a:moveTo>
                  <a:lnTo>
                    <a:pt x="372" y="359"/>
                  </a:lnTo>
                  <a:cubicBezTo>
                    <a:pt x="379" y="353"/>
                    <a:pt x="379" y="353"/>
                    <a:pt x="379" y="353"/>
                  </a:cubicBezTo>
                  <a:cubicBezTo>
                    <a:pt x="385" y="353"/>
                    <a:pt x="385" y="353"/>
                    <a:pt x="385" y="353"/>
                  </a:cubicBezTo>
                  <a:cubicBezTo>
                    <a:pt x="385" y="359"/>
                    <a:pt x="385" y="372"/>
                    <a:pt x="372" y="392"/>
                  </a:cubicBezTo>
                  <a:cubicBezTo>
                    <a:pt x="372" y="379"/>
                    <a:pt x="372" y="366"/>
                    <a:pt x="372" y="359"/>
                  </a:cubicBezTo>
                  <a:close/>
                  <a:moveTo>
                    <a:pt x="614" y="353"/>
                  </a:moveTo>
                  <a:lnTo>
                    <a:pt x="614" y="353"/>
                  </a:lnTo>
                  <a:cubicBezTo>
                    <a:pt x="614" y="392"/>
                    <a:pt x="614" y="392"/>
                    <a:pt x="614" y="392"/>
                  </a:cubicBezTo>
                  <a:cubicBezTo>
                    <a:pt x="608" y="424"/>
                    <a:pt x="582" y="517"/>
                    <a:pt x="497" y="634"/>
                  </a:cubicBezTo>
                  <a:cubicBezTo>
                    <a:pt x="464" y="667"/>
                    <a:pt x="457" y="719"/>
                    <a:pt x="457" y="758"/>
                  </a:cubicBezTo>
                  <a:cubicBezTo>
                    <a:pt x="398" y="758"/>
                    <a:pt x="398" y="758"/>
                    <a:pt x="398" y="758"/>
                  </a:cubicBezTo>
                  <a:cubicBezTo>
                    <a:pt x="398" y="602"/>
                    <a:pt x="398" y="602"/>
                    <a:pt x="398" y="602"/>
                  </a:cubicBezTo>
                  <a:cubicBezTo>
                    <a:pt x="477" y="451"/>
                    <a:pt x="477" y="451"/>
                    <a:pt x="477" y="451"/>
                  </a:cubicBezTo>
                  <a:cubicBezTo>
                    <a:pt x="477" y="445"/>
                    <a:pt x="477" y="432"/>
                    <a:pt x="464" y="424"/>
                  </a:cubicBezTo>
                  <a:cubicBezTo>
                    <a:pt x="457" y="418"/>
                    <a:pt x="444" y="424"/>
                    <a:pt x="438" y="432"/>
                  </a:cubicBezTo>
                  <a:cubicBezTo>
                    <a:pt x="431" y="438"/>
                    <a:pt x="418" y="445"/>
                    <a:pt x="406" y="445"/>
                  </a:cubicBezTo>
                  <a:cubicBezTo>
                    <a:pt x="398" y="445"/>
                    <a:pt x="392" y="438"/>
                    <a:pt x="385" y="432"/>
                  </a:cubicBezTo>
                  <a:cubicBezTo>
                    <a:pt x="385" y="432"/>
                    <a:pt x="385" y="424"/>
                    <a:pt x="379" y="418"/>
                  </a:cubicBezTo>
                  <a:cubicBezTo>
                    <a:pt x="398" y="399"/>
                    <a:pt x="412" y="359"/>
                    <a:pt x="406" y="346"/>
                  </a:cubicBezTo>
                  <a:cubicBezTo>
                    <a:pt x="398" y="334"/>
                    <a:pt x="392" y="334"/>
                    <a:pt x="379" y="334"/>
                  </a:cubicBezTo>
                  <a:cubicBezTo>
                    <a:pt x="372" y="334"/>
                    <a:pt x="360" y="340"/>
                    <a:pt x="353" y="346"/>
                  </a:cubicBezTo>
                  <a:cubicBezTo>
                    <a:pt x="346" y="366"/>
                    <a:pt x="346" y="392"/>
                    <a:pt x="360" y="418"/>
                  </a:cubicBezTo>
                  <a:cubicBezTo>
                    <a:pt x="346" y="432"/>
                    <a:pt x="327" y="445"/>
                    <a:pt x="313" y="438"/>
                  </a:cubicBezTo>
                  <a:cubicBezTo>
                    <a:pt x="307" y="438"/>
                    <a:pt x="295" y="432"/>
                    <a:pt x="287" y="424"/>
                  </a:cubicBezTo>
                  <a:cubicBezTo>
                    <a:pt x="301" y="406"/>
                    <a:pt x="313" y="386"/>
                    <a:pt x="307" y="372"/>
                  </a:cubicBezTo>
                  <a:cubicBezTo>
                    <a:pt x="307" y="359"/>
                    <a:pt x="301" y="346"/>
                    <a:pt x="287" y="340"/>
                  </a:cubicBezTo>
                  <a:cubicBezTo>
                    <a:pt x="281" y="340"/>
                    <a:pt x="268" y="340"/>
                    <a:pt x="261" y="346"/>
                  </a:cubicBezTo>
                  <a:cubicBezTo>
                    <a:pt x="249" y="359"/>
                    <a:pt x="249" y="386"/>
                    <a:pt x="261" y="412"/>
                  </a:cubicBezTo>
                  <a:lnTo>
                    <a:pt x="261" y="418"/>
                  </a:lnTo>
                  <a:cubicBezTo>
                    <a:pt x="255" y="424"/>
                    <a:pt x="249" y="432"/>
                    <a:pt x="235" y="438"/>
                  </a:cubicBezTo>
                  <a:cubicBezTo>
                    <a:pt x="228" y="438"/>
                    <a:pt x="222" y="438"/>
                    <a:pt x="222" y="438"/>
                  </a:cubicBezTo>
                  <a:cubicBezTo>
                    <a:pt x="216" y="432"/>
                    <a:pt x="216" y="432"/>
                    <a:pt x="216" y="432"/>
                  </a:cubicBezTo>
                  <a:cubicBezTo>
                    <a:pt x="216" y="424"/>
                    <a:pt x="202" y="418"/>
                    <a:pt x="196" y="424"/>
                  </a:cubicBezTo>
                  <a:cubicBezTo>
                    <a:pt x="190" y="424"/>
                    <a:pt x="190" y="424"/>
                    <a:pt x="190" y="424"/>
                  </a:cubicBezTo>
                  <a:cubicBezTo>
                    <a:pt x="176" y="432"/>
                    <a:pt x="176" y="445"/>
                    <a:pt x="184" y="451"/>
                  </a:cubicBezTo>
                  <a:cubicBezTo>
                    <a:pt x="255" y="602"/>
                    <a:pt x="255" y="602"/>
                    <a:pt x="255" y="602"/>
                  </a:cubicBezTo>
                  <a:cubicBezTo>
                    <a:pt x="255" y="758"/>
                    <a:pt x="255" y="758"/>
                    <a:pt x="255" y="758"/>
                  </a:cubicBezTo>
                  <a:cubicBezTo>
                    <a:pt x="216" y="758"/>
                    <a:pt x="216" y="758"/>
                    <a:pt x="216" y="758"/>
                  </a:cubicBezTo>
                  <a:cubicBezTo>
                    <a:pt x="216" y="719"/>
                    <a:pt x="209" y="667"/>
                    <a:pt x="184" y="634"/>
                  </a:cubicBezTo>
                  <a:cubicBezTo>
                    <a:pt x="91" y="517"/>
                    <a:pt x="72" y="424"/>
                    <a:pt x="65" y="392"/>
                  </a:cubicBezTo>
                  <a:cubicBezTo>
                    <a:pt x="59" y="353"/>
                    <a:pt x="59" y="353"/>
                    <a:pt x="59" y="353"/>
                  </a:cubicBezTo>
                  <a:cubicBezTo>
                    <a:pt x="59" y="346"/>
                    <a:pt x="59" y="340"/>
                    <a:pt x="59" y="334"/>
                  </a:cubicBezTo>
                  <a:cubicBezTo>
                    <a:pt x="59" y="184"/>
                    <a:pt x="184" y="59"/>
                    <a:pt x="340" y="59"/>
                  </a:cubicBezTo>
                  <a:cubicBezTo>
                    <a:pt x="490" y="59"/>
                    <a:pt x="614" y="184"/>
                    <a:pt x="614" y="334"/>
                  </a:cubicBezTo>
                  <a:cubicBezTo>
                    <a:pt x="614" y="340"/>
                    <a:pt x="614" y="346"/>
                    <a:pt x="614" y="3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3943" eaLnBrk="1" fontAlgn="base" latinLnBrk="0" hangingPunct="1">
                <a:lnSpc>
                  <a:spcPct val="100000"/>
                </a:lnSpc>
                <a:spcBef>
                  <a:spcPct val="0"/>
                </a:spcBef>
                <a:spcAft>
                  <a:spcPct val="0"/>
                </a:spcAft>
                <a:buClrTx/>
                <a:buSzTx/>
                <a:buFontTx/>
                <a:buNone/>
                <a:tabLst/>
                <a:defRPr/>
              </a:pPr>
              <a:endParaRPr kumimoji="0" lang="en-US" sz="1599" b="0" i="0" u="none" strike="noStrike" kern="0" cap="none" spc="0" normalizeH="0" baseline="0" noProof="0">
                <a:ln>
                  <a:noFill/>
                </a:ln>
                <a:solidFill>
                  <a:srgbClr val="646464"/>
                </a:solidFill>
                <a:effectLst/>
                <a:uLnTx/>
                <a:uFillTx/>
              </a:endParaRPr>
            </a:p>
          </p:txBody>
        </p:sp>
        <p:sp>
          <p:nvSpPr>
            <p:cNvPr id="148" name="Freeform 242">
              <a:extLst>
                <a:ext uri="{FF2B5EF4-FFF2-40B4-BE49-F238E27FC236}">
                  <a16:creationId xmlns:a16="http://schemas.microsoft.com/office/drawing/2014/main" id="{60420996-13A2-663F-4200-C147BCE00569}"/>
                </a:ext>
              </a:extLst>
            </p:cNvPr>
            <p:cNvSpPr>
              <a:spLocks noChangeArrowheads="1"/>
            </p:cNvSpPr>
            <p:nvPr/>
          </p:nvSpPr>
          <p:spPr bwMode="auto">
            <a:xfrm>
              <a:off x="1720850" y="5430838"/>
              <a:ext cx="130175" cy="73025"/>
            </a:xfrm>
            <a:custGeom>
              <a:avLst/>
              <a:gdLst>
                <a:gd name="T0" fmla="*/ 0 w 361"/>
                <a:gd name="T1" fmla="*/ 2147483647 h 203"/>
                <a:gd name="T2" fmla="*/ 0 w 361"/>
                <a:gd name="T3" fmla="*/ 2147483647 h 203"/>
                <a:gd name="T4" fmla="*/ 2147483647 w 361"/>
                <a:gd name="T5" fmla="*/ 2147483647 h 203"/>
                <a:gd name="T6" fmla="*/ 2147483647 w 361"/>
                <a:gd name="T7" fmla="*/ 2147483647 h 203"/>
                <a:gd name="T8" fmla="*/ 0 w 361"/>
                <a:gd name="T9" fmla="*/ 2147483647 h 203"/>
                <a:gd name="T10" fmla="*/ 0 w 361"/>
                <a:gd name="T11" fmla="*/ 2147483647 h 203"/>
                <a:gd name="T12" fmla="*/ 2147483647 w 361"/>
                <a:gd name="T13" fmla="*/ 2147483647 h 203"/>
                <a:gd name="T14" fmla="*/ 2147483647 w 361"/>
                <a:gd name="T15" fmla="*/ 2147483647 h 203"/>
                <a:gd name="T16" fmla="*/ 2147483647 w 361"/>
                <a:gd name="T17" fmla="*/ 2147483647 h 203"/>
                <a:gd name="T18" fmla="*/ 2147483647 w 361"/>
                <a:gd name="T19" fmla="*/ 2147483647 h 203"/>
                <a:gd name="T20" fmla="*/ 2147483647 w 361"/>
                <a:gd name="T21" fmla="*/ 2147483647 h 203"/>
                <a:gd name="T22" fmla="*/ 2147483647 w 361"/>
                <a:gd name="T23" fmla="*/ 2147483647 h 203"/>
                <a:gd name="T24" fmla="*/ 2147483647 w 361"/>
                <a:gd name="T25" fmla="*/ 2147483647 h 203"/>
                <a:gd name="T26" fmla="*/ 2147483647 w 361"/>
                <a:gd name="T27" fmla="*/ 2147483647 h 203"/>
                <a:gd name="T28" fmla="*/ 2147483647 w 361"/>
                <a:gd name="T29" fmla="*/ 2147483647 h 203"/>
                <a:gd name="T30" fmla="*/ 2147483647 w 361"/>
                <a:gd name="T31" fmla="*/ 2147483647 h 203"/>
                <a:gd name="T32" fmla="*/ 2147483647 w 361"/>
                <a:gd name="T33" fmla="*/ 2147483647 h 203"/>
                <a:gd name="T34" fmla="*/ 2147483647 w 361"/>
                <a:gd name="T35" fmla="*/ 2147483647 h 203"/>
                <a:gd name="T36" fmla="*/ 2147483647 w 361"/>
                <a:gd name="T37" fmla="*/ 2147483647 h 203"/>
                <a:gd name="T38" fmla="*/ 2147483647 w 361"/>
                <a:gd name="T39" fmla="*/ 2147483647 h 203"/>
                <a:gd name="T40" fmla="*/ 2147483647 w 361"/>
                <a:gd name="T41" fmla="*/ 2147483647 h 203"/>
                <a:gd name="T42" fmla="*/ 2147483647 w 361"/>
                <a:gd name="T43" fmla="*/ 0 h 203"/>
                <a:gd name="T44" fmla="*/ 0 w 361"/>
                <a:gd name="T45" fmla="*/ 0 h 203"/>
                <a:gd name="T46" fmla="*/ 0 w 361"/>
                <a:gd name="T47" fmla="*/ 2147483647 h 2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61" h="203">
                  <a:moveTo>
                    <a:pt x="0" y="32"/>
                  </a:moveTo>
                  <a:lnTo>
                    <a:pt x="0" y="32"/>
                  </a:lnTo>
                  <a:cubicBezTo>
                    <a:pt x="20" y="32"/>
                    <a:pt x="20" y="32"/>
                    <a:pt x="20" y="32"/>
                  </a:cubicBezTo>
                  <a:cubicBezTo>
                    <a:pt x="20" y="59"/>
                    <a:pt x="20" y="59"/>
                    <a:pt x="20" y="59"/>
                  </a:cubicBezTo>
                  <a:cubicBezTo>
                    <a:pt x="0" y="59"/>
                    <a:pt x="0" y="59"/>
                    <a:pt x="0" y="59"/>
                  </a:cubicBezTo>
                  <a:cubicBezTo>
                    <a:pt x="0" y="84"/>
                    <a:pt x="0" y="84"/>
                    <a:pt x="0" y="84"/>
                  </a:cubicBezTo>
                  <a:cubicBezTo>
                    <a:pt x="20" y="84"/>
                    <a:pt x="20" y="84"/>
                    <a:pt x="20" y="84"/>
                  </a:cubicBezTo>
                  <a:cubicBezTo>
                    <a:pt x="20" y="111"/>
                    <a:pt x="20" y="111"/>
                    <a:pt x="20" y="111"/>
                  </a:cubicBezTo>
                  <a:cubicBezTo>
                    <a:pt x="6" y="111"/>
                    <a:pt x="6" y="111"/>
                    <a:pt x="6" y="111"/>
                  </a:cubicBezTo>
                  <a:cubicBezTo>
                    <a:pt x="6" y="143"/>
                    <a:pt x="39" y="170"/>
                    <a:pt x="79" y="170"/>
                  </a:cubicBezTo>
                  <a:cubicBezTo>
                    <a:pt x="85" y="189"/>
                    <a:pt x="105" y="202"/>
                    <a:pt x="124" y="202"/>
                  </a:cubicBezTo>
                  <a:cubicBezTo>
                    <a:pt x="235" y="202"/>
                    <a:pt x="235" y="202"/>
                    <a:pt x="235" y="202"/>
                  </a:cubicBezTo>
                  <a:cubicBezTo>
                    <a:pt x="255" y="202"/>
                    <a:pt x="274" y="189"/>
                    <a:pt x="281" y="170"/>
                  </a:cubicBezTo>
                  <a:cubicBezTo>
                    <a:pt x="321" y="170"/>
                    <a:pt x="353" y="143"/>
                    <a:pt x="360" y="111"/>
                  </a:cubicBezTo>
                  <a:cubicBezTo>
                    <a:pt x="346" y="111"/>
                    <a:pt x="346" y="111"/>
                    <a:pt x="346" y="111"/>
                  </a:cubicBezTo>
                  <a:cubicBezTo>
                    <a:pt x="346" y="84"/>
                    <a:pt x="346" y="84"/>
                    <a:pt x="346" y="84"/>
                  </a:cubicBezTo>
                  <a:cubicBezTo>
                    <a:pt x="360" y="84"/>
                    <a:pt x="360" y="84"/>
                    <a:pt x="360" y="84"/>
                  </a:cubicBezTo>
                  <a:cubicBezTo>
                    <a:pt x="360" y="59"/>
                    <a:pt x="360" y="59"/>
                    <a:pt x="360" y="59"/>
                  </a:cubicBezTo>
                  <a:cubicBezTo>
                    <a:pt x="346" y="59"/>
                    <a:pt x="346" y="59"/>
                    <a:pt x="346" y="59"/>
                  </a:cubicBezTo>
                  <a:cubicBezTo>
                    <a:pt x="346" y="32"/>
                    <a:pt x="346" y="32"/>
                    <a:pt x="346" y="32"/>
                  </a:cubicBezTo>
                  <a:cubicBezTo>
                    <a:pt x="360" y="32"/>
                    <a:pt x="360" y="32"/>
                    <a:pt x="360" y="32"/>
                  </a:cubicBezTo>
                  <a:cubicBezTo>
                    <a:pt x="360" y="0"/>
                    <a:pt x="360" y="0"/>
                    <a:pt x="360" y="0"/>
                  </a:cubicBezTo>
                  <a:cubicBezTo>
                    <a:pt x="0" y="0"/>
                    <a:pt x="0" y="0"/>
                    <a:pt x="0" y="0"/>
                  </a:cubicBezTo>
                  <a:lnTo>
                    <a:pt x="0" y="32"/>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3943" eaLnBrk="1" fontAlgn="base" latinLnBrk="0" hangingPunct="1">
                <a:lnSpc>
                  <a:spcPct val="100000"/>
                </a:lnSpc>
                <a:spcBef>
                  <a:spcPct val="0"/>
                </a:spcBef>
                <a:spcAft>
                  <a:spcPct val="0"/>
                </a:spcAft>
                <a:buClrTx/>
                <a:buSzTx/>
                <a:buFontTx/>
                <a:buNone/>
                <a:tabLst/>
                <a:defRPr/>
              </a:pPr>
              <a:endParaRPr kumimoji="0" lang="en-US" sz="1599" b="0" i="0" u="none" strike="noStrike" kern="0" cap="none" spc="0" normalizeH="0" baseline="0" noProof="0">
                <a:ln>
                  <a:noFill/>
                </a:ln>
                <a:solidFill>
                  <a:srgbClr val="646464"/>
                </a:solidFill>
                <a:effectLst/>
                <a:uLnTx/>
                <a:uFillTx/>
              </a:endParaRPr>
            </a:p>
          </p:txBody>
        </p:sp>
      </p:grpSp>
      <p:sp>
        <p:nvSpPr>
          <p:cNvPr id="149" name="Freeform 108">
            <a:extLst>
              <a:ext uri="{FF2B5EF4-FFF2-40B4-BE49-F238E27FC236}">
                <a16:creationId xmlns:a16="http://schemas.microsoft.com/office/drawing/2014/main" id="{9BD74A58-EEBA-9ECD-EEDA-18D05A8EECD5}"/>
              </a:ext>
            </a:extLst>
          </p:cNvPr>
          <p:cNvSpPr>
            <a:spLocks noEditPoints="1"/>
          </p:cNvSpPr>
          <p:nvPr/>
        </p:nvSpPr>
        <p:spPr bwMode="auto">
          <a:xfrm>
            <a:off x="6309531" y="3492729"/>
            <a:ext cx="311772" cy="188275"/>
          </a:xfrm>
          <a:custGeom>
            <a:avLst/>
            <a:gdLst>
              <a:gd name="T0" fmla="*/ 432 w 479"/>
              <a:gd name="T1" fmla="*/ 0 h 308"/>
              <a:gd name="T2" fmla="*/ 385 w 479"/>
              <a:gd name="T3" fmla="*/ 47 h 308"/>
              <a:gd name="T4" fmla="*/ 395 w 479"/>
              <a:gd name="T5" fmla="*/ 77 h 308"/>
              <a:gd name="T6" fmla="*/ 319 w 479"/>
              <a:gd name="T7" fmla="*/ 162 h 308"/>
              <a:gd name="T8" fmla="*/ 292 w 479"/>
              <a:gd name="T9" fmla="*/ 154 h 308"/>
              <a:gd name="T10" fmla="*/ 252 w 479"/>
              <a:gd name="T11" fmla="*/ 177 h 308"/>
              <a:gd name="T12" fmla="*/ 215 w 479"/>
              <a:gd name="T13" fmla="*/ 158 h 308"/>
              <a:gd name="T14" fmla="*/ 215 w 479"/>
              <a:gd name="T15" fmla="*/ 153 h 308"/>
              <a:gd name="T16" fmla="*/ 168 w 479"/>
              <a:gd name="T17" fmla="*/ 106 h 308"/>
              <a:gd name="T18" fmla="*/ 121 w 479"/>
              <a:gd name="T19" fmla="*/ 153 h 308"/>
              <a:gd name="T20" fmla="*/ 128 w 479"/>
              <a:gd name="T21" fmla="*/ 178 h 308"/>
              <a:gd name="T22" fmla="*/ 77 w 479"/>
              <a:gd name="T23" fmla="*/ 224 h 308"/>
              <a:gd name="T24" fmla="*/ 47 w 479"/>
              <a:gd name="T25" fmla="*/ 213 h 308"/>
              <a:gd name="T26" fmla="*/ 0 w 479"/>
              <a:gd name="T27" fmla="*/ 260 h 308"/>
              <a:gd name="T28" fmla="*/ 47 w 479"/>
              <a:gd name="T29" fmla="*/ 308 h 308"/>
              <a:gd name="T30" fmla="*/ 95 w 479"/>
              <a:gd name="T31" fmla="*/ 260 h 308"/>
              <a:gd name="T32" fmla="*/ 90 w 479"/>
              <a:gd name="T33" fmla="*/ 240 h 308"/>
              <a:gd name="T34" fmla="*/ 143 w 479"/>
              <a:gd name="T35" fmla="*/ 193 h 308"/>
              <a:gd name="T36" fmla="*/ 168 w 479"/>
              <a:gd name="T37" fmla="*/ 201 h 308"/>
              <a:gd name="T38" fmla="*/ 208 w 479"/>
              <a:gd name="T39" fmla="*/ 178 h 308"/>
              <a:gd name="T40" fmla="*/ 245 w 479"/>
              <a:gd name="T41" fmla="*/ 197 h 308"/>
              <a:gd name="T42" fmla="*/ 245 w 479"/>
              <a:gd name="T43" fmla="*/ 201 h 308"/>
              <a:gd name="T44" fmla="*/ 292 w 479"/>
              <a:gd name="T45" fmla="*/ 249 h 308"/>
              <a:gd name="T46" fmla="*/ 339 w 479"/>
              <a:gd name="T47" fmla="*/ 201 h 308"/>
              <a:gd name="T48" fmla="*/ 333 w 479"/>
              <a:gd name="T49" fmla="*/ 178 h 308"/>
              <a:gd name="T50" fmla="*/ 412 w 479"/>
              <a:gd name="T51" fmla="*/ 90 h 308"/>
              <a:gd name="T52" fmla="*/ 432 w 479"/>
              <a:gd name="T53" fmla="*/ 94 h 308"/>
              <a:gd name="T54" fmla="*/ 479 w 479"/>
              <a:gd name="T55" fmla="*/ 47 h 308"/>
              <a:gd name="T56" fmla="*/ 432 w 479"/>
              <a:gd name="T57" fmla="*/ 0 h 308"/>
              <a:gd name="T58" fmla="*/ 47 w 479"/>
              <a:gd name="T59" fmla="*/ 287 h 308"/>
              <a:gd name="T60" fmla="*/ 21 w 479"/>
              <a:gd name="T61" fmla="*/ 260 h 308"/>
              <a:gd name="T62" fmla="*/ 47 w 479"/>
              <a:gd name="T63" fmla="*/ 234 h 308"/>
              <a:gd name="T64" fmla="*/ 74 w 479"/>
              <a:gd name="T65" fmla="*/ 260 h 308"/>
              <a:gd name="T66" fmla="*/ 47 w 479"/>
              <a:gd name="T67" fmla="*/ 287 h 308"/>
              <a:gd name="T68" fmla="*/ 168 w 479"/>
              <a:gd name="T69" fmla="*/ 180 h 308"/>
              <a:gd name="T70" fmla="*/ 142 w 479"/>
              <a:gd name="T71" fmla="*/ 153 h 308"/>
              <a:gd name="T72" fmla="*/ 168 w 479"/>
              <a:gd name="T73" fmla="*/ 127 h 308"/>
              <a:gd name="T74" fmla="*/ 194 w 479"/>
              <a:gd name="T75" fmla="*/ 153 h 308"/>
              <a:gd name="T76" fmla="*/ 168 w 479"/>
              <a:gd name="T77" fmla="*/ 180 h 308"/>
              <a:gd name="T78" fmla="*/ 292 w 479"/>
              <a:gd name="T79" fmla="*/ 228 h 308"/>
              <a:gd name="T80" fmla="*/ 266 w 479"/>
              <a:gd name="T81" fmla="*/ 201 h 308"/>
              <a:gd name="T82" fmla="*/ 292 w 479"/>
              <a:gd name="T83" fmla="*/ 175 h 308"/>
              <a:gd name="T84" fmla="*/ 318 w 479"/>
              <a:gd name="T85" fmla="*/ 201 h 308"/>
              <a:gd name="T86" fmla="*/ 292 w 479"/>
              <a:gd name="T87" fmla="*/ 228 h 308"/>
              <a:gd name="T88" fmla="*/ 432 w 479"/>
              <a:gd name="T89" fmla="*/ 73 h 308"/>
              <a:gd name="T90" fmla="*/ 406 w 479"/>
              <a:gd name="T91" fmla="*/ 47 h 308"/>
              <a:gd name="T92" fmla="*/ 432 w 479"/>
              <a:gd name="T93" fmla="*/ 21 h 308"/>
              <a:gd name="T94" fmla="*/ 458 w 479"/>
              <a:gd name="T95" fmla="*/ 47 h 308"/>
              <a:gd name="T96" fmla="*/ 432 w 479"/>
              <a:gd name="T97" fmla="*/ 7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9" h="308">
                <a:moveTo>
                  <a:pt x="432" y="0"/>
                </a:moveTo>
                <a:cubicBezTo>
                  <a:pt x="406" y="0"/>
                  <a:pt x="385" y="21"/>
                  <a:pt x="385" y="47"/>
                </a:cubicBezTo>
                <a:cubicBezTo>
                  <a:pt x="385" y="58"/>
                  <a:pt x="389" y="69"/>
                  <a:pt x="395" y="77"/>
                </a:cubicBezTo>
                <a:cubicBezTo>
                  <a:pt x="319" y="162"/>
                  <a:pt x="319" y="162"/>
                  <a:pt x="319" y="162"/>
                </a:cubicBezTo>
                <a:cubicBezTo>
                  <a:pt x="311" y="157"/>
                  <a:pt x="302" y="154"/>
                  <a:pt x="292" y="154"/>
                </a:cubicBezTo>
                <a:cubicBezTo>
                  <a:pt x="275" y="154"/>
                  <a:pt x="260" y="163"/>
                  <a:pt x="252" y="177"/>
                </a:cubicBezTo>
                <a:cubicBezTo>
                  <a:pt x="215" y="158"/>
                  <a:pt x="215" y="158"/>
                  <a:pt x="215" y="158"/>
                </a:cubicBezTo>
                <a:cubicBezTo>
                  <a:pt x="215" y="156"/>
                  <a:pt x="215" y="155"/>
                  <a:pt x="215" y="153"/>
                </a:cubicBezTo>
                <a:cubicBezTo>
                  <a:pt x="215" y="127"/>
                  <a:pt x="194" y="106"/>
                  <a:pt x="168" y="106"/>
                </a:cubicBezTo>
                <a:cubicBezTo>
                  <a:pt x="142" y="106"/>
                  <a:pt x="121" y="127"/>
                  <a:pt x="121" y="153"/>
                </a:cubicBezTo>
                <a:cubicBezTo>
                  <a:pt x="121" y="163"/>
                  <a:pt x="123" y="171"/>
                  <a:pt x="128" y="178"/>
                </a:cubicBezTo>
                <a:cubicBezTo>
                  <a:pt x="77" y="224"/>
                  <a:pt x="77" y="224"/>
                  <a:pt x="77" y="224"/>
                </a:cubicBezTo>
                <a:cubicBezTo>
                  <a:pt x="69" y="217"/>
                  <a:pt x="59" y="213"/>
                  <a:pt x="47" y="213"/>
                </a:cubicBezTo>
                <a:cubicBezTo>
                  <a:pt x="21" y="213"/>
                  <a:pt x="0" y="234"/>
                  <a:pt x="0" y="260"/>
                </a:cubicBezTo>
                <a:cubicBezTo>
                  <a:pt x="0" y="287"/>
                  <a:pt x="21" y="308"/>
                  <a:pt x="47" y="308"/>
                </a:cubicBezTo>
                <a:cubicBezTo>
                  <a:pt x="74" y="308"/>
                  <a:pt x="95" y="287"/>
                  <a:pt x="95" y="260"/>
                </a:cubicBezTo>
                <a:cubicBezTo>
                  <a:pt x="95" y="253"/>
                  <a:pt x="93" y="246"/>
                  <a:pt x="90" y="240"/>
                </a:cubicBezTo>
                <a:cubicBezTo>
                  <a:pt x="143" y="193"/>
                  <a:pt x="143" y="193"/>
                  <a:pt x="143" y="193"/>
                </a:cubicBezTo>
                <a:cubicBezTo>
                  <a:pt x="150" y="198"/>
                  <a:pt x="159" y="201"/>
                  <a:pt x="168" y="201"/>
                </a:cubicBezTo>
                <a:cubicBezTo>
                  <a:pt x="185" y="201"/>
                  <a:pt x="200" y="192"/>
                  <a:pt x="208" y="178"/>
                </a:cubicBezTo>
                <a:cubicBezTo>
                  <a:pt x="245" y="197"/>
                  <a:pt x="245" y="197"/>
                  <a:pt x="245" y="197"/>
                </a:cubicBezTo>
                <a:cubicBezTo>
                  <a:pt x="245" y="198"/>
                  <a:pt x="245" y="200"/>
                  <a:pt x="245" y="201"/>
                </a:cubicBezTo>
                <a:cubicBezTo>
                  <a:pt x="245" y="227"/>
                  <a:pt x="266" y="249"/>
                  <a:pt x="292" y="249"/>
                </a:cubicBezTo>
                <a:cubicBezTo>
                  <a:pt x="318" y="249"/>
                  <a:pt x="339" y="227"/>
                  <a:pt x="339" y="201"/>
                </a:cubicBezTo>
                <a:cubicBezTo>
                  <a:pt x="339" y="193"/>
                  <a:pt x="337" y="185"/>
                  <a:pt x="333" y="178"/>
                </a:cubicBezTo>
                <a:cubicBezTo>
                  <a:pt x="412" y="90"/>
                  <a:pt x="412" y="90"/>
                  <a:pt x="412" y="90"/>
                </a:cubicBezTo>
                <a:cubicBezTo>
                  <a:pt x="418" y="93"/>
                  <a:pt x="425" y="94"/>
                  <a:pt x="432" y="94"/>
                </a:cubicBezTo>
                <a:cubicBezTo>
                  <a:pt x="458" y="94"/>
                  <a:pt x="479" y="73"/>
                  <a:pt x="479" y="47"/>
                </a:cubicBezTo>
                <a:cubicBezTo>
                  <a:pt x="479" y="21"/>
                  <a:pt x="458" y="0"/>
                  <a:pt x="432" y="0"/>
                </a:cubicBezTo>
                <a:close/>
                <a:moveTo>
                  <a:pt x="47" y="287"/>
                </a:moveTo>
                <a:cubicBezTo>
                  <a:pt x="33" y="287"/>
                  <a:pt x="21" y="275"/>
                  <a:pt x="21" y="260"/>
                </a:cubicBezTo>
                <a:cubicBezTo>
                  <a:pt x="21" y="246"/>
                  <a:pt x="33" y="234"/>
                  <a:pt x="47" y="234"/>
                </a:cubicBezTo>
                <a:cubicBezTo>
                  <a:pt x="62" y="234"/>
                  <a:pt x="74" y="246"/>
                  <a:pt x="74" y="260"/>
                </a:cubicBezTo>
                <a:cubicBezTo>
                  <a:pt x="74" y="275"/>
                  <a:pt x="62" y="287"/>
                  <a:pt x="47" y="287"/>
                </a:cubicBezTo>
                <a:close/>
                <a:moveTo>
                  <a:pt x="168" y="180"/>
                </a:moveTo>
                <a:cubicBezTo>
                  <a:pt x="154" y="180"/>
                  <a:pt x="142" y="168"/>
                  <a:pt x="142" y="153"/>
                </a:cubicBezTo>
                <a:cubicBezTo>
                  <a:pt x="142" y="139"/>
                  <a:pt x="154" y="127"/>
                  <a:pt x="168" y="127"/>
                </a:cubicBezTo>
                <a:cubicBezTo>
                  <a:pt x="183" y="127"/>
                  <a:pt x="194" y="139"/>
                  <a:pt x="194" y="153"/>
                </a:cubicBezTo>
                <a:cubicBezTo>
                  <a:pt x="194" y="168"/>
                  <a:pt x="183" y="180"/>
                  <a:pt x="168" y="180"/>
                </a:cubicBezTo>
                <a:close/>
                <a:moveTo>
                  <a:pt x="292" y="228"/>
                </a:moveTo>
                <a:cubicBezTo>
                  <a:pt x="277" y="228"/>
                  <a:pt x="266" y="216"/>
                  <a:pt x="266" y="201"/>
                </a:cubicBezTo>
                <a:cubicBezTo>
                  <a:pt x="266" y="187"/>
                  <a:pt x="277" y="175"/>
                  <a:pt x="292" y="175"/>
                </a:cubicBezTo>
                <a:cubicBezTo>
                  <a:pt x="306" y="175"/>
                  <a:pt x="318" y="187"/>
                  <a:pt x="318" y="201"/>
                </a:cubicBezTo>
                <a:cubicBezTo>
                  <a:pt x="318" y="216"/>
                  <a:pt x="306" y="228"/>
                  <a:pt x="292" y="228"/>
                </a:cubicBezTo>
                <a:close/>
                <a:moveTo>
                  <a:pt x="432" y="73"/>
                </a:moveTo>
                <a:cubicBezTo>
                  <a:pt x="417" y="73"/>
                  <a:pt x="406" y="62"/>
                  <a:pt x="406" y="47"/>
                </a:cubicBezTo>
                <a:cubicBezTo>
                  <a:pt x="406" y="33"/>
                  <a:pt x="417" y="21"/>
                  <a:pt x="432" y="21"/>
                </a:cubicBezTo>
                <a:cubicBezTo>
                  <a:pt x="446" y="21"/>
                  <a:pt x="458" y="33"/>
                  <a:pt x="458" y="47"/>
                </a:cubicBezTo>
                <a:cubicBezTo>
                  <a:pt x="458" y="62"/>
                  <a:pt x="446" y="73"/>
                  <a:pt x="432" y="73"/>
                </a:cubicBezTo>
                <a:close/>
              </a:path>
            </a:pathLst>
          </a:custGeom>
          <a:solidFill>
            <a:srgbClr val="333333"/>
          </a:solidFill>
          <a:ln>
            <a:noFill/>
          </a:ln>
        </p:spPr>
        <p:txBody>
          <a:bodyPr vert="horz" wrap="square" lIns="78150" tIns="39075" rIns="78150" bIns="39075" numCol="1" anchor="t" anchorCtr="0" compatLnSpc="1">
            <a:prstTxWarp prst="textNoShape">
              <a:avLst/>
            </a:prstTxWarp>
          </a:bodyPr>
          <a:lstStyle/>
          <a:p>
            <a:pPr marL="0" marR="0" lvl="0" indent="0" algn="ctr" defTabSz="913943" eaLnBrk="1" fontAlgn="base" latinLnBrk="0" hangingPunct="1">
              <a:lnSpc>
                <a:spcPct val="100000"/>
              </a:lnSpc>
              <a:spcBef>
                <a:spcPct val="0"/>
              </a:spcBef>
              <a:spcAft>
                <a:spcPct val="0"/>
              </a:spcAft>
              <a:buClrTx/>
              <a:buSzTx/>
              <a:buFontTx/>
              <a:buNone/>
              <a:tabLst/>
              <a:defRPr/>
            </a:pPr>
            <a:endParaRPr kumimoji="0" lang="en-IE" sz="1367" b="0" i="0" u="none" strike="noStrike" kern="0" cap="none" spc="0" normalizeH="0" baseline="0" noProof="0">
              <a:ln>
                <a:noFill/>
              </a:ln>
              <a:solidFill>
                <a:srgbClr val="646464"/>
              </a:solidFill>
              <a:effectLst/>
              <a:uLnTx/>
              <a:uFillTx/>
            </a:endParaRPr>
          </a:p>
        </p:txBody>
      </p:sp>
      <p:sp>
        <p:nvSpPr>
          <p:cNvPr id="150" name="Freeform 83">
            <a:extLst>
              <a:ext uri="{FF2B5EF4-FFF2-40B4-BE49-F238E27FC236}">
                <a16:creationId xmlns:a16="http://schemas.microsoft.com/office/drawing/2014/main" id="{A9C7CD8F-298F-A763-6C53-6EBA3D590BA6}"/>
              </a:ext>
            </a:extLst>
          </p:cNvPr>
          <p:cNvSpPr>
            <a:spLocks noChangeAspect="1" noEditPoints="1"/>
          </p:cNvSpPr>
          <p:nvPr/>
        </p:nvSpPr>
        <p:spPr bwMode="auto">
          <a:xfrm>
            <a:off x="5577107" y="4188505"/>
            <a:ext cx="307238" cy="176429"/>
          </a:xfrm>
          <a:custGeom>
            <a:avLst/>
            <a:gdLst>
              <a:gd name="T0" fmla="*/ 2147483647 w 6736"/>
              <a:gd name="T1" fmla="*/ 2147483647 h 3999"/>
              <a:gd name="T2" fmla="*/ 2147483647 w 6736"/>
              <a:gd name="T3" fmla="*/ 2147483647 h 3999"/>
              <a:gd name="T4" fmla="*/ 2147483647 w 6736"/>
              <a:gd name="T5" fmla="*/ 2147483647 h 3999"/>
              <a:gd name="T6" fmla="*/ 2147483647 w 6736"/>
              <a:gd name="T7" fmla="*/ 0 h 3999"/>
              <a:gd name="T8" fmla="*/ 2147483647 w 6736"/>
              <a:gd name="T9" fmla="*/ 2147483647 h 3999"/>
              <a:gd name="T10" fmla="*/ 2147483647 w 6736"/>
              <a:gd name="T11" fmla="*/ 2147483647 h 3999"/>
              <a:gd name="T12" fmla="*/ 2147483647 w 6736"/>
              <a:gd name="T13" fmla="*/ 2147483647 h 3999"/>
              <a:gd name="T14" fmla="*/ 2147483647 w 6736"/>
              <a:gd name="T15" fmla="*/ 2147483647 h 3999"/>
              <a:gd name="T16" fmla="*/ 2147483647 w 6736"/>
              <a:gd name="T17" fmla="*/ 2147483647 h 3999"/>
              <a:gd name="T18" fmla="*/ 2147483647 w 6736"/>
              <a:gd name="T19" fmla="*/ 2147483647 h 3999"/>
              <a:gd name="T20" fmla="*/ 2147483647 w 6736"/>
              <a:gd name="T21" fmla="*/ 2147483647 h 3999"/>
              <a:gd name="T22" fmla="*/ 2147483647 w 6736"/>
              <a:gd name="T23" fmla="*/ 2147483647 h 3999"/>
              <a:gd name="T24" fmla="*/ 2147483647 w 6736"/>
              <a:gd name="T25" fmla="*/ 2147483647 h 3999"/>
              <a:gd name="T26" fmla="*/ 2147483647 w 6736"/>
              <a:gd name="T27" fmla="*/ 2147483647 h 3999"/>
              <a:gd name="T28" fmla="*/ 2147483647 w 6736"/>
              <a:gd name="T29" fmla="*/ 2147483647 h 3999"/>
              <a:gd name="T30" fmla="*/ 2147483647 w 6736"/>
              <a:gd name="T31" fmla="*/ 2147483647 h 3999"/>
              <a:gd name="T32" fmla="*/ 2147483647 w 6736"/>
              <a:gd name="T33" fmla="*/ 2147483647 h 3999"/>
              <a:gd name="T34" fmla="*/ 2147483647 w 6736"/>
              <a:gd name="T35" fmla="*/ 2147483647 h 3999"/>
              <a:gd name="T36" fmla="*/ 2147483647 w 6736"/>
              <a:gd name="T37" fmla="*/ 2147483647 h 3999"/>
              <a:gd name="T38" fmla="*/ 2147483647 w 6736"/>
              <a:gd name="T39" fmla="*/ 2147483647 h 3999"/>
              <a:gd name="T40" fmla="*/ 2147483647 w 6736"/>
              <a:gd name="T41" fmla="*/ 2147483647 h 3999"/>
              <a:gd name="T42" fmla="*/ 2147483647 w 6736"/>
              <a:gd name="T43" fmla="*/ 2147483647 h 3999"/>
              <a:gd name="T44" fmla="*/ 2147483647 w 6736"/>
              <a:gd name="T45" fmla="*/ 2147483647 h 3999"/>
              <a:gd name="T46" fmla="*/ 2147483647 w 6736"/>
              <a:gd name="T47" fmla="*/ 2147483647 h 3999"/>
              <a:gd name="T48" fmla="*/ 2147483647 w 6736"/>
              <a:gd name="T49" fmla="*/ 2147483647 h 3999"/>
              <a:gd name="T50" fmla="*/ 2147483647 w 6736"/>
              <a:gd name="T51" fmla="*/ 2147483647 h 3999"/>
              <a:gd name="T52" fmla="*/ 2147483647 w 6736"/>
              <a:gd name="T53" fmla="*/ 2147483647 h 3999"/>
              <a:gd name="T54" fmla="*/ 2147483647 w 6736"/>
              <a:gd name="T55" fmla="*/ 2147483647 h 3999"/>
              <a:gd name="T56" fmla="*/ 2147483647 w 6736"/>
              <a:gd name="T57" fmla="*/ 2147483647 h 3999"/>
              <a:gd name="T58" fmla="*/ 2147483647 w 6736"/>
              <a:gd name="T59" fmla="*/ 2147483647 h 3999"/>
              <a:gd name="T60" fmla="*/ 2147483647 w 6736"/>
              <a:gd name="T61" fmla="*/ 2147483647 h 3999"/>
              <a:gd name="T62" fmla="*/ 2147483647 w 6736"/>
              <a:gd name="T63" fmla="*/ 2147483647 h 3999"/>
              <a:gd name="T64" fmla="*/ 2147483647 w 6736"/>
              <a:gd name="T65" fmla="*/ 2147483647 h 3999"/>
              <a:gd name="T66" fmla="*/ 2147483647 w 6736"/>
              <a:gd name="T67" fmla="*/ 2147483647 h 3999"/>
              <a:gd name="T68" fmla="*/ 2147483647 w 6736"/>
              <a:gd name="T69" fmla="*/ 2147483647 h 3999"/>
              <a:gd name="T70" fmla="*/ 2147483647 w 6736"/>
              <a:gd name="T71" fmla="*/ 2147483647 h 3999"/>
              <a:gd name="T72" fmla="*/ 2147483647 w 6736"/>
              <a:gd name="T73" fmla="*/ 2147483647 h 3999"/>
              <a:gd name="T74" fmla="*/ 2147483647 w 6736"/>
              <a:gd name="T75" fmla="*/ 2147483647 h 3999"/>
              <a:gd name="T76" fmla="*/ 2147483647 w 6736"/>
              <a:gd name="T77" fmla="*/ 2147483647 h 3999"/>
              <a:gd name="T78" fmla="*/ 2147483647 w 6736"/>
              <a:gd name="T79" fmla="*/ 2147483647 h 3999"/>
              <a:gd name="T80" fmla="*/ 2147483647 w 6736"/>
              <a:gd name="T81" fmla="*/ 2147483647 h 3999"/>
              <a:gd name="T82" fmla="*/ 2147483647 w 6736"/>
              <a:gd name="T83" fmla="*/ 2147483647 h 3999"/>
              <a:gd name="T84" fmla="*/ 2147483647 w 6736"/>
              <a:gd name="T85" fmla="*/ 2147483647 h 3999"/>
              <a:gd name="T86" fmla="*/ 2147483647 w 6736"/>
              <a:gd name="T87" fmla="*/ 2147483647 h 3999"/>
              <a:gd name="T88" fmla="*/ 2147483647 w 6736"/>
              <a:gd name="T89" fmla="*/ 2147483647 h 3999"/>
              <a:gd name="T90" fmla="*/ 2147483647 w 6736"/>
              <a:gd name="T91" fmla="*/ 2147483647 h 3999"/>
              <a:gd name="T92" fmla="*/ 2147483647 w 6736"/>
              <a:gd name="T93" fmla="*/ 2147483647 h 3999"/>
              <a:gd name="T94" fmla="*/ 0 w 6736"/>
              <a:gd name="T95" fmla="*/ 2147483647 h 3999"/>
              <a:gd name="T96" fmla="*/ 2147483647 w 6736"/>
              <a:gd name="T97" fmla="*/ 2147483647 h 3999"/>
              <a:gd name="T98" fmla="*/ 2147483647 w 6736"/>
              <a:gd name="T99" fmla="*/ 2147483647 h 3999"/>
              <a:gd name="T100" fmla="*/ 2147483647 w 6736"/>
              <a:gd name="T101" fmla="*/ 2147483647 h 3999"/>
              <a:gd name="T102" fmla="*/ 2147483647 w 6736"/>
              <a:gd name="T103" fmla="*/ 2147483647 h 3999"/>
              <a:gd name="T104" fmla="*/ 2147483647 w 6736"/>
              <a:gd name="T105" fmla="*/ 2147483647 h 3999"/>
              <a:gd name="T106" fmla="*/ 2147483647 w 6736"/>
              <a:gd name="T107" fmla="*/ 0 h 399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736"/>
              <a:gd name="T163" fmla="*/ 0 h 3999"/>
              <a:gd name="T164" fmla="*/ 6736 w 6736"/>
              <a:gd name="T165" fmla="*/ 3999 h 399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736" h="3999">
                <a:moveTo>
                  <a:pt x="5298" y="3708"/>
                </a:moveTo>
                <a:lnTo>
                  <a:pt x="6445" y="3708"/>
                </a:lnTo>
                <a:lnTo>
                  <a:pt x="6445" y="2774"/>
                </a:lnTo>
                <a:lnTo>
                  <a:pt x="5298" y="2774"/>
                </a:lnTo>
                <a:lnTo>
                  <a:pt x="5298" y="3708"/>
                </a:lnTo>
                <a:close/>
                <a:moveTo>
                  <a:pt x="2794" y="3708"/>
                </a:moveTo>
                <a:lnTo>
                  <a:pt x="3942" y="3708"/>
                </a:lnTo>
                <a:lnTo>
                  <a:pt x="3942" y="2774"/>
                </a:lnTo>
                <a:lnTo>
                  <a:pt x="2794" y="2774"/>
                </a:lnTo>
                <a:lnTo>
                  <a:pt x="2794" y="3708"/>
                </a:lnTo>
                <a:close/>
                <a:moveTo>
                  <a:pt x="291" y="3708"/>
                </a:moveTo>
                <a:lnTo>
                  <a:pt x="1438" y="3708"/>
                </a:lnTo>
                <a:lnTo>
                  <a:pt x="1438" y="2774"/>
                </a:lnTo>
                <a:lnTo>
                  <a:pt x="291" y="2774"/>
                </a:lnTo>
                <a:lnTo>
                  <a:pt x="291" y="3708"/>
                </a:lnTo>
                <a:close/>
                <a:moveTo>
                  <a:pt x="2794" y="1225"/>
                </a:moveTo>
                <a:lnTo>
                  <a:pt x="3942" y="1225"/>
                </a:lnTo>
                <a:lnTo>
                  <a:pt x="3942" y="291"/>
                </a:lnTo>
                <a:lnTo>
                  <a:pt x="2794" y="291"/>
                </a:lnTo>
                <a:lnTo>
                  <a:pt x="2794" y="1225"/>
                </a:lnTo>
                <a:close/>
                <a:moveTo>
                  <a:pt x="2715" y="0"/>
                </a:moveTo>
                <a:lnTo>
                  <a:pt x="4021" y="0"/>
                </a:lnTo>
                <a:lnTo>
                  <a:pt x="4042" y="0"/>
                </a:lnTo>
                <a:lnTo>
                  <a:pt x="4062" y="4"/>
                </a:lnTo>
                <a:lnTo>
                  <a:pt x="4084" y="9"/>
                </a:lnTo>
                <a:lnTo>
                  <a:pt x="4102" y="16"/>
                </a:lnTo>
                <a:lnTo>
                  <a:pt x="4122" y="25"/>
                </a:lnTo>
                <a:lnTo>
                  <a:pt x="4139" y="36"/>
                </a:lnTo>
                <a:lnTo>
                  <a:pt x="4155" y="49"/>
                </a:lnTo>
                <a:lnTo>
                  <a:pt x="4171" y="62"/>
                </a:lnTo>
                <a:lnTo>
                  <a:pt x="4184" y="76"/>
                </a:lnTo>
                <a:lnTo>
                  <a:pt x="4197" y="93"/>
                </a:lnTo>
                <a:lnTo>
                  <a:pt x="4208" y="111"/>
                </a:lnTo>
                <a:lnTo>
                  <a:pt x="4217" y="129"/>
                </a:lnTo>
                <a:lnTo>
                  <a:pt x="4224" y="149"/>
                </a:lnTo>
                <a:lnTo>
                  <a:pt x="4228" y="169"/>
                </a:lnTo>
                <a:lnTo>
                  <a:pt x="4231" y="191"/>
                </a:lnTo>
                <a:lnTo>
                  <a:pt x="4233" y="213"/>
                </a:lnTo>
                <a:lnTo>
                  <a:pt x="4233" y="685"/>
                </a:lnTo>
                <a:lnTo>
                  <a:pt x="5945" y="685"/>
                </a:lnTo>
                <a:lnTo>
                  <a:pt x="5945" y="2483"/>
                </a:lnTo>
                <a:lnTo>
                  <a:pt x="6523" y="2483"/>
                </a:lnTo>
                <a:lnTo>
                  <a:pt x="6545" y="2485"/>
                </a:lnTo>
                <a:lnTo>
                  <a:pt x="6567" y="2487"/>
                </a:lnTo>
                <a:lnTo>
                  <a:pt x="6587" y="2492"/>
                </a:lnTo>
                <a:lnTo>
                  <a:pt x="6607" y="2499"/>
                </a:lnTo>
                <a:lnTo>
                  <a:pt x="6625" y="2508"/>
                </a:lnTo>
                <a:lnTo>
                  <a:pt x="6643" y="2519"/>
                </a:lnTo>
                <a:lnTo>
                  <a:pt x="6660" y="2532"/>
                </a:lnTo>
                <a:lnTo>
                  <a:pt x="6674" y="2545"/>
                </a:lnTo>
                <a:lnTo>
                  <a:pt x="6689" y="2561"/>
                </a:lnTo>
                <a:lnTo>
                  <a:pt x="6700" y="2578"/>
                </a:lnTo>
                <a:lnTo>
                  <a:pt x="6711" y="2594"/>
                </a:lnTo>
                <a:lnTo>
                  <a:pt x="6720" y="2614"/>
                </a:lnTo>
                <a:lnTo>
                  <a:pt x="6727" y="2632"/>
                </a:lnTo>
                <a:lnTo>
                  <a:pt x="6732" y="2652"/>
                </a:lnTo>
                <a:lnTo>
                  <a:pt x="6736" y="2674"/>
                </a:lnTo>
                <a:lnTo>
                  <a:pt x="6736" y="2696"/>
                </a:lnTo>
                <a:lnTo>
                  <a:pt x="6736" y="3786"/>
                </a:lnTo>
                <a:lnTo>
                  <a:pt x="6736" y="3808"/>
                </a:lnTo>
                <a:lnTo>
                  <a:pt x="6732" y="3830"/>
                </a:lnTo>
                <a:lnTo>
                  <a:pt x="6727" y="3850"/>
                </a:lnTo>
                <a:lnTo>
                  <a:pt x="6720" y="3868"/>
                </a:lnTo>
                <a:lnTo>
                  <a:pt x="6711" y="3888"/>
                </a:lnTo>
                <a:lnTo>
                  <a:pt x="6700" y="3904"/>
                </a:lnTo>
                <a:lnTo>
                  <a:pt x="6689" y="3921"/>
                </a:lnTo>
                <a:lnTo>
                  <a:pt x="6674" y="3937"/>
                </a:lnTo>
                <a:lnTo>
                  <a:pt x="6660" y="3950"/>
                </a:lnTo>
                <a:lnTo>
                  <a:pt x="6643" y="3963"/>
                </a:lnTo>
                <a:lnTo>
                  <a:pt x="6625" y="3974"/>
                </a:lnTo>
                <a:lnTo>
                  <a:pt x="6607" y="3983"/>
                </a:lnTo>
                <a:lnTo>
                  <a:pt x="6587" y="3990"/>
                </a:lnTo>
                <a:lnTo>
                  <a:pt x="6567" y="3995"/>
                </a:lnTo>
                <a:lnTo>
                  <a:pt x="6545" y="3997"/>
                </a:lnTo>
                <a:lnTo>
                  <a:pt x="6523" y="3999"/>
                </a:lnTo>
                <a:lnTo>
                  <a:pt x="5220" y="3999"/>
                </a:lnTo>
                <a:lnTo>
                  <a:pt x="5198" y="3997"/>
                </a:lnTo>
                <a:lnTo>
                  <a:pt x="5177" y="3995"/>
                </a:lnTo>
                <a:lnTo>
                  <a:pt x="5157" y="3990"/>
                </a:lnTo>
                <a:lnTo>
                  <a:pt x="5137" y="3983"/>
                </a:lnTo>
                <a:lnTo>
                  <a:pt x="5118" y="3974"/>
                </a:lnTo>
                <a:lnTo>
                  <a:pt x="5102" y="3963"/>
                </a:lnTo>
                <a:lnTo>
                  <a:pt x="5086" y="3950"/>
                </a:lnTo>
                <a:lnTo>
                  <a:pt x="5069" y="3937"/>
                </a:lnTo>
                <a:lnTo>
                  <a:pt x="5057" y="3921"/>
                </a:lnTo>
                <a:lnTo>
                  <a:pt x="5044" y="3904"/>
                </a:lnTo>
                <a:lnTo>
                  <a:pt x="5033" y="3888"/>
                </a:lnTo>
                <a:lnTo>
                  <a:pt x="5024" y="3868"/>
                </a:lnTo>
                <a:lnTo>
                  <a:pt x="5017" y="3850"/>
                </a:lnTo>
                <a:lnTo>
                  <a:pt x="5011" y="3830"/>
                </a:lnTo>
                <a:lnTo>
                  <a:pt x="5009" y="3808"/>
                </a:lnTo>
                <a:lnTo>
                  <a:pt x="5007" y="3786"/>
                </a:lnTo>
                <a:lnTo>
                  <a:pt x="5007" y="2696"/>
                </a:lnTo>
                <a:lnTo>
                  <a:pt x="5009" y="2674"/>
                </a:lnTo>
                <a:lnTo>
                  <a:pt x="5011" y="2652"/>
                </a:lnTo>
                <a:lnTo>
                  <a:pt x="5017" y="2632"/>
                </a:lnTo>
                <a:lnTo>
                  <a:pt x="5024" y="2614"/>
                </a:lnTo>
                <a:lnTo>
                  <a:pt x="5033" y="2594"/>
                </a:lnTo>
                <a:lnTo>
                  <a:pt x="5044" y="2578"/>
                </a:lnTo>
                <a:lnTo>
                  <a:pt x="5057" y="2561"/>
                </a:lnTo>
                <a:lnTo>
                  <a:pt x="5069" y="2545"/>
                </a:lnTo>
                <a:lnTo>
                  <a:pt x="5086" y="2532"/>
                </a:lnTo>
                <a:lnTo>
                  <a:pt x="5102" y="2519"/>
                </a:lnTo>
                <a:lnTo>
                  <a:pt x="5118" y="2508"/>
                </a:lnTo>
                <a:lnTo>
                  <a:pt x="5137" y="2499"/>
                </a:lnTo>
                <a:lnTo>
                  <a:pt x="5157" y="2492"/>
                </a:lnTo>
                <a:lnTo>
                  <a:pt x="5177" y="2487"/>
                </a:lnTo>
                <a:lnTo>
                  <a:pt x="5198" y="2485"/>
                </a:lnTo>
                <a:lnTo>
                  <a:pt x="5220" y="2483"/>
                </a:lnTo>
                <a:lnTo>
                  <a:pt x="5800" y="2483"/>
                </a:lnTo>
                <a:lnTo>
                  <a:pt x="5800" y="831"/>
                </a:lnTo>
                <a:lnTo>
                  <a:pt x="4233" y="831"/>
                </a:lnTo>
                <a:lnTo>
                  <a:pt x="4233" y="1303"/>
                </a:lnTo>
                <a:lnTo>
                  <a:pt x="4231" y="1325"/>
                </a:lnTo>
                <a:lnTo>
                  <a:pt x="4228" y="1345"/>
                </a:lnTo>
                <a:lnTo>
                  <a:pt x="4224" y="1367"/>
                </a:lnTo>
                <a:lnTo>
                  <a:pt x="4217" y="1385"/>
                </a:lnTo>
                <a:lnTo>
                  <a:pt x="4208" y="1405"/>
                </a:lnTo>
                <a:lnTo>
                  <a:pt x="4197" y="1421"/>
                </a:lnTo>
                <a:lnTo>
                  <a:pt x="4184" y="1438"/>
                </a:lnTo>
                <a:lnTo>
                  <a:pt x="4171" y="1452"/>
                </a:lnTo>
                <a:lnTo>
                  <a:pt x="4155" y="1467"/>
                </a:lnTo>
                <a:lnTo>
                  <a:pt x="4139" y="1480"/>
                </a:lnTo>
                <a:lnTo>
                  <a:pt x="4122" y="1491"/>
                </a:lnTo>
                <a:lnTo>
                  <a:pt x="4102" y="1500"/>
                </a:lnTo>
                <a:lnTo>
                  <a:pt x="4084" y="1507"/>
                </a:lnTo>
                <a:lnTo>
                  <a:pt x="4062" y="1511"/>
                </a:lnTo>
                <a:lnTo>
                  <a:pt x="4042" y="1514"/>
                </a:lnTo>
                <a:lnTo>
                  <a:pt x="4021" y="1516"/>
                </a:lnTo>
                <a:lnTo>
                  <a:pt x="3441" y="1516"/>
                </a:lnTo>
                <a:lnTo>
                  <a:pt x="3441" y="2483"/>
                </a:lnTo>
                <a:lnTo>
                  <a:pt x="4021" y="2483"/>
                </a:lnTo>
                <a:lnTo>
                  <a:pt x="4042" y="2485"/>
                </a:lnTo>
                <a:lnTo>
                  <a:pt x="4062" y="2487"/>
                </a:lnTo>
                <a:lnTo>
                  <a:pt x="4084" y="2492"/>
                </a:lnTo>
                <a:lnTo>
                  <a:pt x="4102" y="2499"/>
                </a:lnTo>
                <a:lnTo>
                  <a:pt x="4122" y="2508"/>
                </a:lnTo>
                <a:lnTo>
                  <a:pt x="4139" y="2519"/>
                </a:lnTo>
                <a:lnTo>
                  <a:pt x="4155" y="2532"/>
                </a:lnTo>
                <a:lnTo>
                  <a:pt x="4171" y="2545"/>
                </a:lnTo>
                <a:lnTo>
                  <a:pt x="4184" y="2561"/>
                </a:lnTo>
                <a:lnTo>
                  <a:pt x="4197" y="2578"/>
                </a:lnTo>
                <a:lnTo>
                  <a:pt x="4208" y="2594"/>
                </a:lnTo>
                <a:lnTo>
                  <a:pt x="4217" y="2614"/>
                </a:lnTo>
                <a:lnTo>
                  <a:pt x="4224" y="2632"/>
                </a:lnTo>
                <a:lnTo>
                  <a:pt x="4228" y="2652"/>
                </a:lnTo>
                <a:lnTo>
                  <a:pt x="4231" y="2674"/>
                </a:lnTo>
                <a:lnTo>
                  <a:pt x="4233" y="2696"/>
                </a:lnTo>
                <a:lnTo>
                  <a:pt x="4233" y="3786"/>
                </a:lnTo>
                <a:lnTo>
                  <a:pt x="4231" y="3808"/>
                </a:lnTo>
                <a:lnTo>
                  <a:pt x="4228" y="3830"/>
                </a:lnTo>
                <a:lnTo>
                  <a:pt x="4224" y="3850"/>
                </a:lnTo>
                <a:lnTo>
                  <a:pt x="4217" y="3868"/>
                </a:lnTo>
                <a:lnTo>
                  <a:pt x="4208" y="3888"/>
                </a:lnTo>
                <a:lnTo>
                  <a:pt x="4197" y="3904"/>
                </a:lnTo>
                <a:lnTo>
                  <a:pt x="4184" y="3921"/>
                </a:lnTo>
                <a:lnTo>
                  <a:pt x="4171" y="3937"/>
                </a:lnTo>
                <a:lnTo>
                  <a:pt x="4155" y="3950"/>
                </a:lnTo>
                <a:lnTo>
                  <a:pt x="4139" y="3963"/>
                </a:lnTo>
                <a:lnTo>
                  <a:pt x="4122" y="3974"/>
                </a:lnTo>
                <a:lnTo>
                  <a:pt x="4102" y="3983"/>
                </a:lnTo>
                <a:lnTo>
                  <a:pt x="4084" y="3990"/>
                </a:lnTo>
                <a:lnTo>
                  <a:pt x="4062" y="3995"/>
                </a:lnTo>
                <a:lnTo>
                  <a:pt x="4042" y="3997"/>
                </a:lnTo>
                <a:lnTo>
                  <a:pt x="4021" y="3999"/>
                </a:lnTo>
                <a:lnTo>
                  <a:pt x="2715" y="3999"/>
                </a:lnTo>
                <a:lnTo>
                  <a:pt x="2694" y="3997"/>
                </a:lnTo>
                <a:lnTo>
                  <a:pt x="2674" y="3995"/>
                </a:lnTo>
                <a:lnTo>
                  <a:pt x="2654" y="3990"/>
                </a:lnTo>
                <a:lnTo>
                  <a:pt x="2634" y="3983"/>
                </a:lnTo>
                <a:lnTo>
                  <a:pt x="2616" y="3974"/>
                </a:lnTo>
                <a:lnTo>
                  <a:pt x="2597" y="3963"/>
                </a:lnTo>
                <a:lnTo>
                  <a:pt x="2581" y="3950"/>
                </a:lnTo>
                <a:lnTo>
                  <a:pt x="2566" y="3937"/>
                </a:lnTo>
                <a:lnTo>
                  <a:pt x="2552" y="3921"/>
                </a:lnTo>
                <a:lnTo>
                  <a:pt x="2539" y="3904"/>
                </a:lnTo>
                <a:lnTo>
                  <a:pt x="2530" y="3888"/>
                </a:lnTo>
                <a:lnTo>
                  <a:pt x="2521" y="3868"/>
                </a:lnTo>
                <a:lnTo>
                  <a:pt x="2514" y="3850"/>
                </a:lnTo>
                <a:lnTo>
                  <a:pt x="2508" y="3830"/>
                </a:lnTo>
                <a:lnTo>
                  <a:pt x="2505" y="3808"/>
                </a:lnTo>
                <a:lnTo>
                  <a:pt x="2503" y="3786"/>
                </a:lnTo>
                <a:lnTo>
                  <a:pt x="2503" y="2696"/>
                </a:lnTo>
                <a:lnTo>
                  <a:pt x="2505" y="2674"/>
                </a:lnTo>
                <a:lnTo>
                  <a:pt x="2508" y="2652"/>
                </a:lnTo>
                <a:lnTo>
                  <a:pt x="2514" y="2632"/>
                </a:lnTo>
                <a:lnTo>
                  <a:pt x="2521" y="2614"/>
                </a:lnTo>
                <a:lnTo>
                  <a:pt x="2530" y="2594"/>
                </a:lnTo>
                <a:lnTo>
                  <a:pt x="2539" y="2578"/>
                </a:lnTo>
                <a:lnTo>
                  <a:pt x="2552" y="2561"/>
                </a:lnTo>
                <a:lnTo>
                  <a:pt x="2566" y="2545"/>
                </a:lnTo>
                <a:lnTo>
                  <a:pt x="2581" y="2532"/>
                </a:lnTo>
                <a:lnTo>
                  <a:pt x="2597" y="2519"/>
                </a:lnTo>
                <a:lnTo>
                  <a:pt x="2616" y="2508"/>
                </a:lnTo>
                <a:lnTo>
                  <a:pt x="2634" y="2499"/>
                </a:lnTo>
                <a:lnTo>
                  <a:pt x="2654" y="2492"/>
                </a:lnTo>
                <a:lnTo>
                  <a:pt x="2674" y="2487"/>
                </a:lnTo>
                <a:lnTo>
                  <a:pt x="2694" y="2485"/>
                </a:lnTo>
                <a:lnTo>
                  <a:pt x="2715" y="2483"/>
                </a:lnTo>
                <a:lnTo>
                  <a:pt x="3295" y="2483"/>
                </a:lnTo>
                <a:lnTo>
                  <a:pt x="3295" y="1516"/>
                </a:lnTo>
                <a:lnTo>
                  <a:pt x="2715" y="1516"/>
                </a:lnTo>
                <a:lnTo>
                  <a:pt x="2694" y="1514"/>
                </a:lnTo>
                <a:lnTo>
                  <a:pt x="2674" y="1511"/>
                </a:lnTo>
                <a:lnTo>
                  <a:pt x="2654" y="1507"/>
                </a:lnTo>
                <a:lnTo>
                  <a:pt x="2634" y="1500"/>
                </a:lnTo>
                <a:lnTo>
                  <a:pt x="2616" y="1491"/>
                </a:lnTo>
                <a:lnTo>
                  <a:pt x="2597" y="1480"/>
                </a:lnTo>
                <a:lnTo>
                  <a:pt x="2581" y="1467"/>
                </a:lnTo>
                <a:lnTo>
                  <a:pt x="2566" y="1452"/>
                </a:lnTo>
                <a:lnTo>
                  <a:pt x="2552" y="1438"/>
                </a:lnTo>
                <a:lnTo>
                  <a:pt x="2539" y="1421"/>
                </a:lnTo>
                <a:lnTo>
                  <a:pt x="2530" y="1405"/>
                </a:lnTo>
                <a:lnTo>
                  <a:pt x="2521" y="1385"/>
                </a:lnTo>
                <a:lnTo>
                  <a:pt x="2514" y="1367"/>
                </a:lnTo>
                <a:lnTo>
                  <a:pt x="2508" y="1345"/>
                </a:lnTo>
                <a:lnTo>
                  <a:pt x="2505" y="1325"/>
                </a:lnTo>
                <a:lnTo>
                  <a:pt x="2503" y="1303"/>
                </a:lnTo>
                <a:lnTo>
                  <a:pt x="2503" y="831"/>
                </a:lnTo>
                <a:lnTo>
                  <a:pt x="936" y="831"/>
                </a:lnTo>
                <a:lnTo>
                  <a:pt x="936" y="2483"/>
                </a:lnTo>
                <a:lnTo>
                  <a:pt x="1516" y="2483"/>
                </a:lnTo>
                <a:lnTo>
                  <a:pt x="1538" y="2485"/>
                </a:lnTo>
                <a:lnTo>
                  <a:pt x="1559" y="2487"/>
                </a:lnTo>
                <a:lnTo>
                  <a:pt x="1579" y="2492"/>
                </a:lnTo>
                <a:lnTo>
                  <a:pt x="1599" y="2499"/>
                </a:lnTo>
                <a:lnTo>
                  <a:pt x="1618" y="2508"/>
                </a:lnTo>
                <a:lnTo>
                  <a:pt x="1636" y="2519"/>
                </a:lnTo>
                <a:lnTo>
                  <a:pt x="1652" y="2532"/>
                </a:lnTo>
                <a:lnTo>
                  <a:pt x="1667" y="2545"/>
                </a:lnTo>
                <a:lnTo>
                  <a:pt x="1679" y="2561"/>
                </a:lnTo>
                <a:lnTo>
                  <a:pt x="1692" y="2578"/>
                </a:lnTo>
                <a:lnTo>
                  <a:pt x="1703" y="2594"/>
                </a:lnTo>
                <a:lnTo>
                  <a:pt x="1712" y="2614"/>
                </a:lnTo>
                <a:lnTo>
                  <a:pt x="1719" y="2632"/>
                </a:lnTo>
                <a:lnTo>
                  <a:pt x="1725" y="2652"/>
                </a:lnTo>
                <a:lnTo>
                  <a:pt x="1729" y="2674"/>
                </a:lnTo>
                <a:lnTo>
                  <a:pt x="1729" y="2696"/>
                </a:lnTo>
                <a:lnTo>
                  <a:pt x="1729" y="3786"/>
                </a:lnTo>
                <a:lnTo>
                  <a:pt x="1729" y="3808"/>
                </a:lnTo>
                <a:lnTo>
                  <a:pt x="1725" y="3830"/>
                </a:lnTo>
                <a:lnTo>
                  <a:pt x="1719" y="3850"/>
                </a:lnTo>
                <a:lnTo>
                  <a:pt x="1712" y="3868"/>
                </a:lnTo>
                <a:lnTo>
                  <a:pt x="1703" y="3888"/>
                </a:lnTo>
                <a:lnTo>
                  <a:pt x="1692" y="3904"/>
                </a:lnTo>
                <a:lnTo>
                  <a:pt x="1679" y="3921"/>
                </a:lnTo>
                <a:lnTo>
                  <a:pt x="1667" y="3937"/>
                </a:lnTo>
                <a:lnTo>
                  <a:pt x="1652" y="3950"/>
                </a:lnTo>
                <a:lnTo>
                  <a:pt x="1636" y="3963"/>
                </a:lnTo>
                <a:lnTo>
                  <a:pt x="1618" y="3974"/>
                </a:lnTo>
                <a:lnTo>
                  <a:pt x="1599" y="3983"/>
                </a:lnTo>
                <a:lnTo>
                  <a:pt x="1579" y="3990"/>
                </a:lnTo>
                <a:lnTo>
                  <a:pt x="1559" y="3995"/>
                </a:lnTo>
                <a:lnTo>
                  <a:pt x="1538" y="3997"/>
                </a:lnTo>
                <a:lnTo>
                  <a:pt x="1516" y="3999"/>
                </a:lnTo>
                <a:lnTo>
                  <a:pt x="213" y="3999"/>
                </a:lnTo>
                <a:lnTo>
                  <a:pt x="191" y="3997"/>
                </a:lnTo>
                <a:lnTo>
                  <a:pt x="169" y="3995"/>
                </a:lnTo>
                <a:lnTo>
                  <a:pt x="149" y="3990"/>
                </a:lnTo>
                <a:lnTo>
                  <a:pt x="129" y="3983"/>
                </a:lnTo>
                <a:lnTo>
                  <a:pt x="111" y="3974"/>
                </a:lnTo>
                <a:lnTo>
                  <a:pt x="93" y="3963"/>
                </a:lnTo>
                <a:lnTo>
                  <a:pt x="76" y="3950"/>
                </a:lnTo>
                <a:lnTo>
                  <a:pt x="62" y="3937"/>
                </a:lnTo>
                <a:lnTo>
                  <a:pt x="49" y="3921"/>
                </a:lnTo>
                <a:lnTo>
                  <a:pt x="36" y="3904"/>
                </a:lnTo>
                <a:lnTo>
                  <a:pt x="25" y="3888"/>
                </a:lnTo>
                <a:lnTo>
                  <a:pt x="16" y="3868"/>
                </a:lnTo>
                <a:lnTo>
                  <a:pt x="9" y="3850"/>
                </a:lnTo>
                <a:lnTo>
                  <a:pt x="4" y="3830"/>
                </a:lnTo>
                <a:lnTo>
                  <a:pt x="0" y="3808"/>
                </a:lnTo>
                <a:lnTo>
                  <a:pt x="0" y="3786"/>
                </a:lnTo>
                <a:lnTo>
                  <a:pt x="0" y="2696"/>
                </a:lnTo>
                <a:lnTo>
                  <a:pt x="0" y="2674"/>
                </a:lnTo>
                <a:lnTo>
                  <a:pt x="4" y="2652"/>
                </a:lnTo>
                <a:lnTo>
                  <a:pt x="9" y="2632"/>
                </a:lnTo>
                <a:lnTo>
                  <a:pt x="16" y="2614"/>
                </a:lnTo>
                <a:lnTo>
                  <a:pt x="25" y="2594"/>
                </a:lnTo>
                <a:lnTo>
                  <a:pt x="36" y="2578"/>
                </a:lnTo>
                <a:lnTo>
                  <a:pt x="49" y="2561"/>
                </a:lnTo>
                <a:lnTo>
                  <a:pt x="62" y="2545"/>
                </a:lnTo>
                <a:lnTo>
                  <a:pt x="76" y="2532"/>
                </a:lnTo>
                <a:lnTo>
                  <a:pt x="93" y="2519"/>
                </a:lnTo>
                <a:lnTo>
                  <a:pt x="111" y="2508"/>
                </a:lnTo>
                <a:lnTo>
                  <a:pt x="129" y="2499"/>
                </a:lnTo>
                <a:lnTo>
                  <a:pt x="149" y="2492"/>
                </a:lnTo>
                <a:lnTo>
                  <a:pt x="169" y="2487"/>
                </a:lnTo>
                <a:lnTo>
                  <a:pt x="191" y="2485"/>
                </a:lnTo>
                <a:lnTo>
                  <a:pt x="213" y="2483"/>
                </a:lnTo>
                <a:lnTo>
                  <a:pt x="791" y="2483"/>
                </a:lnTo>
                <a:lnTo>
                  <a:pt x="791" y="685"/>
                </a:lnTo>
                <a:lnTo>
                  <a:pt x="2503" y="685"/>
                </a:lnTo>
                <a:lnTo>
                  <a:pt x="2503" y="213"/>
                </a:lnTo>
                <a:lnTo>
                  <a:pt x="2505" y="191"/>
                </a:lnTo>
                <a:lnTo>
                  <a:pt x="2508" y="169"/>
                </a:lnTo>
                <a:lnTo>
                  <a:pt x="2514" y="149"/>
                </a:lnTo>
                <a:lnTo>
                  <a:pt x="2521" y="129"/>
                </a:lnTo>
                <a:lnTo>
                  <a:pt x="2530" y="111"/>
                </a:lnTo>
                <a:lnTo>
                  <a:pt x="2539" y="93"/>
                </a:lnTo>
                <a:lnTo>
                  <a:pt x="2552" y="76"/>
                </a:lnTo>
                <a:lnTo>
                  <a:pt x="2566" y="62"/>
                </a:lnTo>
                <a:lnTo>
                  <a:pt x="2581" y="49"/>
                </a:lnTo>
                <a:lnTo>
                  <a:pt x="2597" y="36"/>
                </a:lnTo>
                <a:lnTo>
                  <a:pt x="2616" y="25"/>
                </a:lnTo>
                <a:lnTo>
                  <a:pt x="2634" y="16"/>
                </a:lnTo>
                <a:lnTo>
                  <a:pt x="2654" y="9"/>
                </a:lnTo>
                <a:lnTo>
                  <a:pt x="2674" y="4"/>
                </a:lnTo>
                <a:lnTo>
                  <a:pt x="2694" y="0"/>
                </a:lnTo>
                <a:lnTo>
                  <a:pt x="2715" y="0"/>
                </a:lnTo>
                <a:close/>
              </a:path>
            </a:pathLst>
          </a:custGeom>
          <a:solidFill>
            <a:srgbClr val="333333"/>
          </a:solidFill>
          <a:ln w="9525">
            <a:noFill/>
            <a:round/>
            <a:headEnd/>
            <a:tailEnd/>
          </a:ln>
        </p:spPr>
        <p:txBody>
          <a:bodyPr vert="horz" wrap="square" lIns="91392" tIns="45696" rIns="91392" bIns="45696" anchor="t"/>
          <a:lstStyle/>
          <a:p>
            <a:pPr marL="0" marR="0" lvl="0" indent="0" algn="ctr" defTabSz="913943" eaLnBrk="1" fontAlgn="base" latinLnBrk="0" hangingPunct="1">
              <a:lnSpc>
                <a:spcPct val="100000"/>
              </a:lnSpc>
              <a:spcBef>
                <a:spcPct val="0"/>
              </a:spcBef>
              <a:spcAft>
                <a:spcPct val="0"/>
              </a:spcAft>
              <a:buClrTx/>
              <a:buSzTx/>
              <a:buFontTx/>
              <a:buNone/>
              <a:tabLst/>
              <a:defRPr/>
            </a:pPr>
            <a:endParaRPr kumimoji="0" lang="de-DE" sz="1938" b="0" i="0" u="none" strike="noStrike" kern="0" cap="none" spc="0" normalizeH="0" baseline="0" noProof="0">
              <a:ln>
                <a:noFill/>
              </a:ln>
              <a:solidFill>
                <a:srgbClr val="FFFFFF"/>
              </a:solidFill>
              <a:effectLst/>
              <a:uLnTx/>
              <a:uFillTx/>
            </a:endParaRPr>
          </a:p>
        </p:txBody>
      </p:sp>
      <p:sp>
        <p:nvSpPr>
          <p:cNvPr id="151" name="Freeform 50">
            <a:extLst>
              <a:ext uri="{FF2B5EF4-FFF2-40B4-BE49-F238E27FC236}">
                <a16:creationId xmlns:a16="http://schemas.microsoft.com/office/drawing/2014/main" id="{70B5E3C1-3F02-E769-B7BD-537B263BD5A1}"/>
              </a:ext>
            </a:extLst>
          </p:cNvPr>
          <p:cNvSpPr>
            <a:spLocks noChangeAspect="1" noEditPoints="1"/>
          </p:cNvSpPr>
          <p:nvPr/>
        </p:nvSpPr>
        <p:spPr bwMode="auto">
          <a:xfrm>
            <a:off x="6409154" y="4185172"/>
            <a:ext cx="191408" cy="222484"/>
          </a:xfrm>
          <a:custGeom>
            <a:avLst/>
            <a:gdLst>
              <a:gd name="T0" fmla="*/ 2147483647 w 3704"/>
              <a:gd name="T1" fmla="*/ 2147483647 h 4763"/>
              <a:gd name="T2" fmla="*/ 2147483647 w 3704"/>
              <a:gd name="T3" fmla="*/ 2147483647 h 4763"/>
              <a:gd name="T4" fmla="*/ 2147483647 w 3704"/>
              <a:gd name="T5" fmla="*/ 2147483647 h 4763"/>
              <a:gd name="T6" fmla="*/ 2147483647 w 3704"/>
              <a:gd name="T7" fmla="*/ 2147483647 h 4763"/>
              <a:gd name="T8" fmla="*/ 2147483647 w 3704"/>
              <a:gd name="T9" fmla="*/ 0 h 4763"/>
              <a:gd name="T10" fmla="*/ 2147483647 w 3704"/>
              <a:gd name="T11" fmla="*/ 2147483647 h 4763"/>
              <a:gd name="T12" fmla="*/ 2147483647 w 3704"/>
              <a:gd name="T13" fmla="*/ 2147483647 h 4763"/>
              <a:gd name="T14" fmla="*/ 2147483647 w 3704"/>
              <a:gd name="T15" fmla="*/ 2147483647 h 4763"/>
              <a:gd name="T16" fmla="*/ 2147483647 w 3704"/>
              <a:gd name="T17" fmla="*/ 2147483647 h 4763"/>
              <a:gd name="T18" fmla="*/ 2147483647 w 3704"/>
              <a:gd name="T19" fmla="*/ 2147483647 h 4763"/>
              <a:gd name="T20" fmla="*/ 2147483647 w 3704"/>
              <a:gd name="T21" fmla="*/ 2147483647 h 4763"/>
              <a:gd name="T22" fmla="*/ 2147483647 w 3704"/>
              <a:gd name="T23" fmla="*/ 2147483647 h 4763"/>
              <a:gd name="T24" fmla="*/ 2147483647 w 3704"/>
              <a:gd name="T25" fmla="*/ 2147483647 h 4763"/>
              <a:gd name="T26" fmla="*/ 2147483647 w 3704"/>
              <a:gd name="T27" fmla="*/ 2147483647 h 4763"/>
              <a:gd name="T28" fmla="*/ 2147483647 w 3704"/>
              <a:gd name="T29" fmla="*/ 2147483647 h 4763"/>
              <a:gd name="T30" fmla="*/ 2147483647 w 3704"/>
              <a:gd name="T31" fmla="*/ 2147483647 h 4763"/>
              <a:gd name="T32" fmla="*/ 2147483647 w 3704"/>
              <a:gd name="T33" fmla="*/ 2147483647 h 4763"/>
              <a:gd name="T34" fmla="*/ 2147483647 w 3704"/>
              <a:gd name="T35" fmla="*/ 2147483647 h 4763"/>
              <a:gd name="T36" fmla="*/ 2147483647 w 3704"/>
              <a:gd name="T37" fmla="*/ 2147483647 h 4763"/>
              <a:gd name="T38" fmla="*/ 2147483647 w 3704"/>
              <a:gd name="T39" fmla="*/ 2147483647 h 4763"/>
              <a:gd name="T40" fmla="*/ 2147483647 w 3704"/>
              <a:gd name="T41" fmla="*/ 2147483647 h 4763"/>
              <a:gd name="T42" fmla="*/ 2147483647 w 3704"/>
              <a:gd name="T43" fmla="*/ 2147483647 h 4763"/>
              <a:gd name="T44" fmla="*/ 2147483647 w 3704"/>
              <a:gd name="T45" fmla="*/ 2147483647 h 4763"/>
              <a:gd name="T46" fmla="*/ 2147483647 w 3704"/>
              <a:gd name="T47" fmla="*/ 2147483647 h 4763"/>
              <a:gd name="T48" fmla="*/ 2147483647 w 3704"/>
              <a:gd name="T49" fmla="*/ 2147483647 h 4763"/>
              <a:gd name="T50" fmla="*/ 2147483647 w 3704"/>
              <a:gd name="T51" fmla="*/ 2147483647 h 4763"/>
              <a:gd name="T52" fmla="*/ 2147483647 w 3704"/>
              <a:gd name="T53" fmla="*/ 2147483647 h 4763"/>
              <a:gd name="T54" fmla="*/ 2147483647 w 3704"/>
              <a:gd name="T55" fmla="*/ 2147483647 h 4763"/>
              <a:gd name="T56" fmla="*/ 2147483647 w 3704"/>
              <a:gd name="T57" fmla="*/ 2147483647 h 4763"/>
              <a:gd name="T58" fmla="*/ 2147483647 w 3704"/>
              <a:gd name="T59" fmla="*/ 2147483647 h 4763"/>
              <a:gd name="T60" fmla="*/ 2147483647 w 3704"/>
              <a:gd name="T61" fmla="*/ 2147483647 h 4763"/>
              <a:gd name="T62" fmla="*/ 2147483647 w 3704"/>
              <a:gd name="T63" fmla="*/ 2147483647 h 4763"/>
              <a:gd name="T64" fmla="*/ 2147483647 w 3704"/>
              <a:gd name="T65" fmla="*/ 2147483647 h 4763"/>
              <a:gd name="T66" fmla="*/ 2147483647 w 3704"/>
              <a:gd name="T67" fmla="*/ 2147483647 h 4763"/>
              <a:gd name="T68" fmla="*/ 2147483647 w 3704"/>
              <a:gd name="T69" fmla="*/ 2147483647 h 4763"/>
              <a:gd name="T70" fmla="*/ 2147483647 w 3704"/>
              <a:gd name="T71" fmla="*/ 2147483647 h 4763"/>
              <a:gd name="T72" fmla="*/ 2147483647 w 3704"/>
              <a:gd name="T73" fmla="*/ 2147483647 h 4763"/>
              <a:gd name="T74" fmla="*/ 2147483647 w 3704"/>
              <a:gd name="T75" fmla="*/ 2147483647 h 4763"/>
              <a:gd name="T76" fmla="*/ 2147483647 w 3704"/>
              <a:gd name="T77" fmla="*/ 2147483647 h 4763"/>
              <a:gd name="T78" fmla="*/ 2147483647 w 3704"/>
              <a:gd name="T79" fmla="*/ 2147483647 h 4763"/>
              <a:gd name="T80" fmla="*/ 2147483647 w 3704"/>
              <a:gd name="T81" fmla="*/ 2147483647 h 4763"/>
              <a:gd name="T82" fmla="*/ 2147483647 w 3704"/>
              <a:gd name="T83" fmla="*/ 2147483647 h 4763"/>
              <a:gd name="T84" fmla="*/ 2147483647 w 3704"/>
              <a:gd name="T85" fmla="*/ 2147483647 h 4763"/>
              <a:gd name="T86" fmla="*/ 2147483647 w 3704"/>
              <a:gd name="T87" fmla="*/ 2147483647 h 4763"/>
              <a:gd name="T88" fmla="*/ 2147483647 w 3704"/>
              <a:gd name="T89" fmla="*/ 2147483647 h 4763"/>
              <a:gd name="T90" fmla="*/ 2147483647 w 3704"/>
              <a:gd name="T91" fmla="*/ 2147483647 h 4763"/>
              <a:gd name="T92" fmla="*/ 2147483647 w 3704"/>
              <a:gd name="T93" fmla="*/ 2147483647 h 4763"/>
              <a:gd name="T94" fmla="*/ 2147483647 w 3704"/>
              <a:gd name="T95" fmla="*/ 2147483647 h 4763"/>
              <a:gd name="T96" fmla="*/ 2147483647 w 3704"/>
              <a:gd name="T97" fmla="*/ 2147483647 h 4763"/>
              <a:gd name="T98" fmla="*/ 2147483647 w 3704"/>
              <a:gd name="T99" fmla="*/ 2147483647 h 4763"/>
              <a:gd name="T100" fmla="*/ 2147483647 w 3704"/>
              <a:gd name="T101" fmla="*/ 2147483647 h 4763"/>
              <a:gd name="T102" fmla="*/ 2147483647 w 3704"/>
              <a:gd name="T103" fmla="*/ 2147483647 h 4763"/>
              <a:gd name="T104" fmla="*/ 2147483647 w 3704"/>
              <a:gd name="T105" fmla="*/ 2147483647 h 4763"/>
              <a:gd name="T106" fmla="*/ 2147483647 w 3704"/>
              <a:gd name="T107" fmla="*/ 2147483647 h 4763"/>
              <a:gd name="T108" fmla="*/ 2147483647 w 3704"/>
              <a:gd name="T109" fmla="*/ 2147483647 h 4763"/>
              <a:gd name="T110" fmla="*/ 2147483647 w 3704"/>
              <a:gd name="T111" fmla="*/ 2147483647 h 476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04"/>
              <a:gd name="T169" fmla="*/ 0 h 4763"/>
              <a:gd name="T170" fmla="*/ 3704 w 3704"/>
              <a:gd name="T171" fmla="*/ 4763 h 476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04" h="4763">
                <a:moveTo>
                  <a:pt x="0" y="654"/>
                </a:moveTo>
                <a:lnTo>
                  <a:pt x="0" y="4763"/>
                </a:lnTo>
                <a:lnTo>
                  <a:pt x="2962" y="4763"/>
                </a:lnTo>
                <a:lnTo>
                  <a:pt x="2964" y="1718"/>
                </a:lnTo>
                <a:lnTo>
                  <a:pt x="2769" y="1718"/>
                </a:lnTo>
                <a:lnTo>
                  <a:pt x="2768" y="4568"/>
                </a:lnTo>
                <a:lnTo>
                  <a:pt x="195" y="4568"/>
                </a:lnTo>
                <a:lnTo>
                  <a:pt x="195" y="849"/>
                </a:lnTo>
                <a:lnTo>
                  <a:pt x="2003" y="849"/>
                </a:lnTo>
                <a:lnTo>
                  <a:pt x="2003" y="1621"/>
                </a:lnTo>
                <a:lnTo>
                  <a:pt x="2964" y="1621"/>
                </a:lnTo>
                <a:lnTo>
                  <a:pt x="2965" y="1428"/>
                </a:lnTo>
                <a:lnTo>
                  <a:pt x="2190" y="654"/>
                </a:lnTo>
                <a:lnTo>
                  <a:pt x="0" y="654"/>
                </a:lnTo>
                <a:close/>
                <a:moveTo>
                  <a:pt x="2198" y="945"/>
                </a:moveTo>
                <a:lnTo>
                  <a:pt x="2685" y="1426"/>
                </a:lnTo>
                <a:lnTo>
                  <a:pt x="2198" y="1426"/>
                </a:lnTo>
                <a:lnTo>
                  <a:pt x="2198" y="945"/>
                </a:lnTo>
                <a:close/>
                <a:moveTo>
                  <a:pt x="577" y="554"/>
                </a:moveTo>
                <a:lnTo>
                  <a:pt x="675" y="554"/>
                </a:lnTo>
                <a:lnTo>
                  <a:pt x="675" y="435"/>
                </a:lnTo>
                <a:lnTo>
                  <a:pt x="3229" y="435"/>
                </a:lnTo>
                <a:lnTo>
                  <a:pt x="3229" y="4115"/>
                </a:lnTo>
                <a:lnTo>
                  <a:pt x="3074" y="4115"/>
                </a:lnTo>
                <a:lnTo>
                  <a:pt x="3074" y="4213"/>
                </a:lnTo>
                <a:lnTo>
                  <a:pt x="3327" y="4213"/>
                </a:lnTo>
                <a:lnTo>
                  <a:pt x="3327" y="337"/>
                </a:lnTo>
                <a:lnTo>
                  <a:pt x="577" y="337"/>
                </a:lnTo>
                <a:lnTo>
                  <a:pt x="577" y="554"/>
                </a:lnTo>
                <a:close/>
                <a:moveTo>
                  <a:pt x="964" y="0"/>
                </a:moveTo>
                <a:lnTo>
                  <a:pt x="964" y="218"/>
                </a:lnTo>
                <a:lnTo>
                  <a:pt x="1062" y="218"/>
                </a:lnTo>
                <a:lnTo>
                  <a:pt x="1062" y="97"/>
                </a:lnTo>
                <a:lnTo>
                  <a:pt x="3607" y="97"/>
                </a:lnTo>
                <a:lnTo>
                  <a:pt x="3607" y="3799"/>
                </a:lnTo>
                <a:lnTo>
                  <a:pt x="3452" y="3799"/>
                </a:lnTo>
                <a:lnTo>
                  <a:pt x="3452" y="3896"/>
                </a:lnTo>
                <a:lnTo>
                  <a:pt x="3704" y="3896"/>
                </a:lnTo>
                <a:lnTo>
                  <a:pt x="3704" y="0"/>
                </a:lnTo>
                <a:lnTo>
                  <a:pt x="964" y="0"/>
                </a:lnTo>
                <a:close/>
                <a:moveTo>
                  <a:pt x="2434" y="3265"/>
                </a:moveTo>
                <a:lnTo>
                  <a:pt x="1014" y="3265"/>
                </a:lnTo>
                <a:lnTo>
                  <a:pt x="1014" y="3363"/>
                </a:lnTo>
                <a:lnTo>
                  <a:pt x="2434" y="3363"/>
                </a:lnTo>
                <a:lnTo>
                  <a:pt x="2434" y="3265"/>
                </a:lnTo>
                <a:close/>
                <a:moveTo>
                  <a:pt x="2434" y="2737"/>
                </a:moveTo>
                <a:lnTo>
                  <a:pt x="1014" y="2737"/>
                </a:lnTo>
                <a:lnTo>
                  <a:pt x="1014" y="2834"/>
                </a:lnTo>
                <a:lnTo>
                  <a:pt x="2434" y="2834"/>
                </a:lnTo>
                <a:lnTo>
                  <a:pt x="2434" y="2737"/>
                </a:lnTo>
                <a:close/>
                <a:moveTo>
                  <a:pt x="1014" y="3891"/>
                </a:moveTo>
                <a:lnTo>
                  <a:pt x="2020" y="3891"/>
                </a:lnTo>
                <a:lnTo>
                  <a:pt x="2020" y="3794"/>
                </a:lnTo>
                <a:lnTo>
                  <a:pt x="1014" y="3794"/>
                </a:lnTo>
                <a:lnTo>
                  <a:pt x="1014" y="3891"/>
                </a:lnTo>
                <a:close/>
                <a:moveTo>
                  <a:pt x="659" y="2655"/>
                </a:moveTo>
                <a:lnTo>
                  <a:pt x="659" y="2655"/>
                </a:lnTo>
                <a:lnTo>
                  <a:pt x="645" y="2657"/>
                </a:lnTo>
                <a:lnTo>
                  <a:pt x="633" y="2658"/>
                </a:lnTo>
                <a:lnTo>
                  <a:pt x="620" y="2662"/>
                </a:lnTo>
                <a:lnTo>
                  <a:pt x="609" y="2665"/>
                </a:lnTo>
                <a:lnTo>
                  <a:pt x="597" y="2671"/>
                </a:lnTo>
                <a:lnTo>
                  <a:pt x="586" y="2677"/>
                </a:lnTo>
                <a:lnTo>
                  <a:pt x="576" y="2686"/>
                </a:lnTo>
                <a:lnTo>
                  <a:pt x="566" y="2693"/>
                </a:lnTo>
                <a:lnTo>
                  <a:pt x="559" y="2703"/>
                </a:lnTo>
                <a:lnTo>
                  <a:pt x="550" y="2713"/>
                </a:lnTo>
                <a:lnTo>
                  <a:pt x="544" y="2724"/>
                </a:lnTo>
                <a:lnTo>
                  <a:pt x="538" y="2736"/>
                </a:lnTo>
                <a:lnTo>
                  <a:pt x="535" y="2747"/>
                </a:lnTo>
                <a:lnTo>
                  <a:pt x="531" y="2760"/>
                </a:lnTo>
                <a:lnTo>
                  <a:pt x="530" y="2772"/>
                </a:lnTo>
                <a:lnTo>
                  <a:pt x="528" y="2786"/>
                </a:lnTo>
                <a:lnTo>
                  <a:pt x="530" y="2799"/>
                </a:lnTo>
                <a:lnTo>
                  <a:pt x="531" y="2813"/>
                </a:lnTo>
                <a:lnTo>
                  <a:pt x="535" y="2825"/>
                </a:lnTo>
                <a:lnTo>
                  <a:pt x="538" y="2837"/>
                </a:lnTo>
                <a:lnTo>
                  <a:pt x="544" y="2849"/>
                </a:lnTo>
                <a:lnTo>
                  <a:pt x="550" y="2859"/>
                </a:lnTo>
                <a:lnTo>
                  <a:pt x="559" y="2870"/>
                </a:lnTo>
                <a:lnTo>
                  <a:pt x="566" y="2878"/>
                </a:lnTo>
                <a:lnTo>
                  <a:pt x="576" y="2887"/>
                </a:lnTo>
                <a:lnTo>
                  <a:pt x="586" y="2894"/>
                </a:lnTo>
                <a:lnTo>
                  <a:pt x="597" y="2901"/>
                </a:lnTo>
                <a:lnTo>
                  <a:pt x="609" y="2906"/>
                </a:lnTo>
                <a:lnTo>
                  <a:pt x="620" y="2911"/>
                </a:lnTo>
                <a:lnTo>
                  <a:pt x="633" y="2915"/>
                </a:lnTo>
                <a:lnTo>
                  <a:pt x="645" y="2916"/>
                </a:lnTo>
                <a:lnTo>
                  <a:pt x="659" y="2917"/>
                </a:lnTo>
                <a:lnTo>
                  <a:pt x="672" y="2916"/>
                </a:lnTo>
                <a:lnTo>
                  <a:pt x="686" y="2915"/>
                </a:lnTo>
                <a:lnTo>
                  <a:pt x="698" y="2911"/>
                </a:lnTo>
                <a:lnTo>
                  <a:pt x="710" y="2906"/>
                </a:lnTo>
                <a:lnTo>
                  <a:pt x="722" y="2901"/>
                </a:lnTo>
                <a:lnTo>
                  <a:pt x="732" y="2894"/>
                </a:lnTo>
                <a:lnTo>
                  <a:pt x="743" y="2887"/>
                </a:lnTo>
                <a:lnTo>
                  <a:pt x="751" y="2878"/>
                </a:lnTo>
                <a:lnTo>
                  <a:pt x="760" y="2870"/>
                </a:lnTo>
                <a:lnTo>
                  <a:pt x="767" y="2859"/>
                </a:lnTo>
                <a:lnTo>
                  <a:pt x="774" y="2849"/>
                </a:lnTo>
                <a:lnTo>
                  <a:pt x="779" y="2837"/>
                </a:lnTo>
                <a:lnTo>
                  <a:pt x="784" y="2825"/>
                </a:lnTo>
                <a:lnTo>
                  <a:pt x="788" y="2813"/>
                </a:lnTo>
                <a:lnTo>
                  <a:pt x="789" y="2799"/>
                </a:lnTo>
                <a:lnTo>
                  <a:pt x="790" y="2786"/>
                </a:lnTo>
                <a:lnTo>
                  <a:pt x="789" y="2772"/>
                </a:lnTo>
                <a:lnTo>
                  <a:pt x="788" y="2760"/>
                </a:lnTo>
                <a:lnTo>
                  <a:pt x="784" y="2747"/>
                </a:lnTo>
                <a:lnTo>
                  <a:pt x="779" y="2736"/>
                </a:lnTo>
                <a:lnTo>
                  <a:pt x="774" y="2724"/>
                </a:lnTo>
                <a:lnTo>
                  <a:pt x="767" y="2713"/>
                </a:lnTo>
                <a:lnTo>
                  <a:pt x="760" y="2703"/>
                </a:lnTo>
                <a:lnTo>
                  <a:pt x="751" y="2693"/>
                </a:lnTo>
                <a:lnTo>
                  <a:pt x="743" y="2686"/>
                </a:lnTo>
                <a:lnTo>
                  <a:pt x="732" y="2677"/>
                </a:lnTo>
                <a:lnTo>
                  <a:pt x="722" y="2671"/>
                </a:lnTo>
                <a:lnTo>
                  <a:pt x="710" y="2665"/>
                </a:lnTo>
                <a:lnTo>
                  <a:pt x="698" y="2662"/>
                </a:lnTo>
                <a:lnTo>
                  <a:pt x="686" y="2658"/>
                </a:lnTo>
                <a:lnTo>
                  <a:pt x="672" y="2657"/>
                </a:lnTo>
                <a:lnTo>
                  <a:pt x="659" y="2655"/>
                </a:lnTo>
                <a:close/>
                <a:moveTo>
                  <a:pt x="659" y="2127"/>
                </a:moveTo>
                <a:lnTo>
                  <a:pt x="659" y="2127"/>
                </a:lnTo>
                <a:lnTo>
                  <a:pt x="645" y="2128"/>
                </a:lnTo>
                <a:lnTo>
                  <a:pt x="633" y="2129"/>
                </a:lnTo>
                <a:lnTo>
                  <a:pt x="620" y="2133"/>
                </a:lnTo>
                <a:lnTo>
                  <a:pt x="609" y="2137"/>
                </a:lnTo>
                <a:lnTo>
                  <a:pt x="597" y="2143"/>
                </a:lnTo>
                <a:lnTo>
                  <a:pt x="586" y="2149"/>
                </a:lnTo>
                <a:lnTo>
                  <a:pt x="576" y="2157"/>
                </a:lnTo>
                <a:lnTo>
                  <a:pt x="566" y="2165"/>
                </a:lnTo>
                <a:lnTo>
                  <a:pt x="559" y="2175"/>
                </a:lnTo>
                <a:lnTo>
                  <a:pt x="550" y="2184"/>
                </a:lnTo>
                <a:lnTo>
                  <a:pt x="544" y="2195"/>
                </a:lnTo>
                <a:lnTo>
                  <a:pt x="538" y="2207"/>
                </a:lnTo>
                <a:lnTo>
                  <a:pt x="535" y="2218"/>
                </a:lnTo>
                <a:lnTo>
                  <a:pt x="531" y="2232"/>
                </a:lnTo>
                <a:lnTo>
                  <a:pt x="530" y="2244"/>
                </a:lnTo>
                <a:lnTo>
                  <a:pt x="528" y="2257"/>
                </a:lnTo>
                <a:lnTo>
                  <a:pt x="530" y="2271"/>
                </a:lnTo>
                <a:lnTo>
                  <a:pt x="531" y="2284"/>
                </a:lnTo>
                <a:lnTo>
                  <a:pt x="535" y="2296"/>
                </a:lnTo>
                <a:lnTo>
                  <a:pt x="538" y="2308"/>
                </a:lnTo>
                <a:lnTo>
                  <a:pt x="544" y="2321"/>
                </a:lnTo>
                <a:lnTo>
                  <a:pt x="550" y="2330"/>
                </a:lnTo>
                <a:lnTo>
                  <a:pt x="559" y="2341"/>
                </a:lnTo>
                <a:lnTo>
                  <a:pt x="566" y="2350"/>
                </a:lnTo>
                <a:lnTo>
                  <a:pt x="576" y="2358"/>
                </a:lnTo>
                <a:lnTo>
                  <a:pt x="586" y="2366"/>
                </a:lnTo>
                <a:lnTo>
                  <a:pt x="597" y="2373"/>
                </a:lnTo>
                <a:lnTo>
                  <a:pt x="609" y="2378"/>
                </a:lnTo>
                <a:lnTo>
                  <a:pt x="620" y="2383"/>
                </a:lnTo>
                <a:lnTo>
                  <a:pt x="633" y="2386"/>
                </a:lnTo>
                <a:lnTo>
                  <a:pt x="645" y="2388"/>
                </a:lnTo>
                <a:lnTo>
                  <a:pt x="659" y="2389"/>
                </a:lnTo>
                <a:lnTo>
                  <a:pt x="672" y="2388"/>
                </a:lnTo>
                <a:lnTo>
                  <a:pt x="686" y="2386"/>
                </a:lnTo>
                <a:lnTo>
                  <a:pt x="698" y="2383"/>
                </a:lnTo>
                <a:lnTo>
                  <a:pt x="710" y="2378"/>
                </a:lnTo>
                <a:lnTo>
                  <a:pt x="722" y="2373"/>
                </a:lnTo>
                <a:lnTo>
                  <a:pt x="732" y="2366"/>
                </a:lnTo>
                <a:lnTo>
                  <a:pt x="743" y="2358"/>
                </a:lnTo>
                <a:lnTo>
                  <a:pt x="751" y="2350"/>
                </a:lnTo>
                <a:lnTo>
                  <a:pt x="760" y="2341"/>
                </a:lnTo>
                <a:lnTo>
                  <a:pt x="767" y="2330"/>
                </a:lnTo>
                <a:lnTo>
                  <a:pt x="774" y="2321"/>
                </a:lnTo>
                <a:lnTo>
                  <a:pt x="779" y="2308"/>
                </a:lnTo>
                <a:lnTo>
                  <a:pt x="784" y="2296"/>
                </a:lnTo>
                <a:lnTo>
                  <a:pt x="788" y="2284"/>
                </a:lnTo>
                <a:lnTo>
                  <a:pt x="789" y="2271"/>
                </a:lnTo>
                <a:lnTo>
                  <a:pt x="790" y="2257"/>
                </a:lnTo>
                <a:lnTo>
                  <a:pt x="789" y="2244"/>
                </a:lnTo>
                <a:lnTo>
                  <a:pt x="788" y="2232"/>
                </a:lnTo>
                <a:lnTo>
                  <a:pt x="784" y="2218"/>
                </a:lnTo>
                <a:lnTo>
                  <a:pt x="779" y="2207"/>
                </a:lnTo>
                <a:lnTo>
                  <a:pt x="774" y="2195"/>
                </a:lnTo>
                <a:lnTo>
                  <a:pt x="767" y="2184"/>
                </a:lnTo>
                <a:lnTo>
                  <a:pt x="760" y="2175"/>
                </a:lnTo>
                <a:lnTo>
                  <a:pt x="751" y="2165"/>
                </a:lnTo>
                <a:lnTo>
                  <a:pt x="743" y="2157"/>
                </a:lnTo>
                <a:lnTo>
                  <a:pt x="732" y="2149"/>
                </a:lnTo>
                <a:lnTo>
                  <a:pt x="722" y="2143"/>
                </a:lnTo>
                <a:lnTo>
                  <a:pt x="710" y="2137"/>
                </a:lnTo>
                <a:lnTo>
                  <a:pt x="698" y="2133"/>
                </a:lnTo>
                <a:lnTo>
                  <a:pt x="686" y="2129"/>
                </a:lnTo>
                <a:lnTo>
                  <a:pt x="672" y="2128"/>
                </a:lnTo>
                <a:lnTo>
                  <a:pt x="659" y="2127"/>
                </a:lnTo>
                <a:close/>
                <a:moveTo>
                  <a:pt x="659" y="3184"/>
                </a:moveTo>
                <a:lnTo>
                  <a:pt x="659" y="3184"/>
                </a:lnTo>
                <a:lnTo>
                  <a:pt x="645" y="3185"/>
                </a:lnTo>
                <a:lnTo>
                  <a:pt x="633" y="3186"/>
                </a:lnTo>
                <a:lnTo>
                  <a:pt x="620" y="3190"/>
                </a:lnTo>
                <a:lnTo>
                  <a:pt x="609" y="3194"/>
                </a:lnTo>
                <a:lnTo>
                  <a:pt x="597" y="3200"/>
                </a:lnTo>
                <a:lnTo>
                  <a:pt x="586" y="3206"/>
                </a:lnTo>
                <a:lnTo>
                  <a:pt x="576" y="3214"/>
                </a:lnTo>
                <a:lnTo>
                  <a:pt x="566" y="3222"/>
                </a:lnTo>
                <a:lnTo>
                  <a:pt x="559" y="3231"/>
                </a:lnTo>
                <a:lnTo>
                  <a:pt x="550" y="3241"/>
                </a:lnTo>
                <a:lnTo>
                  <a:pt x="544" y="3252"/>
                </a:lnTo>
                <a:lnTo>
                  <a:pt x="538" y="3264"/>
                </a:lnTo>
                <a:lnTo>
                  <a:pt x="535" y="3275"/>
                </a:lnTo>
                <a:lnTo>
                  <a:pt x="531" y="3289"/>
                </a:lnTo>
                <a:lnTo>
                  <a:pt x="530" y="3301"/>
                </a:lnTo>
                <a:lnTo>
                  <a:pt x="528" y="3314"/>
                </a:lnTo>
                <a:lnTo>
                  <a:pt x="530" y="3328"/>
                </a:lnTo>
                <a:lnTo>
                  <a:pt x="531" y="3341"/>
                </a:lnTo>
                <a:lnTo>
                  <a:pt x="535" y="3353"/>
                </a:lnTo>
                <a:lnTo>
                  <a:pt x="538" y="3365"/>
                </a:lnTo>
                <a:lnTo>
                  <a:pt x="544" y="3377"/>
                </a:lnTo>
                <a:lnTo>
                  <a:pt x="550" y="3387"/>
                </a:lnTo>
                <a:lnTo>
                  <a:pt x="559" y="3398"/>
                </a:lnTo>
                <a:lnTo>
                  <a:pt x="566" y="3407"/>
                </a:lnTo>
                <a:lnTo>
                  <a:pt x="576" y="3415"/>
                </a:lnTo>
                <a:lnTo>
                  <a:pt x="586" y="3424"/>
                </a:lnTo>
                <a:lnTo>
                  <a:pt x="597" y="3430"/>
                </a:lnTo>
                <a:lnTo>
                  <a:pt x="609" y="3435"/>
                </a:lnTo>
                <a:lnTo>
                  <a:pt x="620" y="3440"/>
                </a:lnTo>
                <a:lnTo>
                  <a:pt x="633" y="3443"/>
                </a:lnTo>
                <a:lnTo>
                  <a:pt x="645" y="3444"/>
                </a:lnTo>
                <a:lnTo>
                  <a:pt x="659" y="3446"/>
                </a:lnTo>
                <a:lnTo>
                  <a:pt x="672" y="3444"/>
                </a:lnTo>
                <a:lnTo>
                  <a:pt x="686" y="3443"/>
                </a:lnTo>
                <a:lnTo>
                  <a:pt x="698" y="3440"/>
                </a:lnTo>
                <a:lnTo>
                  <a:pt x="710" y="3435"/>
                </a:lnTo>
                <a:lnTo>
                  <a:pt x="722" y="3430"/>
                </a:lnTo>
                <a:lnTo>
                  <a:pt x="732" y="3424"/>
                </a:lnTo>
                <a:lnTo>
                  <a:pt x="743" y="3415"/>
                </a:lnTo>
                <a:lnTo>
                  <a:pt x="751" y="3407"/>
                </a:lnTo>
                <a:lnTo>
                  <a:pt x="760" y="3398"/>
                </a:lnTo>
                <a:lnTo>
                  <a:pt x="767" y="3387"/>
                </a:lnTo>
                <a:lnTo>
                  <a:pt x="774" y="3377"/>
                </a:lnTo>
                <a:lnTo>
                  <a:pt x="779" y="3365"/>
                </a:lnTo>
                <a:lnTo>
                  <a:pt x="784" y="3353"/>
                </a:lnTo>
                <a:lnTo>
                  <a:pt x="788" y="3341"/>
                </a:lnTo>
                <a:lnTo>
                  <a:pt x="789" y="3328"/>
                </a:lnTo>
                <a:lnTo>
                  <a:pt x="790" y="3314"/>
                </a:lnTo>
                <a:lnTo>
                  <a:pt x="789" y="3301"/>
                </a:lnTo>
                <a:lnTo>
                  <a:pt x="788" y="3289"/>
                </a:lnTo>
                <a:lnTo>
                  <a:pt x="784" y="3275"/>
                </a:lnTo>
                <a:lnTo>
                  <a:pt x="779" y="3264"/>
                </a:lnTo>
                <a:lnTo>
                  <a:pt x="774" y="3252"/>
                </a:lnTo>
                <a:lnTo>
                  <a:pt x="767" y="3241"/>
                </a:lnTo>
                <a:lnTo>
                  <a:pt x="760" y="3231"/>
                </a:lnTo>
                <a:lnTo>
                  <a:pt x="751" y="3222"/>
                </a:lnTo>
                <a:lnTo>
                  <a:pt x="743" y="3214"/>
                </a:lnTo>
                <a:lnTo>
                  <a:pt x="732" y="3206"/>
                </a:lnTo>
                <a:lnTo>
                  <a:pt x="722" y="3200"/>
                </a:lnTo>
                <a:lnTo>
                  <a:pt x="710" y="3194"/>
                </a:lnTo>
                <a:lnTo>
                  <a:pt x="698" y="3190"/>
                </a:lnTo>
                <a:lnTo>
                  <a:pt x="686" y="3186"/>
                </a:lnTo>
                <a:lnTo>
                  <a:pt x="672" y="3185"/>
                </a:lnTo>
                <a:lnTo>
                  <a:pt x="659" y="3184"/>
                </a:lnTo>
                <a:close/>
                <a:moveTo>
                  <a:pt x="659" y="3712"/>
                </a:moveTo>
                <a:lnTo>
                  <a:pt x="659" y="3712"/>
                </a:lnTo>
                <a:lnTo>
                  <a:pt x="645" y="3713"/>
                </a:lnTo>
                <a:lnTo>
                  <a:pt x="633" y="3715"/>
                </a:lnTo>
                <a:lnTo>
                  <a:pt x="620" y="3718"/>
                </a:lnTo>
                <a:lnTo>
                  <a:pt x="609" y="3722"/>
                </a:lnTo>
                <a:lnTo>
                  <a:pt x="597" y="3728"/>
                </a:lnTo>
                <a:lnTo>
                  <a:pt x="586" y="3734"/>
                </a:lnTo>
                <a:lnTo>
                  <a:pt x="576" y="3743"/>
                </a:lnTo>
                <a:lnTo>
                  <a:pt x="566" y="3750"/>
                </a:lnTo>
                <a:lnTo>
                  <a:pt x="559" y="3760"/>
                </a:lnTo>
                <a:lnTo>
                  <a:pt x="550" y="3769"/>
                </a:lnTo>
                <a:lnTo>
                  <a:pt x="544" y="3780"/>
                </a:lnTo>
                <a:lnTo>
                  <a:pt x="538" y="3793"/>
                </a:lnTo>
                <a:lnTo>
                  <a:pt x="535" y="3805"/>
                </a:lnTo>
                <a:lnTo>
                  <a:pt x="531" y="3817"/>
                </a:lnTo>
                <a:lnTo>
                  <a:pt x="530" y="3829"/>
                </a:lnTo>
                <a:lnTo>
                  <a:pt x="528" y="3843"/>
                </a:lnTo>
                <a:lnTo>
                  <a:pt x="530" y="3856"/>
                </a:lnTo>
                <a:lnTo>
                  <a:pt x="531" y="3869"/>
                </a:lnTo>
                <a:lnTo>
                  <a:pt x="535" y="3882"/>
                </a:lnTo>
                <a:lnTo>
                  <a:pt x="538" y="3894"/>
                </a:lnTo>
                <a:lnTo>
                  <a:pt x="544" y="3906"/>
                </a:lnTo>
                <a:lnTo>
                  <a:pt x="550" y="3917"/>
                </a:lnTo>
                <a:lnTo>
                  <a:pt x="559" y="3927"/>
                </a:lnTo>
                <a:lnTo>
                  <a:pt x="566" y="3935"/>
                </a:lnTo>
                <a:lnTo>
                  <a:pt x="576" y="3944"/>
                </a:lnTo>
                <a:lnTo>
                  <a:pt x="586" y="3952"/>
                </a:lnTo>
                <a:lnTo>
                  <a:pt x="597" y="3958"/>
                </a:lnTo>
                <a:lnTo>
                  <a:pt x="609" y="3963"/>
                </a:lnTo>
                <a:lnTo>
                  <a:pt x="620" y="3968"/>
                </a:lnTo>
                <a:lnTo>
                  <a:pt x="633" y="3972"/>
                </a:lnTo>
                <a:lnTo>
                  <a:pt x="645" y="3973"/>
                </a:lnTo>
                <a:lnTo>
                  <a:pt x="659" y="3974"/>
                </a:lnTo>
                <a:lnTo>
                  <a:pt x="672" y="3973"/>
                </a:lnTo>
                <a:lnTo>
                  <a:pt x="686" y="3972"/>
                </a:lnTo>
                <a:lnTo>
                  <a:pt x="698" y="3968"/>
                </a:lnTo>
                <a:lnTo>
                  <a:pt x="710" y="3963"/>
                </a:lnTo>
                <a:lnTo>
                  <a:pt x="722" y="3958"/>
                </a:lnTo>
                <a:lnTo>
                  <a:pt x="732" y="3952"/>
                </a:lnTo>
                <a:lnTo>
                  <a:pt x="743" y="3944"/>
                </a:lnTo>
                <a:lnTo>
                  <a:pt x="751" y="3935"/>
                </a:lnTo>
                <a:lnTo>
                  <a:pt x="760" y="3927"/>
                </a:lnTo>
                <a:lnTo>
                  <a:pt x="767" y="3917"/>
                </a:lnTo>
                <a:lnTo>
                  <a:pt x="774" y="3906"/>
                </a:lnTo>
                <a:lnTo>
                  <a:pt x="779" y="3894"/>
                </a:lnTo>
                <a:lnTo>
                  <a:pt x="784" y="3882"/>
                </a:lnTo>
                <a:lnTo>
                  <a:pt x="788" y="3869"/>
                </a:lnTo>
                <a:lnTo>
                  <a:pt x="789" y="3856"/>
                </a:lnTo>
                <a:lnTo>
                  <a:pt x="790" y="3843"/>
                </a:lnTo>
                <a:lnTo>
                  <a:pt x="789" y="3829"/>
                </a:lnTo>
                <a:lnTo>
                  <a:pt x="788" y="3817"/>
                </a:lnTo>
                <a:lnTo>
                  <a:pt x="784" y="3805"/>
                </a:lnTo>
                <a:lnTo>
                  <a:pt x="779" y="3793"/>
                </a:lnTo>
                <a:lnTo>
                  <a:pt x="774" y="3780"/>
                </a:lnTo>
                <a:lnTo>
                  <a:pt x="767" y="3769"/>
                </a:lnTo>
                <a:lnTo>
                  <a:pt x="760" y="3760"/>
                </a:lnTo>
                <a:lnTo>
                  <a:pt x="751" y="3750"/>
                </a:lnTo>
                <a:lnTo>
                  <a:pt x="743" y="3743"/>
                </a:lnTo>
                <a:lnTo>
                  <a:pt x="732" y="3734"/>
                </a:lnTo>
                <a:lnTo>
                  <a:pt x="722" y="3728"/>
                </a:lnTo>
                <a:lnTo>
                  <a:pt x="710" y="3722"/>
                </a:lnTo>
                <a:lnTo>
                  <a:pt x="698" y="3718"/>
                </a:lnTo>
                <a:lnTo>
                  <a:pt x="686" y="3715"/>
                </a:lnTo>
                <a:lnTo>
                  <a:pt x="672" y="3713"/>
                </a:lnTo>
                <a:lnTo>
                  <a:pt x="659" y="3712"/>
                </a:lnTo>
                <a:close/>
                <a:moveTo>
                  <a:pt x="2434" y="2209"/>
                </a:moveTo>
                <a:lnTo>
                  <a:pt x="1014" y="2209"/>
                </a:lnTo>
                <a:lnTo>
                  <a:pt x="1014" y="2306"/>
                </a:lnTo>
                <a:lnTo>
                  <a:pt x="2434" y="2306"/>
                </a:lnTo>
                <a:lnTo>
                  <a:pt x="2434" y="2209"/>
                </a:lnTo>
                <a:close/>
              </a:path>
            </a:pathLst>
          </a:custGeom>
          <a:solidFill>
            <a:srgbClr val="333333"/>
          </a:solidFill>
          <a:ln w="9525">
            <a:noFill/>
            <a:round/>
            <a:headEnd/>
            <a:tailEnd/>
          </a:ln>
        </p:spPr>
        <p:txBody>
          <a:bodyPr vert="horz" wrap="square" lIns="91392" tIns="45696" rIns="91392" bIns="45696" anchor="t"/>
          <a:lstStyle/>
          <a:p>
            <a:pPr marL="0" marR="0" lvl="0" indent="0" algn="ctr" defTabSz="913943" eaLnBrk="1" fontAlgn="base" latinLnBrk="0" hangingPunct="1">
              <a:lnSpc>
                <a:spcPct val="100000"/>
              </a:lnSpc>
              <a:spcBef>
                <a:spcPct val="0"/>
              </a:spcBef>
              <a:spcAft>
                <a:spcPct val="0"/>
              </a:spcAft>
              <a:buClrTx/>
              <a:buSzTx/>
              <a:buFontTx/>
              <a:buNone/>
              <a:tabLst/>
              <a:defRPr/>
            </a:pPr>
            <a:endParaRPr kumimoji="0" lang="de-DE" sz="1938" b="0" i="0" u="none" strike="noStrike" kern="0" cap="none" spc="0" normalizeH="0" baseline="0" noProof="0">
              <a:ln>
                <a:noFill/>
              </a:ln>
              <a:solidFill>
                <a:srgbClr val="646464"/>
              </a:solidFill>
              <a:effectLst/>
              <a:uLnTx/>
              <a:uFillTx/>
            </a:endParaRPr>
          </a:p>
        </p:txBody>
      </p:sp>
      <p:sp>
        <p:nvSpPr>
          <p:cNvPr id="152" name="Rectangle 151">
            <a:extLst>
              <a:ext uri="{FF2B5EF4-FFF2-40B4-BE49-F238E27FC236}">
                <a16:creationId xmlns:a16="http://schemas.microsoft.com/office/drawing/2014/main" id="{15B971F8-6902-C744-60DF-5A3FA6F0CECB}"/>
              </a:ext>
            </a:extLst>
          </p:cNvPr>
          <p:cNvSpPr/>
          <p:nvPr/>
        </p:nvSpPr>
        <p:spPr>
          <a:xfrm>
            <a:off x="704993" y="2617276"/>
            <a:ext cx="1029211" cy="307617"/>
          </a:xfrm>
          <a:prstGeom prst="rect">
            <a:avLst/>
          </a:prstGeom>
        </p:spPr>
        <p:txBody>
          <a:bodyPr wrap="square">
            <a:spAutoFit/>
          </a:bodyPr>
          <a:lstStyle/>
          <a:p>
            <a:pPr defTabSz="913943">
              <a:defRPr/>
            </a:pPr>
            <a:r>
              <a:rPr lang="en-US" sz="1399" b="1" kern="0">
                <a:solidFill>
                  <a:srgbClr val="FFFFFF"/>
                </a:solidFill>
                <a:latin typeface="Arial"/>
              </a:rPr>
              <a:t>Data</a:t>
            </a:r>
          </a:p>
        </p:txBody>
      </p:sp>
      <p:sp>
        <p:nvSpPr>
          <p:cNvPr id="153" name="Rectangle: Rounded Corners 152">
            <a:extLst>
              <a:ext uri="{FF2B5EF4-FFF2-40B4-BE49-F238E27FC236}">
                <a16:creationId xmlns:a16="http://schemas.microsoft.com/office/drawing/2014/main" id="{9A8164B0-0702-51FB-DAE8-5D57C3B89BD7}"/>
              </a:ext>
            </a:extLst>
          </p:cNvPr>
          <p:cNvSpPr/>
          <p:nvPr/>
        </p:nvSpPr>
        <p:spPr>
          <a:xfrm>
            <a:off x="9044706" y="2553669"/>
            <a:ext cx="2517142" cy="429361"/>
          </a:xfrm>
          <a:prstGeom prst="roundRect">
            <a:avLst>
              <a:gd name="adj" fmla="val 4274"/>
            </a:avLst>
          </a:prstGeom>
          <a:solidFill>
            <a:srgbClr val="2C973E"/>
          </a:solidFill>
          <a:ln w="9525" cap="flat" cmpd="sng" algn="ctr">
            <a:solidFill>
              <a:srgbClr val="2C973E"/>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Arial"/>
              <a:ea typeface="+mn-ea"/>
              <a:cs typeface="+mn-cs"/>
            </a:endParaRPr>
          </a:p>
        </p:txBody>
      </p:sp>
      <p:sp>
        <p:nvSpPr>
          <p:cNvPr id="154" name="Rectangle 153">
            <a:extLst>
              <a:ext uri="{FF2B5EF4-FFF2-40B4-BE49-F238E27FC236}">
                <a16:creationId xmlns:a16="http://schemas.microsoft.com/office/drawing/2014/main" id="{B52AB6D4-F6B6-38D7-A630-14B54C7567DE}"/>
              </a:ext>
            </a:extLst>
          </p:cNvPr>
          <p:cNvSpPr/>
          <p:nvPr/>
        </p:nvSpPr>
        <p:spPr>
          <a:xfrm>
            <a:off x="599763" y="2981462"/>
            <a:ext cx="2511963" cy="2663621"/>
          </a:xfrm>
          <a:prstGeom prst="rect">
            <a:avLst/>
          </a:prstGeom>
          <a:noFill/>
          <a:ln w="25400" cap="flat" cmpd="sng" algn="ctr">
            <a:solidFill>
              <a:srgbClr val="C893C7"/>
            </a:solidFill>
            <a:prstDash val="solid"/>
            <a:tailEnd type="none"/>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Arial"/>
              <a:ea typeface="+mn-ea"/>
              <a:cs typeface="+mn-cs"/>
            </a:endParaRPr>
          </a:p>
        </p:txBody>
      </p:sp>
      <p:sp>
        <p:nvSpPr>
          <p:cNvPr id="155" name="Rectangle 154">
            <a:extLst>
              <a:ext uri="{FF2B5EF4-FFF2-40B4-BE49-F238E27FC236}">
                <a16:creationId xmlns:a16="http://schemas.microsoft.com/office/drawing/2014/main" id="{B7D52406-5E42-DB32-C25A-5CBE81781A1B}"/>
              </a:ext>
            </a:extLst>
          </p:cNvPr>
          <p:cNvSpPr/>
          <p:nvPr/>
        </p:nvSpPr>
        <p:spPr>
          <a:xfrm>
            <a:off x="9062417" y="2983030"/>
            <a:ext cx="2511963" cy="2650833"/>
          </a:xfrm>
          <a:prstGeom prst="rect">
            <a:avLst/>
          </a:prstGeom>
          <a:noFill/>
          <a:ln w="25400" cap="flat" cmpd="sng" algn="ctr">
            <a:solidFill>
              <a:srgbClr val="95CB89"/>
            </a:solidFill>
            <a:prstDash val="solid"/>
            <a:tailEnd type="none"/>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Arial"/>
              <a:ea typeface="+mn-ea"/>
              <a:cs typeface="+mn-cs"/>
            </a:endParaRPr>
          </a:p>
        </p:txBody>
      </p:sp>
      <p:sp>
        <p:nvSpPr>
          <p:cNvPr id="156" name="Rectangle 155">
            <a:extLst>
              <a:ext uri="{FF2B5EF4-FFF2-40B4-BE49-F238E27FC236}">
                <a16:creationId xmlns:a16="http://schemas.microsoft.com/office/drawing/2014/main" id="{6073E85A-279B-48EE-7DEB-939E9769CC53}"/>
              </a:ext>
            </a:extLst>
          </p:cNvPr>
          <p:cNvSpPr/>
          <p:nvPr/>
        </p:nvSpPr>
        <p:spPr>
          <a:xfrm>
            <a:off x="9149426" y="2540590"/>
            <a:ext cx="2869800" cy="307617"/>
          </a:xfrm>
          <a:prstGeom prst="rect">
            <a:avLst/>
          </a:prstGeom>
          <a:ln>
            <a:noFill/>
          </a:ln>
        </p:spPr>
        <p:txBody>
          <a:bodyPr wrap="square">
            <a:spAutoFit/>
          </a:bodyPr>
          <a:lstStyle/>
          <a:p>
            <a:pPr defTabSz="913943">
              <a:defRPr/>
            </a:pPr>
            <a:r>
              <a:rPr lang="en-US" sz="1399" b="1" kern="0">
                <a:solidFill>
                  <a:srgbClr val="FFFFFF"/>
                </a:solidFill>
                <a:latin typeface="Arial"/>
              </a:rPr>
              <a:t>Agile accounting</a:t>
            </a:r>
          </a:p>
        </p:txBody>
      </p:sp>
    </p:spTree>
    <p:extLst>
      <p:ext uri="{BB962C8B-B14F-4D97-AF65-F5344CB8AC3E}">
        <p14:creationId xmlns:p14="http://schemas.microsoft.com/office/powerpoint/2010/main" val="1606148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A1EA4-22E2-456F-21F5-6464865594C0}"/>
              </a:ext>
            </a:extLst>
          </p:cNvPr>
          <p:cNvSpPr>
            <a:spLocks noGrp="1"/>
          </p:cNvSpPr>
          <p:nvPr>
            <p:ph type="title"/>
          </p:nvPr>
        </p:nvSpPr>
        <p:spPr/>
        <p:txBody>
          <a:bodyPr/>
          <a:lstStyle/>
          <a:p>
            <a:r>
              <a:rPr lang="en-GB"/>
              <a:t>How do </a:t>
            </a:r>
            <a:r>
              <a:rPr lang="en-GB" err="1"/>
              <a:t>BlackLine</a:t>
            </a:r>
            <a:r>
              <a:rPr lang="en-GB"/>
              <a:t> and SAP work together? </a:t>
            </a:r>
            <a:endParaRPr lang="en-IN"/>
          </a:p>
        </p:txBody>
      </p:sp>
      <p:sp>
        <p:nvSpPr>
          <p:cNvPr id="5" name="Slide Number Placeholder 4">
            <a:extLst>
              <a:ext uri="{FF2B5EF4-FFF2-40B4-BE49-F238E27FC236}">
                <a16:creationId xmlns:a16="http://schemas.microsoft.com/office/drawing/2014/main" id="{23EA17A6-08F9-8606-0BF8-FD4FA97386F3}"/>
              </a:ext>
            </a:extLst>
          </p:cNvPr>
          <p:cNvSpPr>
            <a:spLocks noGrp="1"/>
          </p:cNvSpPr>
          <p:nvPr>
            <p:ph type="sldNum" sz="quarter" idx="12"/>
          </p:nvPr>
        </p:nvSpPr>
        <p:spPr/>
        <p:txBody>
          <a:bodyPr/>
          <a:lstStyle/>
          <a:p>
            <a:fld id="{94FCA0F3-9F3A-694B-99BB-0E592A797735}" type="slidenum">
              <a:rPr lang="en-US" smtClean="0"/>
              <a:t>50</a:t>
            </a:fld>
            <a:endParaRPr lang="en-US"/>
          </a:p>
        </p:txBody>
      </p:sp>
      <p:sp>
        <p:nvSpPr>
          <p:cNvPr id="6" name="Date Placeholder 5">
            <a:extLst>
              <a:ext uri="{FF2B5EF4-FFF2-40B4-BE49-F238E27FC236}">
                <a16:creationId xmlns:a16="http://schemas.microsoft.com/office/drawing/2014/main" id="{D1BA0675-FCDB-E863-8564-C7DE2EF83AB1}"/>
              </a:ext>
            </a:extLst>
          </p:cNvPr>
          <p:cNvSpPr>
            <a:spLocks noGrp="1"/>
          </p:cNvSpPr>
          <p:nvPr>
            <p:ph type="dt" sz="half" idx="10"/>
          </p:nvPr>
        </p:nvSpPr>
        <p:spPr/>
        <p:txBody>
          <a:bodyPr/>
          <a:lstStyle/>
          <a:p>
            <a:fld id="{F7D2B5BE-1E6C-440A-B9C9-9A9A87F93409}" type="datetime1">
              <a:rPr lang="en-US" smtClean="0"/>
              <a:t>11/28/2025</a:t>
            </a:fld>
            <a:endParaRPr lang="en-US"/>
          </a:p>
        </p:txBody>
      </p:sp>
      <p:sp>
        <p:nvSpPr>
          <p:cNvPr id="8" name="SmartArt Placeholder 7">
            <a:extLst>
              <a:ext uri="{FF2B5EF4-FFF2-40B4-BE49-F238E27FC236}">
                <a16:creationId xmlns:a16="http://schemas.microsoft.com/office/drawing/2014/main" id="{89839845-E493-F611-36E6-B7D1F76D4D30}"/>
              </a:ext>
            </a:extLst>
          </p:cNvPr>
          <p:cNvSpPr>
            <a:spLocks noGrp="1"/>
          </p:cNvSpPr>
          <p:nvPr>
            <p:ph type="dgm" sz="quarter" idx="17"/>
          </p:nvPr>
        </p:nvSpPr>
        <p:spPr/>
        <p:txBody>
          <a:bodyPr/>
          <a:lstStyle/>
          <a:p>
            <a:endParaRPr lang="en-IN"/>
          </a:p>
        </p:txBody>
      </p:sp>
      <p:grpSp>
        <p:nvGrpSpPr>
          <p:cNvPr id="9" name="Group 8">
            <a:extLst>
              <a:ext uri="{FF2B5EF4-FFF2-40B4-BE49-F238E27FC236}">
                <a16:creationId xmlns:a16="http://schemas.microsoft.com/office/drawing/2014/main" id="{2CFF662A-5CAF-A009-7DF9-3A7741EB1BDA}"/>
              </a:ext>
            </a:extLst>
          </p:cNvPr>
          <p:cNvGrpSpPr/>
          <p:nvPr/>
        </p:nvGrpSpPr>
        <p:grpSpPr>
          <a:xfrm>
            <a:off x="1206139" y="1613340"/>
            <a:ext cx="9467505" cy="4507019"/>
            <a:chOff x="1454270" y="1728755"/>
            <a:chExt cx="8696234" cy="4139854"/>
          </a:xfrm>
        </p:grpSpPr>
        <p:cxnSp>
          <p:nvCxnSpPr>
            <p:cNvPr id="10" name="Straight Connector 9">
              <a:extLst>
                <a:ext uri="{FF2B5EF4-FFF2-40B4-BE49-F238E27FC236}">
                  <a16:creationId xmlns:a16="http://schemas.microsoft.com/office/drawing/2014/main" id="{441BC966-0A28-3F5D-2F9E-E6828A742D68}"/>
                </a:ext>
              </a:extLst>
            </p:cNvPr>
            <p:cNvCxnSpPr>
              <a:cxnSpLocks/>
            </p:cNvCxnSpPr>
            <p:nvPr/>
          </p:nvCxnSpPr>
          <p:spPr>
            <a:xfrm>
              <a:off x="2242327" y="2163951"/>
              <a:ext cx="548640" cy="0"/>
            </a:xfrm>
            <a:prstGeom prst="line">
              <a:avLst/>
            </a:prstGeom>
            <a:noFill/>
            <a:ln w="25400" cap="flat" cmpd="sng" algn="ctr">
              <a:solidFill>
                <a:srgbClr val="646464"/>
              </a:solidFill>
              <a:prstDash val="solid"/>
            </a:ln>
            <a:effectLst/>
          </p:spPr>
        </p:cxnSp>
        <p:cxnSp>
          <p:nvCxnSpPr>
            <p:cNvPr id="11" name="Straight Connector 10">
              <a:extLst>
                <a:ext uri="{FF2B5EF4-FFF2-40B4-BE49-F238E27FC236}">
                  <a16:creationId xmlns:a16="http://schemas.microsoft.com/office/drawing/2014/main" id="{002CF66F-CAA9-6EE8-04D2-426A457F2705}"/>
                </a:ext>
              </a:extLst>
            </p:cNvPr>
            <p:cNvCxnSpPr>
              <a:cxnSpLocks/>
            </p:cNvCxnSpPr>
            <p:nvPr/>
          </p:nvCxnSpPr>
          <p:spPr>
            <a:xfrm>
              <a:off x="2242327" y="2673958"/>
              <a:ext cx="548640" cy="0"/>
            </a:xfrm>
            <a:prstGeom prst="line">
              <a:avLst/>
            </a:prstGeom>
            <a:noFill/>
            <a:ln w="25400" cap="flat" cmpd="sng" algn="ctr">
              <a:solidFill>
                <a:srgbClr val="646464"/>
              </a:solidFill>
              <a:prstDash val="solid"/>
            </a:ln>
            <a:effectLst/>
          </p:spPr>
        </p:cxnSp>
        <p:cxnSp>
          <p:nvCxnSpPr>
            <p:cNvPr id="12" name="Straight Connector 11">
              <a:extLst>
                <a:ext uri="{FF2B5EF4-FFF2-40B4-BE49-F238E27FC236}">
                  <a16:creationId xmlns:a16="http://schemas.microsoft.com/office/drawing/2014/main" id="{109D35EE-14D3-AF1D-ADFF-A9C2EE66C0B9}"/>
                </a:ext>
              </a:extLst>
            </p:cNvPr>
            <p:cNvCxnSpPr>
              <a:cxnSpLocks/>
            </p:cNvCxnSpPr>
            <p:nvPr/>
          </p:nvCxnSpPr>
          <p:spPr>
            <a:xfrm flipV="1">
              <a:off x="2242327" y="4563751"/>
              <a:ext cx="548640" cy="0"/>
            </a:xfrm>
            <a:prstGeom prst="line">
              <a:avLst/>
            </a:prstGeom>
            <a:noFill/>
            <a:ln w="25400" cap="flat" cmpd="sng" algn="ctr">
              <a:solidFill>
                <a:srgbClr val="646464"/>
              </a:solidFill>
              <a:prstDash val="solid"/>
            </a:ln>
            <a:effectLst/>
          </p:spPr>
        </p:cxnSp>
        <p:cxnSp>
          <p:nvCxnSpPr>
            <p:cNvPr id="13" name="Straight Connector 12">
              <a:extLst>
                <a:ext uri="{FF2B5EF4-FFF2-40B4-BE49-F238E27FC236}">
                  <a16:creationId xmlns:a16="http://schemas.microsoft.com/office/drawing/2014/main" id="{668952A6-071F-ADF3-62D5-ABC02AF0E6D5}"/>
                </a:ext>
              </a:extLst>
            </p:cNvPr>
            <p:cNvCxnSpPr>
              <a:cxnSpLocks/>
            </p:cNvCxnSpPr>
            <p:nvPr/>
          </p:nvCxnSpPr>
          <p:spPr>
            <a:xfrm flipV="1">
              <a:off x="2242327" y="3228920"/>
              <a:ext cx="548640" cy="0"/>
            </a:xfrm>
            <a:prstGeom prst="line">
              <a:avLst/>
            </a:prstGeom>
            <a:noFill/>
            <a:ln w="25400" cap="flat" cmpd="sng" algn="ctr">
              <a:solidFill>
                <a:srgbClr val="646464"/>
              </a:solidFill>
              <a:prstDash val="solid"/>
            </a:ln>
            <a:effectLst/>
          </p:spPr>
        </p:cxnSp>
        <p:cxnSp>
          <p:nvCxnSpPr>
            <p:cNvPr id="14" name="Straight Connector 13">
              <a:extLst>
                <a:ext uri="{FF2B5EF4-FFF2-40B4-BE49-F238E27FC236}">
                  <a16:creationId xmlns:a16="http://schemas.microsoft.com/office/drawing/2014/main" id="{3592D177-4B4D-9394-0AFC-50BD4C08AD15}"/>
                </a:ext>
              </a:extLst>
            </p:cNvPr>
            <p:cNvCxnSpPr>
              <a:cxnSpLocks/>
            </p:cNvCxnSpPr>
            <p:nvPr/>
          </p:nvCxnSpPr>
          <p:spPr>
            <a:xfrm>
              <a:off x="2242327" y="5051356"/>
              <a:ext cx="548640" cy="0"/>
            </a:xfrm>
            <a:prstGeom prst="line">
              <a:avLst/>
            </a:prstGeom>
            <a:noFill/>
            <a:ln w="25400" cap="flat" cmpd="sng" algn="ctr">
              <a:solidFill>
                <a:srgbClr val="646464"/>
              </a:solidFill>
              <a:prstDash val="solid"/>
            </a:ln>
            <a:effectLst/>
          </p:spPr>
        </p:cxnSp>
        <p:cxnSp>
          <p:nvCxnSpPr>
            <p:cNvPr id="15" name="Straight Connector 14">
              <a:extLst>
                <a:ext uri="{FF2B5EF4-FFF2-40B4-BE49-F238E27FC236}">
                  <a16:creationId xmlns:a16="http://schemas.microsoft.com/office/drawing/2014/main" id="{69A26311-DC0A-6750-F30E-27D09C193E17}"/>
                </a:ext>
              </a:extLst>
            </p:cNvPr>
            <p:cNvCxnSpPr>
              <a:cxnSpLocks/>
            </p:cNvCxnSpPr>
            <p:nvPr/>
          </p:nvCxnSpPr>
          <p:spPr>
            <a:xfrm flipV="1">
              <a:off x="2242327" y="3664348"/>
              <a:ext cx="548640" cy="0"/>
            </a:xfrm>
            <a:prstGeom prst="line">
              <a:avLst/>
            </a:prstGeom>
            <a:noFill/>
            <a:ln w="25400" cap="flat" cmpd="sng" algn="ctr">
              <a:solidFill>
                <a:srgbClr val="646464"/>
              </a:solidFill>
              <a:prstDash val="solid"/>
            </a:ln>
            <a:effectLst/>
          </p:spPr>
        </p:cxnSp>
        <p:cxnSp>
          <p:nvCxnSpPr>
            <p:cNvPr id="16" name="Straight Connector 15">
              <a:extLst>
                <a:ext uri="{FF2B5EF4-FFF2-40B4-BE49-F238E27FC236}">
                  <a16:creationId xmlns:a16="http://schemas.microsoft.com/office/drawing/2014/main" id="{36A06393-C6D3-8510-DB8B-F390015B0687}"/>
                </a:ext>
              </a:extLst>
            </p:cNvPr>
            <p:cNvCxnSpPr>
              <a:cxnSpLocks/>
            </p:cNvCxnSpPr>
            <p:nvPr/>
          </p:nvCxnSpPr>
          <p:spPr>
            <a:xfrm flipV="1">
              <a:off x="2242327" y="4095081"/>
              <a:ext cx="548640" cy="0"/>
            </a:xfrm>
            <a:prstGeom prst="line">
              <a:avLst/>
            </a:prstGeom>
            <a:noFill/>
            <a:ln w="25400" cap="flat" cmpd="sng" algn="ctr">
              <a:solidFill>
                <a:srgbClr val="646464"/>
              </a:solidFill>
              <a:prstDash val="solid"/>
            </a:ln>
            <a:effectLst/>
          </p:spPr>
        </p:cxnSp>
        <p:sp>
          <p:nvSpPr>
            <p:cNvPr id="17" name="Rounded Rectangle 122">
              <a:extLst>
                <a:ext uri="{FF2B5EF4-FFF2-40B4-BE49-F238E27FC236}">
                  <a16:creationId xmlns:a16="http://schemas.microsoft.com/office/drawing/2014/main" id="{C01525AF-FF9C-7D87-9E15-16E41A5AA422}"/>
                </a:ext>
              </a:extLst>
            </p:cNvPr>
            <p:cNvSpPr/>
            <p:nvPr/>
          </p:nvSpPr>
          <p:spPr>
            <a:xfrm>
              <a:off x="1463758" y="1944572"/>
              <a:ext cx="860834" cy="438757"/>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99" b="0" i="0" u="none" strike="noStrike" kern="0" cap="none" spc="0" normalizeH="0" baseline="0" noProof="0">
                  <a:ln>
                    <a:noFill/>
                  </a:ln>
                  <a:solidFill>
                    <a:prstClr val="white"/>
                  </a:solidFill>
                  <a:effectLst/>
                  <a:uLnTx/>
                  <a:uFillTx/>
                </a:rPr>
                <a:t>Kyriba</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99" b="0" i="0" u="none" strike="noStrike" kern="0" cap="none" spc="0" normalizeH="0" baseline="0" noProof="0">
                  <a:ln>
                    <a:noFill/>
                  </a:ln>
                  <a:solidFill>
                    <a:prstClr val="white"/>
                  </a:solidFill>
                  <a:effectLst/>
                  <a:uLnTx/>
                  <a:uFillTx/>
                </a:rPr>
                <a:t>BAI Files</a:t>
              </a:r>
            </a:p>
          </p:txBody>
        </p:sp>
        <p:sp>
          <p:nvSpPr>
            <p:cNvPr id="18" name="Rounded Rectangle 123">
              <a:extLst>
                <a:ext uri="{FF2B5EF4-FFF2-40B4-BE49-F238E27FC236}">
                  <a16:creationId xmlns:a16="http://schemas.microsoft.com/office/drawing/2014/main" id="{1F390920-C950-B29A-41FE-FDDFF19B30A1}"/>
                </a:ext>
              </a:extLst>
            </p:cNvPr>
            <p:cNvSpPr/>
            <p:nvPr/>
          </p:nvSpPr>
          <p:spPr>
            <a:xfrm>
              <a:off x="1463758" y="2433681"/>
              <a:ext cx="860834" cy="474644"/>
            </a:xfrm>
            <a:prstGeom prst="roundRect">
              <a:avLst/>
            </a:prstGeom>
            <a:solidFill>
              <a:srgbClr val="00B0B9"/>
            </a:solidFill>
            <a:ln w="25400" cap="flat" cmpd="sng" algn="ctr">
              <a:solidFill>
                <a:srgbClr val="646464"/>
              </a:solidFill>
              <a:prstDash val="solid"/>
            </a:ln>
            <a:effectLst/>
          </p:spPr>
          <p:txBody>
            <a:bodyPr lIns="9139" r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99" b="0" i="0" u="none" strike="noStrike" kern="1200" cap="none" spc="0" normalizeH="0" baseline="0" noProof="0">
                  <a:ln>
                    <a:noFill/>
                  </a:ln>
                  <a:solidFill>
                    <a:prstClr val="white"/>
                  </a:solidFill>
                  <a:effectLst/>
                  <a:uLnTx/>
                  <a:uFillTx/>
                  <a:latin typeface="Arial"/>
                  <a:ea typeface="+mn-ea"/>
                  <a:cs typeface="+mn-cs"/>
                </a:rPr>
                <a:t>Check Registries</a:t>
              </a:r>
            </a:p>
          </p:txBody>
        </p:sp>
        <p:sp>
          <p:nvSpPr>
            <p:cNvPr id="19" name="Rounded Rectangle 124">
              <a:extLst>
                <a:ext uri="{FF2B5EF4-FFF2-40B4-BE49-F238E27FC236}">
                  <a16:creationId xmlns:a16="http://schemas.microsoft.com/office/drawing/2014/main" id="{63EDF960-9DE5-A926-2536-4BB9D47045AB}"/>
                </a:ext>
              </a:extLst>
            </p:cNvPr>
            <p:cNvSpPr/>
            <p:nvPr/>
          </p:nvSpPr>
          <p:spPr>
            <a:xfrm>
              <a:off x="1463758" y="3452317"/>
              <a:ext cx="860834" cy="377195"/>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99" b="0" i="0" u="none" strike="noStrike" kern="0" cap="none" spc="0" normalizeH="0" baseline="0" noProof="0">
                  <a:ln>
                    <a:noFill/>
                  </a:ln>
                  <a:solidFill>
                    <a:prstClr val="white"/>
                  </a:solidFill>
                  <a:effectLst/>
                  <a:uLnTx/>
                  <a:uFillTx/>
                </a:rPr>
                <a:t>SAP AP</a:t>
              </a:r>
            </a:p>
          </p:txBody>
        </p:sp>
        <p:sp>
          <p:nvSpPr>
            <p:cNvPr id="20" name="TextBox 200">
              <a:extLst>
                <a:ext uri="{FF2B5EF4-FFF2-40B4-BE49-F238E27FC236}">
                  <a16:creationId xmlns:a16="http://schemas.microsoft.com/office/drawing/2014/main" id="{F8D5C5E7-1BAA-3CFC-6DB3-0B44470A28BD}"/>
                </a:ext>
              </a:extLst>
            </p:cNvPr>
            <p:cNvSpPr txBox="1"/>
            <p:nvPr/>
          </p:nvSpPr>
          <p:spPr>
            <a:xfrm>
              <a:off x="1672826" y="1736074"/>
              <a:ext cx="1017203" cy="21191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DATA SOURCES</a:t>
              </a:r>
            </a:p>
          </p:txBody>
        </p:sp>
        <p:cxnSp>
          <p:nvCxnSpPr>
            <p:cNvPr id="21" name="Straight Connector 20">
              <a:extLst>
                <a:ext uri="{FF2B5EF4-FFF2-40B4-BE49-F238E27FC236}">
                  <a16:creationId xmlns:a16="http://schemas.microsoft.com/office/drawing/2014/main" id="{6229C13F-6062-59A1-ABBB-8002002B1633}"/>
                </a:ext>
              </a:extLst>
            </p:cNvPr>
            <p:cNvCxnSpPr/>
            <p:nvPr/>
          </p:nvCxnSpPr>
          <p:spPr>
            <a:xfrm>
              <a:off x="2803431" y="2163950"/>
              <a:ext cx="2165" cy="2642543"/>
            </a:xfrm>
            <a:prstGeom prst="line">
              <a:avLst/>
            </a:prstGeom>
            <a:noFill/>
            <a:ln w="25400" cap="flat" cmpd="sng" algn="ctr">
              <a:solidFill>
                <a:srgbClr val="646464"/>
              </a:solidFill>
              <a:prstDash val="solid"/>
            </a:ln>
            <a:effectLst/>
          </p:spPr>
        </p:cxnSp>
        <p:cxnSp>
          <p:nvCxnSpPr>
            <p:cNvPr id="22" name="Straight Connector 21">
              <a:extLst>
                <a:ext uri="{FF2B5EF4-FFF2-40B4-BE49-F238E27FC236}">
                  <a16:creationId xmlns:a16="http://schemas.microsoft.com/office/drawing/2014/main" id="{F3C7BB2C-24A1-1E24-0271-398CC64DFC05}"/>
                </a:ext>
              </a:extLst>
            </p:cNvPr>
            <p:cNvCxnSpPr/>
            <p:nvPr/>
          </p:nvCxnSpPr>
          <p:spPr>
            <a:xfrm>
              <a:off x="2989436" y="2897205"/>
              <a:ext cx="1616976" cy="11119"/>
            </a:xfrm>
            <a:prstGeom prst="line">
              <a:avLst/>
            </a:prstGeom>
            <a:noFill/>
            <a:ln w="25400" cap="flat" cmpd="sng" algn="ctr">
              <a:solidFill>
                <a:srgbClr val="646464"/>
              </a:solidFill>
              <a:prstDash val="solid"/>
            </a:ln>
            <a:effectLst/>
          </p:spPr>
        </p:cxnSp>
        <p:sp>
          <p:nvSpPr>
            <p:cNvPr id="23" name="Rectangle 22">
              <a:extLst>
                <a:ext uri="{FF2B5EF4-FFF2-40B4-BE49-F238E27FC236}">
                  <a16:creationId xmlns:a16="http://schemas.microsoft.com/office/drawing/2014/main" id="{D54546B3-C4AB-A4E2-A227-3B39AA5E353F}"/>
                </a:ext>
              </a:extLst>
            </p:cNvPr>
            <p:cNvSpPr/>
            <p:nvPr/>
          </p:nvSpPr>
          <p:spPr>
            <a:xfrm>
              <a:off x="3289594" y="2447745"/>
              <a:ext cx="1022363" cy="936135"/>
            </a:xfrm>
            <a:prstGeom prst="rect">
              <a:avLst/>
            </a:prstGeom>
            <a:solidFill>
              <a:srgbClr val="0000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a:ea typeface="+mn-ea"/>
                <a:cs typeface="+mn-cs"/>
              </a:endParaRP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TRANSACTION MATCHING</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Product</a:t>
              </a:r>
            </a:p>
          </p:txBody>
        </p:sp>
        <p:sp>
          <p:nvSpPr>
            <p:cNvPr id="24" name="Rounded Rectangle 134">
              <a:extLst>
                <a:ext uri="{FF2B5EF4-FFF2-40B4-BE49-F238E27FC236}">
                  <a16:creationId xmlns:a16="http://schemas.microsoft.com/office/drawing/2014/main" id="{A0B7CDF6-E168-9693-BEB4-9FDD35F67129}"/>
                </a:ext>
              </a:extLst>
            </p:cNvPr>
            <p:cNvSpPr/>
            <p:nvPr/>
          </p:nvSpPr>
          <p:spPr>
            <a:xfrm>
              <a:off x="4764082" y="2013625"/>
              <a:ext cx="1041904" cy="533400"/>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Matched</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Items</a:t>
              </a:r>
            </a:p>
          </p:txBody>
        </p:sp>
        <p:sp>
          <p:nvSpPr>
            <p:cNvPr id="25" name="Rounded Rectangle 135">
              <a:extLst>
                <a:ext uri="{FF2B5EF4-FFF2-40B4-BE49-F238E27FC236}">
                  <a16:creationId xmlns:a16="http://schemas.microsoft.com/office/drawing/2014/main" id="{D5E378A9-4746-C56A-E0CD-37F672920C93}"/>
                </a:ext>
              </a:extLst>
            </p:cNvPr>
            <p:cNvSpPr/>
            <p:nvPr/>
          </p:nvSpPr>
          <p:spPr>
            <a:xfrm>
              <a:off x="4764082" y="2743228"/>
              <a:ext cx="1041904" cy="533400"/>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Unmatched</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Items</a:t>
              </a:r>
            </a:p>
          </p:txBody>
        </p:sp>
        <p:cxnSp>
          <p:nvCxnSpPr>
            <p:cNvPr id="26" name="Straight Connector 25">
              <a:extLst>
                <a:ext uri="{FF2B5EF4-FFF2-40B4-BE49-F238E27FC236}">
                  <a16:creationId xmlns:a16="http://schemas.microsoft.com/office/drawing/2014/main" id="{0F44CD45-F0DD-9A3D-EDDB-14D0C09B0AAB}"/>
                </a:ext>
              </a:extLst>
            </p:cNvPr>
            <p:cNvCxnSpPr>
              <a:endCxn id="24" idx="1"/>
            </p:cNvCxnSpPr>
            <p:nvPr/>
          </p:nvCxnSpPr>
          <p:spPr>
            <a:xfrm>
              <a:off x="4498593" y="2280325"/>
              <a:ext cx="265489" cy="0"/>
            </a:xfrm>
            <a:prstGeom prst="line">
              <a:avLst/>
            </a:prstGeom>
            <a:noFill/>
            <a:ln w="25400" cap="flat" cmpd="sng" algn="ctr">
              <a:solidFill>
                <a:srgbClr val="646464"/>
              </a:solidFill>
              <a:prstDash val="solid"/>
            </a:ln>
            <a:effectLst/>
          </p:spPr>
        </p:cxnSp>
        <p:cxnSp>
          <p:nvCxnSpPr>
            <p:cNvPr id="27" name="Straight Connector 26">
              <a:extLst>
                <a:ext uri="{FF2B5EF4-FFF2-40B4-BE49-F238E27FC236}">
                  <a16:creationId xmlns:a16="http://schemas.microsoft.com/office/drawing/2014/main" id="{311AD43F-738F-F355-2E98-0F8FBA6F600C}"/>
                </a:ext>
              </a:extLst>
            </p:cNvPr>
            <p:cNvCxnSpPr>
              <a:stCxn id="25" idx="2"/>
              <a:endCxn id="30" idx="0"/>
            </p:cNvCxnSpPr>
            <p:nvPr/>
          </p:nvCxnSpPr>
          <p:spPr>
            <a:xfrm>
              <a:off x="5285034" y="3276628"/>
              <a:ext cx="17" cy="164955"/>
            </a:xfrm>
            <a:prstGeom prst="line">
              <a:avLst/>
            </a:prstGeom>
            <a:noFill/>
            <a:ln w="25400" cap="flat" cmpd="sng" algn="ctr">
              <a:solidFill>
                <a:srgbClr val="646464"/>
              </a:solidFill>
              <a:prstDash val="solid"/>
            </a:ln>
            <a:effectLst/>
          </p:spPr>
        </p:cxnSp>
        <p:cxnSp>
          <p:nvCxnSpPr>
            <p:cNvPr id="28" name="Straight Connector 27">
              <a:extLst>
                <a:ext uri="{FF2B5EF4-FFF2-40B4-BE49-F238E27FC236}">
                  <a16:creationId xmlns:a16="http://schemas.microsoft.com/office/drawing/2014/main" id="{DA00E432-7701-C46C-5AFB-7B68383D913C}"/>
                </a:ext>
              </a:extLst>
            </p:cNvPr>
            <p:cNvCxnSpPr>
              <a:endCxn id="25" idx="1"/>
            </p:cNvCxnSpPr>
            <p:nvPr/>
          </p:nvCxnSpPr>
          <p:spPr>
            <a:xfrm>
              <a:off x="4498593" y="3009928"/>
              <a:ext cx="265489" cy="0"/>
            </a:xfrm>
            <a:prstGeom prst="line">
              <a:avLst/>
            </a:prstGeom>
            <a:noFill/>
            <a:ln w="25400" cap="flat" cmpd="sng" algn="ctr">
              <a:solidFill>
                <a:srgbClr val="646464"/>
              </a:solidFill>
              <a:prstDash val="solid"/>
            </a:ln>
            <a:effectLst/>
          </p:spPr>
        </p:cxnSp>
        <p:sp>
          <p:nvSpPr>
            <p:cNvPr id="29" name="Rectangle 28">
              <a:extLst>
                <a:ext uri="{FF2B5EF4-FFF2-40B4-BE49-F238E27FC236}">
                  <a16:creationId xmlns:a16="http://schemas.microsoft.com/office/drawing/2014/main" id="{1CB62A4F-99FF-5D3A-3A00-77DF14B60CDE}"/>
                </a:ext>
              </a:extLst>
            </p:cNvPr>
            <p:cNvSpPr/>
            <p:nvPr/>
          </p:nvSpPr>
          <p:spPr>
            <a:xfrm rot="16200000">
              <a:off x="3838434" y="2597618"/>
              <a:ext cx="1374721" cy="206865"/>
            </a:xfrm>
            <a:prstGeom prst="rect">
              <a:avLst/>
            </a:prstGeom>
            <a:solidFill>
              <a:srgbClr val="97D7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Matching Rules</a:t>
              </a:r>
            </a:p>
          </p:txBody>
        </p:sp>
        <p:sp>
          <p:nvSpPr>
            <p:cNvPr id="30" name="Rectangle 29">
              <a:extLst>
                <a:ext uri="{FF2B5EF4-FFF2-40B4-BE49-F238E27FC236}">
                  <a16:creationId xmlns:a16="http://schemas.microsoft.com/office/drawing/2014/main" id="{376A95A8-96A8-3FC5-A1E7-8CA0E1DE0113}"/>
                </a:ext>
              </a:extLst>
            </p:cNvPr>
            <p:cNvSpPr/>
            <p:nvPr/>
          </p:nvSpPr>
          <p:spPr>
            <a:xfrm>
              <a:off x="4398908" y="3441583"/>
              <a:ext cx="1772285" cy="316551"/>
            </a:xfrm>
            <a:prstGeom prst="rect">
              <a:avLst/>
            </a:prstGeom>
            <a:solidFill>
              <a:srgbClr val="0000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a:ea typeface="+mn-ea"/>
                  <a:cs typeface="+mn-cs"/>
                </a:rPr>
                <a:t>EXCEPTION  HANDLING</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Functionality</a:t>
              </a:r>
            </a:p>
          </p:txBody>
        </p:sp>
        <p:sp>
          <p:nvSpPr>
            <p:cNvPr id="31" name="Rectangle 30">
              <a:extLst>
                <a:ext uri="{FF2B5EF4-FFF2-40B4-BE49-F238E27FC236}">
                  <a16:creationId xmlns:a16="http://schemas.microsoft.com/office/drawing/2014/main" id="{09F2392B-27B3-D626-EEEE-6C7CAC14757D}"/>
                </a:ext>
              </a:extLst>
            </p:cNvPr>
            <p:cNvSpPr/>
            <p:nvPr/>
          </p:nvSpPr>
          <p:spPr>
            <a:xfrm>
              <a:off x="4395134" y="3757397"/>
              <a:ext cx="1779833" cy="436219"/>
            </a:xfrm>
            <a:prstGeom prst="rect">
              <a:avLst/>
            </a:prstGeom>
            <a:solidFill>
              <a:srgbClr val="97D700"/>
            </a:solidFill>
            <a:ln w="12700" cap="flat" cmpd="sng" algn="ctr">
              <a:solidFill>
                <a:srgbClr val="646464"/>
              </a:solid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prstClr val="white"/>
                  </a:solidFill>
                  <a:effectLst/>
                  <a:uLnTx/>
                  <a:uFillTx/>
                  <a:latin typeface="Arial"/>
                  <a:ea typeface="+mn-ea"/>
                  <a:cs typeface="+mn-cs"/>
                </a:rPr>
                <a:t>Ability to handle exceptions and assign out open items across different work groups</a:t>
              </a:r>
            </a:p>
          </p:txBody>
        </p:sp>
        <p:cxnSp>
          <p:nvCxnSpPr>
            <p:cNvPr id="32" name="Straight Arrow Connector 31">
              <a:extLst>
                <a:ext uri="{FF2B5EF4-FFF2-40B4-BE49-F238E27FC236}">
                  <a16:creationId xmlns:a16="http://schemas.microsoft.com/office/drawing/2014/main" id="{609BB84A-A3C9-4B99-BC8A-2C898E1A4756}"/>
                </a:ext>
              </a:extLst>
            </p:cNvPr>
            <p:cNvCxnSpPr>
              <a:stCxn id="31" idx="2"/>
            </p:cNvCxnSpPr>
            <p:nvPr/>
          </p:nvCxnSpPr>
          <p:spPr>
            <a:xfrm flipH="1">
              <a:off x="4606412" y="4193616"/>
              <a:ext cx="678639" cy="161239"/>
            </a:xfrm>
            <a:prstGeom prst="straightConnector1">
              <a:avLst/>
            </a:prstGeom>
            <a:noFill/>
            <a:ln w="25400" cap="flat" cmpd="sng" algn="ctr">
              <a:solidFill>
                <a:srgbClr val="646464"/>
              </a:solidFill>
              <a:prstDash val="solid"/>
              <a:tailEnd type="arrow"/>
            </a:ln>
            <a:effectLst/>
          </p:spPr>
        </p:cxnSp>
        <p:sp>
          <p:nvSpPr>
            <p:cNvPr id="33" name="Rounded Rectangle 143">
              <a:extLst>
                <a:ext uri="{FF2B5EF4-FFF2-40B4-BE49-F238E27FC236}">
                  <a16:creationId xmlns:a16="http://schemas.microsoft.com/office/drawing/2014/main" id="{0514D0A5-DA04-5E0F-5788-C19D604A9DE9}"/>
                </a:ext>
              </a:extLst>
            </p:cNvPr>
            <p:cNvSpPr/>
            <p:nvPr/>
          </p:nvSpPr>
          <p:spPr>
            <a:xfrm>
              <a:off x="3927793" y="4394993"/>
              <a:ext cx="868680" cy="381000"/>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Cash Team / Accounting Ops</a:t>
              </a:r>
            </a:p>
          </p:txBody>
        </p:sp>
        <p:sp>
          <p:nvSpPr>
            <p:cNvPr id="34" name="Rounded Rectangle 144">
              <a:extLst>
                <a:ext uri="{FF2B5EF4-FFF2-40B4-BE49-F238E27FC236}">
                  <a16:creationId xmlns:a16="http://schemas.microsoft.com/office/drawing/2014/main" id="{8CEC1E76-D238-28C2-5BE5-F8976EAF68CC}"/>
                </a:ext>
              </a:extLst>
            </p:cNvPr>
            <p:cNvSpPr/>
            <p:nvPr/>
          </p:nvSpPr>
          <p:spPr>
            <a:xfrm>
              <a:off x="4849087" y="4394993"/>
              <a:ext cx="868680" cy="381000"/>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Clearing</a:t>
              </a:r>
            </a:p>
          </p:txBody>
        </p:sp>
        <p:sp>
          <p:nvSpPr>
            <p:cNvPr id="35" name="Rectangle 34">
              <a:extLst>
                <a:ext uri="{FF2B5EF4-FFF2-40B4-BE49-F238E27FC236}">
                  <a16:creationId xmlns:a16="http://schemas.microsoft.com/office/drawing/2014/main" id="{4E57394B-E10E-8061-800F-4F89B8A3DC9D}"/>
                </a:ext>
              </a:extLst>
            </p:cNvPr>
            <p:cNvSpPr/>
            <p:nvPr/>
          </p:nvSpPr>
          <p:spPr>
            <a:xfrm>
              <a:off x="7960453" y="2109698"/>
              <a:ext cx="868680" cy="301752"/>
            </a:xfrm>
            <a:prstGeom prst="rect">
              <a:avLst/>
            </a:prstGeom>
            <a:noFill/>
            <a:ln w="12700" cap="flat" cmpd="sng" algn="ctr">
              <a:no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white"/>
                  </a:solidFill>
                  <a:effectLst/>
                  <a:uLnTx/>
                  <a:uFillTx/>
                  <a:latin typeface="Arial"/>
                  <a:ea typeface="+mn-ea"/>
                  <a:cs typeface="+mn-cs"/>
                </a:rPr>
                <a:t>Bank Charges</a:t>
              </a:r>
            </a:p>
          </p:txBody>
        </p:sp>
        <p:sp>
          <p:nvSpPr>
            <p:cNvPr id="36" name="Rounded Rectangle 147">
              <a:extLst>
                <a:ext uri="{FF2B5EF4-FFF2-40B4-BE49-F238E27FC236}">
                  <a16:creationId xmlns:a16="http://schemas.microsoft.com/office/drawing/2014/main" id="{542CD91E-ED1C-AAE7-2CD8-F9905F197635}"/>
                </a:ext>
              </a:extLst>
            </p:cNvPr>
            <p:cNvSpPr/>
            <p:nvPr/>
          </p:nvSpPr>
          <p:spPr>
            <a:xfrm>
              <a:off x="5754326" y="4394993"/>
              <a:ext cx="868680" cy="381000"/>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Inter-company</a:t>
              </a:r>
            </a:p>
          </p:txBody>
        </p:sp>
        <p:cxnSp>
          <p:nvCxnSpPr>
            <p:cNvPr id="37" name="Straight Arrow Connector 36">
              <a:extLst>
                <a:ext uri="{FF2B5EF4-FFF2-40B4-BE49-F238E27FC236}">
                  <a16:creationId xmlns:a16="http://schemas.microsoft.com/office/drawing/2014/main" id="{94CB7B1B-D4C6-7828-9C60-24E6780763CC}"/>
                </a:ext>
              </a:extLst>
            </p:cNvPr>
            <p:cNvCxnSpPr>
              <a:stCxn id="31" idx="2"/>
              <a:endCxn id="34" idx="0"/>
            </p:cNvCxnSpPr>
            <p:nvPr/>
          </p:nvCxnSpPr>
          <p:spPr>
            <a:xfrm flipH="1">
              <a:off x="5283427" y="4193616"/>
              <a:ext cx="1624" cy="201377"/>
            </a:xfrm>
            <a:prstGeom prst="straightConnector1">
              <a:avLst/>
            </a:prstGeom>
            <a:noFill/>
            <a:ln w="25400" cap="flat" cmpd="sng" algn="ctr">
              <a:solidFill>
                <a:srgbClr val="646464"/>
              </a:solidFill>
              <a:prstDash val="solid"/>
              <a:tailEnd type="arrow"/>
            </a:ln>
            <a:effectLst/>
          </p:spPr>
        </p:cxnSp>
        <p:cxnSp>
          <p:nvCxnSpPr>
            <p:cNvPr id="38" name="Straight Arrow Connector 37">
              <a:extLst>
                <a:ext uri="{FF2B5EF4-FFF2-40B4-BE49-F238E27FC236}">
                  <a16:creationId xmlns:a16="http://schemas.microsoft.com/office/drawing/2014/main" id="{D8B26ED0-22C8-DDFB-3A84-C16AFDCB724B}"/>
                </a:ext>
              </a:extLst>
            </p:cNvPr>
            <p:cNvCxnSpPr>
              <a:stCxn id="31" idx="2"/>
            </p:cNvCxnSpPr>
            <p:nvPr/>
          </p:nvCxnSpPr>
          <p:spPr>
            <a:xfrm>
              <a:off x="5285051" y="4193616"/>
              <a:ext cx="577666" cy="192063"/>
            </a:xfrm>
            <a:prstGeom prst="straightConnector1">
              <a:avLst/>
            </a:prstGeom>
            <a:noFill/>
            <a:ln w="25400" cap="flat" cmpd="sng" algn="ctr">
              <a:solidFill>
                <a:srgbClr val="646464"/>
              </a:solidFill>
              <a:prstDash val="solid"/>
              <a:tailEnd type="arrow"/>
            </a:ln>
            <a:effectLst/>
          </p:spPr>
        </p:cxnSp>
        <p:sp>
          <p:nvSpPr>
            <p:cNvPr id="39" name="Rectangle 38">
              <a:extLst>
                <a:ext uri="{FF2B5EF4-FFF2-40B4-BE49-F238E27FC236}">
                  <a16:creationId xmlns:a16="http://schemas.microsoft.com/office/drawing/2014/main" id="{02634188-084B-AFB7-2095-4D8DCE592B33}"/>
                </a:ext>
              </a:extLst>
            </p:cNvPr>
            <p:cNvSpPr/>
            <p:nvPr/>
          </p:nvSpPr>
          <p:spPr>
            <a:xfrm>
              <a:off x="8851882" y="1771696"/>
              <a:ext cx="1298622" cy="589081"/>
            </a:xfrm>
            <a:prstGeom prst="rect">
              <a:avLst/>
            </a:prstGeom>
            <a:solidFill>
              <a:srgbClr val="0000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a:ea typeface="+mn-ea"/>
                <a:cs typeface="+mn-cs"/>
              </a:endParaRP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JOURNAL ENTRY</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Product</a:t>
              </a:r>
            </a:p>
          </p:txBody>
        </p:sp>
        <p:cxnSp>
          <p:nvCxnSpPr>
            <p:cNvPr id="40" name="Straight Arrow Connector 39">
              <a:extLst>
                <a:ext uri="{FF2B5EF4-FFF2-40B4-BE49-F238E27FC236}">
                  <a16:creationId xmlns:a16="http://schemas.microsoft.com/office/drawing/2014/main" id="{5476D0D5-0275-BC19-D7E7-956FA97ACEF3}"/>
                </a:ext>
              </a:extLst>
            </p:cNvPr>
            <p:cNvCxnSpPr/>
            <p:nvPr/>
          </p:nvCxnSpPr>
          <p:spPr>
            <a:xfrm flipV="1">
              <a:off x="7973595" y="2693450"/>
              <a:ext cx="881498" cy="4028"/>
            </a:xfrm>
            <a:prstGeom prst="straightConnector1">
              <a:avLst/>
            </a:prstGeom>
            <a:noFill/>
            <a:ln w="25400" cap="flat" cmpd="sng" algn="ctr">
              <a:solidFill>
                <a:srgbClr val="646464"/>
              </a:solidFill>
              <a:prstDash val="solid"/>
              <a:tailEnd type="arrow"/>
            </a:ln>
            <a:effectLst/>
          </p:spPr>
        </p:cxnSp>
        <p:sp>
          <p:nvSpPr>
            <p:cNvPr id="41" name="Rounded Rectangle 153">
              <a:extLst>
                <a:ext uri="{FF2B5EF4-FFF2-40B4-BE49-F238E27FC236}">
                  <a16:creationId xmlns:a16="http://schemas.microsoft.com/office/drawing/2014/main" id="{347F4A07-F730-DEEE-387A-BE1BD70C61DA}"/>
                </a:ext>
              </a:extLst>
            </p:cNvPr>
            <p:cNvSpPr/>
            <p:nvPr/>
          </p:nvSpPr>
          <p:spPr>
            <a:xfrm>
              <a:off x="6951501" y="4573907"/>
              <a:ext cx="1292703" cy="397292"/>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Monthly BSC Reconciliations</a:t>
              </a:r>
            </a:p>
          </p:txBody>
        </p:sp>
        <p:sp>
          <p:nvSpPr>
            <p:cNvPr id="42" name="Rectangle 41">
              <a:extLst>
                <a:ext uri="{FF2B5EF4-FFF2-40B4-BE49-F238E27FC236}">
                  <a16:creationId xmlns:a16="http://schemas.microsoft.com/office/drawing/2014/main" id="{3EA09DF6-9B26-0B52-9B4B-F807C5DF11D3}"/>
                </a:ext>
              </a:extLst>
            </p:cNvPr>
            <p:cNvSpPr/>
            <p:nvPr/>
          </p:nvSpPr>
          <p:spPr>
            <a:xfrm>
              <a:off x="6887126" y="3442983"/>
              <a:ext cx="1421424" cy="942696"/>
            </a:xfrm>
            <a:prstGeom prst="rect">
              <a:avLst/>
            </a:prstGeom>
            <a:solidFill>
              <a:srgbClr val="0000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white"/>
                </a:solidFill>
                <a:effectLst/>
                <a:uLnTx/>
                <a:uFillTx/>
                <a:latin typeface="Arial"/>
                <a:ea typeface="+mn-ea"/>
                <a:cs typeface="+mn-cs"/>
              </a:endParaRP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ACCOUNT RECONCILIATIONS</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Product</a:t>
              </a:r>
            </a:p>
          </p:txBody>
        </p:sp>
        <p:pic>
          <p:nvPicPr>
            <p:cNvPr id="43" name="Picture 42" descr="logo.png">
              <a:extLst>
                <a:ext uri="{FF2B5EF4-FFF2-40B4-BE49-F238E27FC236}">
                  <a16:creationId xmlns:a16="http://schemas.microsoft.com/office/drawing/2014/main" id="{FD0F06D1-FC5A-10E8-7187-A7FED6018F9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89636" y="3484148"/>
              <a:ext cx="893301" cy="187305"/>
            </a:xfrm>
            <a:prstGeom prst="rect">
              <a:avLst/>
            </a:prstGeom>
          </p:spPr>
        </p:pic>
        <p:sp>
          <p:nvSpPr>
            <p:cNvPr id="44" name="Rounded Rectangle 156">
              <a:extLst>
                <a:ext uri="{FF2B5EF4-FFF2-40B4-BE49-F238E27FC236}">
                  <a16:creationId xmlns:a16="http://schemas.microsoft.com/office/drawing/2014/main" id="{12051B7E-C132-CA13-31A7-9466610C8C06}"/>
                </a:ext>
              </a:extLst>
            </p:cNvPr>
            <p:cNvSpPr/>
            <p:nvPr/>
          </p:nvSpPr>
          <p:spPr>
            <a:xfrm>
              <a:off x="8857801" y="2427232"/>
              <a:ext cx="1292703" cy="448278"/>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Create Automated</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Journal Entry</a:t>
              </a:r>
            </a:p>
          </p:txBody>
        </p:sp>
        <p:sp>
          <p:nvSpPr>
            <p:cNvPr id="45" name="Rounded Rectangle 157">
              <a:extLst>
                <a:ext uri="{FF2B5EF4-FFF2-40B4-BE49-F238E27FC236}">
                  <a16:creationId xmlns:a16="http://schemas.microsoft.com/office/drawing/2014/main" id="{C62100E5-D26B-730A-067C-D4C9CB65B3F4}"/>
                </a:ext>
              </a:extLst>
            </p:cNvPr>
            <p:cNvSpPr/>
            <p:nvPr/>
          </p:nvSpPr>
          <p:spPr>
            <a:xfrm>
              <a:off x="8857801" y="3493859"/>
              <a:ext cx="1292703" cy="723900"/>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Journal Approval Process</a:t>
              </a:r>
            </a:p>
          </p:txBody>
        </p:sp>
        <p:sp>
          <p:nvSpPr>
            <p:cNvPr id="46" name="Rounded Rectangle 158">
              <a:extLst>
                <a:ext uri="{FF2B5EF4-FFF2-40B4-BE49-F238E27FC236}">
                  <a16:creationId xmlns:a16="http://schemas.microsoft.com/office/drawing/2014/main" id="{1FB22340-CE39-E20D-432B-680D1CB090D3}"/>
                </a:ext>
              </a:extLst>
            </p:cNvPr>
            <p:cNvSpPr/>
            <p:nvPr/>
          </p:nvSpPr>
          <p:spPr>
            <a:xfrm>
              <a:off x="8857801" y="4491969"/>
              <a:ext cx="1292703" cy="489643"/>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SAP</a:t>
              </a:r>
            </a:p>
          </p:txBody>
        </p:sp>
        <p:cxnSp>
          <p:nvCxnSpPr>
            <p:cNvPr id="47" name="Straight Arrow Connector 46">
              <a:extLst>
                <a:ext uri="{FF2B5EF4-FFF2-40B4-BE49-F238E27FC236}">
                  <a16:creationId xmlns:a16="http://schemas.microsoft.com/office/drawing/2014/main" id="{1F8530EB-B9DC-CD64-DB19-7548674FF4D1}"/>
                </a:ext>
              </a:extLst>
            </p:cNvPr>
            <p:cNvCxnSpPr>
              <a:stCxn id="45" idx="2"/>
              <a:endCxn id="46" idx="0"/>
            </p:cNvCxnSpPr>
            <p:nvPr/>
          </p:nvCxnSpPr>
          <p:spPr>
            <a:xfrm flipH="1">
              <a:off x="9504139" y="4217759"/>
              <a:ext cx="2" cy="274192"/>
            </a:xfrm>
            <a:prstGeom prst="straightConnector1">
              <a:avLst/>
            </a:prstGeom>
            <a:noFill/>
            <a:ln w="25400" cap="flat" cmpd="sng" algn="ctr">
              <a:solidFill>
                <a:srgbClr val="646464"/>
              </a:solidFill>
              <a:prstDash val="solid"/>
              <a:tailEnd type="arrow"/>
            </a:ln>
            <a:effectLst/>
          </p:spPr>
        </p:cxnSp>
        <p:sp>
          <p:nvSpPr>
            <p:cNvPr id="48" name="Rounded Rectangle 160">
              <a:extLst>
                <a:ext uri="{FF2B5EF4-FFF2-40B4-BE49-F238E27FC236}">
                  <a16:creationId xmlns:a16="http://schemas.microsoft.com/office/drawing/2014/main" id="{950BA1C8-BEFC-45D2-A4BA-1D361366062E}"/>
                </a:ext>
              </a:extLst>
            </p:cNvPr>
            <p:cNvSpPr/>
            <p:nvPr/>
          </p:nvSpPr>
          <p:spPr>
            <a:xfrm>
              <a:off x="6404960" y="2763861"/>
              <a:ext cx="1018652" cy="489643"/>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Manual </a:t>
              </a:r>
            </a:p>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Journals</a:t>
              </a:r>
            </a:p>
          </p:txBody>
        </p:sp>
        <p:sp>
          <p:nvSpPr>
            <p:cNvPr id="49" name="Rounded Rectangle 161">
              <a:extLst>
                <a:ext uri="{FF2B5EF4-FFF2-40B4-BE49-F238E27FC236}">
                  <a16:creationId xmlns:a16="http://schemas.microsoft.com/office/drawing/2014/main" id="{39FF7D21-B994-C82D-19DA-712F3690CAC2}"/>
                </a:ext>
              </a:extLst>
            </p:cNvPr>
            <p:cNvSpPr/>
            <p:nvPr/>
          </p:nvSpPr>
          <p:spPr>
            <a:xfrm>
              <a:off x="6397642" y="2180821"/>
              <a:ext cx="1029830" cy="489643"/>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Summarize &amp; send journal lines to JE</a:t>
              </a:r>
            </a:p>
          </p:txBody>
        </p:sp>
        <p:sp>
          <p:nvSpPr>
            <p:cNvPr id="50" name="Rectangle 49">
              <a:extLst>
                <a:ext uri="{FF2B5EF4-FFF2-40B4-BE49-F238E27FC236}">
                  <a16:creationId xmlns:a16="http://schemas.microsoft.com/office/drawing/2014/main" id="{C259B80F-B909-051F-40ED-19DD406B8926}"/>
                </a:ext>
              </a:extLst>
            </p:cNvPr>
            <p:cNvSpPr/>
            <p:nvPr/>
          </p:nvSpPr>
          <p:spPr>
            <a:xfrm rot="16200000">
              <a:off x="7077130" y="2269178"/>
              <a:ext cx="1423746" cy="342899"/>
            </a:xfrm>
            <a:prstGeom prst="rect">
              <a:avLst/>
            </a:prstGeom>
            <a:solidFill>
              <a:srgbClr val="97D700"/>
            </a:solidFill>
            <a:ln w="25400" cap="flat" cmpd="sng" algn="ctr">
              <a:solidFill>
                <a:srgbClr val="646464"/>
              </a:solid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Arial"/>
                  <a:ea typeface="+mn-ea"/>
                  <a:cs typeface="+mn-cs"/>
                </a:rPr>
                <a:t>AUTOMATED JOURNALS</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Functionality</a:t>
              </a:r>
            </a:p>
          </p:txBody>
        </p:sp>
        <p:sp>
          <p:nvSpPr>
            <p:cNvPr id="51" name="Rectangle 50">
              <a:extLst>
                <a:ext uri="{FF2B5EF4-FFF2-40B4-BE49-F238E27FC236}">
                  <a16:creationId xmlns:a16="http://schemas.microsoft.com/office/drawing/2014/main" id="{1C10ABA1-3F83-BE09-EEB6-AD3A8C47D055}"/>
                </a:ext>
              </a:extLst>
            </p:cNvPr>
            <p:cNvSpPr/>
            <p:nvPr/>
          </p:nvSpPr>
          <p:spPr>
            <a:xfrm>
              <a:off x="7986413" y="2330370"/>
              <a:ext cx="868680" cy="301752"/>
            </a:xfrm>
            <a:prstGeom prst="rect">
              <a:avLst/>
            </a:prstGeom>
            <a:noFill/>
            <a:ln w="12700" cap="flat" cmpd="sng" algn="ctr">
              <a:no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white"/>
                  </a:solidFill>
                  <a:effectLst/>
                  <a:uLnTx/>
                  <a:uFillTx/>
                  <a:latin typeface="Arial"/>
                  <a:ea typeface="+mn-ea"/>
                  <a:cs typeface="+mn-cs"/>
                </a:rPr>
                <a:t>Differences within Threshold</a:t>
              </a:r>
            </a:p>
          </p:txBody>
        </p:sp>
        <p:sp>
          <p:nvSpPr>
            <p:cNvPr id="52" name="Rectangle 51">
              <a:extLst>
                <a:ext uri="{FF2B5EF4-FFF2-40B4-BE49-F238E27FC236}">
                  <a16:creationId xmlns:a16="http://schemas.microsoft.com/office/drawing/2014/main" id="{2E9E2AE3-D4C6-3A15-3DFA-D12AE4A46922}"/>
                </a:ext>
              </a:extLst>
            </p:cNvPr>
            <p:cNvSpPr/>
            <p:nvPr/>
          </p:nvSpPr>
          <p:spPr>
            <a:xfrm>
              <a:off x="7982937" y="2748145"/>
              <a:ext cx="802920" cy="301752"/>
            </a:xfrm>
            <a:prstGeom prst="rect">
              <a:avLst/>
            </a:prstGeom>
            <a:noFill/>
            <a:ln w="12700" cap="flat" cmpd="sng" algn="ctr">
              <a:no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white"/>
                  </a:solidFill>
                  <a:effectLst/>
                  <a:uLnTx/>
                  <a:uFillTx/>
                  <a:latin typeface="Arial"/>
                  <a:ea typeface="+mn-ea"/>
                  <a:cs typeface="+mn-cs"/>
                </a:rPr>
                <a:t>Cash escalation process req. write-off</a:t>
              </a:r>
            </a:p>
          </p:txBody>
        </p:sp>
        <p:cxnSp>
          <p:nvCxnSpPr>
            <p:cNvPr id="53" name="Straight Arrow Connector 52">
              <a:extLst>
                <a:ext uri="{FF2B5EF4-FFF2-40B4-BE49-F238E27FC236}">
                  <a16:creationId xmlns:a16="http://schemas.microsoft.com/office/drawing/2014/main" id="{4B0F9775-C1A6-3E20-49AE-08B93F811271}"/>
                </a:ext>
              </a:extLst>
            </p:cNvPr>
            <p:cNvCxnSpPr>
              <a:stCxn id="44" idx="2"/>
              <a:endCxn id="45" idx="0"/>
            </p:cNvCxnSpPr>
            <p:nvPr/>
          </p:nvCxnSpPr>
          <p:spPr>
            <a:xfrm>
              <a:off x="9504153" y="2875510"/>
              <a:ext cx="0" cy="618349"/>
            </a:xfrm>
            <a:prstGeom prst="straightConnector1">
              <a:avLst/>
            </a:prstGeom>
            <a:noFill/>
            <a:ln w="25400" cap="flat" cmpd="sng" algn="ctr">
              <a:solidFill>
                <a:srgbClr val="646464"/>
              </a:solidFill>
              <a:prstDash val="solid"/>
              <a:tailEnd type="none"/>
            </a:ln>
            <a:effectLst/>
          </p:spPr>
        </p:cxnSp>
        <p:cxnSp>
          <p:nvCxnSpPr>
            <p:cNvPr id="54" name="Straight Arrow Connector 53">
              <a:extLst>
                <a:ext uri="{FF2B5EF4-FFF2-40B4-BE49-F238E27FC236}">
                  <a16:creationId xmlns:a16="http://schemas.microsoft.com/office/drawing/2014/main" id="{80F64E5B-FBD6-1063-5573-2B72F0A551B9}"/>
                </a:ext>
              </a:extLst>
            </p:cNvPr>
            <p:cNvCxnSpPr>
              <a:stCxn id="42" idx="2"/>
              <a:endCxn id="41" idx="0"/>
            </p:cNvCxnSpPr>
            <p:nvPr/>
          </p:nvCxnSpPr>
          <p:spPr>
            <a:xfrm>
              <a:off x="7597838" y="4385679"/>
              <a:ext cx="15" cy="188228"/>
            </a:xfrm>
            <a:prstGeom prst="straightConnector1">
              <a:avLst/>
            </a:prstGeom>
            <a:noFill/>
            <a:ln w="25400" cap="flat" cmpd="sng" algn="ctr">
              <a:solidFill>
                <a:srgbClr val="646464"/>
              </a:solidFill>
              <a:prstDash val="solid"/>
              <a:tailEnd type="arrow"/>
            </a:ln>
            <a:effectLst/>
          </p:spPr>
        </p:cxnSp>
        <p:sp>
          <p:nvSpPr>
            <p:cNvPr id="55" name="Rectangle 54">
              <a:extLst>
                <a:ext uri="{FF2B5EF4-FFF2-40B4-BE49-F238E27FC236}">
                  <a16:creationId xmlns:a16="http://schemas.microsoft.com/office/drawing/2014/main" id="{2D6DDEE9-A17A-9300-554E-A1F6BD8541B7}"/>
                </a:ext>
              </a:extLst>
            </p:cNvPr>
            <p:cNvSpPr/>
            <p:nvPr/>
          </p:nvSpPr>
          <p:spPr>
            <a:xfrm>
              <a:off x="8898099" y="3028257"/>
              <a:ext cx="1190530" cy="352176"/>
            </a:xfrm>
            <a:prstGeom prst="rect">
              <a:avLst/>
            </a:prstGeom>
            <a:solidFill>
              <a:srgbClr val="97D7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a:ea typeface="+mn-ea"/>
                  <a:cs typeface="+mn-cs"/>
                </a:rPr>
                <a:t>Allocations &amp; </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a:ea typeface="+mn-ea"/>
                  <a:cs typeface="+mn-cs"/>
                </a:rPr>
                <a:t>Look-up Tables</a:t>
              </a:r>
            </a:p>
          </p:txBody>
        </p:sp>
        <p:sp>
          <p:nvSpPr>
            <p:cNvPr id="56" name="Rounded Rectangle 168">
              <a:extLst>
                <a:ext uri="{FF2B5EF4-FFF2-40B4-BE49-F238E27FC236}">
                  <a16:creationId xmlns:a16="http://schemas.microsoft.com/office/drawing/2014/main" id="{9851C64E-AD57-51B1-35CD-E6C3A677ABFE}"/>
                </a:ext>
              </a:extLst>
            </p:cNvPr>
            <p:cNvSpPr/>
            <p:nvPr/>
          </p:nvSpPr>
          <p:spPr>
            <a:xfrm>
              <a:off x="1463758" y="4859828"/>
              <a:ext cx="860834" cy="383055"/>
            </a:xfrm>
            <a:prstGeom prst="roundRect">
              <a:avLst/>
            </a:prstGeom>
            <a:solidFill>
              <a:srgbClr val="00B0B9"/>
            </a:solidFill>
            <a:ln w="25400" cap="flat" cmpd="sng" algn="ctr">
              <a:solidFill>
                <a:srgbClr val="646464"/>
              </a:solidFill>
              <a:prstDash val="solid"/>
            </a:ln>
            <a:effectLst/>
          </p:spPr>
          <p:txBody>
            <a:bodyPr lIns="9139" r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99" b="0" i="0" u="none" strike="noStrike" kern="1200" cap="none" spc="0" normalizeH="0" baseline="0" noProof="0">
                  <a:ln>
                    <a:noFill/>
                  </a:ln>
                  <a:solidFill>
                    <a:prstClr val="white"/>
                  </a:solidFill>
                  <a:effectLst/>
                  <a:uLnTx/>
                  <a:uFillTx/>
                  <a:latin typeface="Arial"/>
                  <a:ea typeface="+mn-ea"/>
                  <a:cs typeface="+mn-cs"/>
                </a:rPr>
                <a:t>SAP GL</a:t>
              </a:r>
            </a:p>
          </p:txBody>
        </p:sp>
        <p:cxnSp>
          <p:nvCxnSpPr>
            <p:cNvPr id="57" name="Straight Arrow Connector 56">
              <a:extLst>
                <a:ext uri="{FF2B5EF4-FFF2-40B4-BE49-F238E27FC236}">
                  <a16:creationId xmlns:a16="http://schemas.microsoft.com/office/drawing/2014/main" id="{419F5B7B-DB63-C0CF-B42B-93E6FB02B9D7}"/>
                </a:ext>
              </a:extLst>
            </p:cNvPr>
            <p:cNvCxnSpPr>
              <a:stCxn id="25" idx="3"/>
              <a:endCxn id="49" idx="1"/>
            </p:cNvCxnSpPr>
            <p:nvPr/>
          </p:nvCxnSpPr>
          <p:spPr>
            <a:xfrm flipV="1">
              <a:off x="5805986" y="2425643"/>
              <a:ext cx="591656" cy="584285"/>
            </a:xfrm>
            <a:prstGeom prst="straightConnector1">
              <a:avLst/>
            </a:prstGeom>
            <a:noFill/>
            <a:ln w="25400" cap="flat" cmpd="sng" algn="ctr">
              <a:solidFill>
                <a:srgbClr val="646464"/>
              </a:solidFill>
              <a:prstDash val="solid"/>
              <a:tailEnd type="arrow"/>
            </a:ln>
            <a:effectLst/>
          </p:spPr>
        </p:cxnSp>
        <p:cxnSp>
          <p:nvCxnSpPr>
            <p:cNvPr id="58" name="Straight Arrow Connector 57">
              <a:extLst>
                <a:ext uri="{FF2B5EF4-FFF2-40B4-BE49-F238E27FC236}">
                  <a16:creationId xmlns:a16="http://schemas.microsoft.com/office/drawing/2014/main" id="{CFE9DF4E-E406-683D-6E1B-312EDF49AE9A}"/>
                </a:ext>
              </a:extLst>
            </p:cNvPr>
            <p:cNvCxnSpPr>
              <a:stCxn id="25" idx="3"/>
              <a:endCxn id="48" idx="1"/>
            </p:cNvCxnSpPr>
            <p:nvPr/>
          </p:nvCxnSpPr>
          <p:spPr>
            <a:xfrm flipV="1">
              <a:off x="5805986" y="3008683"/>
              <a:ext cx="598974" cy="1245"/>
            </a:xfrm>
            <a:prstGeom prst="straightConnector1">
              <a:avLst/>
            </a:prstGeom>
            <a:noFill/>
            <a:ln w="25400" cap="flat" cmpd="sng" algn="ctr">
              <a:solidFill>
                <a:srgbClr val="646464"/>
              </a:solidFill>
              <a:prstDash val="solid"/>
              <a:tailEnd type="arrow"/>
            </a:ln>
            <a:effectLst/>
          </p:spPr>
        </p:cxnSp>
        <p:cxnSp>
          <p:nvCxnSpPr>
            <p:cNvPr id="59" name="Straight Arrow Connector 58">
              <a:extLst>
                <a:ext uri="{FF2B5EF4-FFF2-40B4-BE49-F238E27FC236}">
                  <a16:creationId xmlns:a16="http://schemas.microsoft.com/office/drawing/2014/main" id="{864EF901-019F-4846-BC29-D85515234AA7}"/>
                </a:ext>
              </a:extLst>
            </p:cNvPr>
            <p:cNvCxnSpPr>
              <a:stCxn id="25" idx="3"/>
            </p:cNvCxnSpPr>
            <p:nvPr/>
          </p:nvCxnSpPr>
          <p:spPr>
            <a:xfrm>
              <a:off x="5805986" y="3009928"/>
              <a:ext cx="1145515" cy="1580271"/>
            </a:xfrm>
            <a:prstGeom prst="straightConnector1">
              <a:avLst/>
            </a:prstGeom>
            <a:noFill/>
            <a:ln w="25400" cap="flat" cmpd="sng" algn="ctr">
              <a:solidFill>
                <a:srgbClr val="646464"/>
              </a:solidFill>
              <a:prstDash val="solid"/>
              <a:tailEnd type="arrow"/>
            </a:ln>
            <a:effectLst/>
          </p:spPr>
        </p:cxnSp>
        <p:cxnSp>
          <p:nvCxnSpPr>
            <p:cNvPr id="60" name="Straight Arrow Connector 59">
              <a:extLst>
                <a:ext uri="{FF2B5EF4-FFF2-40B4-BE49-F238E27FC236}">
                  <a16:creationId xmlns:a16="http://schemas.microsoft.com/office/drawing/2014/main" id="{0E1506F8-94D2-7E71-A169-974C7BC2D925}"/>
                </a:ext>
              </a:extLst>
            </p:cNvPr>
            <p:cNvCxnSpPr/>
            <p:nvPr/>
          </p:nvCxnSpPr>
          <p:spPr>
            <a:xfrm>
              <a:off x="7434647" y="2422194"/>
              <a:ext cx="182880" cy="0"/>
            </a:xfrm>
            <a:prstGeom prst="straightConnector1">
              <a:avLst/>
            </a:prstGeom>
            <a:noFill/>
            <a:ln w="25400" cap="flat" cmpd="sng" algn="ctr">
              <a:solidFill>
                <a:srgbClr val="646464"/>
              </a:solidFill>
              <a:prstDash val="solid"/>
              <a:tailEnd type="arrow"/>
            </a:ln>
            <a:effectLst/>
          </p:spPr>
        </p:cxnSp>
        <p:pic>
          <p:nvPicPr>
            <p:cNvPr id="61" name="Picture 60" descr="logo.png">
              <a:extLst>
                <a:ext uri="{FF2B5EF4-FFF2-40B4-BE49-F238E27FC236}">
                  <a16:creationId xmlns:a16="http://schemas.microsoft.com/office/drawing/2014/main" id="{30930773-3EFA-A2EB-AC60-8CE7807036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320393" y="2497286"/>
              <a:ext cx="893301" cy="187305"/>
            </a:xfrm>
            <a:prstGeom prst="rect">
              <a:avLst/>
            </a:prstGeom>
          </p:spPr>
        </p:pic>
        <p:pic>
          <p:nvPicPr>
            <p:cNvPr id="62" name="Picture 61" descr="logo.png">
              <a:extLst>
                <a:ext uri="{FF2B5EF4-FFF2-40B4-BE49-F238E27FC236}">
                  <a16:creationId xmlns:a16="http://schemas.microsoft.com/office/drawing/2014/main" id="{ADC2FC06-4790-E831-2FE0-B19C60E0B3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091856" y="1799701"/>
              <a:ext cx="893301" cy="187305"/>
            </a:xfrm>
            <a:prstGeom prst="rect">
              <a:avLst/>
            </a:prstGeom>
          </p:spPr>
        </p:pic>
        <p:sp>
          <p:nvSpPr>
            <p:cNvPr id="63" name="TextBox 62">
              <a:extLst>
                <a:ext uri="{FF2B5EF4-FFF2-40B4-BE49-F238E27FC236}">
                  <a16:creationId xmlns:a16="http://schemas.microsoft.com/office/drawing/2014/main" id="{1F47D029-CECE-9EB9-F456-9DAF01F3E555}"/>
                </a:ext>
              </a:extLst>
            </p:cNvPr>
            <p:cNvSpPr txBox="1"/>
            <p:nvPr/>
          </p:nvSpPr>
          <p:spPr>
            <a:xfrm rot="3204749">
              <a:off x="5775779" y="3667568"/>
              <a:ext cx="1389663" cy="127150"/>
            </a:xfrm>
            <a:prstGeom prst="rect">
              <a:avLst/>
            </a:prstGeom>
            <a:noFill/>
          </p:spPr>
          <p:txBody>
            <a:bodyPr wrap="square" lIns="0" tIns="0" rIns="0" bIns="0" rtlCol="0">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white"/>
                  </a:solidFill>
                  <a:effectLst/>
                  <a:uLnTx/>
                  <a:uFillTx/>
                </a:rPr>
                <a:t>Exceptions / Timing items</a:t>
              </a:r>
            </a:p>
          </p:txBody>
        </p:sp>
        <p:sp>
          <p:nvSpPr>
            <p:cNvPr id="64" name="Rectangle 63">
              <a:extLst>
                <a:ext uri="{FF2B5EF4-FFF2-40B4-BE49-F238E27FC236}">
                  <a16:creationId xmlns:a16="http://schemas.microsoft.com/office/drawing/2014/main" id="{C0652061-6EE3-A9EA-AB18-F6E0BE9B093F}"/>
                </a:ext>
              </a:extLst>
            </p:cNvPr>
            <p:cNvSpPr/>
            <p:nvPr/>
          </p:nvSpPr>
          <p:spPr>
            <a:xfrm>
              <a:off x="6460935" y="1826274"/>
              <a:ext cx="868680" cy="301752"/>
            </a:xfrm>
            <a:prstGeom prst="rect">
              <a:avLst/>
            </a:prstGeom>
            <a:noFill/>
            <a:ln w="12700" cap="flat" cmpd="sng" algn="ctr">
              <a:no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white"/>
                  </a:solidFill>
                  <a:effectLst/>
                  <a:uLnTx/>
                  <a:uFillTx/>
                  <a:latin typeface="Arial"/>
                  <a:ea typeface="+mn-ea"/>
                  <a:cs typeface="+mn-cs"/>
                </a:rPr>
                <a:t>Unmatched items that require adj.</a:t>
              </a:r>
            </a:p>
          </p:txBody>
        </p:sp>
        <p:cxnSp>
          <p:nvCxnSpPr>
            <p:cNvPr id="65" name="Elbow Connector 231">
              <a:extLst>
                <a:ext uri="{FF2B5EF4-FFF2-40B4-BE49-F238E27FC236}">
                  <a16:creationId xmlns:a16="http://schemas.microsoft.com/office/drawing/2014/main" id="{8D330A44-4835-DE06-9990-1BC5F5C9DB3F}"/>
                </a:ext>
              </a:extLst>
            </p:cNvPr>
            <p:cNvCxnSpPr>
              <a:cxnSpLocks/>
              <a:endCxn id="41" idx="2"/>
            </p:cNvCxnSpPr>
            <p:nvPr/>
          </p:nvCxnSpPr>
          <p:spPr>
            <a:xfrm>
              <a:off x="2803431" y="3116583"/>
              <a:ext cx="4794422" cy="1854616"/>
            </a:xfrm>
            <a:prstGeom prst="bentConnector4">
              <a:avLst>
                <a:gd name="adj1" fmla="val 96"/>
                <a:gd name="adj2" fmla="val 107136"/>
              </a:avLst>
            </a:prstGeom>
            <a:noFill/>
            <a:ln w="25400" cap="flat" cmpd="sng" algn="ctr">
              <a:solidFill>
                <a:srgbClr val="828282"/>
              </a:solidFill>
              <a:prstDash val="solid"/>
              <a:headEnd type="none" w="med" len="med"/>
              <a:tailEnd type="triangle"/>
            </a:ln>
            <a:effectLst/>
          </p:spPr>
        </p:cxnSp>
        <p:sp>
          <p:nvSpPr>
            <p:cNvPr id="66" name="Rounded Rectangle 260">
              <a:extLst>
                <a:ext uri="{FF2B5EF4-FFF2-40B4-BE49-F238E27FC236}">
                  <a16:creationId xmlns:a16="http://schemas.microsoft.com/office/drawing/2014/main" id="{099B7BD7-F5B2-4B68-2498-F3EF7F85B373}"/>
                </a:ext>
              </a:extLst>
            </p:cNvPr>
            <p:cNvSpPr/>
            <p:nvPr/>
          </p:nvSpPr>
          <p:spPr>
            <a:xfrm>
              <a:off x="2690215" y="2677826"/>
              <a:ext cx="534919" cy="438757"/>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rPr>
                <a:t>Integ. Layer</a:t>
              </a:r>
            </a:p>
          </p:txBody>
        </p:sp>
        <p:sp>
          <p:nvSpPr>
            <p:cNvPr id="67" name="Rectangle 66">
              <a:extLst>
                <a:ext uri="{FF2B5EF4-FFF2-40B4-BE49-F238E27FC236}">
                  <a16:creationId xmlns:a16="http://schemas.microsoft.com/office/drawing/2014/main" id="{4A803C94-1CA0-1280-A4EF-A8EE7620DC95}"/>
                </a:ext>
              </a:extLst>
            </p:cNvPr>
            <p:cNvSpPr/>
            <p:nvPr/>
          </p:nvSpPr>
          <p:spPr>
            <a:xfrm>
              <a:off x="4233495" y="4850153"/>
              <a:ext cx="1458058" cy="304800"/>
            </a:xfrm>
            <a:prstGeom prst="rect">
              <a:avLst/>
            </a:prstGeom>
            <a:noFill/>
            <a:ln w="12700" cap="flat" cmpd="sng" algn="ctr">
              <a:noFill/>
              <a:prstDash val="solid"/>
            </a:ln>
            <a:effectLst/>
          </p:spPr>
          <p:txBody>
            <a:bodyPr lIns="9139" tIns="9139" rIns="9139" b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white"/>
                  </a:solidFill>
                  <a:effectLst/>
                  <a:uLnTx/>
                  <a:uFillTx/>
                  <a:latin typeface="Arial"/>
                  <a:ea typeface="+mn-ea"/>
                  <a:cs typeface="+mn-cs"/>
                </a:rPr>
                <a:t>GL Monthly Balances</a:t>
              </a:r>
            </a:p>
          </p:txBody>
        </p:sp>
        <p:sp>
          <p:nvSpPr>
            <p:cNvPr id="68" name="Rounded Rectangle 123">
              <a:extLst>
                <a:ext uri="{FF2B5EF4-FFF2-40B4-BE49-F238E27FC236}">
                  <a16:creationId xmlns:a16="http://schemas.microsoft.com/office/drawing/2014/main" id="{327A8C57-09D9-F5FE-B0A4-5FD0A8560B77}"/>
                </a:ext>
              </a:extLst>
            </p:cNvPr>
            <p:cNvSpPr/>
            <p:nvPr/>
          </p:nvSpPr>
          <p:spPr>
            <a:xfrm>
              <a:off x="1463758" y="2986357"/>
              <a:ext cx="860834" cy="407345"/>
            </a:xfrm>
            <a:prstGeom prst="roundRect">
              <a:avLst/>
            </a:prstGeom>
            <a:solidFill>
              <a:srgbClr val="00B0B9"/>
            </a:solidFill>
            <a:ln w="25400" cap="flat" cmpd="sng" algn="ctr">
              <a:solidFill>
                <a:srgbClr val="646464"/>
              </a:solidFill>
              <a:prstDash val="solid"/>
            </a:ln>
            <a:effectLst/>
          </p:spPr>
          <p:txBody>
            <a:bodyPr lIns="9139" r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99" b="0" i="0" u="none" strike="noStrike" kern="1200" cap="none" spc="0" normalizeH="0" baseline="0" noProof="0">
                  <a:ln>
                    <a:noFill/>
                  </a:ln>
                  <a:solidFill>
                    <a:prstClr val="white"/>
                  </a:solidFill>
                  <a:effectLst/>
                  <a:uLnTx/>
                  <a:uFillTx/>
                  <a:latin typeface="Arial"/>
                  <a:ea typeface="+mn-ea"/>
                  <a:cs typeface="+mn-cs"/>
                </a:rPr>
                <a:t>Third Party Admins</a:t>
              </a:r>
            </a:p>
          </p:txBody>
        </p:sp>
        <p:sp>
          <p:nvSpPr>
            <p:cNvPr id="69" name="Rounded Rectangle 125">
              <a:extLst>
                <a:ext uri="{FF2B5EF4-FFF2-40B4-BE49-F238E27FC236}">
                  <a16:creationId xmlns:a16="http://schemas.microsoft.com/office/drawing/2014/main" id="{99F0C167-495A-4623-C189-FC743FAB338B}"/>
                </a:ext>
              </a:extLst>
            </p:cNvPr>
            <p:cNvSpPr/>
            <p:nvPr/>
          </p:nvSpPr>
          <p:spPr>
            <a:xfrm>
              <a:off x="1463758" y="4359497"/>
              <a:ext cx="860834" cy="429964"/>
            </a:xfrm>
            <a:prstGeom prst="roundRect">
              <a:avLst/>
            </a:prstGeom>
            <a:solidFill>
              <a:srgbClr val="00B0B9"/>
            </a:solidFill>
            <a:ln w="25400" cap="flat" cmpd="sng" algn="ctr">
              <a:solidFill>
                <a:srgbClr val="646464"/>
              </a:solidFill>
              <a:prstDash val="solid"/>
            </a:ln>
            <a:effectLst/>
          </p:spPr>
          <p:txBody>
            <a:bodyPr lIns="9139" rIns="9139"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99" b="0" i="0" u="none" strike="noStrike" kern="1200" cap="none" spc="0" normalizeH="0" baseline="0" noProof="0">
                  <a:ln>
                    <a:noFill/>
                  </a:ln>
                  <a:solidFill>
                    <a:prstClr val="white"/>
                  </a:solidFill>
                  <a:effectLst/>
                  <a:uLnTx/>
                  <a:uFillTx/>
                  <a:latin typeface="Arial"/>
                  <a:ea typeface="+mn-ea"/>
                  <a:cs typeface="+mn-cs"/>
                </a:rPr>
                <a:t>FS-CD</a:t>
              </a:r>
            </a:p>
          </p:txBody>
        </p:sp>
        <p:sp>
          <p:nvSpPr>
            <p:cNvPr id="70" name="Rectangle 69">
              <a:extLst>
                <a:ext uri="{FF2B5EF4-FFF2-40B4-BE49-F238E27FC236}">
                  <a16:creationId xmlns:a16="http://schemas.microsoft.com/office/drawing/2014/main" id="{65C2E16E-EA22-9B32-BD79-ABCC696460EC}"/>
                </a:ext>
              </a:extLst>
            </p:cNvPr>
            <p:cNvSpPr/>
            <p:nvPr/>
          </p:nvSpPr>
          <p:spPr>
            <a:xfrm>
              <a:off x="1454270" y="5423072"/>
              <a:ext cx="8696234" cy="445537"/>
            </a:xfrm>
            <a:prstGeom prst="rect">
              <a:avLst/>
            </a:prstGeom>
            <a:solidFill>
              <a:srgbClr val="000000"/>
            </a:solidFill>
            <a:ln w="25400" cap="flat" cmpd="sng" algn="ctr">
              <a:solidFill>
                <a:srgbClr val="646464"/>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a:ea typeface="+mn-ea"/>
                <a:cs typeface="+mn-cs"/>
              </a:endParaRP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Task Management</a:t>
              </a:r>
            </a:p>
            <a:p>
              <a:pPr marL="0" marR="0" lvl="0" indent="0" algn="ctr" defTabSz="91394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rial"/>
                  <a:ea typeface="+mn-ea"/>
                  <a:cs typeface="+mn-cs"/>
                </a:rPr>
                <a:t>Product</a:t>
              </a:r>
            </a:p>
          </p:txBody>
        </p:sp>
        <p:pic>
          <p:nvPicPr>
            <p:cNvPr id="71" name="Picture 70" descr="logo.png">
              <a:extLst>
                <a:ext uri="{FF2B5EF4-FFF2-40B4-BE49-F238E27FC236}">
                  <a16:creationId xmlns:a16="http://schemas.microsoft.com/office/drawing/2014/main" id="{BF187EBC-E712-D2A1-36D2-28B3A7B171B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85069" y="5472613"/>
              <a:ext cx="893301" cy="187305"/>
            </a:xfrm>
            <a:prstGeom prst="rect">
              <a:avLst/>
            </a:prstGeom>
          </p:spPr>
        </p:pic>
        <p:sp>
          <p:nvSpPr>
            <p:cNvPr id="72" name="Rounded Rectangle 124">
              <a:extLst>
                <a:ext uri="{FF2B5EF4-FFF2-40B4-BE49-F238E27FC236}">
                  <a16:creationId xmlns:a16="http://schemas.microsoft.com/office/drawing/2014/main" id="{BBA127A0-32B6-F3EE-74E2-04AE50C325E5}"/>
                </a:ext>
              </a:extLst>
            </p:cNvPr>
            <p:cNvSpPr/>
            <p:nvPr/>
          </p:nvSpPr>
          <p:spPr>
            <a:xfrm>
              <a:off x="1463758" y="3909517"/>
              <a:ext cx="860834" cy="377195"/>
            </a:xfrm>
            <a:prstGeom prst="roundRect">
              <a:avLst/>
            </a:prstGeom>
            <a:solidFill>
              <a:srgbClr val="00B0B9"/>
            </a:solidFill>
          </p:spPr>
          <p:txBody>
            <a:bodyPr wrap="square" rtlCol="0" anchor="ctr"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US" sz="999" b="0" i="0" u="none" strike="noStrike" kern="0" cap="none" spc="0" normalizeH="0" baseline="0" noProof="0">
                  <a:ln>
                    <a:noFill/>
                  </a:ln>
                  <a:solidFill>
                    <a:prstClr val="white"/>
                  </a:solidFill>
                  <a:effectLst/>
                  <a:uLnTx/>
                  <a:uFillTx/>
                </a:rPr>
                <a:t>SAP AR</a:t>
              </a:r>
            </a:p>
          </p:txBody>
        </p:sp>
      </p:grpSp>
    </p:spTree>
    <p:extLst>
      <p:ext uri="{BB962C8B-B14F-4D97-AF65-F5344CB8AC3E}">
        <p14:creationId xmlns:p14="http://schemas.microsoft.com/office/powerpoint/2010/main" val="3499468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1630-19CA-0FB8-870A-4560557D684D}"/>
              </a:ext>
            </a:extLst>
          </p:cNvPr>
          <p:cNvSpPr>
            <a:spLocks noGrp="1"/>
          </p:cNvSpPr>
          <p:nvPr>
            <p:ph type="title"/>
          </p:nvPr>
        </p:nvSpPr>
        <p:spPr/>
        <p:txBody>
          <a:bodyPr/>
          <a:lstStyle/>
          <a:p>
            <a:r>
              <a:rPr lang="en-GB"/>
              <a:t>Why use </a:t>
            </a:r>
            <a:r>
              <a:rPr lang="en-GB" err="1"/>
              <a:t>BlackLine</a:t>
            </a:r>
            <a:r>
              <a:rPr lang="en-GB"/>
              <a:t> with SAP? </a:t>
            </a:r>
            <a:endParaRPr lang="en-IN"/>
          </a:p>
        </p:txBody>
      </p:sp>
      <p:sp>
        <p:nvSpPr>
          <p:cNvPr id="5" name="Slide Number Placeholder 4">
            <a:extLst>
              <a:ext uri="{FF2B5EF4-FFF2-40B4-BE49-F238E27FC236}">
                <a16:creationId xmlns:a16="http://schemas.microsoft.com/office/drawing/2014/main" id="{F0A30212-FE1F-C880-DEE9-0DE02035E456}"/>
              </a:ext>
            </a:extLst>
          </p:cNvPr>
          <p:cNvSpPr>
            <a:spLocks noGrp="1"/>
          </p:cNvSpPr>
          <p:nvPr>
            <p:ph type="sldNum" sz="quarter" idx="12"/>
          </p:nvPr>
        </p:nvSpPr>
        <p:spPr/>
        <p:txBody>
          <a:bodyPr/>
          <a:lstStyle/>
          <a:p>
            <a:fld id="{94FCA0F3-9F3A-694B-99BB-0E592A797735}" type="slidenum">
              <a:rPr lang="en-US" smtClean="0"/>
              <a:t>51</a:t>
            </a:fld>
            <a:endParaRPr lang="en-US"/>
          </a:p>
        </p:txBody>
      </p:sp>
      <p:sp>
        <p:nvSpPr>
          <p:cNvPr id="6" name="Date Placeholder 5">
            <a:extLst>
              <a:ext uri="{FF2B5EF4-FFF2-40B4-BE49-F238E27FC236}">
                <a16:creationId xmlns:a16="http://schemas.microsoft.com/office/drawing/2014/main" id="{9CF26A55-9486-B8EF-2DCB-BB956DB5FF9D}"/>
              </a:ext>
            </a:extLst>
          </p:cNvPr>
          <p:cNvSpPr>
            <a:spLocks noGrp="1"/>
          </p:cNvSpPr>
          <p:nvPr>
            <p:ph type="dt" sz="half" idx="10"/>
          </p:nvPr>
        </p:nvSpPr>
        <p:spPr/>
        <p:txBody>
          <a:bodyPr/>
          <a:lstStyle/>
          <a:p>
            <a:fld id="{07FAE2FE-F465-4802-A32B-614F62F840B7}" type="datetime1">
              <a:rPr lang="en-US" smtClean="0"/>
              <a:t>11/28/2025</a:t>
            </a:fld>
            <a:endParaRPr lang="en-US"/>
          </a:p>
        </p:txBody>
      </p:sp>
      <p:sp>
        <p:nvSpPr>
          <p:cNvPr id="8" name="SmartArt Placeholder 7">
            <a:extLst>
              <a:ext uri="{FF2B5EF4-FFF2-40B4-BE49-F238E27FC236}">
                <a16:creationId xmlns:a16="http://schemas.microsoft.com/office/drawing/2014/main" id="{41D7D3C5-538B-CE75-A949-4E2917A1212A}"/>
              </a:ext>
            </a:extLst>
          </p:cNvPr>
          <p:cNvSpPr>
            <a:spLocks noGrp="1"/>
          </p:cNvSpPr>
          <p:nvPr>
            <p:ph type="dgm" sz="quarter" idx="17"/>
          </p:nvPr>
        </p:nvSpPr>
        <p:spPr/>
        <p:txBody>
          <a:bodyPr/>
          <a:lstStyle/>
          <a:p>
            <a:endParaRPr lang="en-IN"/>
          </a:p>
        </p:txBody>
      </p:sp>
      <p:sp>
        <p:nvSpPr>
          <p:cNvPr id="9" name="Freeform 4">
            <a:extLst>
              <a:ext uri="{FF2B5EF4-FFF2-40B4-BE49-F238E27FC236}">
                <a16:creationId xmlns:a16="http://schemas.microsoft.com/office/drawing/2014/main" id="{730503CD-1A7B-1910-D195-4244C65744DC}"/>
              </a:ext>
            </a:extLst>
          </p:cNvPr>
          <p:cNvSpPr>
            <a:spLocks/>
          </p:cNvSpPr>
          <p:nvPr/>
        </p:nvSpPr>
        <p:spPr bwMode="auto">
          <a:xfrm>
            <a:off x="586890" y="2439743"/>
            <a:ext cx="2596927" cy="2971856"/>
          </a:xfrm>
          <a:custGeom>
            <a:avLst/>
            <a:gdLst/>
            <a:ahLst/>
            <a:cxnLst>
              <a:cxn ang="0">
                <a:pos x="2294" y="0"/>
              </a:cxn>
              <a:cxn ang="0">
                <a:pos x="2294" y="1995"/>
              </a:cxn>
              <a:cxn ang="0">
                <a:pos x="0" y="1995"/>
              </a:cxn>
              <a:cxn ang="0">
                <a:pos x="0" y="0"/>
              </a:cxn>
              <a:cxn ang="0">
                <a:pos x="1150" y="104"/>
              </a:cxn>
              <a:cxn ang="0">
                <a:pos x="2294" y="0"/>
              </a:cxn>
            </a:cxnLst>
            <a:rect l="0" t="0" r="r" b="b"/>
            <a:pathLst>
              <a:path w="2295" h="1996">
                <a:moveTo>
                  <a:pt x="2294" y="0"/>
                </a:moveTo>
                <a:lnTo>
                  <a:pt x="2294" y="1995"/>
                </a:lnTo>
                <a:lnTo>
                  <a:pt x="0" y="1995"/>
                </a:lnTo>
                <a:lnTo>
                  <a:pt x="0" y="0"/>
                </a:lnTo>
                <a:lnTo>
                  <a:pt x="1150" y="104"/>
                </a:lnTo>
                <a:lnTo>
                  <a:pt x="2294" y="0"/>
                </a:lnTo>
              </a:path>
            </a:pathLst>
          </a:custGeom>
          <a:solidFill>
            <a:srgbClr val="FFE600"/>
          </a:solidFill>
          <a:ln w="6350" cap="rnd" cmpd="sng">
            <a:noFill/>
            <a:prstDash val="solid"/>
            <a:round/>
            <a:headEnd/>
            <a:tailEnd/>
          </a:ln>
          <a:effectLst>
            <a:outerShdw dist="53882" dir="2700000" algn="ctr" rotWithShape="0">
              <a:srgbClr val="FFE600"/>
            </a:outerShdw>
          </a:effectLst>
        </p:spPr>
        <p:txBody>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AU" sz="1099" b="0" i="0" u="none" strike="noStrike" kern="0" cap="none" spc="0" normalizeH="0" baseline="0" noProof="0">
              <a:ln>
                <a:noFill/>
              </a:ln>
              <a:solidFill>
                <a:srgbClr val="333333"/>
              </a:solidFill>
              <a:effectLst/>
              <a:uLnTx/>
              <a:uFillTx/>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AU" sz="1199" b="1" i="0" u="sng" strike="noStrike" kern="0" cap="none" spc="0" normalizeH="0" baseline="0" noProof="0">
                <a:ln>
                  <a:noFill/>
                </a:ln>
                <a:solidFill>
                  <a:srgbClr val="333333"/>
                </a:solidFill>
                <a:effectLst/>
                <a:uLnTx/>
                <a:uFillTx/>
              </a:rPr>
              <a:t>BlackLine extends it by:</a:t>
            </a:r>
          </a:p>
          <a:p>
            <a:pPr marL="0" marR="0" lvl="0" indent="0" defTabSz="913943" eaLnBrk="1" fontAlgn="auto" latinLnBrk="0" hangingPunct="1">
              <a:lnSpc>
                <a:spcPct val="100000"/>
              </a:lnSpc>
              <a:spcBef>
                <a:spcPts val="0"/>
              </a:spcBef>
              <a:spcAft>
                <a:spcPts val="0"/>
              </a:spcAft>
              <a:buClrTx/>
              <a:buSzTx/>
              <a:buFontTx/>
              <a:buNone/>
              <a:tabLst/>
              <a:defRPr/>
            </a:pPr>
            <a:endParaRPr kumimoji="0" lang="en-AU" sz="700" b="1" i="0" u="none" strike="noStrike" kern="0" cap="none" spc="0" normalizeH="0" baseline="0" noProof="0">
              <a:ln>
                <a:noFill/>
              </a:ln>
              <a:solidFill>
                <a:srgbClr val="333333"/>
              </a:solidFill>
              <a:effectLst/>
              <a:uLnTx/>
              <a:uFillTx/>
            </a:endParaRP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Flexible </a:t>
            </a:r>
            <a:r>
              <a:rPr kumimoji="0" lang="en-GB" sz="1049" b="0" i="0" u="none" strike="noStrike" kern="0" cap="none" spc="0" normalizeH="0" baseline="0" noProof="0">
                <a:ln>
                  <a:noFill/>
                </a:ln>
                <a:solidFill>
                  <a:srgbClr val="333333"/>
                </a:solidFill>
                <a:effectLst/>
                <a:uLnTx/>
                <a:uFillTx/>
                <a:cs typeface="Arial" pitchFamily="34" charset="0"/>
              </a:rPr>
              <a:t>design of journal template</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Centralised</a:t>
            </a:r>
            <a:r>
              <a:rPr kumimoji="0" lang="en-GB" sz="1049" b="0" i="0" u="none" strike="noStrike" kern="0" cap="none" spc="0" normalizeH="0" baseline="0" noProof="0">
                <a:ln>
                  <a:noFill/>
                </a:ln>
                <a:solidFill>
                  <a:srgbClr val="333333"/>
                </a:solidFill>
                <a:effectLst/>
                <a:uLnTx/>
                <a:uFillTx/>
                <a:cs typeface="Arial" pitchFamily="34" charset="0"/>
              </a:rPr>
              <a:t> journals management across ERP systems </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Control beyond SAP posting requirements with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additional validations</a:t>
            </a:r>
            <a:endParaRPr kumimoji="0" lang="en-GB" sz="1049" b="0" i="0" u="none" strike="noStrike" kern="0" cap="none" spc="0" normalizeH="0" baseline="0" noProof="0">
              <a:ln>
                <a:noFill/>
              </a:ln>
              <a:solidFill>
                <a:srgbClr val="333333"/>
              </a:solidFill>
              <a:effectLst/>
              <a:uLnTx/>
              <a:uFillTx/>
              <a:cs typeface="Arial" pitchFamily="34" charset="0"/>
            </a:endParaRP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Automated and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recurring journals </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Auditable workflow</a:t>
            </a:r>
            <a:r>
              <a:rPr kumimoji="0" lang="en-GB" sz="1049" b="1" i="0" u="none" strike="noStrike" kern="0" cap="none" spc="0" normalizeH="0" baseline="0" noProof="0">
                <a:ln>
                  <a:noFill/>
                </a:ln>
                <a:solidFill>
                  <a:srgbClr val="333333"/>
                </a:solidFill>
                <a:effectLst/>
                <a:uLnTx/>
                <a:uFillTx/>
                <a:cs typeface="Arial" pitchFamily="34" charset="0"/>
              </a:rPr>
              <a:t> </a:t>
            </a:r>
            <a:r>
              <a:rPr kumimoji="0" lang="en-GB" sz="1049" b="0" i="0" u="none" strike="noStrike" kern="0" cap="none" spc="0" normalizeH="0" baseline="0" noProof="0">
                <a:ln>
                  <a:noFill/>
                </a:ln>
                <a:solidFill>
                  <a:srgbClr val="333333"/>
                </a:solidFill>
                <a:effectLst/>
                <a:uLnTx/>
                <a:uFillTx/>
                <a:cs typeface="Arial" pitchFamily="34" charset="0"/>
              </a:rPr>
              <a:t>with alerts &amp; sign-off</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Department and entity based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flexibility</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Controlled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document repository</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Integration</a:t>
            </a:r>
            <a:r>
              <a:rPr kumimoji="0" lang="en-GB" sz="1049" b="0" i="0" u="none" strike="noStrike" kern="0" cap="none" spc="0" normalizeH="0" baseline="0" noProof="0">
                <a:ln>
                  <a:noFill/>
                </a:ln>
                <a:solidFill>
                  <a:srgbClr val="333333"/>
                </a:solidFill>
                <a:effectLst/>
                <a:uLnTx/>
                <a:uFillTx/>
                <a:cs typeface="Arial" pitchFamily="34" charset="0"/>
              </a:rPr>
              <a:t> across BlackLine modules</a:t>
            </a:r>
            <a:endParaRPr kumimoji="0" lang="en-IN" sz="1049" b="0" i="0" u="none" strike="noStrike" kern="0" cap="none" spc="0" normalizeH="0" baseline="0" noProof="0">
              <a:ln>
                <a:noFill/>
              </a:ln>
              <a:solidFill>
                <a:srgbClr val="333333"/>
              </a:solidFill>
              <a:effectLst/>
              <a:uLnTx/>
              <a:uFillTx/>
              <a:cs typeface="Arial" pitchFamily="34" charset="0"/>
            </a:endParaRPr>
          </a:p>
          <a:p>
            <a:pPr marL="0" marR="0" lvl="0" indent="0" defTabSz="913943" eaLnBrk="1" fontAlgn="auto" latinLnBrk="0" hangingPunct="1">
              <a:lnSpc>
                <a:spcPct val="100000"/>
              </a:lnSpc>
              <a:spcBef>
                <a:spcPts val="0"/>
              </a:spcBef>
              <a:spcAft>
                <a:spcPts val="0"/>
              </a:spcAft>
              <a:buClrTx/>
              <a:buSzTx/>
              <a:buFontTx/>
              <a:buNone/>
              <a:tabLst/>
              <a:defRPr/>
            </a:pPr>
            <a:endParaRPr kumimoji="0" lang="en-AU" sz="1099" b="0" i="0" u="none" strike="noStrike" kern="0" cap="none" spc="0" normalizeH="0" baseline="0" noProof="0">
              <a:ln>
                <a:noFill/>
              </a:ln>
              <a:solidFill>
                <a:srgbClr val="333333"/>
              </a:solidFill>
              <a:effectLst/>
              <a:uLnTx/>
              <a:uFillTx/>
            </a:endParaRPr>
          </a:p>
        </p:txBody>
      </p:sp>
      <p:sp>
        <p:nvSpPr>
          <p:cNvPr id="10" name="Rectangle 7">
            <a:extLst>
              <a:ext uri="{FF2B5EF4-FFF2-40B4-BE49-F238E27FC236}">
                <a16:creationId xmlns:a16="http://schemas.microsoft.com/office/drawing/2014/main" id="{105D6C78-EB72-F6CF-1DBE-89835AD85472}"/>
              </a:ext>
            </a:extLst>
          </p:cNvPr>
          <p:cNvSpPr>
            <a:spLocks noChangeArrowheads="1"/>
          </p:cNvSpPr>
          <p:nvPr/>
        </p:nvSpPr>
        <p:spPr bwMode="auto">
          <a:xfrm>
            <a:off x="586890" y="2439742"/>
            <a:ext cx="2596927" cy="3105352"/>
          </a:xfrm>
          <a:prstGeom prst="rect">
            <a:avLst/>
          </a:prstGeom>
          <a:noFill/>
          <a:ln w="6350">
            <a:noFill/>
            <a:miter lim="800000"/>
            <a:headEnd/>
            <a:tailEnd/>
          </a:ln>
          <a:effectLst/>
        </p:spPr>
        <p:txBody>
          <a:bodyPr lIns="45696" rIns="45696"/>
          <a:lstStyle/>
          <a:p>
            <a:pPr marL="114243" indent="-114243" defTabSz="761619" eaLnBrk="0" hangingPunct="0">
              <a:spcBef>
                <a:spcPct val="30000"/>
              </a:spcBef>
            </a:pPr>
            <a:endParaRPr lang="en-AU" sz="1099">
              <a:solidFill>
                <a:srgbClr val="333333"/>
              </a:solidFill>
              <a:latin typeface="Arial"/>
            </a:endParaRPr>
          </a:p>
          <a:p>
            <a:pPr marL="171364" indent="-171364" defTabSz="761619" eaLnBrk="0" hangingPunct="0">
              <a:spcBef>
                <a:spcPct val="30000"/>
              </a:spcBef>
              <a:buFont typeface="Arial" panose="020B0604020202020204" pitchFamily="34" charset="0"/>
              <a:buChar char="•"/>
            </a:pPr>
            <a:endParaRPr lang="en-AU" sz="1099">
              <a:solidFill>
                <a:srgbClr val="333333"/>
              </a:solidFill>
              <a:latin typeface="Arial"/>
            </a:endParaRPr>
          </a:p>
        </p:txBody>
      </p:sp>
      <p:sp>
        <p:nvSpPr>
          <p:cNvPr id="11" name="AutoShape 9">
            <a:extLst>
              <a:ext uri="{FF2B5EF4-FFF2-40B4-BE49-F238E27FC236}">
                <a16:creationId xmlns:a16="http://schemas.microsoft.com/office/drawing/2014/main" id="{D530E052-3091-3F2F-44DC-BA8A14D2AEAA}"/>
              </a:ext>
            </a:extLst>
          </p:cNvPr>
          <p:cNvSpPr>
            <a:spLocks noChangeArrowheads="1"/>
          </p:cNvSpPr>
          <p:nvPr/>
        </p:nvSpPr>
        <p:spPr bwMode="auto">
          <a:xfrm rot="5400000" flipV="1">
            <a:off x="1549526" y="803782"/>
            <a:ext cx="673023" cy="2596927"/>
          </a:xfrm>
          <a:prstGeom prst="homePlate">
            <a:avLst>
              <a:gd name="adj" fmla="val 25000"/>
            </a:avLst>
          </a:prstGeom>
          <a:solidFill>
            <a:srgbClr val="C0C0C0"/>
          </a:solidFill>
          <a:ln w="6350">
            <a:noFill/>
            <a:miter lim="800000"/>
            <a:headEnd/>
            <a:tailEnd/>
          </a:ln>
          <a:effectLst/>
        </p:spPr>
        <p:txBody>
          <a:bodyPr vert="eaVert" wrap="none" lIns="45696" rIns="45696" anchor="ctr"/>
          <a:lstStyle/>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AU" sz="999" b="0" i="0" u="none" strike="noStrike" kern="0" cap="none" spc="0" normalizeH="0" baseline="0" noProof="0">
                <a:ln>
                  <a:noFill/>
                </a:ln>
                <a:solidFill>
                  <a:srgbClr val="333333"/>
                </a:solidFill>
                <a:effectLst/>
                <a:uLnTx/>
                <a:uFillTx/>
              </a:rPr>
              <a:t>SAP automates certain journal</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AU" sz="999" b="0" i="0" u="none" strike="noStrike" kern="0" cap="none" spc="0" normalizeH="0" baseline="0" noProof="0">
                <a:ln>
                  <a:noFill/>
                </a:ln>
                <a:solidFill>
                  <a:srgbClr val="333333"/>
                </a:solidFill>
                <a:effectLst/>
                <a:uLnTx/>
                <a:uFillTx/>
              </a:rPr>
              <a:t>entries and reduces overall volume.</a:t>
            </a:r>
          </a:p>
        </p:txBody>
      </p:sp>
      <p:sp>
        <p:nvSpPr>
          <p:cNvPr id="12" name="Rectangle 7">
            <a:extLst>
              <a:ext uri="{FF2B5EF4-FFF2-40B4-BE49-F238E27FC236}">
                <a16:creationId xmlns:a16="http://schemas.microsoft.com/office/drawing/2014/main" id="{28098B6F-6C75-A7AB-CF1B-67B9EE8AF8AF}"/>
              </a:ext>
            </a:extLst>
          </p:cNvPr>
          <p:cNvSpPr>
            <a:spLocks noChangeArrowheads="1"/>
          </p:cNvSpPr>
          <p:nvPr/>
        </p:nvSpPr>
        <p:spPr bwMode="auto">
          <a:xfrm>
            <a:off x="3346011" y="2195053"/>
            <a:ext cx="2778976" cy="3523101"/>
          </a:xfrm>
          <a:prstGeom prst="rect">
            <a:avLst/>
          </a:prstGeom>
          <a:noFill/>
          <a:ln w="6350">
            <a:noFill/>
            <a:miter lim="800000"/>
            <a:headEnd/>
            <a:tailEnd/>
          </a:ln>
          <a:effectLst/>
        </p:spPr>
        <p:txBody>
          <a:bodyPr lIns="45696" rIns="45696"/>
          <a:lstStyle/>
          <a:p>
            <a:pPr marL="114243" indent="-114243" defTabSz="761619" eaLnBrk="0" hangingPunct="0">
              <a:spcBef>
                <a:spcPct val="30000"/>
              </a:spcBef>
            </a:pPr>
            <a:endParaRPr lang="en-AU" sz="1199">
              <a:solidFill>
                <a:srgbClr val="333333"/>
              </a:solidFill>
              <a:latin typeface="Arial"/>
            </a:endParaRPr>
          </a:p>
          <a:p>
            <a:pPr marL="171364" indent="-171364" defTabSz="761619" eaLnBrk="0" hangingPunct="0">
              <a:spcBef>
                <a:spcPct val="30000"/>
              </a:spcBef>
              <a:buFont typeface="Arial" panose="020B0604020202020204" pitchFamily="34" charset="0"/>
              <a:buChar char="•"/>
            </a:pPr>
            <a:endParaRPr lang="en-AU" sz="1199">
              <a:solidFill>
                <a:srgbClr val="333333"/>
              </a:solidFill>
              <a:latin typeface="Arial"/>
            </a:endParaRPr>
          </a:p>
        </p:txBody>
      </p:sp>
      <p:sp>
        <p:nvSpPr>
          <p:cNvPr id="13" name="Freeform 4">
            <a:extLst>
              <a:ext uri="{FF2B5EF4-FFF2-40B4-BE49-F238E27FC236}">
                <a16:creationId xmlns:a16="http://schemas.microsoft.com/office/drawing/2014/main" id="{FAB9418D-3A58-C8B5-0F91-279174211E9D}"/>
              </a:ext>
            </a:extLst>
          </p:cNvPr>
          <p:cNvSpPr>
            <a:spLocks/>
          </p:cNvSpPr>
          <p:nvPr/>
        </p:nvSpPr>
        <p:spPr bwMode="auto">
          <a:xfrm>
            <a:off x="3346011" y="2505436"/>
            <a:ext cx="2596927" cy="2963102"/>
          </a:xfrm>
          <a:custGeom>
            <a:avLst/>
            <a:gdLst/>
            <a:ahLst/>
            <a:cxnLst>
              <a:cxn ang="0">
                <a:pos x="2294" y="0"/>
              </a:cxn>
              <a:cxn ang="0">
                <a:pos x="2294" y="1995"/>
              </a:cxn>
              <a:cxn ang="0">
                <a:pos x="0" y="1995"/>
              </a:cxn>
              <a:cxn ang="0">
                <a:pos x="0" y="0"/>
              </a:cxn>
              <a:cxn ang="0">
                <a:pos x="1150" y="104"/>
              </a:cxn>
              <a:cxn ang="0">
                <a:pos x="2294" y="0"/>
              </a:cxn>
            </a:cxnLst>
            <a:rect l="0" t="0" r="r" b="b"/>
            <a:pathLst>
              <a:path w="2295" h="1996">
                <a:moveTo>
                  <a:pt x="2294" y="0"/>
                </a:moveTo>
                <a:lnTo>
                  <a:pt x="2294" y="1995"/>
                </a:lnTo>
                <a:lnTo>
                  <a:pt x="0" y="1995"/>
                </a:lnTo>
                <a:lnTo>
                  <a:pt x="0" y="0"/>
                </a:lnTo>
                <a:lnTo>
                  <a:pt x="1150" y="104"/>
                </a:lnTo>
                <a:lnTo>
                  <a:pt x="2294" y="0"/>
                </a:lnTo>
              </a:path>
            </a:pathLst>
          </a:custGeom>
          <a:solidFill>
            <a:srgbClr val="C0C0C0"/>
          </a:solidFill>
          <a:ln w="6350" cap="rnd" cmpd="sng">
            <a:noFill/>
            <a:prstDash val="solid"/>
            <a:round/>
            <a:headEnd/>
            <a:tailEnd/>
          </a:ln>
          <a:effectLst>
            <a:outerShdw dist="53882" dir="2700000" algn="ctr" rotWithShape="0">
              <a:srgbClr val="FFE600"/>
            </a:outerShdw>
          </a:effectLst>
        </p:spPr>
        <p:txBody>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AU" sz="1099" b="0" i="0" u="none" strike="noStrike" kern="0" cap="none" spc="0" normalizeH="0" baseline="0" noProof="0">
              <a:ln>
                <a:noFill/>
              </a:ln>
              <a:solidFill>
                <a:srgbClr val="333333"/>
              </a:solidFill>
              <a:effectLst/>
              <a:uLnTx/>
              <a:uFillTx/>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AU" sz="1199" b="1" i="0" u="sng" strike="noStrike" kern="0" cap="none" spc="0" normalizeH="0" baseline="0" noProof="0">
                <a:ln>
                  <a:noFill/>
                </a:ln>
                <a:solidFill>
                  <a:srgbClr val="333333"/>
                </a:solidFill>
                <a:effectLst/>
                <a:uLnTx/>
                <a:uFillTx/>
              </a:rPr>
              <a:t>BlackLine extends it by:</a:t>
            </a:r>
          </a:p>
          <a:p>
            <a:pPr marL="0" marR="0" lvl="0" indent="0" defTabSz="913943" eaLnBrk="1" fontAlgn="auto" latinLnBrk="0" hangingPunct="1">
              <a:lnSpc>
                <a:spcPct val="100000"/>
              </a:lnSpc>
              <a:spcBef>
                <a:spcPts val="0"/>
              </a:spcBef>
              <a:spcAft>
                <a:spcPts val="0"/>
              </a:spcAft>
              <a:buClrTx/>
              <a:buSzTx/>
              <a:buFontTx/>
              <a:buNone/>
              <a:tabLst/>
              <a:defRPr/>
            </a:pPr>
            <a:endParaRPr kumimoji="0" lang="en-AU" sz="700" b="1" i="0" u="none" strike="noStrike" kern="0" cap="none" spc="0" normalizeH="0" baseline="0" noProof="0">
              <a:ln>
                <a:noFill/>
              </a:ln>
              <a:solidFill>
                <a:srgbClr val="333333"/>
              </a:solidFill>
              <a:effectLst/>
              <a:uLnTx/>
              <a:uFillTx/>
            </a:endParaRP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rPr>
              <a:t>Replacing excel </a:t>
            </a:r>
            <a:r>
              <a:rPr kumimoji="0" lang="en-GB" sz="1049" b="0" i="0" u="none" strike="noStrike" kern="0" cap="none" spc="0" normalizeH="0" baseline="0" noProof="0">
                <a:ln>
                  <a:noFill/>
                </a:ln>
                <a:solidFill>
                  <a:srgbClr val="333333"/>
                </a:solidFill>
                <a:effectLst/>
                <a:uLnTx/>
                <a:uFillTx/>
              </a:rPr>
              <a:t>based reconciliations</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Rules-based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auto-certification </a:t>
            </a:r>
            <a:r>
              <a:rPr kumimoji="0" lang="en-GB" sz="1049" b="0" i="0" u="none" strike="noStrike" kern="0" cap="none" spc="0" normalizeH="0" baseline="0" noProof="0">
                <a:ln>
                  <a:noFill/>
                </a:ln>
                <a:solidFill>
                  <a:srgbClr val="333333"/>
                </a:solidFill>
                <a:effectLst/>
                <a:uLnTx/>
                <a:uFillTx/>
                <a:cs typeface="Arial" pitchFamily="34" charset="0"/>
              </a:rPr>
              <a:t>of reconciliations, reducing overall manual effort </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Real-time visibility </a:t>
            </a:r>
            <a:r>
              <a:rPr kumimoji="0" lang="en-GB" sz="1049" b="0" i="0" u="none" strike="noStrike" kern="0" cap="none" spc="0" normalizeH="0" baseline="0" noProof="0">
                <a:ln>
                  <a:noFill/>
                </a:ln>
                <a:solidFill>
                  <a:srgbClr val="333333"/>
                </a:solidFill>
                <a:effectLst/>
                <a:uLnTx/>
                <a:uFillTx/>
                <a:cs typeface="Arial" pitchFamily="34" charset="0"/>
              </a:rPr>
              <a:t>and dashboards across single platform</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Automated,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dynamic workflow </a:t>
            </a:r>
            <a:r>
              <a:rPr kumimoji="0" lang="en-GB" sz="1049" b="0" i="0" u="none" strike="noStrike" kern="0" cap="none" spc="0" normalizeH="0" baseline="0" noProof="0">
                <a:ln>
                  <a:noFill/>
                </a:ln>
                <a:solidFill>
                  <a:srgbClr val="333333"/>
                </a:solidFill>
                <a:effectLst/>
                <a:uLnTx/>
                <a:uFillTx/>
                <a:cs typeface="Arial" pitchFamily="34" charset="0"/>
              </a:rPr>
              <a:t>with built-in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segregation of duties </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0" i="0" u="none" strike="noStrike" kern="0" cap="none" spc="0" normalizeH="0" baseline="0" noProof="0">
                <a:ln>
                  <a:noFill/>
                </a:ln>
                <a:solidFill>
                  <a:srgbClr val="333333"/>
                </a:solidFill>
                <a:effectLst/>
                <a:uLnTx/>
                <a:uFillTx/>
                <a:cs typeface="Arial" pitchFamily="34" charset="0"/>
              </a:rPr>
              <a:t>Automate close calendar activities through </a:t>
            </a: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integration across modules </a:t>
            </a:r>
            <a:r>
              <a:rPr kumimoji="0" lang="en-GB" sz="900" b="0" i="0" u="none" strike="noStrike" kern="0" cap="none" spc="0" normalizeH="0" baseline="0" noProof="0">
                <a:ln>
                  <a:noFill/>
                </a:ln>
                <a:solidFill>
                  <a:srgbClr val="333333"/>
                </a:solidFill>
                <a:effectLst/>
                <a:uLnTx/>
                <a:uFillTx/>
                <a:cs typeface="Arial" pitchFamily="34" charset="0"/>
              </a:rPr>
              <a:t>(i.e. task is marked as complete after reconciliation is completed)</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49" b="1" i="0" u="none" strike="noStrike" kern="0" cap="none" spc="0" normalizeH="0" baseline="0" noProof="0">
                <a:ln>
                  <a:noFill/>
                </a:ln>
                <a:solidFill>
                  <a:srgbClr val="333333"/>
                </a:solidFill>
                <a:effectLst/>
                <a:uLnTx/>
                <a:uFillTx/>
                <a:latin typeface="EYInterstate" panose="02000503020000020004" pitchFamily="2" charset="0"/>
                <a:cs typeface="Arial" pitchFamily="34" charset="0"/>
              </a:rPr>
              <a:t>Dependency hierarchy </a:t>
            </a:r>
            <a:r>
              <a:rPr kumimoji="0" lang="en-GB" sz="1049" b="0" i="0" u="none" strike="noStrike" kern="0" cap="none" spc="0" normalizeH="0" baseline="0" noProof="0">
                <a:ln>
                  <a:noFill/>
                </a:ln>
                <a:solidFill>
                  <a:srgbClr val="333333"/>
                </a:solidFill>
                <a:effectLst/>
                <a:uLnTx/>
                <a:uFillTx/>
                <a:cs typeface="Arial" pitchFamily="34" charset="0"/>
              </a:rPr>
              <a:t>for close calendar activities </a:t>
            </a:r>
          </a:p>
          <a:p>
            <a:pPr marL="171364" marR="0" lvl="0" indent="-171364" defTabSz="91394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49" b="0" i="0" u="none" strike="noStrike" kern="0" cap="none" spc="0" normalizeH="0" baseline="0" noProof="0">
              <a:ln>
                <a:noFill/>
              </a:ln>
              <a:solidFill>
                <a:srgbClr val="333333"/>
              </a:solidFill>
              <a:effectLst/>
              <a:uLnTx/>
              <a:uFillTx/>
              <a:cs typeface="Arial" pitchFamily="34" charset="0"/>
            </a:endParaRPr>
          </a:p>
          <a:p>
            <a:pPr marL="0" marR="0" lvl="0" indent="0" defTabSz="913943" eaLnBrk="1" fontAlgn="auto" latinLnBrk="0" hangingPunct="1">
              <a:lnSpc>
                <a:spcPct val="100000"/>
              </a:lnSpc>
              <a:spcBef>
                <a:spcPts val="0"/>
              </a:spcBef>
              <a:spcAft>
                <a:spcPts val="0"/>
              </a:spcAft>
              <a:buClrTx/>
              <a:buSzTx/>
              <a:buFontTx/>
              <a:buNone/>
              <a:tabLst/>
              <a:defRPr/>
            </a:pPr>
            <a:endParaRPr kumimoji="0" lang="en-AU" sz="1049" b="0" i="0" u="none" strike="noStrike" kern="0" cap="none" spc="0" normalizeH="0" baseline="0" noProof="0">
              <a:ln>
                <a:noFill/>
              </a:ln>
              <a:solidFill>
                <a:srgbClr val="333333"/>
              </a:solidFill>
              <a:effectLst/>
              <a:uLnTx/>
              <a:uFillTx/>
            </a:endParaRPr>
          </a:p>
        </p:txBody>
      </p:sp>
      <p:sp>
        <p:nvSpPr>
          <p:cNvPr id="14" name="AutoShape 9">
            <a:extLst>
              <a:ext uri="{FF2B5EF4-FFF2-40B4-BE49-F238E27FC236}">
                <a16:creationId xmlns:a16="http://schemas.microsoft.com/office/drawing/2014/main" id="{3B337A64-9A2E-7C55-F7AC-E01C4908173B}"/>
              </a:ext>
            </a:extLst>
          </p:cNvPr>
          <p:cNvSpPr>
            <a:spLocks noChangeArrowheads="1"/>
          </p:cNvSpPr>
          <p:nvPr/>
        </p:nvSpPr>
        <p:spPr bwMode="auto">
          <a:xfrm rot="5400000" flipV="1">
            <a:off x="4276340" y="837074"/>
            <a:ext cx="737638" cy="2596927"/>
          </a:xfrm>
          <a:prstGeom prst="homePlate">
            <a:avLst>
              <a:gd name="adj" fmla="val 25000"/>
            </a:avLst>
          </a:prstGeom>
          <a:noFill/>
          <a:ln w="28575">
            <a:solidFill>
              <a:srgbClr val="FFE600"/>
            </a:solidFill>
            <a:miter lim="800000"/>
            <a:headEnd/>
            <a:tailEnd/>
          </a:ln>
          <a:effectLst/>
        </p:spPr>
        <p:txBody>
          <a:bodyPr vert="eaVert" wrap="none" lIns="45696" rIns="45696" anchor="ctr"/>
          <a:lstStyle/>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chemeClr val="bg1"/>
                </a:solidFill>
                <a:effectLst/>
                <a:uLnTx/>
                <a:uFillTx/>
                <a:cs typeface="Arial" pitchFamily="34" charset="0"/>
              </a:rPr>
              <a:t>SAP provides </a:t>
            </a:r>
            <a:r>
              <a:rPr kumimoji="0" lang="en-IN" sz="999" b="0" i="0" u="none" strike="noStrike" kern="0" cap="none" spc="0" normalizeH="0" baseline="0" noProof="0">
                <a:ln>
                  <a:noFill/>
                </a:ln>
                <a:solidFill>
                  <a:schemeClr val="bg1"/>
                </a:solidFill>
                <a:effectLst/>
                <a:uLnTx/>
                <a:uFillTx/>
                <a:cs typeface="Arial" pitchFamily="34" charset="0"/>
              </a:rPr>
              <a:t>centralised monitoring of </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IN" sz="999" b="0" i="0" u="none" strike="noStrike" kern="0" cap="none" spc="0" normalizeH="0" baseline="0" noProof="0">
                <a:ln>
                  <a:noFill/>
                </a:ln>
                <a:solidFill>
                  <a:schemeClr val="bg1"/>
                </a:solidFill>
                <a:effectLst/>
                <a:uLnTx/>
                <a:uFillTx/>
                <a:cs typeface="Arial" pitchFamily="34" charset="0"/>
              </a:rPr>
              <a:t>close tasks, dashboards, and automated </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IN" sz="999" b="0" i="0" u="none" strike="noStrike" kern="0" cap="none" spc="0" normalizeH="0" baseline="0" noProof="0">
                <a:ln>
                  <a:noFill/>
                </a:ln>
                <a:solidFill>
                  <a:schemeClr val="bg1"/>
                </a:solidFill>
                <a:effectLst/>
                <a:uLnTx/>
                <a:uFillTx/>
                <a:cs typeface="Arial" pitchFamily="34" charset="0"/>
              </a:rPr>
              <a:t>execution of SAP programs.</a:t>
            </a:r>
          </a:p>
        </p:txBody>
      </p:sp>
      <p:sp>
        <p:nvSpPr>
          <p:cNvPr id="15" name="Freeform 4">
            <a:extLst>
              <a:ext uri="{FF2B5EF4-FFF2-40B4-BE49-F238E27FC236}">
                <a16:creationId xmlns:a16="http://schemas.microsoft.com/office/drawing/2014/main" id="{35FFC5F5-6E58-0A99-EE47-58B323D668B4}"/>
              </a:ext>
            </a:extLst>
          </p:cNvPr>
          <p:cNvSpPr>
            <a:spLocks/>
          </p:cNvSpPr>
          <p:nvPr/>
        </p:nvSpPr>
        <p:spPr bwMode="auto">
          <a:xfrm>
            <a:off x="6124986" y="2449263"/>
            <a:ext cx="2596927" cy="2971856"/>
          </a:xfrm>
          <a:custGeom>
            <a:avLst/>
            <a:gdLst/>
            <a:ahLst/>
            <a:cxnLst>
              <a:cxn ang="0">
                <a:pos x="2294" y="0"/>
              </a:cxn>
              <a:cxn ang="0">
                <a:pos x="2294" y="1995"/>
              </a:cxn>
              <a:cxn ang="0">
                <a:pos x="0" y="1995"/>
              </a:cxn>
              <a:cxn ang="0">
                <a:pos x="0" y="0"/>
              </a:cxn>
              <a:cxn ang="0">
                <a:pos x="1150" y="104"/>
              </a:cxn>
              <a:cxn ang="0">
                <a:pos x="2294" y="0"/>
              </a:cxn>
            </a:cxnLst>
            <a:rect l="0" t="0" r="r" b="b"/>
            <a:pathLst>
              <a:path w="2295" h="1996">
                <a:moveTo>
                  <a:pt x="2294" y="0"/>
                </a:moveTo>
                <a:lnTo>
                  <a:pt x="2294" y="1995"/>
                </a:lnTo>
                <a:lnTo>
                  <a:pt x="0" y="1995"/>
                </a:lnTo>
                <a:lnTo>
                  <a:pt x="0" y="0"/>
                </a:lnTo>
                <a:lnTo>
                  <a:pt x="1150" y="104"/>
                </a:lnTo>
                <a:lnTo>
                  <a:pt x="2294" y="0"/>
                </a:lnTo>
              </a:path>
            </a:pathLst>
          </a:custGeom>
          <a:solidFill>
            <a:srgbClr val="FFE600"/>
          </a:solidFill>
          <a:ln w="6350" cap="rnd" cmpd="sng">
            <a:noFill/>
            <a:prstDash val="solid"/>
            <a:round/>
            <a:headEnd/>
            <a:tailEnd/>
          </a:ln>
          <a:effectLst>
            <a:outerShdw dist="53882" dir="2700000" algn="ctr" rotWithShape="0">
              <a:srgbClr val="FFE600"/>
            </a:outerShdw>
          </a:effectLst>
        </p:spPr>
        <p:txBody>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AU" sz="1099" b="0" i="0" u="none" strike="noStrike" kern="0" cap="none" spc="0" normalizeH="0" baseline="0" noProof="0" dirty="0">
              <a:ln>
                <a:noFill/>
              </a:ln>
              <a:solidFill>
                <a:srgbClr val="333333"/>
              </a:solidFill>
              <a:effectLst/>
              <a:uLnTx/>
              <a:uFillTx/>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AU" sz="1199" b="1" i="0" u="sng" strike="noStrike" kern="0" cap="none" spc="0" normalizeH="0" baseline="0" noProof="0" dirty="0">
                <a:ln>
                  <a:noFill/>
                </a:ln>
                <a:solidFill>
                  <a:srgbClr val="333333"/>
                </a:solidFill>
                <a:effectLst/>
                <a:uLnTx/>
                <a:uFillTx/>
              </a:rPr>
              <a:t>BlackLine extends it by:</a:t>
            </a:r>
          </a:p>
          <a:p>
            <a:pPr marL="0" marR="0" lvl="0" indent="0" defTabSz="913943" eaLnBrk="1" fontAlgn="auto" latinLnBrk="0" hangingPunct="1">
              <a:lnSpc>
                <a:spcPct val="100000"/>
              </a:lnSpc>
              <a:spcBef>
                <a:spcPts val="0"/>
              </a:spcBef>
              <a:spcAft>
                <a:spcPts val="0"/>
              </a:spcAft>
              <a:buClrTx/>
              <a:buSzTx/>
              <a:buFontTx/>
              <a:buNone/>
              <a:tabLst/>
              <a:defRPr/>
            </a:pPr>
            <a:endParaRPr kumimoji="0" lang="en-AU" sz="700" b="1" i="0" u="none" strike="noStrike" kern="0" cap="none" spc="0" normalizeH="0" baseline="0" noProof="0" dirty="0">
              <a:ln>
                <a:noFill/>
              </a:ln>
              <a:solidFill>
                <a:srgbClr val="333333"/>
              </a:solidFill>
              <a:effectLst/>
              <a:uLnTx/>
              <a:uFillTx/>
            </a:endParaRP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US" sz="1049" b="0" i="0" u="none" strike="noStrike" kern="0" cap="none" spc="0" normalizeH="0" baseline="0" noProof="0" dirty="0">
                <a:ln>
                  <a:noFill/>
                </a:ln>
                <a:solidFill>
                  <a:srgbClr val="333333"/>
                </a:solidFill>
                <a:effectLst/>
                <a:uLnTx/>
                <a:uFillTx/>
              </a:rPr>
              <a:t>Rules-based logic to </a:t>
            </a:r>
            <a:r>
              <a:rPr kumimoji="0" lang="en-US" sz="1049" b="1" i="0" u="none" strike="noStrike" kern="0" cap="none" spc="0" normalizeH="0" baseline="0" noProof="0" dirty="0">
                <a:ln>
                  <a:noFill/>
                </a:ln>
                <a:solidFill>
                  <a:srgbClr val="333333"/>
                </a:solidFill>
                <a:effectLst/>
                <a:uLnTx/>
                <a:uFillTx/>
                <a:latin typeface="EYInterstate" panose="02000503020000020004" pitchFamily="2" charset="0"/>
              </a:rPr>
              <a:t>automatically </a:t>
            </a:r>
            <a:r>
              <a:rPr kumimoji="0" lang="en-US" sz="1049" b="0" i="0" u="none" strike="noStrike" kern="0" cap="none" spc="0" normalizeH="0" baseline="0" noProof="0" dirty="0">
                <a:ln>
                  <a:noFill/>
                </a:ln>
                <a:solidFill>
                  <a:srgbClr val="333333"/>
                </a:solidFill>
                <a:effectLst/>
                <a:uLnTx/>
                <a:uFillTx/>
              </a:rPr>
              <a:t>match high volumes of transactions, </a:t>
            </a:r>
            <a:r>
              <a:rPr kumimoji="0" lang="en-US" sz="1049" b="1" i="0" u="none" strike="noStrike" kern="0" cap="none" spc="0" normalizeH="0" baseline="0" noProof="0" dirty="0">
                <a:ln>
                  <a:noFill/>
                </a:ln>
                <a:solidFill>
                  <a:srgbClr val="333333"/>
                </a:solidFill>
                <a:effectLst/>
                <a:uLnTx/>
                <a:uFillTx/>
                <a:latin typeface="EYInterstate" panose="02000503020000020004" pitchFamily="2" charset="0"/>
              </a:rPr>
              <a:t>reducing time-consuming</a:t>
            </a:r>
            <a:r>
              <a:rPr kumimoji="0" lang="en-US" sz="1049" b="0" i="0" u="none" strike="noStrike" kern="0" cap="none" spc="0" normalizeH="0" baseline="0" noProof="0" dirty="0">
                <a:ln>
                  <a:noFill/>
                </a:ln>
                <a:solidFill>
                  <a:srgbClr val="333333"/>
                </a:solidFill>
                <a:effectLst/>
                <a:uLnTx/>
                <a:uFillTx/>
              </a:rPr>
              <a:t> </a:t>
            </a:r>
            <a:r>
              <a:rPr kumimoji="0" lang="en-US" sz="1049" b="1" i="0" u="none" strike="noStrike" kern="0" cap="none" spc="0" normalizeH="0" baseline="0" noProof="0" dirty="0">
                <a:ln>
                  <a:noFill/>
                </a:ln>
                <a:solidFill>
                  <a:srgbClr val="333333"/>
                </a:solidFill>
                <a:effectLst/>
                <a:uLnTx/>
                <a:uFillTx/>
                <a:latin typeface="EYInterstate" panose="02000503020000020004" pitchFamily="2" charset="0"/>
              </a:rPr>
              <a:t>and manual effort </a:t>
            </a: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US" sz="1049" b="0" i="0" u="none" strike="noStrike" kern="0" cap="none" spc="0" normalizeH="0" baseline="0" noProof="0" dirty="0">
                <a:ln>
                  <a:noFill/>
                </a:ln>
                <a:solidFill>
                  <a:srgbClr val="333333"/>
                </a:solidFill>
                <a:effectLst/>
                <a:uLnTx/>
                <a:uFillTx/>
              </a:rPr>
              <a:t>Expand data available through integration of </a:t>
            </a:r>
            <a:r>
              <a:rPr kumimoji="0" lang="en-US" sz="1049" b="1" i="0" u="none" strike="noStrike" kern="0" cap="none" spc="0" normalizeH="0" baseline="0" noProof="0" dirty="0">
                <a:ln>
                  <a:noFill/>
                </a:ln>
                <a:solidFill>
                  <a:srgbClr val="333333"/>
                </a:solidFill>
                <a:effectLst/>
                <a:uLnTx/>
                <a:uFillTx/>
                <a:latin typeface="EYInterstate" panose="02000503020000020004" pitchFamily="2" charset="0"/>
              </a:rPr>
              <a:t>SAP and non-SAP sources</a:t>
            </a: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US" sz="1049" b="1" i="0" u="none" strike="noStrike" kern="0" cap="none" spc="0" normalizeH="0" baseline="0" noProof="0" dirty="0">
                <a:ln>
                  <a:noFill/>
                </a:ln>
                <a:solidFill>
                  <a:srgbClr val="333333"/>
                </a:solidFill>
                <a:effectLst/>
                <a:uLnTx/>
                <a:uFillTx/>
                <a:latin typeface="EYInterstate" panose="02000503020000020004" pitchFamily="2" charset="0"/>
              </a:rPr>
              <a:t>Integration across modules </a:t>
            </a:r>
            <a:r>
              <a:rPr kumimoji="0" lang="en-US" sz="900" b="0" i="0" u="none" strike="noStrike" kern="0" cap="none" spc="0" normalizeH="0" baseline="0" noProof="0" dirty="0">
                <a:ln>
                  <a:noFill/>
                </a:ln>
                <a:solidFill>
                  <a:srgbClr val="333333"/>
                </a:solidFill>
                <a:effectLst/>
                <a:uLnTx/>
                <a:uFillTx/>
              </a:rPr>
              <a:t>(i.e. automatically create journal postings or add transactions as reconciliation support)</a:t>
            </a:r>
            <a:endParaRPr kumimoji="0" lang="en-US" sz="1049" b="0" i="0" u="none" strike="noStrike" kern="0" cap="none" spc="0" normalizeH="0" baseline="0" noProof="0" dirty="0">
              <a:ln>
                <a:noFill/>
              </a:ln>
              <a:solidFill>
                <a:srgbClr val="333333"/>
              </a:solidFill>
              <a:effectLst/>
              <a:uLnTx/>
              <a:uFillTx/>
            </a:endParaRP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US" sz="1049" b="0" i="0" u="none" strike="noStrike" kern="0" cap="none" spc="0" normalizeH="0" baseline="0" noProof="0" dirty="0">
                <a:ln>
                  <a:noFill/>
                </a:ln>
                <a:solidFill>
                  <a:srgbClr val="333333"/>
                </a:solidFill>
                <a:effectLst/>
                <a:uLnTx/>
                <a:uFillTx/>
              </a:rPr>
              <a:t>By leveraging SAP BlackLine connector, BlackLine automatically creates </a:t>
            </a:r>
            <a:r>
              <a:rPr kumimoji="0" lang="en-IN" sz="1049" b="0" i="0" u="none" strike="noStrike" kern="0" cap="none" spc="0" normalizeH="0" baseline="0" noProof="0" dirty="0">
                <a:ln>
                  <a:noFill/>
                </a:ln>
                <a:solidFill>
                  <a:srgbClr val="333333"/>
                </a:solidFill>
                <a:effectLst/>
                <a:uLnTx/>
                <a:uFillTx/>
              </a:rPr>
              <a:t>matches and </a:t>
            </a:r>
            <a:r>
              <a:rPr kumimoji="0" lang="en-IN" sz="1049" b="1" i="0" u="none" strike="noStrike" kern="0" cap="none" spc="0" normalizeH="0" baseline="0" noProof="0" dirty="0">
                <a:ln>
                  <a:noFill/>
                </a:ln>
                <a:solidFill>
                  <a:srgbClr val="333333"/>
                </a:solidFill>
                <a:effectLst/>
                <a:uLnTx/>
                <a:uFillTx/>
                <a:latin typeface="EYInterstate" panose="02000503020000020004" pitchFamily="2" charset="0"/>
              </a:rPr>
              <a:t>sends clearing documents for posting in SAP</a:t>
            </a:r>
          </a:p>
        </p:txBody>
      </p:sp>
      <p:sp>
        <p:nvSpPr>
          <p:cNvPr id="16" name="Rectangle 7">
            <a:extLst>
              <a:ext uri="{FF2B5EF4-FFF2-40B4-BE49-F238E27FC236}">
                <a16:creationId xmlns:a16="http://schemas.microsoft.com/office/drawing/2014/main" id="{08909E8A-10A4-78C1-5B38-FD14722747E6}"/>
              </a:ext>
            </a:extLst>
          </p:cNvPr>
          <p:cNvSpPr>
            <a:spLocks noChangeArrowheads="1"/>
          </p:cNvSpPr>
          <p:nvPr/>
        </p:nvSpPr>
        <p:spPr bwMode="auto">
          <a:xfrm>
            <a:off x="6124986" y="2449262"/>
            <a:ext cx="2596927" cy="3105352"/>
          </a:xfrm>
          <a:prstGeom prst="rect">
            <a:avLst/>
          </a:prstGeom>
          <a:noFill/>
          <a:ln w="6350">
            <a:noFill/>
            <a:miter lim="800000"/>
            <a:headEnd/>
            <a:tailEnd/>
          </a:ln>
          <a:effectLst/>
        </p:spPr>
        <p:txBody>
          <a:bodyPr lIns="45696" rIns="45696"/>
          <a:lstStyle/>
          <a:p>
            <a:pPr marL="114243" indent="-114243" defTabSz="761619" eaLnBrk="0" hangingPunct="0">
              <a:spcBef>
                <a:spcPct val="30000"/>
              </a:spcBef>
            </a:pPr>
            <a:endParaRPr lang="en-AU" sz="1099">
              <a:solidFill>
                <a:srgbClr val="333333"/>
              </a:solidFill>
              <a:latin typeface="Arial"/>
            </a:endParaRPr>
          </a:p>
          <a:p>
            <a:pPr marL="171364" indent="-171364" defTabSz="761619" eaLnBrk="0" hangingPunct="0">
              <a:spcBef>
                <a:spcPct val="30000"/>
              </a:spcBef>
              <a:buFont typeface="Arial" panose="020B0604020202020204" pitchFamily="34" charset="0"/>
              <a:buChar char="•"/>
            </a:pPr>
            <a:endParaRPr lang="en-AU" sz="1099">
              <a:solidFill>
                <a:srgbClr val="333333"/>
              </a:solidFill>
              <a:latin typeface="Arial"/>
            </a:endParaRPr>
          </a:p>
        </p:txBody>
      </p:sp>
      <p:sp>
        <p:nvSpPr>
          <p:cNvPr id="17" name="AutoShape 9">
            <a:extLst>
              <a:ext uri="{FF2B5EF4-FFF2-40B4-BE49-F238E27FC236}">
                <a16:creationId xmlns:a16="http://schemas.microsoft.com/office/drawing/2014/main" id="{33A8C795-31DA-A6EA-C78B-2FC4B82A5635}"/>
              </a:ext>
            </a:extLst>
          </p:cNvPr>
          <p:cNvSpPr>
            <a:spLocks noChangeArrowheads="1"/>
          </p:cNvSpPr>
          <p:nvPr/>
        </p:nvSpPr>
        <p:spPr bwMode="auto">
          <a:xfrm rot="5400000" flipV="1">
            <a:off x="7087646" y="813302"/>
            <a:ext cx="673023" cy="2596927"/>
          </a:xfrm>
          <a:prstGeom prst="homePlate">
            <a:avLst>
              <a:gd name="adj" fmla="val 25000"/>
            </a:avLst>
          </a:prstGeom>
          <a:solidFill>
            <a:srgbClr val="C0C0C0"/>
          </a:solidFill>
          <a:ln w="6350">
            <a:noFill/>
            <a:miter lim="800000"/>
            <a:headEnd/>
            <a:tailEnd/>
          </a:ln>
          <a:effectLst/>
        </p:spPr>
        <p:txBody>
          <a:bodyPr vert="eaVert" wrap="none" lIns="45696" rIns="45696" anchor="ctr"/>
          <a:lstStyle/>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rgbClr val="333333"/>
                </a:solidFill>
                <a:effectLst/>
                <a:uLnTx/>
                <a:uFillTx/>
              </a:rPr>
              <a:t>SAP solution centers around cash </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rgbClr val="333333"/>
                </a:solidFill>
                <a:effectLst/>
                <a:uLnTx/>
                <a:uFillTx/>
              </a:rPr>
              <a:t>application and automates manual </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rgbClr val="333333"/>
                </a:solidFill>
                <a:effectLst/>
                <a:uLnTx/>
                <a:uFillTx/>
              </a:rPr>
              <a:t>matching of invoices with payments.</a:t>
            </a:r>
          </a:p>
        </p:txBody>
      </p:sp>
      <p:sp>
        <p:nvSpPr>
          <p:cNvPr id="18" name="TextBox 17">
            <a:extLst>
              <a:ext uri="{FF2B5EF4-FFF2-40B4-BE49-F238E27FC236}">
                <a16:creationId xmlns:a16="http://schemas.microsoft.com/office/drawing/2014/main" id="{F13E0CA7-21A2-23FE-F7D1-3F7A7CD6745A}"/>
              </a:ext>
            </a:extLst>
          </p:cNvPr>
          <p:cNvSpPr txBox="1"/>
          <p:nvPr/>
        </p:nvSpPr>
        <p:spPr>
          <a:xfrm>
            <a:off x="1419807" y="1283665"/>
            <a:ext cx="932462" cy="272240"/>
          </a:xfrm>
          <a:prstGeom prst="rect">
            <a:avLst/>
          </a:prstGeom>
          <a:noFill/>
        </p:spPr>
        <p:txBody>
          <a:bodyPr wrap="none" lIns="0" tIns="36557" rIns="0" bIns="0" rtlCol="0">
            <a:spAutoFit/>
          </a:bodyPr>
          <a:lstStyle/>
          <a:p>
            <a:pPr defTabSz="913943">
              <a:lnSpc>
                <a:spcPct val="85000"/>
              </a:lnSpc>
              <a:spcAft>
                <a:spcPts val="600"/>
              </a:spcAft>
              <a:buClr>
                <a:srgbClr val="FFE600"/>
              </a:buClr>
              <a:buSzPct val="70000"/>
            </a:pPr>
            <a:r>
              <a:rPr lang="en-GB" sz="1799">
                <a:solidFill>
                  <a:schemeClr val="bg1"/>
                </a:solidFill>
                <a:latin typeface="EYInterstate" panose="02000503020000020004" pitchFamily="2" charset="0"/>
              </a:rPr>
              <a:t>Journals</a:t>
            </a:r>
          </a:p>
        </p:txBody>
      </p:sp>
      <p:sp>
        <p:nvSpPr>
          <p:cNvPr id="19" name="TextBox 18">
            <a:extLst>
              <a:ext uri="{FF2B5EF4-FFF2-40B4-BE49-F238E27FC236}">
                <a16:creationId xmlns:a16="http://schemas.microsoft.com/office/drawing/2014/main" id="{00B40437-313D-6557-3DA1-0393F9C8D09B}"/>
              </a:ext>
            </a:extLst>
          </p:cNvPr>
          <p:cNvSpPr txBox="1"/>
          <p:nvPr/>
        </p:nvSpPr>
        <p:spPr>
          <a:xfrm>
            <a:off x="3796330" y="1188465"/>
            <a:ext cx="1697658" cy="532176"/>
          </a:xfrm>
          <a:prstGeom prst="rect">
            <a:avLst/>
          </a:prstGeom>
          <a:noFill/>
        </p:spPr>
        <p:txBody>
          <a:bodyPr wrap="none" lIns="0" tIns="36557" rIns="0" bIns="0" rtlCol="0">
            <a:spAutoFit/>
          </a:bodyPr>
          <a:lstStyle/>
          <a:p>
            <a:pPr algn="ctr" defTabSz="913943">
              <a:lnSpc>
                <a:spcPct val="85000"/>
              </a:lnSpc>
              <a:spcAft>
                <a:spcPts val="600"/>
              </a:spcAft>
              <a:buClr>
                <a:srgbClr val="FFE600"/>
              </a:buClr>
              <a:buSzPct val="70000"/>
            </a:pPr>
            <a:r>
              <a:rPr lang="en-GB" sz="1599">
                <a:solidFill>
                  <a:schemeClr val="bg1"/>
                </a:solidFill>
                <a:latin typeface="EYInterstate" panose="02000503020000020004" pitchFamily="2" charset="0"/>
              </a:rPr>
              <a:t>Reconciliations &amp; </a:t>
            </a:r>
          </a:p>
          <a:p>
            <a:pPr algn="ctr" defTabSz="913943">
              <a:lnSpc>
                <a:spcPct val="85000"/>
              </a:lnSpc>
              <a:spcAft>
                <a:spcPts val="600"/>
              </a:spcAft>
              <a:buClr>
                <a:srgbClr val="FFE600"/>
              </a:buClr>
              <a:buSzPct val="70000"/>
            </a:pPr>
            <a:r>
              <a:rPr lang="en-GB" sz="1599">
                <a:solidFill>
                  <a:schemeClr val="bg1"/>
                </a:solidFill>
                <a:latin typeface="EYInterstate" panose="02000503020000020004" pitchFamily="2" charset="0"/>
              </a:rPr>
              <a:t>Close Calendar</a:t>
            </a:r>
          </a:p>
        </p:txBody>
      </p:sp>
      <p:sp>
        <p:nvSpPr>
          <p:cNvPr id="20" name="TextBox 19">
            <a:extLst>
              <a:ext uri="{FF2B5EF4-FFF2-40B4-BE49-F238E27FC236}">
                <a16:creationId xmlns:a16="http://schemas.microsoft.com/office/drawing/2014/main" id="{7507766D-D265-EE2B-60B2-F6DE4510B014}"/>
              </a:ext>
            </a:extLst>
          </p:cNvPr>
          <p:cNvSpPr txBox="1"/>
          <p:nvPr/>
        </p:nvSpPr>
        <p:spPr>
          <a:xfrm>
            <a:off x="6125694" y="1293185"/>
            <a:ext cx="2596927" cy="272240"/>
          </a:xfrm>
          <a:prstGeom prst="rect">
            <a:avLst/>
          </a:prstGeom>
          <a:noFill/>
        </p:spPr>
        <p:txBody>
          <a:bodyPr wrap="square" lIns="0" tIns="36557" rIns="0" bIns="0" rtlCol="0">
            <a:spAutoFit/>
          </a:bodyPr>
          <a:lstStyle/>
          <a:p>
            <a:pPr algn="ctr" defTabSz="913943">
              <a:lnSpc>
                <a:spcPct val="85000"/>
              </a:lnSpc>
              <a:spcAft>
                <a:spcPts val="600"/>
              </a:spcAft>
              <a:buClr>
                <a:srgbClr val="FFE600"/>
              </a:buClr>
              <a:buSzPct val="70000"/>
            </a:pPr>
            <a:r>
              <a:rPr lang="en-GB" sz="1799">
                <a:solidFill>
                  <a:schemeClr val="bg1"/>
                </a:solidFill>
                <a:latin typeface="EYInterstate" panose="02000503020000020004" pitchFamily="2" charset="0"/>
              </a:rPr>
              <a:t>Transaction Matching</a:t>
            </a:r>
          </a:p>
        </p:txBody>
      </p:sp>
      <p:sp>
        <p:nvSpPr>
          <p:cNvPr id="21" name="Rectangle 7">
            <a:extLst>
              <a:ext uri="{FF2B5EF4-FFF2-40B4-BE49-F238E27FC236}">
                <a16:creationId xmlns:a16="http://schemas.microsoft.com/office/drawing/2014/main" id="{0D2A5955-F277-A525-48A1-F5447B322E7E}"/>
              </a:ext>
            </a:extLst>
          </p:cNvPr>
          <p:cNvSpPr>
            <a:spLocks noChangeArrowheads="1"/>
          </p:cNvSpPr>
          <p:nvPr/>
        </p:nvSpPr>
        <p:spPr bwMode="auto">
          <a:xfrm>
            <a:off x="8919263" y="2737424"/>
            <a:ext cx="2596927" cy="3205020"/>
          </a:xfrm>
          <a:prstGeom prst="rect">
            <a:avLst/>
          </a:prstGeom>
          <a:noFill/>
          <a:ln w="6350">
            <a:noFill/>
            <a:miter lim="800000"/>
            <a:headEnd/>
            <a:tailEnd/>
          </a:ln>
          <a:effectLst/>
        </p:spPr>
        <p:txBody>
          <a:bodyPr lIns="45696" rIns="45696"/>
          <a:lstStyle/>
          <a:p>
            <a:pPr marL="114243" indent="-114243" defTabSz="761619" eaLnBrk="0" hangingPunct="0">
              <a:spcBef>
                <a:spcPct val="30000"/>
              </a:spcBef>
            </a:pPr>
            <a:endParaRPr lang="en-AU" sz="1199">
              <a:solidFill>
                <a:srgbClr val="333333"/>
              </a:solidFill>
              <a:latin typeface="Arial"/>
            </a:endParaRPr>
          </a:p>
          <a:p>
            <a:pPr marL="171364" indent="-171364" defTabSz="761619" eaLnBrk="0" hangingPunct="0">
              <a:spcBef>
                <a:spcPct val="30000"/>
              </a:spcBef>
              <a:buFont typeface="Arial" panose="020B0604020202020204" pitchFamily="34" charset="0"/>
              <a:buChar char="•"/>
            </a:pPr>
            <a:endParaRPr lang="en-AU" sz="1199">
              <a:solidFill>
                <a:srgbClr val="333333"/>
              </a:solidFill>
              <a:latin typeface="Arial"/>
            </a:endParaRPr>
          </a:p>
        </p:txBody>
      </p:sp>
      <p:sp>
        <p:nvSpPr>
          <p:cNvPr id="22" name="TextBox 21">
            <a:extLst>
              <a:ext uri="{FF2B5EF4-FFF2-40B4-BE49-F238E27FC236}">
                <a16:creationId xmlns:a16="http://schemas.microsoft.com/office/drawing/2014/main" id="{CAF33D3B-87A9-29B7-3297-B1EE0521EDFD}"/>
              </a:ext>
            </a:extLst>
          </p:cNvPr>
          <p:cNvSpPr txBox="1"/>
          <p:nvPr/>
        </p:nvSpPr>
        <p:spPr>
          <a:xfrm>
            <a:off x="8907196" y="1283665"/>
            <a:ext cx="2596197" cy="272240"/>
          </a:xfrm>
          <a:prstGeom prst="rect">
            <a:avLst/>
          </a:prstGeom>
          <a:noFill/>
        </p:spPr>
        <p:txBody>
          <a:bodyPr wrap="square" lIns="0" tIns="36557" rIns="0" bIns="0" rtlCol="0">
            <a:spAutoFit/>
          </a:bodyPr>
          <a:lstStyle/>
          <a:p>
            <a:pPr algn="ctr" defTabSz="913943">
              <a:lnSpc>
                <a:spcPct val="85000"/>
              </a:lnSpc>
              <a:spcAft>
                <a:spcPts val="600"/>
              </a:spcAft>
              <a:buClr>
                <a:srgbClr val="FFE600"/>
              </a:buClr>
              <a:buSzPct val="70000"/>
            </a:pPr>
            <a:r>
              <a:rPr lang="en-GB" sz="1799">
                <a:solidFill>
                  <a:schemeClr val="bg1"/>
                </a:solidFill>
                <a:latin typeface="EYInterstate" panose="02000503020000020004" pitchFamily="2" charset="0"/>
              </a:rPr>
              <a:t>Intercompany</a:t>
            </a:r>
          </a:p>
        </p:txBody>
      </p:sp>
      <p:sp>
        <p:nvSpPr>
          <p:cNvPr id="23" name="Freeform 4">
            <a:extLst>
              <a:ext uri="{FF2B5EF4-FFF2-40B4-BE49-F238E27FC236}">
                <a16:creationId xmlns:a16="http://schemas.microsoft.com/office/drawing/2014/main" id="{EC0A009D-2702-AA74-A62F-0941C95D6309}"/>
              </a:ext>
            </a:extLst>
          </p:cNvPr>
          <p:cNvSpPr>
            <a:spLocks/>
          </p:cNvSpPr>
          <p:nvPr/>
        </p:nvSpPr>
        <p:spPr bwMode="auto">
          <a:xfrm>
            <a:off x="8893714" y="2507619"/>
            <a:ext cx="2596927" cy="2971856"/>
          </a:xfrm>
          <a:custGeom>
            <a:avLst/>
            <a:gdLst/>
            <a:ahLst/>
            <a:cxnLst>
              <a:cxn ang="0">
                <a:pos x="2294" y="0"/>
              </a:cxn>
              <a:cxn ang="0">
                <a:pos x="2294" y="1995"/>
              </a:cxn>
              <a:cxn ang="0">
                <a:pos x="0" y="1995"/>
              </a:cxn>
              <a:cxn ang="0">
                <a:pos x="0" y="0"/>
              </a:cxn>
              <a:cxn ang="0">
                <a:pos x="1150" y="104"/>
              </a:cxn>
              <a:cxn ang="0">
                <a:pos x="2294" y="0"/>
              </a:cxn>
            </a:cxnLst>
            <a:rect l="0" t="0" r="r" b="b"/>
            <a:pathLst>
              <a:path w="2295" h="1996">
                <a:moveTo>
                  <a:pt x="2294" y="0"/>
                </a:moveTo>
                <a:lnTo>
                  <a:pt x="2294" y="1995"/>
                </a:lnTo>
                <a:lnTo>
                  <a:pt x="0" y="1995"/>
                </a:lnTo>
                <a:lnTo>
                  <a:pt x="0" y="0"/>
                </a:lnTo>
                <a:lnTo>
                  <a:pt x="1150" y="104"/>
                </a:lnTo>
                <a:lnTo>
                  <a:pt x="2294" y="0"/>
                </a:lnTo>
              </a:path>
            </a:pathLst>
          </a:custGeom>
          <a:solidFill>
            <a:srgbClr val="C0C0C0"/>
          </a:solidFill>
          <a:ln w="6350" cap="rnd" cmpd="sng">
            <a:noFill/>
            <a:prstDash val="solid"/>
            <a:round/>
            <a:headEnd/>
            <a:tailEnd/>
          </a:ln>
          <a:effectLst>
            <a:outerShdw dist="53882" dir="2700000" algn="ctr" rotWithShape="0">
              <a:srgbClr val="FFE600"/>
            </a:outerShdw>
          </a:effectLst>
        </p:spPr>
        <p:txBody>
          <a:bodyPr/>
          <a:lstStyle/>
          <a:p>
            <a:pPr marL="0" marR="0" lvl="0" indent="0" defTabSz="913943" eaLnBrk="1" fontAlgn="auto" latinLnBrk="0" hangingPunct="1">
              <a:lnSpc>
                <a:spcPct val="100000"/>
              </a:lnSpc>
              <a:spcBef>
                <a:spcPts val="0"/>
              </a:spcBef>
              <a:spcAft>
                <a:spcPts val="0"/>
              </a:spcAft>
              <a:buClrTx/>
              <a:buSzTx/>
              <a:buFontTx/>
              <a:buNone/>
              <a:tabLst/>
              <a:defRPr/>
            </a:pPr>
            <a:endParaRPr kumimoji="0" lang="en-AU" sz="1099" b="0" i="0" u="none" strike="noStrike" kern="0" cap="none" spc="0" normalizeH="0" baseline="0" noProof="0">
              <a:ln>
                <a:noFill/>
              </a:ln>
              <a:solidFill>
                <a:srgbClr val="333333"/>
              </a:solidFill>
              <a:effectLst/>
              <a:uLnTx/>
              <a:uFillTx/>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AU" sz="1199" b="1" i="0" u="sng" strike="noStrike" kern="0" cap="none" spc="0" normalizeH="0" baseline="0" noProof="0">
                <a:ln>
                  <a:noFill/>
                </a:ln>
                <a:solidFill>
                  <a:srgbClr val="333333"/>
                </a:solidFill>
                <a:effectLst/>
                <a:uLnTx/>
                <a:uFillTx/>
              </a:rPr>
              <a:t>BlackLine extends it by:</a:t>
            </a:r>
          </a:p>
          <a:p>
            <a:pPr marL="0" marR="0" lvl="0" indent="0" defTabSz="913943" eaLnBrk="1" fontAlgn="auto" latinLnBrk="0" hangingPunct="1">
              <a:lnSpc>
                <a:spcPct val="100000"/>
              </a:lnSpc>
              <a:spcBef>
                <a:spcPts val="0"/>
              </a:spcBef>
              <a:spcAft>
                <a:spcPts val="0"/>
              </a:spcAft>
              <a:buClrTx/>
              <a:buSzTx/>
              <a:buFontTx/>
              <a:buNone/>
              <a:tabLst/>
              <a:defRPr/>
            </a:pPr>
            <a:endParaRPr kumimoji="0" lang="en-AU" sz="800" b="1" i="0" u="none" strike="noStrike" kern="0" cap="none" spc="0" normalizeH="0" baseline="0" noProof="0">
              <a:ln>
                <a:noFill/>
              </a:ln>
              <a:solidFill>
                <a:srgbClr val="333333"/>
              </a:solidFill>
              <a:effectLst/>
              <a:uLnTx/>
              <a:uFillTx/>
            </a:endParaRP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US" sz="1049" b="0" i="0" u="none" strike="noStrike" kern="0" cap="none" spc="0" normalizeH="0" baseline="0" noProof="0">
                <a:ln>
                  <a:noFill/>
                </a:ln>
                <a:solidFill>
                  <a:srgbClr val="333333"/>
                </a:solidFill>
                <a:effectLst/>
                <a:uLnTx/>
                <a:uFillTx/>
              </a:rPr>
              <a:t>Providing ability for </a:t>
            </a:r>
            <a:r>
              <a:rPr kumimoji="0" lang="en-US" sz="1049" b="1" i="0" u="none" strike="noStrike" kern="0" cap="none" spc="0" normalizeH="0" baseline="0" noProof="0">
                <a:ln>
                  <a:noFill/>
                </a:ln>
                <a:solidFill>
                  <a:srgbClr val="333333"/>
                </a:solidFill>
                <a:effectLst/>
                <a:uLnTx/>
                <a:uFillTx/>
                <a:latin typeface="EYInterstate" panose="02000503020000020004" pitchFamily="2" charset="0"/>
              </a:rPr>
              <a:t>end to-end automation </a:t>
            </a:r>
            <a:r>
              <a:rPr kumimoji="0" lang="en-US" sz="1049" b="0" i="0" u="none" strike="noStrike" kern="0" cap="none" spc="0" normalizeH="0" baseline="0" noProof="0">
                <a:ln>
                  <a:noFill/>
                </a:ln>
                <a:solidFill>
                  <a:srgbClr val="333333"/>
                </a:solidFill>
                <a:effectLst/>
                <a:uLnTx/>
                <a:uFillTx/>
              </a:rPr>
              <a:t>and </a:t>
            </a:r>
            <a:r>
              <a:rPr kumimoji="0" lang="en-US" sz="1049" b="1" i="0" u="none" strike="noStrike" kern="0" cap="none" spc="0" normalizeH="0" baseline="0" noProof="0">
                <a:ln>
                  <a:noFill/>
                </a:ln>
                <a:solidFill>
                  <a:srgbClr val="333333"/>
                </a:solidFill>
                <a:effectLst/>
                <a:uLnTx/>
                <a:uFillTx/>
                <a:latin typeface="EYInterstate" panose="02000503020000020004" pitchFamily="2" charset="0"/>
              </a:rPr>
              <a:t>visibility </a:t>
            </a:r>
            <a:r>
              <a:rPr kumimoji="0" lang="en-US" sz="1049" b="0" i="0" u="none" strike="noStrike" kern="0" cap="none" spc="0" normalizeH="0" baseline="0" noProof="0">
                <a:ln>
                  <a:noFill/>
                </a:ln>
                <a:solidFill>
                  <a:srgbClr val="333333"/>
                </a:solidFill>
                <a:effectLst/>
                <a:uLnTx/>
                <a:uFillTx/>
              </a:rPr>
              <a:t>of each transaction</a:t>
            </a: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US" sz="1049" b="0" i="0" u="none" strike="noStrike" kern="0" cap="none" spc="0" normalizeH="0" baseline="0" noProof="0">
                <a:ln>
                  <a:noFill/>
                </a:ln>
                <a:solidFill>
                  <a:srgbClr val="333333"/>
                </a:solidFill>
                <a:effectLst/>
                <a:uLnTx/>
                <a:uFillTx/>
              </a:rPr>
              <a:t>Integrating with AR</a:t>
            </a: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IN" sz="1049" b="1" i="0" u="none" strike="noStrike" kern="0" cap="none" spc="0" normalizeH="0" baseline="0" noProof="0">
                <a:ln>
                  <a:noFill/>
                </a:ln>
                <a:solidFill>
                  <a:srgbClr val="333333"/>
                </a:solidFill>
                <a:effectLst/>
                <a:uLnTx/>
                <a:uFillTx/>
                <a:latin typeface="EYInterstate" panose="02000503020000020004" pitchFamily="2" charset="0"/>
              </a:rPr>
              <a:t>Pro-active </a:t>
            </a:r>
            <a:r>
              <a:rPr kumimoji="0" lang="en-IN" sz="1049" b="0" i="0" u="none" strike="noStrike" kern="0" cap="none" spc="0" normalizeH="0" baseline="0" noProof="0">
                <a:ln>
                  <a:noFill/>
                </a:ln>
                <a:solidFill>
                  <a:srgbClr val="333333"/>
                </a:solidFill>
                <a:effectLst/>
                <a:uLnTx/>
                <a:uFillTx/>
              </a:rPr>
              <a:t>transaction management</a:t>
            </a: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IN" sz="1049" b="0" i="0" u="none" strike="noStrike" kern="0" cap="none" spc="0" normalizeH="0" baseline="0" noProof="0">
                <a:ln>
                  <a:noFill/>
                </a:ln>
                <a:solidFill>
                  <a:srgbClr val="333333"/>
                </a:solidFill>
                <a:effectLst/>
                <a:uLnTx/>
                <a:uFillTx/>
              </a:rPr>
              <a:t>Automated 2-sided journals</a:t>
            </a: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IN" sz="1049" b="1" i="0" u="none" strike="noStrike" kern="0" cap="none" spc="0" normalizeH="0" baseline="0" noProof="0">
                <a:ln>
                  <a:noFill/>
                </a:ln>
                <a:solidFill>
                  <a:srgbClr val="333333"/>
                </a:solidFill>
                <a:effectLst/>
                <a:uLnTx/>
                <a:uFillTx/>
                <a:latin typeface="EYInterstate" panose="02000503020000020004" pitchFamily="2" charset="0"/>
              </a:rPr>
              <a:t>Global netting &amp; settlement</a:t>
            </a:r>
            <a:endParaRPr kumimoji="0" lang="en-IN" sz="1049" b="0" i="0" u="none" strike="noStrike" kern="0" cap="none" spc="0" normalizeH="0" baseline="0" noProof="0">
              <a:ln>
                <a:noFill/>
              </a:ln>
              <a:solidFill>
                <a:srgbClr val="333333"/>
              </a:solidFill>
              <a:effectLst/>
              <a:uLnTx/>
              <a:uFillTx/>
            </a:endParaRPr>
          </a:p>
          <a:p>
            <a:pPr marL="171364" marR="0" lvl="0" indent="-171364" defTabSz="913943" eaLnBrk="1" fontAlgn="auto" latinLnBrk="0" hangingPunct="1">
              <a:lnSpc>
                <a:spcPct val="100000"/>
              </a:lnSpc>
              <a:spcBef>
                <a:spcPts val="0"/>
              </a:spcBef>
              <a:spcAft>
                <a:spcPts val="175"/>
              </a:spcAft>
              <a:buClr>
                <a:srgbClr val="646464"/>
              </a:buClr>
              <a:buSzPct val="75000"/>
              <a:buFont typeface="Arial" panose="020B0604020202020204" pitchFamily="34" charset="0"/>
              <a:buChar char="•"/>
              <a:tabLst/>
              <a:defRPr/>
            </a:pPr>
            <a:r>
              <a:rPr kumimoji="0" lang="en-IN" sz="1049" b="0" i="0" u="none" strike="noStrike" kern="0" cap="none" spc="0" normalizeH="0" baseline="0" noProof="0">
                <a:ln>
                  <a:noFill/>
                </a:ln>
                <a:solidFill>
                  <a:srgbClr val="333333"/>
                </a:solidFill>
                <a:effectLst/>
                <a:uLnTx/>
                <a:uFillTx/>
              </a:rPr>
              <a:t>Enabling </a:t>
            </a:r>
            <a:r>
              <a:rPr kumimoji="0" lang="en-IN" sz="1049" b="1" i="0" u="none" strike="noStrike" kern="0" cap="none" spc="0" normalizeH="0" baseline="0" noProof="0">
                <a:ln>
                  <a:noFill/>
                </a:ln>
                <a:solidFill>
                  <a:srgbClr val="333333"/>
                </a:solidFill>
                <a:effectLst/>
                <a:uLnTx/>
                <a:uFillTx/>
                <a:latin typeface="EYInterstate" panose="02000503020000020004" pitchFamily="2" charset="0"/>
              </a:rPr>
              <a:t>exception tracking</a:t>
            </a:r>
            <a:r>
              <a:rPr kumimoji="0" lang="en-IN" sz="1049" b="0" i="0" u="none" strike="noStrike" kern="0" cap="none" spc="0" normalizeH="0" baseline="0" noProof="0">
                <a:ln>
                  <a:noFill/>
                </a:ln>
                <a:solidFill>
                  <a:srgbClr val="333333"/>
                </a:solidFill>
                <a:effectLst/>
                <a:uLnTx/>
                <a:uFillTx/>
              </a:rPr>
              <a:t> and visibility into settlements</a:t>
            </a:r>
          </a:p>
        </p:txBody>
      </p:sp>
      <p:sp>
        <p:nvSpPr>
          <p:cNvPr id="24" name="AutoShape 9">
            <a:extLst>
              <a:ext uri="{FF2B5EF4-FFF2-40B4-BE49-F238E27FC236}">
                <a16:creationId xmlns:a16="http://schemas.microsoft.com/office/drawing/2014/main" id="{83B1ECEB-18FA-0BBB-CFCA-10E579FA8C00}"/>
              </a:ext>
            </a:extLst>
          </p:cNvPr>
          <p:cNvSpPr>
            <a:spLocks noChangeArrowheads="1"/>
          </p:cNvSpPr>
          <p:nvPr/>
        </p:nvSpPr>
        <p:spPr bwMode="auto">
          <a:xfrm rot="5400000" flipV="1">
            <a:off x="9849980" y="823571"/>
            <a:ext cx="710629" cy="2596927"/>
          </a:xfrm>
          <a:prstGeom prst="homePlate">
            <a:avLst>
              <a:gd name="adj" fmla="val 25000"/>
            </a:avLst>
          </a:prstGeom>
          <a:noFill/>
          <a:ln w="28575">
            <a:solidFill>
              <a:srgbClr val="FFE600"/>
            </a:solidFill>
            <a:miter lim="800000"/>
            <a:headEnd/>
            <a:tailEnd/>
          </a:ln>
          <a:effectLst/>
        </p:spPr>
        <p:txBody>
          <a:bodyPr vert="eaVert" wrap="none" lIns="45696" rIns="45696" anchor="ctr"/>
          <a:lstStyle/>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chemeClr val="bg1"/>
                </a:solidFill>
                <a:effectLst/>
                <a:uLnTx/>
                <a:uFillTx/>
              </a:rPr>
              <a:t>SAP automates posting of IC documents </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chemeClr val="bg1"/>
                </a:solidFill>
                <a:effectLst/>
                <a:uLnTx/>
                <a:uFillTx/>
              </a:rPr>
              <a:t>and provides transparency of IC balances </a:t>
            </a:r>
          </a:p>
          <a:p>
            <a:pPr marL="0" marR="0" lvl="0" indent="0" algn="ctr" defTabSz="685457" eaLnBrk="1" fontAlgn="auto" latinLnBrk="0" hangingPunct="1">
              <a:lnSpc>
                <a:spcPct val="100000"/>
              </a:lnSpc>
              <a:spcBef>
                <a:spcPts val="0"/>
              </a:spcBef>
              <a:spcAft>
                <a:spcPts val="131"/>
              </a:spcAft>
              <a:buClr>
                <a:srgbClr val="FFE600"/>
              </a:buClr>
              <a:buSzPct val="75000"/>
              <a:buFontTx/>
              <a:buNone/>
              <a:tabLst/>
              <a:defRPr/>
            </a:pPr>
            <a:r>
              <a:rPr kumimoji="0" lang="en-US" sz="999" b="0" i="0" u="none" strike="noStrike" kern="0" cap="none" spc="0" normalizeH="0" baseline="0" noProof="0">
                <a:ln>
                  <a:noFill/>
                </a:ln>
                <a:solidFill>
                  <a:schemeClr val="bg1"/>
                </a:solidFill>
                <a:effectLst/>
                <a:uLnTx/>
                <a:uFillTx/>
              </a:rPr>
              <a:t>leveraging Central Finance.</a:t>
            </a:r>
          </a:p>
        </p:txBody>
      </p:sp>
      <p:sp>
        <p:nvSpPr>
          <p:cNvPr id="25" name="Rectangle 24">
            <a:extLst>
              <a:ext uri="{FF2B5EF4-FFF2-40B4-BE49-F238E27FC236}">
                <a16:creationId xmlns:a16="http://schemas.microsoft.com/office/drawing/2014/main" id="{D7084739-B81F-AE1C-7167-A582C18B44FE}"/>
              </a:ext>
            </a:extLst>
          </p:cNvPr>
          <p:cNvSpPr/>
          <p:nvPr/>
        </p:nvSpPr>
        <p:spPr>
          <a:xfrm>
            <a:off x="609601" y="5545093"/>
            <a:ext cx="2596927" cy="762839"/>
          </a:xfrm>
          <a:prstGeom prst="rect">
            <a:avLst/>
          </a:prstGeom>
          <a:noFill/>
          <a:ln w="9525" cap="flat" cmpd="sng" algn="ctr">
            <a:solidFill>
              <a:srgbClr val="808080"/>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1399" b="1" i="0" u="none" strike="noStrike" kern="0" cap="none" spc="0" normalizeH="0" baseline="0" noProof="0">
                <a:ln>
                  <a:noFill/>
                </a:ln>
                <a:solidFill>
                  <a:srgbClr val="FFE600"/>
                </a:solidFill>
                <a:effectLst/>
                <a:uLnTx/>
                <a:uFillTx/>
                <a:latin typeface="EYInterstate" panose="02000503020000020004" pitchFamily="2" charset="0"/>
                <a:ea typeface="+mn-ea"/>
                <a:cs typeface="+mn-cs"/>
              </a:rPr>
              <a:t>Web Services</a:t>
            </a:r>
          </a:p>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FFFFFF"/>
              </a:solidFill>
              <a:effectLst/>
              <a:uLnTx/>
              <a:uFillTx/>
              <a:latin typeface="EYInterstate" panose="02000503020000020004" pitchFamily="2" charset="0"/>
              <a:ea typeface="+mn-ea"/>
              <a:cs typeface="+mn-cs"/>
            </a:endParaRPr>
          </a:p>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1"/>
                </a:solidFill>
                <a:effectLst/>
                <a:uLnTx/>
                <a:uFillTx/>
                <a:latin typeface="Arial"/>
                <a:ea typeface="+mn-ea"/>
                <a:cs typeface="+mn-cs"/>
              </a:rPr>
              <a:t>SAP purpose built API providing real-time validation and posting feedback</a:t>
            </a:r>
          </a:p>
        </p:txBody>
      </p:sp>
      <p:sp>
        <p:nvSpPr>
          <p:cNvPr id="26" name="Rectangle 25">
            <a:extLst>
              <a:ext uri="{FF2B5EF4-FFF2-40B4-BE49-F238E27FC236}">
                <a16:creationId xmlns:a16="http://schemas.microsoft.com/office/drawing/2014/main" id="{DE7847D3-2635-0F5B-53D3-F6A19244E7A8}"/>
              </a:ext>
            </a:extLst>
          </p:cNvPr>
          <p:cNvSpPr/>
          <p:nvPr/>
        </p:nvSpPr>
        <p:spPr>
          <a:xfrm>
            <a:off x="3355574" y="5545093"/>
            <a:ext cx="2596927" cy="762839"/>
          </a:xfrm>
          <a:prstGeom prst="rect">
            <a:avLst/>
          </a:prstGeom>
          <a:noFill/>
          <a:ln w="9525" cap="flat" cmpd="sng" algn="ctr">
            <a:solidFill>
              <a:srgbClr val="808080"/>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1399" b="0" i="0" u="none" strike="noStrike" kern="0" cap="none" spc="0" normalizeH="0" baseline="0" noProof="0">
                <a:ln>
                  <a:noFill/>
                </a:ln>
                <a:solidFill>
                  <a:srgbClr val="FFE600"/>
                </a:solidFill>
                <a:effectLst/>
                <a:uLnTx/>
                <a:uFillTx/>
                <a:latin typeface="EYInterstate" panose="02000503020000020004" pitchFamily="2" charset="0"/>
                <a:ea typeface="+mn-ea"/>
                <a:cs typeface="+mn-cs"/>
              </a:rPr>
              <a:t>SAP Connector</a:t>
            </a:r>
          </a:p>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a:ln>
                <a:noFill/>
              </a:ln>
              <a:solidFill>
                <a:srgbClr val="FFFFFF"/>
              </a:solidFill>
              <a:effectLst/>
              <a:uLnTx/>
              <a:uFillTx/>
              <a:latin typeface="EYInterstate" panose="02000503020000020004" pitchFamily="2" charset="0"/>
              <a:ea typeface="+mn-ea"/>
              <a:cs typeface="+mn-cs"/>
            </a:endParaRPr>
          </a:p>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1"/>
                </a:solidFill>
                <a:effectLst/>
                <a:uLnTx/>
                <a:uFillTx/>
                <a:latin typeface="Arial"/>
                <a:ea typeface="+mn-ea"/>
                <a:cs typeface="+mn-cs"/>
              </a:rPr>
              <a:t>Standard connector designed to enable seamless connection between SAP and BL for </a:t>
            </a:r>
            <a:r>
              <a:rPr kumimoji="0" lang="en-GB" sz="800" b="0" i="0" u="none" strike="noStrike" kern="0" cap="none" spc="0" normalizeH="0" baseline="0" noProof="0">
                <a:ln>
                  <a:noFill/>
                </a:ln>
                <a:solidFill>
                  <a:srgbClr val="FFFFFF"/>
                </a:solidFill>
                <a:effectLst/>
                <a:uLnTx/>
                <a:uFillTx/>
                <a:latin typeface="Arial"/>
                <a:ea typeface="+mn-ea"/>
                <a:cs typeface="+mn-cs"/>
              </a:rPr>
              <a:t>Balances, Currency Rates and Transactions</a:t>
            </a:r>
          </a:p>
        </p:txBody>
      </p:sp>
      <p:sp>
        <p:nvSpPr>
          <p:cNvPr id="27" name="Rectangle 26">
            <a:extLst>
              <a:ext uri="{FF2B5EF4-FFF2-40B4-BE49-F238E27FC236}">
                <a16:creationId xmlns:a16="http://schemas.microsoft.com/office/drawing/2014/main" id="{3E14769E-15F2-7632-38EA-1258E71D3657}"/>
              </a:ext>
            </a:extLst>
          </p:cNvPr>
          <p:cNvSpPr/>
          <p:nvPr/>
        </p:nvSpPr>
        <p:spPr>
          <a:xfrm>
            <a:off x="6125717" y="5545093"/>
            <a:ext cx="2596927" cy="762839"/>
          </a:xfrm>
          <a:prstGeom prst="rect">
            <a:avLst/>
          </a:prstGeom>
          <a:noFill/>
          <a:ln w="9525" cap="flat" cmpd="sng" algn="ctr">
            <a:solidFill>
              <a:srgbClr val="808080"/>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1399" b="0" i="0" u="none" strike="noStrike" kern="0" cap="none" spc="0" normalizeH="0" baseline="0" noProof="0">
                <a:ln>
                  <a:noFill/>
                </a:ln>
                <a:solidFill>
                  <a:srgbClr val="FFE600"/>
                </a:solidFill>
                <a:effectLst/>
                <a:uLnTx/>
                <a:uFillTx/>
                <a:latin typeface="EYInterstate" panose="02000503020000020004" pitchFamily="2" charset="0"/>
                <a:ea typeface="+mn-ea"/>
                <a:cs typeface="+mn-cs"/>
              </a:rPr>
              <a:t>OIM Clearing Extract</a:t>
            </a:r>
          </a:p>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chemeClr val="bg1"/>
              </a:solidFill>
              <a:effectLst/>
              <a:uLnTx/>
              <a:uFillTx/>
              <a:latin typeface="EYInterstate" panose="02000503020000020004" pitchFamily="2" charset="0"/>
              <a:ea typeface="+mn-ea"/>
              <a:cs typeface="+mn-cs"/>
            </a:endParaRPr>
          </a:p>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1"/>
                </a:solidFill>
                <a:effectLst/>
                <a:uLnTx/>
                <a:uFillTx/>
                <a:latin typeface="Arial"/>
                <a:ea typeface="+mn-ea"/>
                <a:cs typeface="+mn-cs"/>
              </a:rPr>
              <a:t>Standard connection to generate clearing documents in BlackLine and send to SAP</a:t>
            </a:r>
          </a:p>
        </p:txBody>
      </p:sp>
      <p:sp>
        <p:nvSpPr>
          <p:cNvPr id="28" name="Rectangle 27">
            <a:extLst>
              <a:ext uri="{FF2B5EF4-FFF2-40B4-BE49-F238E27FC236}">
                <a16:creationId xmlns:a16="http://schemas.microsoft.com/office/drawing/2014/main" id="{6D5C18CC-A2A6-1996-E0C3-F5780968B20F}"/>
              </a:ext>
            </a:extLst>
          </p:cNvPr>
          <p:cNvSpPr/>
          <p:nvPr/>
        </p:nvSpPr>
        <p:spPr>
          <a:xfrm>
            <a:off x="8893714" y="5545093"/>
            <a:ext cx="2596927" cy="762839"/>
          </a:xfrm>
          <a:prstGeom prst="rect">
            <a:avLst/>
          </a:prstGeom>
          <a:noFill/>
          <a:ln w="9525" cap="flat" cmpd="sng" algn="ctr">
            <a:solidFill>
              <a:srgbClr val="808080"/>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1199" b="1" i="0" u="none" strike="noStrike" kern="0" cap="none" spc="0" normalizeH="0" baseline="0" noProof="0">
                <a:ln>
                  <a:noFill/>
                </a:ln>
                <a:solidFill>
                  <a:srgbClr val="FFE600"/>
                </a:solidFill>
                <a:effectLst/>
                <a:uLnTx/>
                <a:uFillTx/>
                <a:latin typeface="EYInterstate" panose="02000503020000020004" pitchFamily="2" charset="0"/>
                <a:ea typeface="+mn-ea"/>
                <a:cs typeface="+mn-cs"/>
              </a:rPr>
              <a:t>Web Services &amp; SAP Connector </a:t>
            </a:r>
          </a:p>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solidFill>
                <a:schemeClr val="bg1"/>
              </a:solidFill>
              <a:effectLst/>
              <a:uLnTx/>
              <a:uFillTx/>
              <a:latin typeface="EYInterstate" panose="02000503020000020004" pitchFamily="2" charset="0"/>
              <a:ea typeface="+mn-ea"/>
              <a:cs typeface="+mn-cs"/>
            </a:endParaRPr>
          </a:p>
          <a:p>
            <a:pPr marL="0" marR="0" lvl="0" indent="0" algn="ctr" defTabSz="913943"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1"/>
                </a:solidFill>
                <a:effectLst/>
                <a:uLnTx/>
                <a:uFillTx/>
                <a:latin typeface="Arial"/>
                <a:ea typeface="+mn-ea"/>
                <a:cs typeface="+mn-cs"/>
              </a:rPr>
              <a:t>SAP Purpose built API and standard Connector to provide smooth communication between SAP &amp; BL</a:t>
            </a:r>
          </a:p>
        </p:txBody>
      </p:sp>
    </p:spTree>
    <p:extLst>
      <p:ext uri="{BB962C8B-B14F-4D97-AF65-F5344CB8AC3E}">
        <p14:creationId xmlns:p14="http://schemas.microsoft.com/office/powerpoint/2010/main" val="25536990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CF891-60BB-BFAC-34F8-8BBBFD639FEA}"/>
              </a:ext>
            </a:extLst>
          </p:cNvPr>
          <p:cNvSpPr>
            <a:spLocks noGrp="1"/>
          </p:cNvSpPr>
          <p:nvPr>
            <p:ph type="title"/>
          </p:nvPr>
        </p:nvSpPr>
        <p:spPr/>
        <p:txBody>
          <a:bodyPr/>
          <a:lstStyle/>
          <a:p>
            <a:r>
              <a:rPr lang="en-US" dirty="0"/>
              <a:t>What is Trintech?</a:t>
            </a:r>
            <a:endParaRPr lang="en-IN" dirty="0"/>
          </a:p>
        </p:txBody>
      </p:sp>
      <p:sp>
        <p:nvSpPr>
          <p:cNvPr id="5" name="Slide Number Placeholder 4">
            <a:extLst>
              <a:ext uri="{FF2B5EF4-FFF2-40B4-BE49-F238E27FC236}">
                <a16:creationId xmlns:a16="http://schemas.microsoft.com/office/drawing/2014/main" id="{554D29C9-7012-7DA9-CFA5-64FB249161C1}"/>
              </a:ext>
            </a:extLst>
          </p:cNvPr>
          <p:cNvSpPr>
            <a:spLocks noGrp="1"/>
          </p:cNvSpPr>
          <p:nvPr>
            <p:ph type="sldNum" sz="quarter" idx="12"/>
          </p:nvPr>
        </p:nvSpPr>
        <p:spPr/>
        <p:txBody>
          <a:bodyPr/>
          <a:lstStyle/>
          <a:p>
            <a:fld id="{94FCA0F3-9F3A-694B-99BB-0E592A797735}" type="slidenum">
              <a:rPr lang="en-US" smtClean="0"/>
              <a:t>52</a:t>
            </a:fld>
            <a:endParaRPr lang="en-US"/>
          </a:p>
        </p:txBody>
      </p:sp>
      <p:sp>
        <p:nvSpPr>
          <p:cNvPr id="6" name="Date Placeholder 5">
            <a:extLst>
              <a:ext uri="{FF2B5EF4-FFF2-40B4-BE49-F238E27FC236}">
                <a16:creationId xmlns:a16="http://schemas.microsoft.com/office/drawing/2014/main" id="{3FCB78C5-909E-4B11-22E1-6AA96933AA44}"/>
              </a:ext>
            </a:extLst>
          </p:cNvPr>
          <p:cNvSpPr>
            <a:spLocks noGrp="1"/>
          </p:cNvSpPr>
          <p:nvPr>
            <p:ph type="dt" sz="half" idx="10"/>
          </p:nvPr>
        </p:nvSpPr>
        <p:spPr/>
        <p:txBody>
          <a:bodyPr/>
          <a:lstStyle/>
          <a:p>
            <a:fld id="{42B55D7E-5545-4BE2-B315-1E9B1C528DAF}" type="datetime1">
              <a:rPr lang="en-US" smtClean="0"/>
              <a:t>11/28/2025</a:t>
            </a:fld>
            <a:endParaRPr lang="en-US"/>
          </a:p>
        </p:txBody>
      </p:sp>
      <p:sp>
        <p:nvSpPr>
          <p:cNvPr id="8" name="SmartArt Placeholder 7">
            <a:extLst>
              <a:ext uri="{FF2B5EF4-FFF2-40B4-BE49-F238E27FC236}">
                <a16:creationId xmlns:a16="http://schemas.microsoft.com/office/drawing/2014/main" id="{0946AE89-77D9-54F9-962F-5CBBDE84B62D}"/>
              </a:ext>
            </a:extLst>
          </p:cNvPr>
          <p:cNvSpPr>
            <a:spLocks noGrp="1"/>
          </p:cNvSpPr>
          <p:nvPr>
            <p:ph type="dgm" sz="quarter" idx="17"/>
          </p:nvPr>
        </p:nvSpPr>
        <p:spPr/>
        <p:txBody>
          <a:bodyPr/>
          <a:lstStyle/>
          <a:p>
            <a:endParaRPr lang="en-IN"/>
          </a:p>
        </p:txBody>
      </p:sp>
      <p:cxnSp>
        <p:nvCxnSpPr>
          <p:cNvPr id="9" name="Straight Arrow Connector 8">
            <a:extLst>
              <a:ext uri="{FF2B5EF4-FFF2-40B4-BE49-F238E27FC236}">
                <a16:creationId xmlns:a16="http://schemas.microsoft.com/office/drawing/2014/main" id="{F5D5C851-3ACE-0B92-075C-92588CD64E90}"/>
              </a:ext>
            </a:extLst>
          </p:cNvPr>
          <p:cNvCxnSpPr>
            <a:cxnSpLocks/>
          </p:cNvCxnSpPr>
          <p:nvPr/>
        </p:nvCxnSpPr>
        <p:spPr>
          <a:xfrm>
            <a:off x="3223697" y="4614253"/>
            <a:ext cx="521558" cy="0"/>
          </a:xfrm>
          <a:prstGeom prst="straightConnector1">
            <a:avLst/>
          </a:prstGeom>
          <a:noFill/>
          <a:ln w="38100" cap="rnd" cmpd="sng" algn="ctr">
            <a:solidFill>
              <a:srgbClr val="C981B2"/>
            </a:solidFill>
            <a:prstDash val="solid"/>
            <a:headEnd type="none" w="med" len="med"/>
            <a:tailEnd type="triangle" w="med" len="med"/>
          </a:ln>
          <a:effectLst/>
        </p:spPr>
      </p:cxnSp>
      <p:sp>
        <p:nvSpPr>
          <p:cNvPr id="10" name="Rectangle: Rounded Corners 9">
            <a:extLst>
              <a:ext uri="{FF2B5EF4-FFF2-40B4-BE49-F238E27FC236}">
                <a16:creationId xmlns:a16="http://schemas.microsoft.com/office/drawing/2014/main" id="{F8D2B109-629D-A516-1A71-5A2013B76A6A}"/>
              </a:ext>
            </a:extLst>
          </p:cNvPr>
          <p:cNvSpPr/>
          <p:nvPr/>
        </p:nvSpPr>
        <p:spPr>
          <a:xfrm>
            <a:off x="593416" y="3170735"/>
            <a:ext cx="2521483" cy="783277"/>
          </a:xfrm>
          <a:prstGeom prst="roundRect">
            <a:avLst>
              <a:gd name="adj" fmla="val 4274"/>
            </a:avLst>
          </a:prstGeom>
          <a:solidFill>
            <a:srgbClr val="750E5C"/>
          </a:solidFill>
          <a:ln w="9525" cap="flat" cmpd="sng" algn="ctr">
            <a:solidFill>
              <a:srgbClr val="91278F"/>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EYInterstate Light"/>
              <a:ea typeface="+mn-ea"/>
              <a:cs typeface="+mn-cs"/>
            </a:endParaRPr>
          </a:p>
        </p:txBody>
      </p:sp>
      <p:graphicFrame>
        <p:nvGraphicFramePr>
          <p:cNvPr id="11" name="Table 10">
            <a:extLst>
              <a:ext uri="{FF2B5EF4-FFF2-40B4-BE49-F238E27FC236}">
                <a16:creationId xmlns:a16="http://schemas.microsoft.com/office/drawing/2014/main" id="{EA6C0ECB-D96D-653A-C254-EB93DB285C93}"/>
              </a:ext>
            </a:extLst>
          </p:cNvPr>
          <p:cNvGraphicFramePr>
            <a:graphicFrameLocks noGrp="1"/>
          </p:cNvGraphicFramePr>
          <p:nvPr>
            <p:extLst>
              <p:ext uri="{D42A27DB-BD31-4B8C-83A1-F6EECF244321}">
                <p14:modId xmlns:p14="http://schemas.microsoft.com/office/powerpoint/2010/main" val="72307849"/>
              </p:ext>
            </p:extLst>
          </p:nvPr>
        </p:nvGraphicFramePr>
        <p:xfrm>
          <a:off x="602936" y="3570282"/>
          <a:ext cx="2507622" cy="2677537"/>
        </p:xfrm>
        <a:graphic>
          <a:graphicData uri="http://schemas.openxmlformats.org/drawingml/2006/table">
            <a:tbl>
              <a:tblPr firstRow="1" bandRow="1"/>
              <a:tblGrid>
                <a:gridCol w="2507622">
                  <a:extLst>
                    <a:ext uri="{9D8B030D-6E8A-4147-A177-3AD203B41FA5}">
                      <a16:colId xmlns:a16="http://schemas.microsoft.com/office/drawing/2014/main" val="20000"/>
                    </a:ext>
                  </a:extLst>
                </a:gridCol>
              </a:tblGrid>
              <a:tr h="523839">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l"/>
                      <a:r>
                        <a:rPr lang="en-US" sz="1100" b="0">
                          <a:solidFill>
                            <a:schemeClr val="tx1"/>
                          </a:solidFill>
                          <a:latin typeface="+mj-lt"/>
                        </a:rPr>
                        <a:t>ERP(s)</a:t>
                      </a: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3175" cap="flat" cmpd="sng" algn="ctr">
                      <a:solidFill>
                        <a:srgbClr val="C893C7"/>
                      </a:solidFill>
                      <a:prstDash val="solid"/>
                      <a:round/>
                      <a:headEnd type="none" w="med" len="med"/>
                      <a:tailEnd type="none" w="med" len="med"/>
                    </a:lnT>
                    <a:lnB w="12700" cap="flat" cmpd="sng" algn="ctr">
                      <a:solidFill>
                        <a:srgbClr val="C981B2"/>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0"/>
                  </a:ext>
                </a:extLst>
              </a:tr>
              <a:tr h="52823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Subledgers</a:t>
                      </a: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12700" cap="flat" cmpd="sng" algn="ctr">
                      <a:solidFill>
                        <a:srgbClr val="C981B2"/>
                      </a:solidFill>
                      <a:prstDash val="solid"/>
                      <a:round/>
                      <a:headEnd type="none" w="med" len="med"/>
                      <a:tailEnd type="none" w="med" len="med"/>
                    </a:lnT>
                    <a:lnB w="12700" cap="flat" cmpd="sng" algn="ctr">
                      <a:solidFill>
                        <a:srgbClr val="C981B2"/>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1"/>
                  </a:ext>
                </a:extLst>
              </a:tr>
              <a:tr h="56899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Finance and accounting</a:t>
                      </a:r>
                      <a:r>
                        <a:rPr lang="en-US" sz="1100" b="0" baseline="0">
                          <a:solidFill>
                            <a:schemeClr val="tx1"/>
                          </a:solidFill>
                          <a:latin typeface="+mj-lt"/>
                        </a:rPr>
                        <a:t> database</a:t>
                      </a:r>
                      <a:endParaRPr lang="en-US" sz="1100" b="0">
                        <a:solidFill>
                          <a:schemeClr val="tx1"/>
                        </a:solidFill>
                        <a:latin typeface="+mj-lt"/>
                      </a:endParaRP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12700" cap="flat" cmpd="sng" algn="ctr">
                      <a:solidFill>
                        <a:srgbClr val="C981B2"/>
                      </a:solidFill>
                      <a:prstDash val="solid"/>
                      <a:round/>
                      <a:headEnd type="none" w="med" len="med"/>
                      <a:tailEnd type="none" w="med" len="med"/>
                    </a:lnT>
                    <a:lnB w="12700" cap="flat" cmpd="sng" algn="ctr">
                      <a:solidFill>
                        <a:srgbClr val="C981B2"/>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52823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Banks</a:t>
                      </a: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12700" cap="flat" cmpd="sng" algn="ctr">
                      <a:solidFill>
                        <a:srgbClr val="C981B2"/>
                      </a:solidFill>
                      <a:prstDash val="solid"/>
                      <a:round/>
                      <a:headEnd type="none" w="med" len="med"/>
                      <a:tailEnd type="none" w="med" len="med"/>
                    </a:lnT>
                    <a:lnB w="12700" cap="flat" cmpd="sng" algn="ctr">
                      <a:solidFill>
                        <a:srgbClr val="C981B2"/>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3"/>
                  </a:ext>
                </a:extLst>
              </a:tr>
              <a:tr h="52823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100" b="0">
                          <a:solidFill>
                            <a:schemeClr val="tx1"/>
                          </a:solidFill>
                          <a:latin typeface="+mj-lt"/>
                        </a:rPr>
                        <a:t>Transaction</a:t>
                      </a:r>
                      <a:r>
                        <a:rPr lang="en-US" sz="1100" b="0" baseline="0">
                          <a:solidFill>
                            <a:schemeClr val="tx1"/>
                          </a:solidFill>
                          <a:latin typeface="+mj-lt"/>
                        </a:rPr>
                        <a:t> data</a:t>
                      </a:r>
                      <a:endParaRPr lang="en-US" sz="1100" b="0">
                        <a:solidFill>
                          <a:schemeClr val="tx1"/>
                        </a:solidFill>
                        <a:latin typeface="+mj-lt"/>
                      </a:endParaRPr>
                    </a:p>
                  </a:txBody>
                  <a:tcPr marL="143925" marR="143925" marT="45696" marB="45696" anchor="ctr">
                    <a:lnL w="3175" cap="flat" cmpd="sng" algn="ctr">
                      <a:solidFill>
                        <a:srgbClr val="C893C7"/>
                      </a:solidFill>
                      <a:prstDash val="solid"/>
                      <a:round/>
                      <a:headEnd type="none" w="med" len="med"/>
                      <a:tailEnd type="none" w="med" len="med"/>
                    </a:lnL>
                    <a:lnR w="3175" cap="flat" cmpd="sng" algn="ctr">
                      <a:solidFill>
                        <a:srgbClr val="C893C7"/>
                      </a:solidFill>
                      <a:prstDash val="solid"/>
                      <a:round/>
                      <a:headEnd type="none" w="med" len="med"/>
                      <a:tailEnd type="none" w="med" len="med"/>
                    </a:lnR>
                    <a:lnT w="12700" cap="flat" cmpd="sng" algn="ctr">
                      <a:solidFill>
                        <a:srgbClr val="C981B2"/>
                      </a:solidFill>
                      <a:prstDash val="solid"/>
                      <a:round/>
                      <a:headEnd type="none" w="med" len="med"/>
                      <a:tailEnd type="none" w="med" len="med"/>
                    </a:lnT>
                    <a:lnB w="3175" cap="flat" cmpd="sng" algn="ctr">
                      <a:solidFill>
                        <a:srgbClr val="C893C7"/>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8BC7C2D1-CB00-1ACB-D093-4F9E7E9E4478}"/>
              </a:ext>
            </a:extLst>
          </p:cNvPr>
          <p:cNvGraphicFramePr>
            <a:graphicFrameLocks noGrp="1"/>
          </p:cNvGraphicFramePr>
          <p:nvPr>
            <p:extLst>
              <p:ext uri="{D42A27DB-BD31-4B8C-83A1-F6EECF244321}">
                <p14:modId xmlns:p14="http://schemas.microsoft.com/office/powerpoint/2010/main" val="192527302"/>
              </p:ext>
            </p:extLst>
          </p:nvPr>
        </p:nvGraphicFramePr>
        <p:xfrm>
          <a:off x="9057399" y="3199421"/>
          <a:ext cx="2507622" cy="3034479"/>
        </p:xfrm>
        <a:graphic>
          <a:graphicData uri="http://schemas.openxmlformats.org/drawingml/2006/table">
            <a:tbl>
              <a:tblPr firstRow="1" bandRow="1"/>
              <a:tblGrid>
                <a:gridCol w="2507622">
                  <a:extLst>
                    <a:ext uri="{9D8B030D-6E8A-4147-A177-3AD203B41FA5}">
                      <a16:colId xmlns:a16="http://schemas.microsoft.com/office/drawing/2014/main" val="20000"/>
                    </a:ext>
                  </a:extLst>
                </a:gridCol>
              </a:tblGrid>
              <a:tr h="38240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algn="l" defTabSz="914400" rtl="0" eaLnBrk="1" latinLnBrk="0" hangingPunct="1"/>
                      <a:endParaRPr lang="en-US" sz="1000" b="0" kern="1200">
                        <a:solidFill>
                          <a:srgbClr val="646464"/>
                        </a:solidFill>
                        <a:latin typeface="EYInterstate" panose="02000503020000020004" pitchFamily="2" charset="0"/>
                        <a:ea typeface="+mn-ea"/>
                        <a:cs typeface="+mn-cs"/>
                      </a:endParaRPr>
                    </a:p>
                  </a:txBody>
                  <a:tcPr marL="91392" marR="91392"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0"/>
                  </a:ext>
                </a:extLst>
              </a:tr>
              <a:tr h="4582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defRPr/>
                      </a:pPr>
                      <a:r>
                        <a:rPr lang="en-US" sz="1100" b="0" kern="1200">
                          <a:solidFill>
                            <a:schemeClr val="tx1"/>
                          </a:solidFill>
                          <a:latin typeface="+mj-lt"/>
                          <a:ea typeface="+mn-ea"/>
                          <a:cs typeface="+mn-cs"/>
                        </a:rPr>
                        <a:t>Confident and faster financial close</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3175" cap="flat" cmpd="sng" algn="ctr">
                      <a:solidFill>
                        <a:srgbClr val="95CB89"/>
                      </a:solidFill>
                      <a:prstDash val="solid"/>
                      <a:round/>
                      <a:headEnd type="none" w="med" len="med"/>
                      <a:tailEnd type="none" w="med" len="med"/>
                    </a:lnT>
                    <a:lnB w="12700" cap="flat" cmpd="sng" algn="ctr">
                      <a:solidFill>
                        <a:srgbClr val="8CE8AD"/>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1"/>
                  </a:ext>
                </a:extLst>
              </a:tr>
              <a:tr h="4582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Maximum automation</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12700" cap="flat" cmpd="sng" algn="ctr">
                      <a:solidFill>
                        <a:srgbClr val="8CE8AD"/>
                      </a:solidFill>
                      <a:prstDash val="solid"/>
                      <a:round/>
                      <a:headEnd type="none" w="med" len="med"/>
                      <a:tailEnd type="none" w="med" len="med"/>
                    </a:lnT>
                    <a:lnB w="12700" cap="flat" cmpd="sng" algn="ctr">
                      <a:solidFill>
                        <a:srgbClr val="8CE8AD"/>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71461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Consistent and standardize processes</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12700" cap="flat" cmpd="sng" algn="ctr">
                      <a:solidFill>
                        <a:srgbClr val="8CE8AD"/>
                      </a:solidFill>
                      <a:prstDash val="solid"/>
                      <a:round/>
                      <a:headEnd type="none" w="med" len="med"/>
                      <a:tailEnd type="none" w="med" len="med"/>
                    </a:lnT>
                    <a:lnB w="12700" cap="flat" cmpd="sng" algn="ctr">
                      <a:solidFill>
                        <a:srgbClr val="8CE8AD"/>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3"/>
                  </a:ext>
                </a:extLst>
              </a:tr>
              <a:tr h="51043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en-US" sz="1100" b="0" kern="1200">
                          <a:solidFill>
                            <a:schemeClr val="tx1"/>
                          </a:solidFill>
                          <a:latin typeface="+mj-lt"/>
                          <a:ea typeface="+mn-ea"/>
                          <a:cs typeface="+mn-cs"/>
                        </a:rPr>
                        <a:t>Global visibility for all stakeholders</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12700" cap="flat" cmpd="sng" algn="ctr">
                      <a:solidFill>
                        <a:srgbClr val="8CE8AD"/>
                      </a:solidFill>
                      <a:prstDash val="solid"/>
                      <a:round/>
                      <a:headEnd type="none" w="med" len="med"/>
                      <a:tailEnd type="none" w="med" len="med"/>
                    </a:lnT>
                    <a:lnB w="12700" cap="flat" cmpd="sng" algn="ctr">
                      <a:solidFill>
                        <a:srgbClr val="8CE8AD"/>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4"/>
                  </a:ext>
                </a:extLst>
              </a:tr>
              <a:tr h="51043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defRPr/>
                      </a:pPr>
                      <a:r>
                        <a:rPr lang="en-US" sz="1100" b="0" kern="1200">
                          <a:solidFill>
                            <a:schemeClr val="tx1"/>
                          </a:solidFill>
                          <a:latin typeface="+mj-lt"/>
                          <a:ea typeface="+mn-ea"/>
                          <a:cs typeface="+mn-cs"/>
                        </a:rPr>
                        <a:t>Strong controls and effective audits</a:t>
                      </a:r>
                    </a:p>
                  </a:txBody>
                  <a:tcPr marL="143925" marR="143925" marT="45696" marB="45696" anchor="ctr">
                    <a:lnL w="3175" cap="flat" cmpd="sng" algn="ctr">
                      <a:solidFill>
                        <a:srgbClr val="95CB89"/>
                      </a:solidFill>
                      <a:prstDash val="solid"/>
                      <a:round/>
                      <a:headEnd type="none" w="med" len="med"/>
                      <a:tailEnd type="none" w="med" len="med"/>
                    </a:lnL>
                    <a:lnR w="3175" cap="flat" cmpd="sng" algn="ctr">
                      <a:solidFill>
                        <a:srgbClr val="95CB89"/>
                      </a:solidFill>
                      <a:prstDash val="solid"/>
                      <a:round/>
                      <a:headEnd type="none" w="med" len="med"/>
                      <a:tailEnd type="none" w="med" len="med"/>
                    </a:lnR>
                    <a:lnT w="12700" cap="flat" cmpd="sng" algn="ctr">
                      <a:solidFill>
                        <a:srgbClr val="8CE8AD"/>
                      </a:solidFill>
                      <a:prstDash val="solid"/>
                      <a:round/>
                      <a:headEnd type="none" w="med" len="med"/>
                      <a:tailEnd type="none" w="med" len="med"/>
                    </a:lnT>
                    <a:lnB w="3175" cap="flat" cmpd="sng" algn="ctr">
                      <a:solidFill>
                        <a:srgbClr val="95CB89"/>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5"/>
                  </a:ext>
                </a:extLst>
              </a:tr>
            </a:tbl>
          </a:graphicData>
        </a:graphic>
      </p:graphicFrame>
      <p:pic>
        <p:nvPicPr>
          <p:cNvPr id="13" name="Picture 12">
            <a:extLst>
              <a:ext uri="{FF2B5EF4-FFF2-40B4-BE49-F238E27FC236}">
                <a16:creationId xmlns:a16="http://schemas.microsoft.com/office/drawing/2014/main" id="{3FA82539-001E-1BCA-5E68-3622E2CFF913}"/>
              </a:ext>
            </a:extLst>
          </p:cNvPr>
          <p:cNvPicPr>
            <a:picLocks noChangeAspect="1"/>
          </p:cNvPicPr>
          <p:nvPr/>
        </p:nvPicPr>
        <p:blipFill>
          <a:blip r:embed="rId2" cstate="email">
            <a:alphaModFix amt="26000"/>
            <a:biLevel thresh="50000"/>
            <a:extLst>
              <a:ext uri="{28A0092B-C50C-407E-A947-70E740481C1C}">
                <a14:useLocalDpi xmlns:a14="http://schemas.microsoft.com/office/drawing/2010/main"/>
              </a:ext>
            </a:extLst>
          </a:blip>
          <a:stretch>
            <a:fillRect/>
          </a:stretch>
        </p:blipFill>
        <p:spPr>
          <a:xfrm>
            <a:off x="3363824" y="6205747"/>
            <a:ext cx="1019079" cy="593394"/>
          </a:xfrm>
          <a:prstGeom prst="rect">
            <a:avLst/>
          </a:prstGeom>
          <a:ln>
            <a:noFill/>
          </a:ln>
        </p:spPr>
      </p:pic>
      <p:cxnSp>
        <p:nvCxnSpPr>
          <p:cNvPr id="14" name="Straight Arrow Connector 13">
            <a:extLst>
              <a:ext uri="{FF2B5EF4-FFF2-40B4-BE49-F238E27FC236}">
                <a16:creationId xmlns:a16="http://schemas.microsoft.com/office/drawing/2014/main" id="{C56C2E4C-59D8-F9DE-F6EC-4E09A94F7FBB}"/>
              </a:ext>
            </a:extLst>
          </p:cNvPr>
          <p:cNvCxnSpPr>
            <a:cxnSpLocks/>
          </p:cNvCxnSpPr>
          <p:nvPr/>
        </p:nvCxnSpPr>
        <p:spPr>
          <a:xfrm>
            <a:off x="8552503" y="4601953"/>
            <a:ext cx="457628" cy="0"/>
          </a:xfrm>
          <a:prstGeom prst="straightConnector1">
            <a:avLst/>
          </a:prstGeom>
          <a:noFill/>
          <a:ln w="38100" cap="rnd" cmpd="sng" algn="ctr">
            <a:solidFill>
              <a:srgbClr val="8CE8AD"/>
            </a:solidFill>
            <a:prstDash val="solid"/>
            <a:headEnd type="none" w="med" len="med"/>
            <a:tailEnd type="triangle" w="med" len="med"/>
          </a:ln>
          <a:effectLst/>
        </p:spPr>
      </p:cxnSp>
      <p:pic>
        <p:nvPicPr>
          <p:cNvPr id="15" name="Picture 14">
            <a:extLst>
              <a:ext uri="{FF2B5EF4-FFF2-40B4-BE49-F238E27FC236}">
                <a16:creationId xmlns:a16="http://schemas.microsoft.com/office/drawing/2014/main" id="{EEA0AFEC-5D1B-DA78-D9C8-7EB5B49A3415}"/>
              </a:ext>
            </a:extLst>
          </p:cNvPr>
          <p:cNvPicPr>
            <a:picLocks noChangeAspect="1"/>
          </p:cNvPicPr>
          <p:nvPr/>
        </p:nvPicPr>
        <p:blipFill>
          <a:blip r:embed="rId2" cstate="email">
            <a:alphaModFix amt="26000"/>
            <a:biLevel thresh="50000"/>
            <a:extLst>
              <a:ext uri="{28A0092B-C50C-407E-A947-70E740481C1C}">
                <a14:useLocalDpi xmlns:a14="http://schemas.microsoft.com/office/drawing/2010/main"/>
              </a:ext>
            </a:extLst>
          </a:blip>
          <a:stretch>
            <a:fillRect/>
          </a:stretch>
        </p:blipFill>
        <p:spPr>
          <a:xfrm>
            <a:off x="7847282" y="6202115"/>
            <a:ext cx="1025317" cy="597026"/>
          </a:xfrm>
          <a:prstGeom prst="rect">
            <a:avLst/>
          </a:prstGeom>
          <a:ln>
            <a:noFill/>
          </a:ln>
        </p:spPr>
      </p:pic>
      <p:pic>
        <p:nvPicPr>
          <p:cNvPr id="16" name="Picture 15">
            <a:extLst>
              <a:ext uri="{FF2B5EF4-FFF2-40B4-BE49-F238E27FC236}">
                <a16:creationId xmlns:a16="http://schemas.microsoft.com/office/drawing/2014/main" id="{82AD942F-DFF7-EB4A-0F17-33E2E47E0534}"/>
              </a:ext>
            </a:extLst>
          </p:cNvPr>
          <p:cNvPicPr>
            <a:picLocks noChangeAspect="1"/>
          </p:cNvPicPr>
          <p:nvPr/>
        </p:nvPicPr>
        <p:blipFill>
          <a:blip r:embed="rId3" cstate="email">
            <a:alphaModFix amt="23000"/>
            <a:biLevel thresh="50000"/>
            <a:extLst>
              <a:ext uri="{28A0092B-C50C-407E-A947-70E740481C1C}">
                <a14:useLocalDpi xmlns:a14="http://schemas.microsoft.com/office/drawing/2010/main"/>
              </a:ext>
            </a:extLst>
          </a:blip>
          <a:stretch>
            <a:fillRect/>
          </a:stretch>
        </p:blipFill>
        <p:spPr>
          <a:xfrm>
            <a:off x="8129302" y="2670733"/>
            <a:ext cx="652017" cy="388592"/>
          </a:xfrm>
          <a:prstGeom prst="rect">
            <a:avLst/>
          </a:prstGeom>
          <a:ln>
            <a:noFill/>
          </a:ln>
        </p:spPr>
      </p:pic>
      <p:pic>
        <p:nvPicPr>
          <p:cNvPr id="17" name="Picture 16">
            <a:extLst>
              <a:ext uri="{FF2B5EF4-FFF2-40B4-BE49-F238E27FC236}">
                <a16:creationId xmlns:a16="http://schemas.microsoft.com/office/drawing/2014/main" id="{B2484CAF-1F0C-6C55-68DA-7602A87954A2}"/>
              </a:ext>
            </a:extLst>
          </p:cNvPr>
          <p:cNvPicPr>
            <a:picLocks noChangeAspect="1"/>
          </p:cNvPicPr>
          <p:nvPr/>
        </p:nvPicPr>
        <p:blipFill>
          <a:blip r:embed="rId3" cstate="email">
            <a:alphaModFix amt="23000"/>
            <a:biLevel thresh="50000"/>
            <a:extLst>
              <a:ext uri="{28A0092B-C50C-407E-A947-70E740481C1C}">
                <a14:useLocalDpi xmlns:a14="http://schemas.microsoft.com/office/drawing/2010/main"/>
              </a:ext>
            </a:extLst>
          </a:blip>
          <a:stretch>
            <a:fillRect/>
          </a:stretch>
        </p:blipFill>
        <p:spPr>
          <a:xfrm>
            <a:off x="3363824" y="2801148"/>
            <a:ext cx="585399" cy="348888"/>
          </a:xfrm>
          <a:prstGeom prst="rect">
            <a:avLst/>
          </a:prstGeom>
          <a:ln>
            <a:noFill/>
          </a:ln>
        </p:spPr>
      </p:pic>
      <p:sp>
        <p:nvSpPr>
          <p:cNvPr id="18" name="AutoShape 16">
            <a:extLst>
              <a:ext uri="{FF2B5EF4-FFF2-40B4-BE49-F238E27FC236}">
                <a16:creationId xmlns:a16="http://schemas.microsoft.com/office/drawing/2014/main" id="{E6461E8E-5C4C-6AE8-D5AF-C8935EF6BE10}"/>
              </a:ext>
            </a:extLst>
          </p:cNvPr>
          <p:cNvSpPr>
            <a:spLocks noChangeAspect="1" noChangeArrowheads="1" noTextEdit="1"/>
          </p:cNvSpPr>
          <p:nvPr/>
        </p:nvSpPr>
        <p:spPr bwMode="auto">
          <a:xfrm>
            <a:off x="4632956" y="3221778"/>
            <a:ext cx="2982548" cy="28527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9" name="Freeform 18">
            <a:extLst>
              <a:ext uri="{FF2B5EF4-FFF2-40B4-BE49-F238E27FC236}">
                <a16:creationId xmlns:a16="http://schemas.microsoft.com/office/drawing/2014/main" id="{2405284F-1177-5E63-20DB-195961FE62ED}"/>
              </a:ext>
            </a:extLst>
          </p:cNvPr>
          <p:cNvSpPr>
            <a:spLocks/>
          </p:cNvSpPr>
          <p:nvPr/>
        </p:nvSpPr>
        <p:spPr bwMode="auto">
          <a:xfrm>
            <a:off x="6269412" y="4506581"/>
            <a:ext cx="82059" cy="155087"/>
          </a:xfrm>
          <a:custGeom>
            <a:avLst/>
            <a:gdLst>
              <a:gd name="T0" fmla="*/ 108 w 119"/>
              <a:gd name="T1" fmla="*/ 250 h 250"/>
              <a:gd name="T2" fmla="*/ 108 w 119"/>
              <a:gd name="T3" fmla="*/ 250 h 250"/>
              <a:gd name="T4" fmla="*/ 96 w 119"/>
              <a:gd name="T5" fmla="*/ 238 h 250"/>
              <a:gd name="T6" fmla="*/ 95 w 119"/>
              <a:gd name="T7" fmla="*/ 211 h 250"/>
              <a:gd name="T8" fmla="*/ 89 w 119"/>
              <a:gd name="T9" fmla="*/ 171 h 250"/>
              <a:gd name="T10" fmla="*/ 73 w 119"/>
              <a:gd name="T11" fmla="*/ 120 h 250"/>
              <a:gd name="T12" fmla="*/ 41 w 119"/>
              <a:gd name="T13" fmla="*/ 63 h 250"/>
              <a:gd name="T14" fmla="*/ 5 w 119"/>
              <a:gd name="T15" fmla="*/ 20 h 250"/>
              <a:gd name="T16" fmla="*/ 5 w 119"/>
              <a:gd name="T17" fmla="*/ 4 h 250"/>
              <a:gd name="T18" fmla="*/ 21 w 119"/>
              <a:gd name="T19" fmla="*/ 4 h 250"/>
              <a:gd name="T20" fmla="*/ 60 w 119"/>
              <a:gd name="T21" fmla="*/ 50 h 250"/>
              <a:gd name="T22" fmla="*/ 94 w 119"/>
              <a:gd name="T23" fmla="*/ 111 h 250"/>
              <a:gd name="T24" fmla="*/ 111 w 119"/>
              <a:gd name="T25" fmla="*/ 166 h 250"/>
              <a:gd name="T26" fmla="*/ 118 w 119"/>
              <a:gd name="T27" fmla="*/ 209 h 250"/>
              <a:gd name="T28" fmla="*/ 119 w 119"/>
              <a:gd name="T29" fmla="*/ 238 h 250"/>
              <a:gd name="T30" fmla="*/ 108 w 119"/>
              <a:gd name="T31"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9" h="250">
                <a:moveTo>
                  <a:pt x="108" y="250"/>
                </a:moveTo>
                <a:lnTo>
                  <a:pt x="108" y="250"/>
                </a:lnTo>
                <a:cubicBezTo>
                  <a:pt x="102" y="250"/>
                  <a:pt x="96" y="245"/>
                  <a:pt x="96" y="238"/>
                </a:cubicBezTo>
                <a:cubicBezTo>
                  <a:pt x="96" y="229"/>
                  <a:pt x="96" y="220"/>
                  <a:pt x="95" y="211"/>
                </a:cubicBezTo>
                <a:cubicBezTo>
                  <a:pt x="94" y="197"/>
                  <a:pt x="92" y="184"/>
                  <a:pt x="89" y="171"/>
                </a:cubicBezTo>
                <a:cubicBezTo>
                  <a:pt x="85" y="153"/>
                  <a:pt x="80" y="136"/>
                  <a:pt x="73" y="120"/>
                </a:cubicBezTo>
                <a:cubicBezTo>
                  <a:pt x="64" y="100"/>
                  <a:pt x="54" y="81"/>
                  <a:pt x="41" y="63"/>
                </a:cubicBezTo>
                <a:cubicBezTo>
                  <a:pt x="30" y="48"/>
                  <a:pt x="18" y="33"/>
                  <a:pt x="5" y="20"/>
                </a:cubicBezTo>
                <a:cubicBezTo>
                  <a:pt x="0" y="16"/>
                  <a:pt x="0" y="9"/>
                  <a:pt x="5" y="4"/>
                </a:cubicBezTo>
                <a:cubicBezTo>
                  <a:pt x="9" y="0"/>
                  <a:pt x="16" y="0"/>
                  <a:pt x="21" y="4"/>
                </a:cubicBezTo>
                <a:cubicBezTo>
                  <a:pt x="35" y="18"/>
                  <a:pt x="48" y="33"/>
                  <a:pt x="60" y="50"/>
                </a:cubicBezTo>
                <a:cubicBezTo>
                  <a:pt x="73" y="69"/>
                  <a:pt x="84" y="89"/>
                  <a:pt x="94" y="111"/>
                </a:cubicBezTo>
                <a:cubicBezTo>
                  <a:pt x="101" y="129"/>
                  <a:pt x="107" y="147"/>
                  <a:pt x="111" y="166"/>
                </a:cubicBezTo>
                <a:cubicBezTo>
                  <a:pt x="114" y="180"/>
                  <a:pt x="117" y="194"/>
                  <a:pt x="118" y="209"/>
                </a:cubicBezTo>
                <a:cubicBezTo>
                  <a:pt x="119" y="218"/>
                  <a:pt x="119" y="228"/>
                  <a:pt x="119" y="238"/>
                </a:cubicBezTo>
                <a:cubicBezTo>
                  <a:pt x="119" y="245"/>
                  <a:pt x="114" y="250"/>
                  <a:pt x="108" y="250"/>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0" name="Freeform 19">
            <a:extLst>
              <a:ext uri="{FF2B5EF4-FFF2-40B4-BE49-F238E27FC236}">
                <a16:creationId xmlns:a16="http://schemas.microsoft.com/office/drawing/2014/main" id="{B0317FE7-1195-D55F-4402-8C8919BF5623}"/>
              </a:ext>
            </a:extLst>
          </p:cNvPr>
          <p:cNvSpPr>
            <a:spLocks/>
          </p:cNvSpPr>
          <p:nvPr/>
        </p:nvSpPr>
        <p:spPr bwMode="auto">
          <a:xfrm>
            <a:off x="6157369" y="4453936"/>
            <a:ext cx="77326" cy="32725"/>
          </a:xfrm>
          <a:custGeom>
            <a:avLst/>
            <a:gdLst>
              <a:gd name="T0" fmla="*/ 101 w 114"/>
              <a:gd name="T1" fmla="*/ 54 h 54"/>
              <a:gd name="T2" fmla="*/ 101 w 114"/>
              <a:gd name="T3" fmla="*/ 54 h 54"/>
              <a:gd name="T4" fmla="*/ 96 w 114"/>
              <a:gd name="T5" fmla="*/ 53 h 54"/>
              <a:gd name="T6" fmla="*/ 73 w 114"/>
              <a:gd name="T7" fmla="*/ 42 h 54"/>
              <a:gd name="T8" fmla="*/ 50 w 114"/>
              <a:gd name="T9" fmla="*/ 34 h 54"/>
              <a:gd name="T10" fmla="*/ 10 w 114"/>
              <a:gd name="T11" fmla="*/ 24 h 54"/>
              <a:gd name="T12" fmla="*/ 1 w 114"/>
              <a:gd name="T13" fmla="*/ 11 h 54"/>
              <a:gd name="T14" fmla="*/ 14 w 114"/>
              <a:gd name="T15" fmla="*/ 1 h 54"/>
              <a:gd name="T16" fmla="*/ 57 w 114"/>
              <a:gd name="T17" fmla="*/ 12 h 54"/>
              <a:gd name="T18" fmla="*/ 82 w 114"/>
              <a:gd name="T19" fmla="*/ 21 h 54"/>
              <a:gd name="T20" fmla="*/ 106 w 114"/>
              <a:gd name="T21" fmla="*/ 33 h 54"/>
              <a:gd name="T22" fmla="*/ 111 w 114"/>
              <a:gd name="T23" fmla="*/ 48 h 54"/>
              <a:gd name="T24" fmla="*/ 101 w 11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54">
                <a:moveTo>
                  <a:pt x="101" y="54"/>
                </a:moveTo>
                <a:lnTo>
                  <a:pt x="101" y="54"/>
                </a:lnTo>
                <a:cubicBezTo>
                  <a:pt x="99" y="54"/>
                  <a:pt x="98" y="54"/>
                  <a:pt x="96" y="53"/>
                </a:cubicBezTo>
                <a:cubicBezTo>
                  <a:pt x="89" y="49"/>
                  <a:pt x="81" y="45"/>
                  <a:pt x="73" y="42"/>
                </a:cubicBezTo>
                <a:cubicBezTo>
                  <a:pt x="66" y="39"/>
                  <a:pt x="58" y="36"/>
                  <a:pt x="50" y="34"/>
                </a:cubicBezTo>
                <a:cubicBezTo>
                  <a:pt x="37" y="30"/>
                  <a:pt x="24" y="26"/>
                  <a:pt x="10" y="24"/>
                </a:cubicBezTo>
                <a:cubicBezTo>
                  <a:pt x="4" y="23"/>
                  <a:pt x="0" y="17"/>
                  <a:pt x="1" y="11"/>
                </a:cubicBezTo>
                <a:cubicBezTo>
                  <a:pt x="2" y="4"/>
                  <a:pt x="8" y="0"/>
                  <a:pt x="14" y="1"/>
                </a:cubicBezTo>
                <a:cubicBezTo>
                  <a:pt x="29" y="4"/>
                  <a:pt x="43" y="8"/>
                  <a:pt x="57" y="12"/>
                </a:cubicBezTo>
                <a:cubicBezTo>
                  <a:pt x="66" y="15"/>
                  <a:pt x="74" y="18"/>
                  <a:pt x="82" y="21"/>
                </a:cubicBezTo>
                <a:cubicBezTo>
                  <a:pt x="90" y="25"/>
                  <a:pt x="98" y="29"/>
                  <a:pt x="106" y="33"/>
                </a:cubicBezTo>
                <a:cubicBezTo>
                  <a:pt x="112" y="35"/>
                  <a:pt x="114" y="42"/>
                  <a:pt x="111" y="48"/>
                </a:cubicBezTo>
                <a:cubicBezTo>
                  <a:pt x="109" y="52"/>
                  <a:pt x="105" y="54"/>
                  <a:pt x="101" y="5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1" name="Freeform 20">
            <a:extLst>
              <a:ext uri="{FF2B5EF4-FFF2-40B4-BE49-F238E27FC236}">
                <a16:creationId xmlns:a16="http://schemas.microsoft.com/office/drawing/2014/main" id="{65613478-DB9B-8DE3-DB2E-8B5DCA0EB103}"/>
              </a:ext>
            </a:extLst>
          </p:cNvPr>
          <p:cNvSpPr>
            <a:spLocks/>
          </p:cNvSpPr>
          <p:nvPr/>
        </p:nvSpPr>
        <p:spPr bwMode="auto">
          <a:xfrm>
            <a:off x="5903301" y="4506581"/>
            <a:ext cx="80481" cy="126631"/>
          </a:xfrm>
          <a:custGeom>
            <a:avLst/>
            <a:gdLst>
              <a:gd name="T0" fmla="*/ 12 w 117"/>
              <a:gd name="T1" fmla="*/ 205 h 205"/>
              <a:gd name="T2" fmla="*/ 12 w 117"/>
              <a:gd name="T3" fmla="*/ 205 h 205"/>
              <a:gd name="T4" fmla="*/ 10 w 117"/>
              <a:gd name="T5" fmla="*/ 205 h 205"/>
              <a:gd name="T6" fmla="*/ 1 w 117"/>
              <a:gd name="T7" fmla="*/ 192 h 205"/>
              <a:gd name="T8" fmla="*/ 9 w 117"/>
              <a:gd name="T9" fmla="*/ 154 h 205"/>
              <a:gd name="T10" fmla="*/ 34 w 117"/>
              <a:gd name="T11" fmla="*/ 88 h 205"/>
              <a:gd name="T12" fmla="*/ 55 w 117"/>
              <a:gd name="T13" fmla="*/ 53 h 205"/>
              <a:gd name="T14" fmla="*/ 96 w 117"/>
              <a:gd name="T15" fmla="*/ 4 h 205"/>
              <a:gd name="T16" fmla="*/ 113 w 117"/>
              <a:gd name="T17" fmla="*/ 4 h 205"/>
              <a:gd name="T18" fmla="*/ 112 w 117"/>
              <a:gd name="T19" fmla="*/ 20 h 205"/>
              <a:gd name="T20" fmla="*/ 74 w 117"/>
              <a:gd name="T21" fmla="*/ 66 h 205"/>
              <a:gd name="T22" fmla="*/ 54 w 117"/>
              <a:gd name="T23" fmla="*/ 98 h 205"/>
              <a:gd name="T24" fmla="*/ 30 w 117"/>
              <a:gd name="T25" fmla="*/ 159 h 205"/>
              <a:gd name="T26" fmla="*/ 23 w 117"/>
              <a:gd name="T27" fmla="*/ 195 h 205"/>
              <a:gd name="T28" fmla="*/ 12 w 117"/>
              <a:gd name="T29"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 h="205">
                <a:moveTo>
                  <a:pt x="12" y="205"/>
                </a:moveTo>
                <a:lnTo>
                  <a:pt x="12" y="205"/>
                </a:lnTo>
                <a:cubicBezTo>
                  <a:pt x="11" y="205"/>
                  <a:pt x="11" y="205"/>
                  <a:pt x="10" y="205"/>
                </a:cubicBezTo>
                <a:cubicBezTo>
                  <a:pt x="4" y="204"/>
                  <a:pt x="0" y="198"/>
                  <a:pt x="1" y="192"/>
                </a:cubicBezTo>
                <a:cubicBezTo>
                  <a:pt x="3" y="179"/>
                  <a:pt x="5" y="166"/>
                  <a:pt x="9" y="154"/>
                </a:cubicBezTo>
                <a:cubicBezTo>
                  <a:pt x="15" y="131"/>
                  <a:pt x="23" y="109"/>
                  <a:pt x="34" y="88"/>
                </a:cubicBezTo>
                <a:cubicBezTo>
                  <a:pt x="40" y="76"/>
                  <a:pt x="47" y="64"/>
                  <a:pt x="55" y="53"/>
                </a:cubicBezTo>
                <a:cubicBezTo>
                  <a:pt x="67" y="36"/>
                  <a:pt x="81" y="19"/>
                  <a:pt x="96" y="4"/>
                </a:cubicBezTo>
                <a:cubicBezTo>
                  <a:pt x="101" y="0"/>
                  <a:pt x="108" y="0"/>
                  <a:pt x="113" y="4"/>
                </a:cubicBezTo>
                <a:cubicBezTo>
                  <a:pt x="117" y="9"/>
                  <a:pt x="117" y="16"/>
                  <a:pt x="112" y="20"/>
                </a:cubicBezTo>
                <a:cubicBezTo>
                  <a:pt x="98" y="34"/>
                  <a:pt x="85" y="50"/>
                  <a:pt x="74" y="66"/>
                </a:cubicBezTo>
                <a:cubicBezTo>
                  <a:pt x="67" y="76"/>
                  <a:pt x="60" y="87"/>
                  <a:pt x="54" y="98"/>
                </a:cubicBezTo>
                <a:cubicBezTo>
                  <a:pt x="44" y="118"/>
                  <a:pt x="36" y="138"/>
                  <a:pt x="30" y="159"/>
                </a:cubicBezTo>
                <a:cubicBezTo>
                  <a:pt x="27" y="171"/>
                  <a:pt x="25" y="183"/>
                  <a:pt x="23" y="195"/>
                </a:cubicBezTo>
                <a:cubicBezTo>
                  <a:pt x="22" y="201"/>
                  <a:pt x="17" y="205"/>
                  <a:pt x="12" y="20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2" name="Freeform 21">
            <a:extLst>
              <a:ext uri="{FF2B5EF4-FFF2-40B4-BE49-F238E27FC236}">
                <a16:creationId xmlns:a16="http://schemas.microsoft.com/office/drawing/2014/main" id="{34A11B20-C05C-6A2C-8694-B65D93ECCFCC}"/>
              </a:ext>
            </a:extLst>
          </p:cNvPr>
          <p:cNvSpPr>
            <a:spLocks/>
          </p:cNvSpPr>
          <p:nvPr/>
        </p:nvSpPr>
        <p:spPr bwMode="auto">
          <a:xfrm>
            <a:off x="5911191" y="4707197"/>
            <a:ext cx="44186" cy="64027"/>
          </a:xfrm>
          <a:custGeom>
            <a:avLst/>
            <a:gdLst>
              <a:gd name="T0" fmla="*/ 51 w 64"/>
              <a:gd name="T1" fmla="*/ 102 h 102"/>
              <a:gd name="T2" fmla="*/ 51 w 64"/>
              <a:gd name="T3" fmla="*/ 102 h 102"/>
              <a:gd name="T4" fmla="*/ 41 w 64"/>
              <a:gd name="T5" fmla="*/ 97 h 102"/>
              <a:gd name="T6" fmla="*/ 18 w 64"/>
              <a:gd name="T7" fmla="*/ 56 h 102"/>
              <a:gd name="T8" fmla="*/ 2 w 64"/>
              <a:gd name="T9" fmla="*/ 17 h 102"/>
              <a:gd name="T10" fmla="*/ 9 w 64"/>
              <a:gd name="T11" fmla="*/ 2 h 102"/>
              <a:gd name="T12" fmla="*/ 23 w 64"/>
              <a:gd name="T13" fmla="*/ 10 h 102"/>
              <a:gd name="T14" fmla="*/ 38 w 64"/>
              <a:gd name="T15" fmla="*/ 46 h 102"/>
              <a:gd name="T16" fmla="*/ 60 w 64"/>
              <a:gd name="T17" fmla="*/ 84 h 102"/>
              <a:gd name="T18" fmla="*/ 57 w 64"/>
              <a:gd name="T19" fmla="*/ 100 h 102"/>
              <a:gd name="T20" fmla="*/ 51 w 64"/>
              <a:gd name="T21"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2">
                <a:moveTo>
                  <a:pt x="51" y="102"/>
                </a:moveTo>
                <a:lnTo>
                  <a:pt x="51" y="102"/>
                </a:lnTo>
                <a:cubicBezTo>
                  <a:pt x="47" y="102"/>
                  <a:pt x="43" y="100"/>
                  <a:pt x="41" y="97"/>
                </a:cubicBezTo>
                <a:cubicBezTo>
                  <a:pt x="32" y="84"/>
                  <a:pt x="24" y="70"/>
                  <a:pt x="18" y="56"/>
                </a:cubicBezTo>
                <a:cubicBezTo>
                  <a:pt x="12" y="43"/>
                  <a:pt x="6" y="30"/>
                  <a:pt x="2" y="17"/>
                </a:cubicBezTo>
                <a:cubicBezTo>
                  <a:pt x="0" y="11"/>
                  <a:pt x="3" y="4"/>
                  <a:pt x="9" y="2"/>
                </a:cubicBezTo>
                <a:cubicBezTo>
                  <a:pt x="15" y="0"/>
                  <a:pt x="21" y="4"/>
                  <a:pt x="23" y="10"/>
                </a:cubicBezTo>
                <a:cubicBezTo>
                  <a:pt x="28" y="22"/>
                  <a:pt x="32" y="34"/>
                  <a:pt x="38" y="46"/>
                </a:cubicBezTo>
                <a:cubicBezTo>
                  <a:pt x="44" y="59"/>
                  <a:pt x="52" y="72"/>
                  <a:pt x="60" y="84"/>
                </a:cubicBezTo>
                <a:cubicBezTo>
                  <a:pt x="64" y="89"/>
                  <a:pt x="62" y="96"/>
                  <a:pt x="57" y="100"/>
                </a:cubicBezTo>
                <a:cubicBezTo>
                  <a:pt x="55" y="101"/>
                  <a:pt x="53" y="102"/>
                  <a:pt x="51" y="10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3" name="Freeform 22">
            <a:extLst>
              <a:ext uri="{FF2B5EF4-FFF2-40B4-BE49-F238E27FC236}">
                <a16:creationId xmlns:a16="http://schemas.microsoft.com/office/drawing/2014/main" id="{9760D312-9630-A564-A867-8F4D8A3EC3D6}"/>
              </a:ext>
            </a:extLst>
          </p:cNvPr>
          <p:cNvSpPr>
            <a:spLocks/>
          </p:cNvSpPr>
          <p:nvPr/>
        </p:nvSpPr>
        <p:spPr bwMode="auto">
          <a:xfrm>
            <a:off x="5972735" y="4792566"/>
            <a:ext cx="93106" cy="54067"/>
          </a:xfrm>
          <a:custGeom>
            <a:avLst/>
            <a:gdLst>
              <a:gd name="T0" fmla="*/ 122 w 135"/>
              <a:gd name="T1" fmla="*/ 89 h 89"/>
              <a:gd name="T2" fmla="*/ 122 w 135"/>
              <a:gd name="T3" fmla="*/ 89 h 89"/>
              <a:gd name="T4" fmla="*/ 119 w 135"/>
              <a:gd name="T5" fmla="*/ 88 h 89"/>
              <a:gd name="T6" fmla="*/ 82 w 135"/>
              <a:gd name="T7" fmla="*/ 73 h 89"/>
              <a:gd name="T8" fmla="*/ 41 w 135"/>
              <a:gd name="T9" fmla="*/ 49 h 89"/>
              <a:gd name="T10" fmla="*/ 5 w 135"/>
              <a:gd name="T11" fmla="*/ 21 h 89"/>
              <a:gd name="T12" fmla="*/ 4 w 135"/>
              <a:gd name="T13" fmla="*/ 5 h 89"/>
              <a:gd name="T14" fmla="*/ 20 w 135"/>
              <a:gd name="T15" fmla="*/ 4 h 89"/>
              <a:gd name="T16" fmla="*/ 54 w 135"/>
              <a:gd name="T17" fmla="*/ 30 h 89"/>
              <a:gd name="T18" fmla="*/ 92 w 135"/>
              <a:gd name="T19" fmla="*/ 53 h 89"/>
              <a:gd name="T20" fmla="*/ 126 w 135"/>
              <a:gd name="T21" fmla="*/ 66 h 89"/>
              <a:gd name="T22" fmla="*/ 133 w 135"/>
              <a:gd name="T23" fmla="*/ 81 h 89"/>
              <a:gd name="T24" fmla="*/ 122 w 135"/>
              <a:gd name="T25"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89">
                <a:moveTo>
                  <a:pt x="122" y="89"/>
                </a:moveTo>
                <a:lnTo>
                  <a:pt x="122" y="89"/>
                </a:lnTo>
                <a:cubicBezTo>
                  <a:pt x="121" y="89"/>
                  <a:pt x="120" y="88"/>
                  <a:pt x="119" y="88"/>
                </a:cubicBezTo>
                <a:cubicBezTo>
                  <a:pt x="106" y="84"/>
                  <a:pt x="94" y="79"/>
                  <a:pt x="82" y="73"/>
                </a:cubicBezTo>
                <a:cubicBezTo>
                  <a:pt x="68" y="66"/>
                  <a:pt x="54" y="58"/>
                  <a:pt x="41" y="49"/>
                </a:cubicBezTo>
                <a:cubicBezTo>
                  <a:pt x="28" y="41"/>
                  <a:pt x="16" y="31"/>
                  <a:pt x="5" y="21"/>
                </a:cubicBezTo>
                <a:cubicBezTo>
                  <a:pt x="0" y="17"/>
                  <a:pt x="0" y="10"/>
                  <a:pt x="4" y="5"/>
                </a:cubicBezTo>
                <a:cubicBezTo>
                  <a:pt x="8" y="1"/>
                  <a:pt x="16" y="0"/>
                  <a:pt x="20" y="4"/>
                </a:cubicBezTo>
                <a:cubicBezTo>
                  <a:pt x="31" y="14"/>
                  <a:pt x="42" y="23"/>
                  <a:pt x="54" y="30"/>
                </a:cubicBezTo>
                <a:cubicBezTo>
                  <a:pt x="66" y="39"/>
                  <a:pt x="79" y="46"/>
                  <a:pt x="92" y="53"/>
                </a:cubicBezTo>
                <a:cubicBezTo>
                  <a:pt x="103" y="58"/>
                  <a:pt x="115" y="63"/>
                  <a:pt x="126" y="66"/>
                </a:cubicBezTo>
                <a:cubicBezTo>
                  <a:pt x="132" y="68"/>
                  <a:pt x="135" y="75"/>
                  <a:pt x="133" y="81"/>
                </a:cubicBezTo>
                <a:cubicBezTo>
                  <a:pt x="131" y="86"/>
                  <a:pt x="127" y="89"/>
                  <a:pt x="122" y="89"/>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4" name="Freeform 23">
            <a:extLst>
              <a:ext uri="{FF2B5EF4-FFF2-40B4-BE49-F238E27FC236}">
                <a16:creationId xmlns:a16="http://schemas.microsoft.com/office/drawing/2014/main" id="{EFFF462D-23E6-9DAA-1014-0EB816059D27}"/>
              </a:ext>
            </a:extLst>
          </p:cNvPr>
          <p:cNvSpPr>
            <a:spLocks/>
          </p:cNvSpPr>
          <p:nvPr/>
        </p:nvSpPr>
        <p:spPr bwMode="auto">
          <a:xfrm>
            <a:off x="6233117" y="4778339"/>
            <a:ext cx="61545" cy="48376"/>
          </a:xfrm>
          <a:custGeom>
            <a:avLst/>
            <a:gdLst>
              <a:gd name="T0" fmla="*/ 13 w 91"/>
              <a:gd name="T1" fmla="*/ 78 h 78"/>
              <a:gd name="T2" fmla="*/ 13 w 91"/>
              <a:gd name="T3" fmla="*/ 78 h 78"/>
              <a:gd name="T4" fmla="*/ 3 w 91"/>
              <a:gd name="T5" fmla="*/ 73 h 78"/>
              <a:gd name="T6" fmla="*/ 7 w 91"/>
              <a:gd name="T7" fmla="*/ 57 h 78"/>
              <a:gd name="T8" fmla="*/ 46 w 91"/>
              <a:gd name="T9" fmla="*/ 29 h 78"/>
              <a:gd name="T10" fmla="*/ 70 w 91"/>
              <a:gd name="T11" fmla="*/ 4 h 78"/>
              <a:gd name="T12" fmla="*/ 86 w 91"/>
              <a:gd name="T13" fmla="*/ 4 h 78"/>
              <a:gd name="T14" fmla="*/ 87 w 91"/>
              <a:gd name="T15" fmla="*/ 20 h 78"/>
              <a:gd name="T16" fmla="*/ 61 w 91"/>
              <a:gd name="T17" fmla="*/ 46 h 78"/>
              <a:gd name="T18" fmla="*/ 19 w 91"/>
              <a:gd name="T19" fmla="*/ 77 h 78"/>
              <a:gd name="T20" fmla="*/ 13 w 91"/>
              <a:gd name="T21"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8">
                <a:moveTo>
                  <a:pt x="13" y="78"/>
                </a:moveTo>
                <a:lnTo>
                  <a:pt x="13" y="78"/>
                </a:lnTo>
                <a:cubicBezTo>
                  <a:pt x="9" y="78"/>
                  <a:pt x="5" y="77"/>
                  <a:pt x="3" y="73"/>
                </a:cubicBezTo>
                <a:cubicBezTo>
                  <a:pt x="0" y="68"/>
                  <a:pt x="1" y="61"/>
                  <a:pt x="7" y="57"/>
                </a:cubicBezTo>
                <a:cubicBezTo>
                  <a:pt x="20" y="49"/>
                  <a:pt x="33" y="39"/>
                  <a:pt x="46" y="29"/>
                </a:cubicBezTo>
                <a:cubicBezTo>
                  <a:pt x="54" y="21"/>
                  <a:pt x="63" y="13"/>
                  <a:pt x="70" y="4"/>
                </a:cubicBezTo>
                <a:cubicBezTo>
                  <a:pt x="75" y="0"/>
                  <a:pt x="82" y="0"/>
                  <a:pt x="86" y="4"/>
                </a:cubicBezTo>
                <a:cubicBezTo>
                  <a:pt x="91" y="8"/>
                  <a:pt x="91" y="15"/>
                  <a:pt x="87" y="20"/>
                </a:cubicBezTo>
                <a:cubicBezTo>
                  <a:pt x="79" y="29"/>
                  <a:pt x="70" y="38"/>
                  <a:pt x="61" y="46"/>
                </a:cubicBezTo>
                <a:cubicBezTo>
                  <a:pt x="47" y="57"/>
                  <a:pt x="33" y="68"/>
                  <a:pt x="19" y="77"/>
                </a:cubicBezTo>
                <a:cubicBezTo>
                  <a:pt x="17" y="78"/>
                  <a:pt x="15" y="78"/>
                  <a:pt x="13" y="7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5" name="Freeform 24">
            <a:extLst>
              <a:ext uri="{FF2B5EF4-FFF2-40B4-BE49-F238E27FC236}">
                <a16:creationId xmlns:a16="http://schemas.microsoft.com/office/drawing/2014/main" id="{C3D5E24E-02DE-08C2-159A-80012CC84C7B}"/>
              </a:ext>
            </a:extLst>
          </p:cNvPr>
          <p:cNvSpPr>
            <a:spLocks/>
          </p:cNvSpPr>
          <p:nvPr/>
        </p:nvSpPr>
        <p:spPr bwMode="auto">
          <a:xfrm>
            <a:off x="6315176" y="4691547"/>
            <a:ext cx="31562" cy="51221"/>
          </a:xfrm>
          <a:custGeom>
            <a:avLst/>
            <a:gdLst>
              <a:gd name="T0" fmla="*/ 13 w 46"/>
              <a:gd name="T1" fmla="*/ 82 h 82"/>
              <a:gd name="T2" fmla="*/ 13 w 46"/>
              <a:gd name="T3" fmla="*/ 82 h 82"/>
              <a:gd name="T4" fmla="*/ 8 w 46"/>
              <a:gd name="T5" fmla="*/ 81 h 82"/>
              <a:gd name="T6" fmla="*/ 3 w 46"/>
              <a:gd name="T7" fmla="*/ 66 h 82"/>
              <a:gd name="T8" fmla="*/ 22 w 46"/>
              <a:gd name="T9" fmla="*/ 9 h 82"/>
              <a:gd name="T10" fmla="*/ 36 w 46"/>
              <a:gd name="T11" fmla="*/ 1 h 82"/>
              <a:gd name="T12" fmla="*/ 44 w 46"/>
              <a:gd name="T13" fmla="*/ 15 h 82"/>
              <a:gd name="T14" fmla="*/ 23 w 46"/>
              <a:gd name="T15" fmla="*/ 76 h 82"/>
              <a:gd name="T16" fmla="*/ 13 w 46"/>
              <a:gd name="T17"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82">
                <a:moveTo>
                  <a:pt x="13" y="82"/>
                </a:moveTo>
                <a:lnTo>
                  <a:pt x="13" y="82"/>
                </a:lnTo>
                <a:cubicBezTo>
                  <a:pt x="12" y="82"/>
                  <a:pt x="10" y="82"/>
                  <a:pt x="8" y="81"/>
                </a:cubicBezTo>
                <a:cubicBezTo>
                  <a:pt x="3" y="79"/>
                  <a:pt x="0" y="72"/>
                  <a:pt x="3" y="66"/>
                </a:cubicBezTo>
                <a:cubicBezTo>
                  <a:pt x="11" y="48"/>
                  <a:pt x="18" y="29"/>
                  <a:pt x="22" y="9"/>
                </a:cubicBezTo>
                <a:cubicBezTo>
                  <a:pt x="24" y="3"/>
                  <a:pt x="30" y="0"/>
                  <a:pt x="36" y="1"/>
                </a:cubicBezTo>
                <a:cubicBezTo>
                  <a:pt x="42" y="2"/>
                  <a:pt x="46" y="8"/>
                  <a:pt x="44" y="15"/>
                </a:cubicBezTo>
                <a:cubicBezTo>
                  <a:pt x="40" y="36"/>
                  <a:pt x="32" y="56"/>
                  <a:pt x="23" y="76"/>
                </a:cubicBezTo>
                <a:cubicBezTo>
                  <a:pt x="22" y="80"/>
                  <a:pt x="17" y="82"/>
                  <a:pt x="13" y="8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6" name="Freeform 25">
            <a:extLst>
              <a:ext uri="{FF2B5EF4-FFF2-40B4-BE49-F238E27FC236}">
                <a16:creationId xmlns:a16="http://schemas.microsoft.com/office/drawing/2014/main" id="{2D4591F5-F975-CCD4-D453-EF545FCDA6CB}"/>
              </a:ext>
            </a:extLst>
          </p:cNvPr>
          <p:cNvSpPr>
            <a:spLocks/>
          </p:cNvSpPr>
          <p:nvPr/>
        </p:nvSpPr>
        <p:spPr bwMode="auto">
          <a:xfrm>
            <a:off x="5931706" y="4368568"/>
            <a:ext cx="189368" cy="72563"/>
          </a:xfrm>
          <a:custGeom>
            <a:avLst/>
            <a:gdLst>
              <a:gd name="T0" fmla="*/ 12 w 278"/>
              <a:gd name="T1" fmla="*/ 116 h 116"/>
              <a:gd name="T2" fmla="*/ 12 w 278"/>
              <a:gd name="T3" fmla="*/ 116 h 116"/>
              <a:gd name="T4" fmla="*/ 3 w 278"/>
              <a:gd name="T5" fmla="*/ 112 h 116"/>
              <a:gd name="T6" fmla="*/ 5 w 278"/>
              <a:gd name="T7" fmla="*/ 96 h 116"/>
              <a:gd name="T8" fmla="*/ 71 w 278"/>
              <a:gd name="T9" fmla="*/ 54 h 116"/>
              <a:gd name="T10" fmla="*/ 115 w 278"/>
              <a:gd name="T11" fmla="*/ 32 h 116"/>
              <a:gd name="T12" fmla="*/ 157 w 278"/>
              <a:gd name="T13" fmla="*/ 18 h 116"/>
              <a:gd name="T14" fmla="*/ 210 w 278"/>
              <a:gd name="T15" fmla="*/ 6 h 116"/>
              <a:gd name="T16" fmla="*/ 266 w 278"/>
              <a:gd name="T17" fmla="*/ 1 h 116"/>
              <a:gd name="T18" fmla="*/ 278 w 278"/>
              <a:gd name="T19" fmla="*/ 12 h 116"/>
              <a:gd name="T20" fmla="*/ 267 w 278"/>
              <a:gd name="T21" fmla="*/ 23 h 116"/>
              <a:gd name="T22" fmla="*/ 214 w 278"/>
              <a:gd name="T23" fmla="*/ 29 h 116"/>
              <a:gd name="T24" fmla="*/ 164 w 278"/>
              <a:gd name="T25" fmla="*/ 40 h 116"/>
              <a:gd name="T26" fmla="*/ 123 w 278"/>
              <a:gd name="T27" fmla="*/ 54 h 116"/>
              <a:gd name="T28" fmla="*/ 82 w 278"/>
              <a:gd name="T29" fmla="*/ 74 h 116"/>
              <a:gd name="T30" fmla="*/ 19 w 278"/>
              <a:gd name="T31" fmla="*/ 114 h 116"/>
              <a:gd name="T32" fmla="*/ 12 w 278"/>
              <a:gd name="T33"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8" h="116">
                <a:moveTo>
                  <a:pt x="12" y="116"/>
                </a:moveTo>
                <a:lnTo>
                  <a:pt x="12" y="116"/>
                </a:lnTo>
                <a:cubicBezTo>
                  <a:pt x="9" y="116"/>
                  <a:pt x="6" y="115"/>
                  <a:pt x="3" y="112"/>
                </a:cubicBezTo>
                <a:cubicBezTo>
                  <a:pt x="0" y="107"/>
                  <a:pt x="0" y="100"/>
                  <a:pt x="5" y="96"/>
                </a:cubicBezTo>
                <a:cubicBezTo>
                  <a:pt x="24" y="82"/>
                  <a:pt x="46" y="68"/>
                  <a:pt x="71" y="54"/>
                </a:cubicBezTo>
                <a:cubicBezTo>
                  <a:pt x="84" y="47"/>
                  <a:pt x="99" y="39"/>
                  <a:pt x="115" y="32"/>
                </a:cubicBezTo>
                <a:cubicBezTo>
                  <a:pt x="127" y="27"/>
                  <a:pt x="141" y="23"/>
                  <a:pt x="157" y="18"/>
                </a:cubicBezTo>
                <a:cubicBezTo>
                  <a:pt x="175" y="13"/>
                  <a:pt x="193" y="9"/>
                  <a:pt x="210" y="6"/>
                </a:cubicBezTo>
                <a:cubicBezTo>
                  <a:pt x="229" y="3"/>
                  <a:pt x="248" y="1"/>
                  <a:pt x="266" y="1"/>
                </a:cubicBezTo>
                <a:cubicBezTo>
                  <a:pt x="272" y="0"/>
                  <a:pt x="278" y="5"/>
                  <a:pt x="278" y="12"/>
                </a:cubicBezTo>
                <a:cubicBezTo>
                  <a:pt x="278" y="18"/>
                  <a:pt x="273" y="23"/>
                  <a:pt x="267" y="23"/>
                </a:cubicBezTo>
                <a:cubicBezTo>
                  <a:pt x="250" y="24"/>
                  <a:pt x="232" y="26"/>
                  <a:pt x="214" y="29"/>
                </a:cubicBezTo>
                <a:cubicBezTo>
                  <a:pt x="197" y="31"/>
                  <a:pt x="181" y="35"/>
                  <a:pt x="164" y="40"/>
                </a:cubicBezTo>
                <a:cubicBezTo>
                  <a:pt x="148" y="44"/>
                  <a:pt x="135" y="49"/>
                  <a:pt x="123" y="54"/>
                </a:cubicBezTo>
                <a:cubicBezTo>
                  <a:pt x="109" y="59"/>
                  <a:pt x="95" y="67"/>
                  <a:pt x="82" y="74"/>
                </a:cubicBezTo>
                <a:cubicBezTo>
                  <a:pt x="58" y="87"/>
                  <a:pt x="37" y="100"/>
                  <a:pt x="19" y="114"/>
                </a:cubicBezTo>
                <a:cubicBezTo>
                  <a:pt x="17" y="116"/>
                  <a:pt x="15" y="116"/>
                  <a:pt x="12" y="11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7" name="Freeform 26">
            <a:extLst>
              <a:ext uri="{FF2B5EF4-FFF2-40B4-BE49-F238E27FC236}">
                <a16:creationId xmlns:a16="http://schemas.microsoft.com/office/drawing/2014/main" id="{74DDC6EA-B1F0-1D6F-9B76-824D0800F233}"/>
              </a:ext>
            </a:extLst>
          </p:cNvPr>
          <p:cNvSpPr>
            <a:spLocks/>
          </p:cNvSpPr>
          <p:nvPr/>
        </p:nvSpPr>
        <p:spPr bwMode="auto">
          <a:xfrm>
            <a:off x="5811772" y="4498044"/>
            <a:ext cx="63123" cy="136590"/>
          </a:xfrm>
          <a:custGeom>
            <a:avLst/>
            <a:gdLst>
              <a:gd name="T0" fmla="*/ 12 w 91"/>
              <a:gd name="T1" fmla="*/ 221 h 221"/>
              <a:gd name="T2" fmla="*/ 12 w 91"/>
              <a:gd name="T3" fmla="*/ 221 h 221"/>
              <a:gd name="T4" fmla="*/ 11 w 91"/>
              <a:gd name="T5" fmla="*/ 221 h 221"/>
              <a:gd name="T6" fmla="*/ 1 w 91"/>
              <a:gd name="T7" fmla="*/ 208 h 221"/>
              <a:gd name="T8" fmla="*/ 10 w 91"/>
              <a:gd name="T9" fmla="*/ 150 h 221"/>
              <a:gd name="T10" fmla="*/ 37 w 91"/>
              <a:gd name="T11" fmla="*/ 71 h 221"/>
              <a:gd name="T12" fmla="*/ 69 w 91"/>
              <a:gd name="T13" fmla="*/ 7 h 221"/>
              <a:gd name="T14" fmla="*/ 84 w 91"/>
              <a:gd name="T15" fmla="*/ 4 h 221"/>
              <a:gd name="T16" fmla="*/ 88 w 91"/>
              <a:gd name="T17" fmla="*/ 19 h 221"/>
              <a:gd name="T18" fmla="*/ 58 w 91"/>
              <a:gd name="T19" fmla="*/ 80 h 221"/>
              <a:gd name="T20" fmla="*/ 32 w 91"/>
              <a:gd name="T21" fmla="*/ 155 h 221"/>
              <a:gd name="T22" fmla="*/ 23 w 91"/>
              <a:gd name="T23" fmla="*/ 210 h 221"/>
              <a:gd name="T24" fmla="*/ 12 w 91"/>
              <a:gd name="T25"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221">
                <a:moveTo>
                  <a:pt x="12" y="221"/>
                </a:moveTo>
                <a:lnTo>
                  <a:pt x="12" y="221"/>
                </a:lnTo>
                <a:cubicBezTo>
                  <a:pt x="12" y="221"/>
                  <a:pt x="11" y="221"/>
                  <a:pt x="11" y="221"/>
                </a:cubicBezTo>
                <a:cubicBezTo>
                  <a:pt x="5" y="220"/>
                  <a:pt x="0" y="214"/>
                  <a:pt x="1" y="208"/>
                </a:cubicBezTo>
                <a:cubicBezTo>
                  <a:pt x="3" y="185"/>
                  <a:pt x="6" y="167"/>
                  <a:pt x="10" y="150"/>
                </a:cubicBezTo>
                <a:cubicBezTo>
                  <a:pt x="16" y="121"/>
                  <a:pt x="27" y="94"/>
                  <a:pt x="37" y="71"/>
                </a:cubicBezTo>
                <a:cubicBezTo>
                  <a:pt x="46" y="50"/>
                  <a:pt x="56" y="28"/>
                  <a:pt x="69" y="7"/>
                </a:cubicBezTo>
                <a:cubicBezTo>
                  <a:pt x="72" y="2"/>
                  <a:pt x="79" y="0"/>
                  <a:pt x="84" y="4"/>
                </a:cubicBezTo>
                <a:cubicBezTo>
                  <a:pt x="90" y="7"/>
                  <a:pt x="91" y="14"/>
                  <a:pt x="88" y="19"/>
                </a:cubicBezTo>
                <a:cubicBezTo>
                  <a:pt x="76" y="39"/>
                  <a:pt x="67" y="60"/>
                  <a:pt x="58" y="80"/>
                </a:cubicBezTo>
                <a:cubicBezTo>
                  <a:pt x="48" y="103"/>
                  <a:pt x="38" y="128"/>
                  <a:pt x="32" y="155"/>
                </a:cubicBezTo>
                <a:cubicBezTo>
                  <a:pt x="28" y="171"/>
                  <a:pt x="25" y="188"/>
                  <a:pt x="23" y="210"/>
                </a:cubicBezTo>
                <a:cubicBezTo>
                  <a:pt x="23" y="216"/>
                  <a:pt x="18" y="221"/>
                  <a:pt x="12" y="22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8" name="Freeform 27">
            <a:extLst>
              <a:ext uri="{FF2B5EF4-FFF2-40B4-BE49-F238E27FC236}">
                <a16:creationId xmlns:a16="http://schemas.microsoft.com/office/drawing/2014/main" id="{806FCFC1-27CF-8354-5BC6-A233836B01F9}"/>
              </a:ext>
            </a:extLst>
          </p:cNvPr>
          <p:cNvSpPr>
            <a:spLocks/>
          </p:cNvSpPr>
          <p:nvPr/>
        </p:nvSpPr>
        <p:spPr bwMode="auto">
          <a:xfrm>
            <a:off x="5813350" y="4684432"/>
            <a:ext cx="74169" cy="140859"/>
          </a:xfrm>
          <a:custGeom>
            <a:avLst/>
            <a:gdLst>
              <a:gd name="T0" fmla="*/ 95 w 108"/>
              <a:gd name="T1" fmla="*/ 227 h 227"/>
              <a:gd name="T2" fmla="*/ 95 w 108"/>
              <a:gd name="T3" fmla="*/ 227 h 227"/>
              <a:gd name="T4" fmla="*/ 86 w 108"/>
              <a:gd name="T5" fmla="*/ 223 h 227"/>
              <a:gd name="T6" fmla="*/ 52 w 108"/>
              <a:gd name="T7" fmla="*/ 170 h 227"/>
              <a:gd name="T8" fmla="*/ 26 w 108"/>
              <a:gd name="T9" fmla="*/ 114 h 227"/>
              <a:gd name="T10" fmla="*/ 11 w 108"/>
              <a:gd name="T11" fmla="*/ 69 h 227"/>
              <a:gd name="T12" fmla="*/ 1 w 108"/>
              <a:gd name="T13" fmla="*/ 14 h 227"/>
              <a:gd name="T14" fmla="*/ 10 w 108"/>
              <a:gd name="T15" fmla="*/ 1 h 227"/>
              <a:gd name="T16" fmla="*/ 23 w 108"/>
              <a:gd name="T17" fmla="*/ 11 h 227"/>
              <a:gd name="T18" fmla="*/ 33 w 108"/>
              <a:gd name="T19" fmla="*/ 63 h 227"/>
              <a:gd name="T20" fmla="*/ 48 w 108"/>
              <a:gd name="T21" fmla="*/ 106 h 227"/>
              <a:gd name="T22" fmla="*/ 72 w 108"/>
              <a:gd name="T23" fmla="*/ 159 h 227"/>
              <a:gd name="T24" fmla="*/ 104 w 108"/>
              <a:gd name="T25" fmla="*/ 209 h 227"/>
              <a:gd name="T26" fmla="*/ 101 w 108"/>
              <a:gd name="T27" fmla="*/ 225 h 227"/>
              <a:gd name="T28" fmla="*/ 95 w 108"/>
              <a:gd name="T29"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227">
                <a:moveTo>
                  <a:pt x="95" y="227"/>
                </a:moveTo>
                <a:lnTo>
                  <a:pt x="95" y="227"/>
                </a:lnTo>
                <a:cubicBezTo>
                  <a:pt x="91" y="227"/>
                  <a:pt x="88" y="226"/>
                  <a:pt x="86" y="223"/>
                </a:cubicBezTo>
                <a:cubicBezTo>
                  <a:pt x="74" y="207"/>
                  <a:pt x="63" y="189"/>
                  <a:pt x="52" y="170"/>
                </a:cubicBezTo>
                <a:cubicBezTo>
                  <a:pt x="42" y="152"/>
                  <a:pt x="34" y="133"/>
                  <a:pt x="26" y="114"/>
                </a:cubicBezTo>
                <a:cubicBezTo>
                  <a:pt x="20" y="98"/>
                  <a:pt x="15" y="83"/>
                  <a:pt x="11" y="69"/>
                </a:cubicBezTo>
                <a:cubicBezTo>
                  <a:pt x="7" y="54"/>
                  <a:pt x="4" y="36"/>
                  <a:pt x="1" y="14"/>
                </a:cubicBezTo>
                <a:cubicBezTo>
                  <a:pt x="0" y="8"/>
                  <a:pt x="4" y="2"/>
                  <a:pt x="10" y="1"/>
                </a:cubicBezTo>
                <a:cubicBezTo>
                  <a:pt x="17" y="0"/>
                  <a:pt x="22" y="4"/>
                  <a:pt x="23" y="11"/>
                </a:cubicBezTo>
                <a:cubicBezTo>
                  <a:pt x="26" y="32"/>
                  <a:pt x="29" y="49"/>
                  <a:pt x="33" y="63"/>
                </a:cubicBezTo>
                <a:cubicBezTo>
                  <a:pt x="37" y="76"/>
                  <a:pt x="41" y="90"/>
                  <a:pt x="48" y="106"/>
                </a:cubicBezTo>
                <a:cubicBezTo>
                  <a:pt x="55" y="124"/>
                  <a:pt x="63" y="142"/>
                  <a:pt x="72" y="159"/>
                </a:cubicBezTo>
                <a:cubicBezTo>
                  <a:pt x="82" y="178"/>
                  <a:pt x="93" y="194"/>
                  <a:pt x="104" y="209"/>
                </a:cubicBezTo>
                <a:cubicBezTo>
                  <a:pt x="108" y="214"/>
                  <a:pt x="106" y="221"/>
                  <a:pt x="101" y="225"/>
                </a:cubicBezTo>
                <a:cubicBezTo>
                  <a:pt x="99" y="227"/>
                  <a:pt x="97" y="227"/>
                  <a:pt x="95" y="227"/>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29" name="Freeform 28">
            <a:extLst>
              <a:ext uri="{FF2B5EF4-FFF2-40B4-BE49-F238E27FC236}">
                <a16:creationId xmlns:a16="http://schemas.microsoft.com/office/drawing/2014/main" id="{694D7A80-6F49-4019-749D-398474F75D1D}"/>
              </a:ext>
            </a:extLst>
          </p:cNvPr>
          <p:cNvSpPr>
            <a:spLocks/>
          </p:cNvSpPr>
          <p:nvPr/>
        </p:nvSpPr>
        <p:spPr bwMode="auto">
          <a:xfrm>
            <a:off x="5923815" y="4860861"/>
            <a:ext cx="350331" cy="78255"/>
          </a:xfrm>
          <a:custGeom>
            <a:avLst/>
            <a:gdLst>
              <a:gd name="T0" fmla="*/ 296 w 512"/>
              <a:gd name="T1" fmla="*/ 125 h 125"/>
              <a:gd name="T2" fmla="*/ 296 w 512"/>
              <a:gd name="T3" fmla="*/ 125 h 125"/>
              <a:gd name="T4" fmla="*/ 261 w 512"/>
              <a:gd name="T5" fmla="*/ 124 h 125"/>
              <a:gd name="T6" fmla="*/ 207 w 512"/>
              <a:gd name="T7" fmla="*/ 117 h 125"/>
              <a:gd name="T8" fmla="*/ 162 w 512"/>
              <a:gd name="T9" fmla="*/ 106 h 125"/>
              <a:gd name="T10" fmla="*/ 114 w 512"/>
              <a:gd name="T11" fmla="*/ 88 h 125"/>
              <a:gd name="T12" fmla="*/ 58 w 512"/>
              <a:gd name="T13" fmla="*/ 59 h 125"/>
              <a:gd name="T14" fmla="*/ 6 w 512"/>
              <a:gd name="T15" fmla="*/ 21 h 125"/>
              <a:gd name="T16" fmla="*/ 4 w 512"/>
              <a:gd name="T17" fmla="*/ 6 h 125"/>
              <a:gd name="T18" fmla="*/ 20 w 512"/>
              <a:gd name="T19" fmla="*/ 4 h 125"/>
              <a:gd name="T20" fmla="*/ 70 w 512"/>
              <a:gd name="T21" fmla="*/ 39 h 125"/>
              <a:gd name="T22" fmla="*/ 123 w 512"/>
              <a:gd name="T23" fmla="*/ 67 h 125"/>
              <a:gd name="T24" fmla="*/ 169 w 512"/>
              <a:gd name="T25" fmla="*/ 84 h 125"/>
              <a:gd name="T26" fmla="*/ 212 w 512"/>
              <a:gd name="T27" fmla="*/ 94 h 125"/>
              <a:gd name="T28" fmla="*/ 263 w 512"/>
              <a:gd name="T29" fmla="*/ 101 h 125"/>
              <a:gd name="T30" fmla="*/ 314 w 512"/>
              <a:gd name="T31" fmla="*/ 102 h 125"/>
              <a:gd name="T32" fmla="*/ 362 w 512"/>
              <a:gd name="T33" fmla="*/ 98 h 125"/>
              <a:gd name="T34" fmla="*/ 404 w 512"/>
              <a:gd name="T35" fmla="*/ 89 h 125"/>
              <a:gd name="T36" fmla="*/ 447 w 512"/>
              <a:gd name="T37" fmla="*/ 76 h 125"/>
              <a:gd name="T38" fmla="*/ 494 w 512"/>
              <a:gd name="T39" fmla="*/ 55 h 125"/>
              <a:gd name="T40" fmla="*/ 509 w 512"/>
              <a:gd name="T41" fmla="*/ 60 h 125"/>
              <a:gd name="T42" fmla="*/ 504 w 512"/>
              <a:gd name="T43" fmla="*/ 75 h 125"/>
              <a:gd name="T44" fmla="*/ 455 w 512"/>
              <a:gd name="T45" fmla="*/ 97 h 125"/>
              <a:gd name="T46" fmla="*/ 410 w 512"/>
              <a:gd name="T47" fmla="*/ 111 h 125"/>
              <a:gd name="T48" fmla="*/ 366 w 512"/>
              <a:gd name="T49" fmla="*/ 120 h 125"/>
              <a:gd name="T50" fmla="*/ 315 w 512"/>
              <a:gd name="T51" fmla="*/ 125 h 125"/>
              <a:gd name="T52" fmla="*/ 296 w 512"/>
              <a:gd name="T53"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12" h="125">
                <a:moveTo>
                  <a:pt x="296" y="125"/>
                </a:moveTo>
                <a:lnTo>
                  <a:pt x="296" y="125"/>
                </a:lnTo>
                <a:cubicBezTo>
                  <a:pt x="284" y="125"/>
                  <a:pt x="272" y="125"/>
                  <a:pt x="261" y="124"/>
                </a:cubicBezTo>
                <a:cubicBezTo>
                  <a:pt x="244" y="123"/>
                  <a:pt x="226" y="120"/>
                  <a:pt x="207" y="117"/>
                </a:cubicBezTo>
                <a:cubicBezTo>
                  <a:pt x="191" y="113"/>
                  <a:pt x="176" y="110"/>
                  <a:pt x="162" y="106"/>
                </a:cubicBezTo>
                <a:cubicBezTo>
                  <a:pt x="146" y="101"/>
                  <a:pt x="130" y="95"/>
                  <a:pt x="114" y="88"/>
                </a:cubicBezTo>
                <a:cubicBezTo>
                  <a:pt x="96" y="80"/>
                  <a:pt x="77" y="70"/>
                  <a:pt x="58" y="59"/>
                </a:cubicBezTo>
                <a:cubicBezTo>
                  <a:pt x="40" y="47"/>
                  <a:pt x="22" y="35"/>
                  <a:pt x="6" y="21"/>
                </a:cubicBezTo>
                <a:cubicBezTo>
                  <a:pt x="1" y="18"/>
                  <a:pt x="0" y="10"/>
                  <a:pt x="4" y="6"/>
                </a:cubicBezTo>
                <a:cubicBezTo>
                  <a:pt x="8" y="1"/>
                  <a:pt x="15" y="0"/>
                  <a:pt x="20" y="4"/>
                </a:cubicBezTo>
                <a:cubicBezTo>
                  <a:pt x="35" y="16"/>
                  <a:pt x="52" y="28"/>
                  <a:pt x="70" y="39"/>
                </a:cubicBezTo>
                <a:cubicBezTo>
                  <a:pt x="88" y="50"/>
                  <a:pt x="106" y="59"/>
                  <a:pt x="123" y="67"/>
                </a:cubicBezTo>
                <a:cubicBezTo>
                  <a:pt x="139" y="74"/>
                  <a:pt x="154" y="80"/>
                  <a:pt x="169" y="84"/>
                </a:cubicBezTo>
                <a:cubicBezTo>
                  <a:pt x="182" y="88"/>
                  <a:pt x="196" y="91"/>
                  <a:pt x="212" y="94"/>
                </a:cubicBezTo>
                <a:cubicBezTo>
                  <a:pt x="229" y="98"/>
                  <a:pt x="246" y="100"/>
                  <a:pt x="263" y="101"/>
                </a:cubicBezTo>
                <a:cubicBezTo>
                  <a:pt x="279" y="103"/>
                  <a:pt x="296" y="103"/>
                  <a:pt x="314" y="102"/>
                </a:cubicBezTo>
                <a:cubicBezTo>
                  <a:pt x="331" y="102"/>
                  <a:pt x="347" y="100"/>
                  <a:pt x="362" y="98"/>
                </a:cubicBezTo>
                <a:cubicBezTo>
                  <a:pt x="376" y="96"/>
                  <a:pt x="390" y="93"/>
                  <a:pt x="404" y="89"/>
                </a:cubicBezTo>
                <a:cubicBezTo>
                  <a:pt x="418" y="86"/>
                  <a:pt x="433" y="81"/>
                  <a:pt x="447" y="76"/>
                </a:cubicBezTo>
                <a:cubicBezTo>
                  <a:pt x="463" y="70"/>
                  <a:pt x="479" y="63"/>
                  <a:pt x="494" y="55"/>
                </a:cubicBezTo>
                <a:cubicBezTo>
                  <a:pt x="500" y="52"/>
                  <a:pt x="506" y="55"/>
                  <a:pt x="509" y="60"/>
                </a:cubicBezTo>
                <a:cubicBezTo>
                  <a:pt x="512" y="66"/>
                  <a:pt x="510" y="73"/>
                  <a:pt x="504" y="75"/>
                </a:cubicBezTo>
                <a:cubicBezTo>
                  <a:pt x="488" y="84"/>
                  <a:pt x="472" y="91"/>
                  <a:pt x="455" y="97"/>
                </a:cubicBezTo>
                <a:cubicBezTo>
                  <a:pt x="440" y="103"/>
                  <a:pt x="425" y="108"/>
                  <a:pt x="410" y="111"/>
                </a:cubicBezTo>
                <a:cubicBezTo>
                  <a:pt x="395" y="115"/>
                  <a:pt x="380" y="118"/>
                  <a:pt x="366" y="120"/>
                </a:cubicBezTo>
                <a:cubicBezTo>
                  <a:pt x="350" y="123"/>
                  <a:pt x="332" y="124"/>
                  <a:pt x="315" y="125"/>
                </a:cubicBezTo>
                <a:cubicBezTo>
                  <a:pt x="308" y="125"/>
                  <a:pt x="302" y="125"/>
                  <a:pt x="296" y="12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0" name="Freeform 29">
            <a:extLst>
              <a:ext uri="{FF2B5EF4-FFF2-40B4-BE49-F238E27FC236}">
                <a16:creationId xmlns:a16="http://schemas.microsoft.com/office/drawing/2014/main" id="{5862A75E-0B5C-9AE7-ECEB-762D5978B286}"/>
              </a:ext>
            </a:extLst>
          </p:cNvPr>
          <p:cNvSpPr>
            <a:spLocks/>
          </p:cNvSpPr>
          <p:nvPr/>
        </p:nvSpPr>
        <p:spPr bwMode="auto">
          <a:xfrm>
            <a:off x="6329379" y="4788298"/>
            <a:ext cx="69435" cy="75409"/>
          </a:xfrm>
          <a:custGeom>
            <a:avLst/>
            <a:gdLst>
              <a:gd name="T0" fmla="*/ 13 w 102"/>
              <a:gd name="T1" fmla="*/ 121 h 121"/>
              <a:gd name="T2" fmla="*/ 13 w 102"/>
              <a:gd name="T3" fmla="*/ 121 h 121"/>
              <a:gd name="T4" fmla="*/ 4 w 102"/>
              <a:gd name="T5" fmla="*/ 117 h 121"/>
              <a:gd name="T6" fmla="*/ 5 w 102"/>
              <a:gd name="T7" fmla="*/ 101 h 121"/>
              <a:gd name="T8" fmla="*/ 41 w 102"/>
              <a:gd name="T9" fmla="*/ 61 h 121"/>
              <a:gd name="T10" fmla="*/ 80 w 102"/>
              <a:gd name="T11" fmla="*/ 7 h 121"/>
              <a:gd name="T12" fmla="*/ 95 w 102"/>
              <a:gd name="T13" fmla="*/ 3 h 121"/>
              <a:gd name="T14" fmla="*/ 99 w 102"/>
              <a:gd name="T15" fmla="*/ 18 h 121"/>
              <a:gd name="T16" fmla="*/ 59 w 102"/>
              <a:gd name="T17" fmla="*/ 76 h 121"/>
              <a:gd name="T18" fmla="*/ 20 w 102"/>
              <a:gd name="T19" fmla="*/ 117 h 121"/>
              <a:gd name="T20" fmla="*/ 13 w 102"/>
              <a:gd name="T21"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121">
                <a:moveTo>
                  <a:pt x="13" y="121"/>
                </a:moveTo>
                <a:lnTo>
                  <a:pt x="13" y="121"/>
                </a:lnTo>
                <a:cubicBezTo>
                  <a:pt x="10" y="121"/>
                  <a:pt x="7" y="119"/>
                  <a:pt x="4" y="117"/>
                </a:cubicBezTo>
                <a:cubicBezTo>
                  <a:pt x="0" y="112"/>
                  <a:pt x="0" y="105"/>
                  <a:pt x="5" y="101"/>
                </a:cubicBezTo>
                <a:cubicBezTo>
                  <a:pt x="17" y="89"/>
                  <a:pt x="30" y="76"/>
                  <a:pt x="41" y="61"/>
                </a:cubicBezTo>
                <a:cubicBezTo>
                  <a:pt x="56" y="44"/>
                  <a:pt x="68" y="26"/>
                  <a:pt x="80" y="7"/>
                </a:cubicBezTo>
                <a:cubicBezTo>
                  <a:pt x="83" y="2"/>
                  <a:pt x="90" y="0"/>
                  <a:pt x="95" y="3"/>
                </a:cubicBezTo>
                <a:cubicBezTo>
                  <a:pt x="101" y="6"/>
                  <a:pt x="102" y="13"/>
                  <a:pt x="99" y="18"/>
                </a:cubicBezTo>
                <a:cubicBezTo>
                  <a:pt x="87" y="38"/>
                  <a:pt x="74" y="58"/>
                  <a:pt x="59" y="76"/>
                </a:cubicBezTo>
                <a:cubicBezTo>
                  <a:pt x="46" y="91"/>
                  <a:pt x="33" y="105"/>
                  <a:pt x="20" y="117"/>
                </a:cubicBezTo>
                <a:cubicBezTo>
                  <a:pt x="18" y="119"/>
                  <a:pt x="15" y="121"/>
                  <a:pt x="13" y="12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1" name="Freeform 30">
            <a:extLst>
              <a:ext uri="{FF2B5EF4-FFF2-40B4-BE49-F238E27FC236}">
                <a16:creationId xmlns:a16="http://schemas.microsoft.com/office/drawing/2014/main" id="{D0F690C5-07BD-C523-F029-C974F0FD1B0D}"/>
              </a:ext>
            </a:extLst>
          </p:cNvPr>
          <p:cNvSpPr>
            <a:spLocks/>
          </p:cNvSpPr>
          <p:nvPr/>
        </p:nvSpPr>
        <p:spPr bwMode="auto">
          <a:xfrm>
            <a:off x="6413016" y="4569184"/>
            <a:ext cx="26827" cy="54067"/>
          </a:xfrm>
          <a:custGeom>
            <a:avLst/>
            <a:gdLst>
              <a:gd name="T0" fmla="*/ 27 w 39"/>
              <a:gd name="T1" fmla="*/ 88 h 88"/>
              <a:gd name="T2" fmla="*/ 27 w 39"/>
              <a:gd name="T3" fmla="*/ 88 h 88"/>
              <a:gd name="T4" fmla="*/ 15 w 39"/>
              <a:gd name="T5" fmla="*/ 78 h 88"/>
              <a:gd name="T6" fmla="*/ 1 w 39"/>
              <a:gd name="T7" fmla="*/ 15 h 88"/>
              <a:gd name="T8" fmla="*/ 9 w 39"/>
              <a:gd name="T9" fmla="*/ 1 h 88"/>
              <a:gd name="T10" fmla="*/ 23 w 39"/>
              <a:gd name="T11" fmla="*/ 9 h 88"/>
              <a:gd name="T12" fmla="*/ 38 w 39"/>
              <a:gd name="T13" fmla="*/ 75 h 88"/>
              <a:gd name="T14" fmla="*/ 28 w 39"/>
              <a:gd name="T15" fmla="*/ 88 h 88"/>
              <a:gd name="T16" fmla="*/ 27 w 39"/>
              <a:gd name="T1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88">
                <a:moveTo>
                  <a:pt x="27" y="88"/>
                </a:moveTo>
                <a:lnTo>
                  <a:pt x="27" y="88"/>
                </a:lnTo>
                <a:cubicBezTo>
                  <a:pt x="21" y="88"/>
                  <a:pt x="16" y="84"/>
                  <a:pt x="15" y="78"/>
                </a:cubicBezTo>
                <a:cubicBezTo>
                  <a:pt x="12" y="57"/>
                  <a:pt x="8" y="36"/>
                  <a:pt x="1" y="15"/>
                </a:cubicBezTo>
                <a:cubicBezTo>
                  <a:pt x="0" y="9"/>
                  <a:pt x="3" y="3"/>
                  <a:pt x="9" y="1"/>
                </a:cubicBezTo>
                <a:cubicBezTo>
                  <a:pt x="15" y="0"/>
                  <a:pt x="21" y="3"/>
                  <a:pt x="23" y="9"/>
                </a:cubicBezTo>
                <a:cubicBezTo>
                  <a:pt x="30" y="30"/>
                  <a:pt x="35" y="53"/>
                  <a:pt x="38" y="75"/>
                </a:cubicBezTo>
                <a:cubicBezTo>
                  <a:pt x="39" y="81"/>
                  <a:pt x="34" y="87"/>
                  <a:pt x="28" y="88"/>
                </a:cubicBezTo>
                <a:cubicBezTo>
                  <a:pt x="28" y="88"/>
                  <a:pt x="27" y="88"/>
                  <a:pt x="27" y="88"/>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2" name="Freeform 31">
            <a:extLst>
              <a:ext uri="{FF2B5EF4-FFF2-40B4-BE49-F238E27FC236}">
                <a16:creationId xmlns:a16="http://schemas.microsoft.com/office/drawing/2014/main" id="{6BF3B6F5-65DD-0016-991A-7E12920A180E}"/>
              </a:ext>
            </a:extLst>
          </p:cNvPr>
          <p:cNvSpPr>
            <a:spLocks/>
          </p:cNvSpPr>
          <p:nvPr/>
        </p:nvSpPr>
        <p:spPr bwMode="auto">
          <a:xfrm>
            <a:off x="6199977" y="4378526"/>
            <a:ext cx="175166" cy="109557"/>
          </a:xfrm>
          <a:custGeom>
            <a:avLst/>
            <a:gdLst>
              <a:gd name="T0" fmla="*/ 244 w 257"/>
              <a:gd name="T1" fmla="*/ 177 h 177"/>
              <a:gd name="T2" fmla="*/ 244 w 257"/>
              <a:gd name="T3" fmla="*/ 177 h 177"/>
              <a:gd name="T4" fmla="*/ 235 w 257"/>
              <a:gd name="T5" fmla="*/ 173 h 177"/>
              <a:gd name="T6" fmla="*/ 186 w 257"/>
              <a:gd name="T7" fmla="*/ 120 h 177"/>
              <a:gd name="T8" fmla="*/ 136 w 257"/>
              <a:gd name="T9" fmla="*/ 82 h 177"/>
              <a:gd name="T10" fmla="*/ 84 w 257"/>
              <a:gd name="T11" fmla="*/ 51 h 177"/>
              <a:gd name="T12" fmla="*/ 51 w 257"/>
              <a:gd name="T13" fmla="*/ 37 h 177"/>
              <a:gd name="T14" fmla="*/ 10 w 257"/>
              <a:gd name="T15" fmla="*/ 24 h 177"/>
              <a:gd name="T16" fmla="*/ 2 w 257"/>
              <a:gd name="T17" fmla="*/ 10 h 177"/>
              <a:gd name="T18" fmla="*/ 16 w 257"/>
              <a:gd name="T19" fmla="*/ 2 h 177"/>
              <a:gd name="T20" fmla="*/ 59 w 257"/>
              <a:gd name="T21" fmla="*/ 15 h 177"/>
              <a:gd name="T22" fmla="*/ 94 w 257"/>
              <a:gd name="T23" fmla="*/ 30 h 177"/>
              <a:gd name="T24" fmla="*/ 149 w 257"/>
              <a:gd name="T25" fmla="*/ 63 h 177"/>
              <a:gd name="T26" fmla="*/ 201 w 257"/>
              <a:gd name="T27" fmla="*/ 103 h 177"/>
              <a:gd name="T28" fmla="*/ 253 w 257"/>
              <a:gd name="T29" fmla="*/ 159 h 177"/>
              <a:gd name="T30" fmla="*/ 251 w 257"/>
              <a:gd name="T31" fmla="*/ 175 h 177"/>
              <a:gd name="T32" fmla="*/ 244 w 257"/>
              <a:gd name="T33"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7" h="177">
                <a:moveTo>
                  <a:pt x="244" y="177"/>
                </a:moveTo>
                <a:lnTo>
                  <a:pt x="244" y="177"/>
                </a:lnTo>
                <a:cubicBezTo>
                  <a:pt x="241" y="177"/>
                  <a:pt x="237" y="176"/>
                  <a:pt x="235" y="173"/>
                </a:cubicBezTo>
                <a:cubicBezTo>
                  <a:pt x="219" y="152"/>
                  <a:pt x="203" y="135"/>
                  <a:pt x="186" y="120"/>
                </a:cubicBezTo>
                <a:cubicBezTo>
                  <a:pt x="170" y="105"/>
                  <a:pt x="152" y="93"/>
                  <a:pt x="136" y="82"/>
                </a:cubicBezTo>
                <a:cubicBezTo>
                  <a:pt x="122" y="73"/>
                  <a:pt x="104" y="60"/>
                  <a:pt x="84" y="51"/>
                </a:cubicBezTo>
                <a:cubicBezTo>
                  <a:pt x="73" y="46"/>
                  <a:pt x="62" y="41"/>
                  <a:pt x="51" y="37"/>
                </a:cubicBezTo>
                <a:cubicBezTo>
                  <a:pt x="39" y="32"/>
                  <a:pt x="25" y="28"/>
                  <a:pt x="10" y="24"/>
                </a:cubicBezTo>
                <a:cubicBezTo>
                  <a:pt x="4" y="22"/>
                  <a:pt x="0" y="16"/>
                  <a:pt x="2" y="10"/>
                </a:cubicBezTo>
                <a:cubicBezTo>
                  <a:pt x="3" y="4"/>
                  <a:pt x="9" y="0"/>
                  <a:pt x="16" y="2"/>
                </a:cubicBezTo>
                <a:cubicBezTo>
                  <a:pt x="32" y="6"/>
                  <a:pt x="46" y="10"/>
                  <a:pt x="59" y="15"/>
                </a:cubicBezTo>
                <a:cubicBezTo>
                  <a:pt x="71" y="20"/>
                  <a:pt x="83" y="25"/>
                  <a:pt x="94" y="30"/>
                </a:cubicBezTo>
                <a:cubicBezTo>
                  <a:pt x="115" y="41"/>
                  <a:pt x="135" y="53"/>
                  <a:pt x="149" y="63"/>
                </a:cubicBezTo>
                <a:cubicBezTo>
                  <a:pt x="165" y="74"/>
                  <a:pt x="184" y="87"/>
                  <a:pt x="201" y="103"/>
                </a:cubicBezTo>
                <a:cubicBezTo>
                  <a:pt x="219" y="119"/>
                  <a:pt x="236" y="137"/>
                  <a:pt x="253" y="159"/>
                </a:cubicBezTo>
                <a:cubicBezTo>
                  <a:pt x="257" y="164"/>
                  <a:pt x="256" y="171"/>
                  <a:pt x="251" y="175"/>
                </a:cubicBezTo>
                <a:cubicBezTo>
                  <a:pt x="249" y="176"/>
                  <a:pt x="246" y="177"/>
                  <a:pt x="244" y="177"/>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3" name="Freeform 32">
            <a:extLst>
              <a:ext uri="{FF2B5EF4-FFF2-40B4-BE49-F238E27FC236}">
                <a16:creationId xmlns:a16="http://schemas.microsoft.com/office/drawing/2014/main" id="{F8E221ED-C0D4-F0DB-81A2-BF6185BA8322}"/>
              </a:ext>
            </a:extLst>
          </p:cNvPr>
          <p:cNvSpPr>
            <a:spLocks/>
          </p:cNvSpPr>
          <p:nvPr/>
        </p:nvSpPr>
        <p:spPr bwMode="auto">
          <a:xfrm>
            <a:off x="5726556" y="4301695"/>
            <a:ext cx="290365" cy="287408"/>
          </a:xfrm>
          <a:custGeom>
            <a:avLst/>
            <a:gdLst>
              <a:gd name="T0" fmla="*/ 13 w 422"/>
              <a:gd name="T1" fmla="*/ 463 h 463"/>
              <a:gd name="T2" fmla="*/ 13 w 422"/>
              <a:gd name="T3" fmla="*/ 463 h 463"/>
              <a:gd name="T4" fmla="*/ 10 w 422"/>
              <a:gd name="T5" fmla="*/ 463 h 463"/>
              <a:gd name="T6" fmla="*/ 2 w 422"/>
              <a:gd name="T7" fmla="*/ 449 h 463"/>
              <a:gd name="T8" fmla="*/ 31 w 422"/>
              <a:gd name="T9" fmla="*/ 357 h 463"/>
              <a:gd name="T10" fmla="*/ 74 w 422"/>
              <a:gd name="T11" fmla="*/ 264 h 463"/>
              <a:gd name="T12" fmla="*/ 129 w 422"/>
              <a:gd name="T13" fmla="*/ 189 h 463"/>
              <a:gd name="T14" fmla="*/ 207 w 422"/>
              <a:gd name="T15" fmla="*/ 111 h 463"/>
              <a:gd name="T16" fmla="*/ 290 w 422"/>
              <a:gd name="T17" fmla="*/ 54 h 463"/>
              <a:gd name="T18" fmla="*/ 355 w 422"/>
              <a:gd name="T19" fmla="*/ 20 h 463"/>
              <a:gd name="T20" fmla="*/ 406 w 422"/>
              <a:gd name="T21" fmla="*/ 2 h 463"/>
              <a:gd name="T22" fmla="*/ 420 w 422"/>
              <a:gd name="T23" fmla="*/ 10 h 463"/>
              <a:gd name="T24" fmla="*/ 413 w 422"/>
              <a:gd name="T25" fmla="*/ 24 h 463"/>
              <a:gd name="T26" fmla="*/ 364 w 422"/>
              <a:gd name="T27" fmla="*/ 41 h 463"/>
              <a:gd name="T28" fmla="*/ 302 w 422"/>
              <a:gd name="T29" fmla="*/ 73 h 463"/>
              <a:gd name="T30" fmla="*/ 221 w 422"/>
              <a:gd name="T31" fmla="*/ 129 h 463"/>
              <a:gd name="T32" fmla="*/ 146 w 422"/>
              <a:gd name="T33" fmla="*/ 204 h 463"/>
              <a:gd name="T34" fmla="*/ 93 w 422"/>
              <a:gd name="T35" fmla="*/ 276 h 463"/>
              <a:gd name="T36" fmla="*/ 52 w 422"/>
              <a:gd name="T37" fmla="*/ 365 h 463"/>
              <a:gd name="T38" fmla="*/ 24 w 422"/>
              <a:gd name="T39" fmla="*/ 454 h 463"/>
              <a:gd name="T40" fmla="*/ 13 w 422"/>
              <a:gd name="T41" fmla="*/ 463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2" h="463">
                <a:moveTo>
                  <a:pt x="13" y="463"/>
                </a:moveTo>
                <a:lnTo>
                  <a:pt x="13" y="463"/>
                </a:lnTo>
                <a:cubicBezTo>
                  <a:pt x="12" y="463"/>
                  <a:pt x="11" y="463"/>
                  <a:pt x="10" y="463"/>
                </a:cubicBezTo>
                <a:cubicBezTo>
                  <a:pt x="4" y="461"/>
                  <a:pt x="0" y="455"/>
                  <a:pt x="2" y="449"/>
                </a:cubicBezTo>
                <a:cubicBezTo>
                  <a:pt x="9" y="417"/>
                  <a:pt x="20" y="386"/>
                  <a:pt x="31" y="357"/>
                </a:cubicBezTo>
                <a:cubicBezTo>
                  <a:pt x="43" y="326"/>
                  <a:pt x="56" y="294"/>
                  <a:pt x="74" y="264"/>
                </a:cubicBezTo>
                <a:cubicBezTo>
                  <a:pt x="91" y="235"/>
                  <a:pt x="113" y="209"/>
                  <a:pt x="129" y="189"/>
                </a:cubicBezTo>
                <a:cubicBezTo>
                  <a:pt x="155" y="159"/>
                  <a:pt x="181" y="133"/>
                  <a:pt x="207" y="111"/>
                </a:cubicBezTo>
                <a:cubicBezTo>
                  <a:pt x="231" y="92"/>
                  <a:pt x="258" y="73"/>
                  <a:pt x="290" y="54"/>
                </a:cubicBezTo>
                <a:cubicBezTo>
                  <a:pt x="309" y="43"/>
                  <a:pt x="331" y="30"/>
                  <a:pt x="355" y="20"/>
                </a:cubicBezTo>
                <a:cubicBezTo>
                  <a:pt x="370" y="14"/>
                  <a:pt x="386" y="8"/>
                  <a:pt x="406" y="2"/>
                </a:cubicBezTo>
                <a:cubicBezTo>
                  <a:pt x="412" y="0"/>
                  <a:pt x="418" y="4"/>
                  <a:pt x="420" y="10"/>
                </a:cubicBezTo>
                <a:cubicBezTo>
                  <a:pt x="422" y="16"/>
                  <a:pt x="419" y="22"/>
                  <a:pt x="413" y="24"/>
                </a:cubicBezTo>
                <a:cubicBezTo>
                  <a:pt x="393" y="30"/>
                  <a:pt x="378" y="35"/>
                  <a:pt x="364" y="41"/>
                </a:cubicBezTo>
                <a:cubicBezTo>
                  <a:pt x="341" y="51"/>
                  <a:pt x="320" y="63"/>
                  <a:pt x="302" y="73"/>
                </a:cubicBezTo>
                <a:cubicBezTo>
                  <a:pt x="271" y="92"/>
                  <a:pt x="244" y="110"/>
                  <a:pt x="221" y="129"/>
                </a:cubicBezTo>
                <a:cubicBezTo>
                  <a:pt x="196" y="150"/>
                  <a:pt x="172" y="174"/>
                  <a:pt x="146" y="204"/>
                </a:cubicBezTo>
                <a:cubicBezTo>
                  <a:pt x="130" y="223"/>
                  <a:pt x="110" y="248"/>
                  <a:pt x="93" y="276"/>
                </a:cubicBezTo>
                <a:cubicBezTo>
                  <a:pt x="76" y="304"/>
                  <a:pt x="64" y="335"/>
                  <a:pt x="52" y="365"/>
                </a:cubicBezTo>
                <a:cubicBezTo>
                  <a:pt x="42" y="393"/>
                  <a:pt x="30" y="423"/>
                  <a:pt x="24" y="454"/>
                </a:cubicBezTo>
                <a:cubicBezTo>
                  <a:pt x="23" y="459"/>
                  <a:pt x="18" y="463"/>
                  <a:pt x="13" y="463"/>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4" name="Freeform 33">
            <a:extLst>
              <a:ext uri="{FF2B5EF4-FFF2-40B4-BE49-F238E27FC236}">
                <a16:creationId xmlns:a16="http://schemas.microsoft.com/office/drawing/2014/main" id="{CE9BC0D9-DDBB-A6B0-F8EB-6BD62F2A52C9}"/>
              </a:ext>
            </a:extLst>
          </p:cNvPr>
          <p:cNvSpPr>
            <a:spLocks/>
          </p:cNvSpPr>
          <p:nvPr/>
        </p:nvSpPr>
        <p:spPr bwMode="auto">
          <a:xfrm>
            <a:off x="5734447" y="4745613"/>
            <a:ext cx="31562" cy="51221"/>
          </a:xfrm>
          <a:custGeom>
            <a:avLst/>
            <a:gdLst>
              <a:gd name="T0" fmla="*/ 34 w 47"/>
              <a:gd name="T1" fmla="*/ 84 h 84"/>
              <a:gd name="T2" fmla="*/ 34 w 47"/>
              <a:gd name="T3" fmla="*/ 84 h 84"/>
              <a:gd name="T4" fmla="*/ 24 w 47"/>
              <a:gd name="T5" fmla="*/ 77 h 84"/>
              <a:gd name="T6" fmla="*/ 2 w 47"/>
              <a:gd name="T7" fmla="*/ 16 h 84"/>
              <a:gd name="T8" fmla="*/ 10 w 47"/>
              <a:gd name="T9" fmla="*/ 2 h 84"/>
              <a:gd name="T10" fmla="*/ 24 w 47"/>
              <a:gd name="T11" fmla="*/ 10 h 84"/>
              <a:gd name="T12" fmla="*/ 45 w 47"/>
              <a:gd name="T13" fmla="*/ 69 h 84"/>
              <a:gd name="T14" fmla="*/ 39 w 47"/>
              <a:gd name="T15" fmla="*/ 84 h 84"/>
              <a:gd name="T16" fmla="*/ 34 w 47"/>
              <a:gd name="T17"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84">
                <a:moveTo>
                  <a:pt x="34" y="84"/>
                </a:moveTo>
                <a:lnTo>
                  <a:pt x="34" y="84"/>
                </a:lnTo>
                <a:cubicBezTo>
                  <a:pt x="30" y="84"/>
                  <a:pt x="26" y="82"/>
                  <a:pt x="24" y="77"/>
                </a:cubicBezTo>
                <a:cubicBezTo>
                  <a:pt x="14" y="55"/>
                  <a:pt x="7" y="35"/>
                  <a:pt x="2" y="16"/>
                </a:cubicBezTo>
                <a:cubicBezTo>
                  <a:pt x="0" y="10"/>
                  <a:pt x="4" y="4"/>
                  <a:pt x="10" y="2"/>
                </a:cubicBezTo>
                <a:cubicBezTo>
                  <a:pt x="16" y="0"/>
                  <a:pt x="22" y="4"/>
                  <a:pt x="24" y="10"/>
                </a:cubicBezTo>
                <a:cubicBezTo>
                  <a:pt x="29" y="28"/>
                  <a:pt x="36" y="47"/>
                  <a:pt x="45" y="69"/>
                </a:cubicBezTo>
                <a:cubicBezTo>
                  <a:pt x="47" y="74"/>
                  <a:pt x="44" y="81"/>
                  <a:pt x="39" y="84"/>
                </a:cubicBezTo>
                <a:cubicBezTo>
                  <a:pt x="37" y="84"/>
                  <a:pt x="36" y="84"/>
                  <a:pt x="34" y="8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5" name="Freeform 34">
            <a:extLst>
              <a:ext uri="{FF2B5EF4-FFF2-40B4-BE49-F238E27FC236}">
                <a16:creationId xmlns:a16="http://schemas.microsoft.com/office/drawing/2014/main" id="{E3C3E32D-3FA5-A7C2-24C4-1C536A46A35E}"/>
              </a:ext>
            </a:extLst>
          </p:cNvPr>
          <p:cNvSpPr>
            <a:spLocks/>
          </p:cNvSpPr>
          <p:nvPr/>
        </p:nvSpPr>
        <p:spPr bwMode="auto">
          <a:xfrm>
            <a:off x="5920659" y="4959036"/>
            <a:ext cx="280896" cy="62603"/>
          </a:xfrm>
          <a:custGeom>
            <a:avLst/>
            <a:gdLst>
              <a:gd name="T0" fmla="*/ 299 w 410"/>
              <a:gd name="T1" fmla="*/ 101 h 101"/>
              <a:gd name="T2" fmla="*/ 299 w 410"/>
              <a:gd name="T3" fmla="*/ 101 h 101"/>
              <a:gd name="T4" fmla="*/ 268 w 410"/>
              <a:gd name="T5" fmla="*/ 100 h 101"/>
              <a:gd name="T6" fmla="*/ 199 w 410"/>
              <a:gd name="T7" fmla="*/ 92 h 101"/>
              <a:gd name="T8" fmla="*/ 137 w 410"/>
              <a:gd name="T9" fmla="*/ 78 h 101"/>
              <a:gd name="T10" fmla="*/ 78 w 410"/>
              <a:gd name="T11" fmla="*/ 58 h 101"/>
              <a:gd name="T12" fmla="*/ 8 w 410"/>
              <a:gd name="T13" fmla="*/ 23 h 101"/>
              <a:gd name="T14" fmla="*/ 3 w 410"/>
              <a:gd name="T15" fmla="*/ 8 h 101"/>
              <a:gd name="T16" fmla="*/ 19 w 410"/>
              <a:gd name="T17" fmla="*/ 3 h 101"/>
              <a:gd name="T18" fmla="*/ 86 w 410"/>
              <a:gd name="T19" fmla="*/ 37 h 101"/>
              <a:gd name="T20" fmla="*/ 143 w 410"/>
              <a:gd name="T21" fmla="*/ 57 h 101"/>
              <a:gd name="T22" fmla="*/ 203 w 410"/>
              <a:gd name="T23" fmla="*/ 70 h 101"/>
              <a:gd name="T24" fmla="*/ 269 w 410"/>
              <a:gd name="T25" fmla="*/ 77 h 101"/>
              <a:gd name="T26" fmla="*/ 336 w 410"/>
              <a:gd name="T27" fmla="*/ 77 h 101"/>
              <a:gd name="T28" fmla="*/ 396 w 410"/>
              <a:gd name="T29" fmla="*/ 70 h 101"/>
              <a:gd name="T30" fmla="*/ 409 w 410"/>
              <a:gd name="T31" fmla="*/ 80 h 101"/>
              <a:gd name="T32" fmla="*/ 400 w 410"/>
              <a:gd name="T33" fmla="*/ 93 h 101"/>
              <a:gd name="T34" fmla="*/ 337 w 410"/>
              <a:gd name="T35" fmla="*/ 100 h 101"/>
              <a:gd name="T36" fmla="*/ 299 w 410"/>
              <a:gd name="T3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0" h="101">
                <a:moveTo>
                  <a:pt x="299" y="101"/>
                </a:moveTo>
                <a:lnTo>
                  <a:pt x="299" y="101"/>
                </a:lnTo>
                <a:cubicBezTo>
                  <a:pt x="288" y="101"/>
                  <a:pt x="278" y="100"/>
                  <a:pt x="268" y="100"/>
                </a:cubicBezTo>
                <a:cubicBezTo>
                  <a:pt x="245" y="99"/>
                  <a:pt x="222" y="96"/>
                  <a:pt x="199" y="92"/>
                </a:cubicBezTo>
                <a:cubicBezTo>
                  <a:pt x="176" y="88"/>
                  <a:pt x="156" y="84"/>
                  <a:pt x="137" y="78"/>
                </a:cubicBezTo>
                <a:cubicBezTo>
                  <a:pt x="118" y="73"/>
                  <a:pt x="98" y="66"/>
                  <a:pt x="78" y="58"/>
                </a:cubicBezTo>
                <a:cubicBezTo>
                  <a:pt x="55" y="48"/>
                  <a:pt x="31" y="36"/>
                  <a:pt x="8" y="23"/>
                </a:cubicBezTo>
                <a:cubicBezTo>
                  <a:pt x="2" y="20"/>
                  <a:pt x="0" y="13"/>
                  <a:pt x="3" y="8"/>
                </a:cubicBezTo>
                <a:cubicBezTo>
                  <a:pt x="7" y="2"/>
                  <a:pt x="14" y="0"/>
                  <a:pt x="19" y="3"/>
                </a:cubicBezTo>
                <a:cubicBezTo>
                  <a:pt x="41" y="16"/>
                  <a:pt x="64" y="27"/>
                  <a:pt x="86" y="37"/>
                </a:cubicBezTo>
                <a:cubicBezTo>
                  <a:pt x="106" y="45"/>
                  <a:pt x="125" y="51"/>
                  <a:pt x="143" y="57"/>
                </a:cubicBezTo>
                <a:cubicBezTo>
                  <a:pt x="161" y="62"/>
                  <a:pt x="180" y="66"/>
                  <a:pt x="203" y="70"/>
                </a:cubicBezTo>
                <a:cubicBezTo>
                  <a:pt x="225" y="74"/>
                  <a:pt x="248" y="76"/>
                  <a:pt x="269" y="77"/>
                </a:cubicBezTo>
                <a:cubicBezTo>
                  <a:pt x="290" y="78"/>
                  <a:pt x="313" y="78"/>
                  <a:pt x="336" y="77"/>
                </a:cubicBezTo>
                <a:cubicBezTo>
                  <a:pt x="357" y="76"/>
                  <a:pt x="377" y="74"/>
                  <a:pt x="396" y="70"/>
                </a:cubicBezTo>
                <a:cubicBezTo>
                  <a:pt x="403" y="69"/>
                  <a:pt x="408" y="73"/>
                  <a:pt x="409" y="80"/>
                </a:cubicBezTo>
                <a:cubicBezTo>
                  <a:pt x="410" y="86"/>
                  <a:pt x="406" y="92"/>
                  <a:pt x="400" y="93"/>
                </a:cubicBezTo>
                <a:cubicBezTo>
                  <a:pt x="380" y="96"/>
                  <a:pt x="360" y="98"/>
                  <a:pt x="337" y="100"/>
                </a:cubicBezTo>
                <a:cubicBezTo>
                  <a:pt x="324" y="100"/>
                  <a:pt x="312" y="101"/>
                  <a:pt x="299" y="10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6" name="Freeform 35">
            <a:extLst>
              <a:ext uri="{FF2B5EF4-FFF2-40B4-BE49-F238E27FC236}">
                <a16:creationId xmlns:a16="http://schemas.microsoft.com/office/drawing/2014/main" id="{F03A3779-E86B-46C3-0168-DC321FE0B607}"/>
              </a:ext>
            </a:extLst>
          </p:cNvPr>
          <p:cNvSpPr>
            <a:spLocks/>
          </p:cNvSpPr>
          <p:nvPr/>
        </p:nvSpPr>
        <p:spPr bwMode="auto">
          <a:xfrm>
            <a:off x="6263100" y="4963304"/>
            <a:ext cx="61545" cy="32725"/>
          </a:xfrm>
          <a:custGeom>
            <a:avLst/>
            <a:gdLst>
              <a:gd name="T0" fmla="*/ 13 w 90"/>
              <a:gd name="T1" fmla="*/ 54 h 54"/>
              <a:gd name="T2" fmla="*/ 13 w 90"/>
              <a:gd name="T3" fmla="*/ 54 h 54"/>
              <a:gd name="T4" fmla="*/ 2 w 90"/>
              <a:gd name="T5" fmla="*/ 47 h 54"/>
              <a:gd name="T6" fmla="*/ 9 w 90"/>
              <a:gd name="T7" fmla="*/ 32 h 54"/>
              <a:gd name="T8" fmla="*/ 71 w 90"/>
              <a:gd name="T9" fmla="*/ 3 h 54"/>
              <a:gd name="T10" fmla="*/ 87 w 90"/>
              <a:gd name="T11" fmla="*/ 7 h 54"/>
              <a:gd name="T12" fmla="*/ 82 w 90"/>
              <a:gd name="T13" fmla="*/ 23 h 54"/>
              <a:gd name="T14" fmla="*/ 17 w 90"/>
              <a:gd name="T15" fmla="*/ 53 h 54"/>
              <a:gd name="T16" fmla="*/ 13 w 90"/>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54">
                <a:moveTo>
                  <a:pt x="13" y="54"/>
                </a:moveTo>
                <a:lnTo>
                  <a:pt x="13" y="54"/>
                </a:lnTo>
                <a:cubicBezTo>
                  <a:pt x="8" y="54"/>
                  <a:pt x="4" y="51"/>
                  <a:pt x="2" y="47"/>
                </a:cubicBezTo>
                <a:cubicBezTo>
                  <a:pt x="0" y="41"/>
                  <a:pt x="3" y="35"/>
                  <a:pt x="9" y="32"/>
                </a:cubicBezTo>
                <a:cubicBezTo>
                  <a:pt x="30" y="24"/>
                  <a:pt x="51" y="14"/>
                  <a:pt x="71" y="3"/>
                </a:cubicBezTo>
                <a:cubicBezTo>
                  <a:pt x="77" y="0"/>
                  <a:pt x="84" y="2"/>
                  <a:pt x="87" y="7"/>
                </a:cubicBezTo>
                <a:cubicBezTo>
                  <a:pt x="90" y="13"/>
                  <a:pt x="88" y="20"/>
                  <a:pt x="82" y="23"/>
                </a:cubicBezTo>
                <a:cubicBezTo>
                  <a:pt x="61" y="34"/>
                  <a:pt x="39" y="45"/>
                  <a:pt x="17" y="53"/>
                </a:cubicBezTo>
                <a:cubicBezTo>
                  <a:pt x="16" y="54"/>
                  <a:pt x="14" y="54"/>
                  <a:pt x="13" y="5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7" name="Freeform 36">
            <a:extLst>
              <a:ext uri="{FF2B5EF4-FFF2-40B4-BE49-F238E27FC236}">
                <a16:creationId xmlns:a16="http://schemas.microsoft.com/office/drawing/2014/main" id="{13EDF978-7E5F-1815-7954-9A491B2BFF69}"/>
              </a:ext>
            </a:extLst>
          </p:cNvPr>
          <p:cNvSpPr>
            <a:spLocks/>
          </p:cNvSpPr>
          <p:nvPr/>
        </p:nvSpPr>
        <p:spPr bwMode="auto">
          <a:xfrm>
            <a:off x="6397236" y="4867975"/>
            <a:ext cx="52076" cy="49798"/>
          </a:xfrm>
          <a:custGeom>
            <a:avLst/>
            <a:gdLst>
              <a:gd name="T0" fmla="*/ 12 w 75"/>
              <a:gd name="T1" fmla="*/ 81 h 81"/>
              <a:gd name="T2" fmla="*/ 12 w 75"/>
              <a:gd name="T3" fmla="*/ 81 h 81"/>
              <a:gd name="T4" fmla="*/ 4 w 75"/>
              <a:gd name="T5" fmla="*/ 77 h 81"/>
              <a:gd name="T6" fmla="*/ 4 w 75"/>
              <a:gd name="T7" fmla="*/ 61 h 81"/>
              <a:gd name="T8" fmla="*/ 53 w 75"/>
              <a:gd name="T9" fmla="*/ 6 h 81"/>
              <a:gd name="T10" fmla="*/ 69 w 75"/>
              <a:gd name="T11" fmla="*/ 4 h 81"/>
              <a:gd name="T12" fmla="*/ 71 w 75"/>
              <a:gd name="T13" fmla="*/ 20 h 81"/>
              <a:gd name="T14" fmla="*/ 20 w 75"/>
              <a:gd name="T15" fmla="*/ 77 h 81"/>
              <a:gd name="T16" fmla="*/ 12 w 75"/>
              <a:gd name="T17"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2" y="81"/>
                </a:moveTo>
                <a:lnTo>
                  <a:pt x="12" y="81"/>
                </a:lnTo>
                <a:cubicBezTo>
                  <a:pt x="9" y="81"/>
                  <a:pt x="6" y="79"/>
                  <a:pt x="4" y="77"/>
                </a:cubicBezTo>
                <a:cubicBezTo>
                  <a:pt x="0" y="73"/>
                  <a:pt x="0" y="66"/>
                  <a:pt x="4" y="61"/>
                </a:cubicBezTo>
                <a:cubicBezTo>
                  <a:pt x="21" y="45"/>
                  <a:pt x="37" y="27"/>
                  <a:pt x="53" y="6"/>
                </a:cubicBezTo>
                <a:cubicBezTo>
                  <a:pt x="57" y="1"/>
                  <a:pt x="64" y="0"/>
                  <a:pt x="69" y="4"/>
                </a:cubicBezTo>
                <a:cubicBezTo>
                  <a:pt x="74" y="8"/>
                  <a:pt x="75" y="15"/>
                  <a:pt x="71" y="20"/>
                </a:cubicBezTo>
                <a:cubicBezTo>
                  <a:pt x="54" y="42"/>
                  <a:pt x="37" y="60"/>
                  <a:pt x="20" y="77"/>
                </a:cubicBezTo>
                <a:cubicBezTo>
                  <a:pt x="18" y="80"/>
                  <a:pt x="15" y="81"/>
                  <a:pt x="12" y="8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8" name="Freeform 37">
            <a:extLst>
              <a:ext uri="{FF2B5EF4-FFF2-40B4-BE49-F238E27FC236}">
                <a16:creationId xmlns:a16="http://schemas.microsoft.com/office/drawing/2014/main" id="{A1AAAF2A-79B2-E696-48DB-799634C4D625}"/>
              </a:ext>
            </a:extLst>
          </p:cNvPr>
          <p:cNvSpPr>
            <a:spLocks/>
          </p:cNvSpPr>
          <p:nvPr/>
        </p:nvSpPr>
        <p:spPr bwMode="auto">
          <a:xfrm>
            <a:off x="6495076" y="4535037"/>
            <a:ext cx="37873" cy="240456"/>
          </a:xfrm>
          <a:custGeom>
            <a:avLst/>
            <a:gdLst>
              <a:gd name="T0" fmla="*/ 13 w 57"/>
              <a:gd name="T1" fmla="*/ 389 h 389"/>
              <a:gd name="T2" fmla="*/ 13 w 57"/>
              <a:gd name="T3" fmla="*/ 389 h 389"/>
              <a:gd name="T4" fmla="*/ 9 w 57"/>
              <a:gd name="T5" fmla="*/ 388 h 389"/>
              <a:gd name="T6" fmla="*/ 2 w 57"/>
              <a:gd name="T7" fmla="*/ 374 h 389"/>
              <a:gd name="T8" fmla="*/ 26 w 57"/>
              <a:gd name="T9" fmla="*/ 290 h 389"/>
              <a:gd name="T10" fmla="*/ 33 w 57"/>
              <a:gd name="T11" fmla="*/ 224 h 389"/>
              <a:gd name="T12" fmla="*/ 34 w 57"/>
              <a:gd name="T13" fmla="*/ 165 h 389"/>
              <a:gd name="T14" fmla="*/ 26 w 57"/>
              <a:gd name="T15" fmla="*/ 102 h 389"/>
              <a:gd name="T16" fmla="*/ 5 w 57"/>
              <a:gd name="T17" fmla="*/ 16 h 389"/>
              <a:gd name="T18" fmla="*/ 12 w 57"/>
              <a:gd name="T19" fmla="*/ 2 h 389"/>
              <a:gd name="T20" fmla="*/ 26 w 57"/>
              <a:gd name="T21" fmla="*/ 9 h 389"/>
              <a:gd name="T22" fmla="*/ 49 w 57"/>
              <a:gd name="T23" fmla="*/ 98 h 389"/>
              <a:gd name="T24" fmla="*/ 56 w 57"/>
              <a:gd name="T25" fmla="*/ 164 h 389"/>
              <a:gd name="T26" fmla="*/ 56 w 57"/>
              <a:gd name="T27" fmla="*/ 225 h 389"/>
              <a:gd name="T28" fmla="*/ 48 w 57"/>
              <a:gd name="T29" fmla="*/ 294 h 389"/>
              <a:gd name="T30" fmla="*/ 24 w 57"/>
              <a:gd name="T31" fmla="*/ 381 h 389"/>
              <a:gd name="T32" fmla="*/ 13 w 57"/>
              <a:gd name="T33" fmla="*/ 38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389">
                <a:moveTo>
                  <a:pt x="13" y="389"/>
                </a:moveTo>
                <a:lnTo>
                  <a:pt x="13" y="389"/>
                </a:lnTo>
                <a:cubicBezTo>
                  <a:pt x="12" y="389"/>
                  <a:pt x="11" y="389"/>
                  <a:pt x="9" y="388"/>
                </a:cubicBezTo>
                <a:cubicBezTo>
                  <a:pt x="3" y="386"/>
                  <a:pt x="0" y="380"/>
                  <a:pt x="2" y="374"/>
                </a:cubicBezTo>
                <a:cubicBezTo>
                  <a:pt x="14" y="341"/>
                  <a:pt x="21" y="315"/>
                  <a:pt x="26" y="290"/>
                </a:cubicBezTo>
                <a:cubicBezTo>
                  <a:pt x="29" y="270"/>
                  <a:pt x="32" y="248"/>
                  <a:pt x="33" y="224"/>
                </a:cubicBezTo>
                <a:cubicBezTo>
                  <a:pt x="34" y="202"/>
                  <a:pt x="35" y="183"/>
                  <a:pt x="34" y="165"/>
                </a:cubicBezTo>
                <a:cubicBezTo>
                  <a:pt x="33" y="145"/>
                  <a:pt x="30" y="124"/>
                  <a:pt x="26" y="102"/>
                </a:cubicBezTo>
                <a:cubicBezTo>
                  <a:pt x="22" y="73"/>
                  <a:pt x="14" y="44"/>
                  <a:pt x="5" y="16"/>
                </a:cubicBezTo>
                <a:cubicBezTo>
                  <a:pt x="3" y="10"/>
                  <a:pt x="6" y="4"/>
                  <a:pt x="12" y="2"/>
                </a:cubicBezTo>
                <a:cubicBezTo>
                  <a:pt x="18" y="0"/>
                  <a:pt x="24" y="3"/>
                  <a:pt x="26" y="9"/>
                </a:cubicBezTo>
                <a:cubicBezTo>
                  <a:pt x="36" y="38"/>
                  <a:pt x="44" y="68"/>
                  <a:pt x="49" y="98"/>
                </a:cubicBezTo>
                <a:cubicBezTo>
                  <a:pt x="53" y="121"/>
                  <a:pt x="55" y="143"/>
                  <a:pt x="56" y="164"/>
                </a:cubicBezTo>
                <a:cubicBezTo>
                  <a:pt x="57" y="183"/>
                  <a:pt x="57" y="203"/>
                  <a:pt x="56" y="225"/>
                </a:cubicBezTo>
                <a:cubicBezTo>
                  <a:pt x="54" y="251"/>
                  <a:pt x="52" y="273"/>
                  <a:pt x="48" y="294"/>
                </a:cubicBezTo>
                <a:cubicBezTo>
                  <a:pt x="43" y="320"/>
                  <a:pt x="36" y="347"/>
                  <a:pt x="24" y="381"/>
                </a:cubicBezTo>
                <a:cubicBezTo>
                  <a:pt x="22" y="386"/>
                  <a:pt x="18" y="389"/>
                  <a:pt x="13" y="38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39" name="Freeform 38">
            <a:extLst>
              <a:ext uri="{FF2B5EF4-FFF2-40B4-BE49-F238E27FC236}">
                <a16:creationId xmlns:a16="http://schemas.microsoft.com/office/drawing/2014/main" id="{500C4F2A-533C-598C-C8A7-9F8ACC3FAAAF}"/>
              </a:ext>
            </a:extLst>
          </p:cNvPr>
          <p:cNvSpPr>
            <a:spLocks/>
          </p:cNvSpPr>
          <p:nvPr/>
        </p:nvSpPr>
        <p:spPr bwMode="auto">
          <a:xfrm>
            <a:off x="6376721" y="4372836"/>
            <a:ext cx="59967" cy="54067"/>
          </a:xfrm>
          <a:custGeom>
            <a:avLst/>
            <a:gdLst>
              <a:gd name="T0" fmla="*/ 75 w 88"/>
              <a:gd name="T1" fmla="*/ 88 h 88"/>
              <a:gd name="T2" fmla="*/ 75 w 88"/>
              <a:gd name="T3" fmla="*/ 88 h 88"/>
              <a:gd name="T4" fmla="*/ 67 w 88"/>
              <a:gd name="T5" fmla="*/ 84 h 88"/>
              <a:gd name="T6" fmla="*/ 5 w 88"/>
              <a:gd name="T7" fmla="*/ 21 h 88"/>
              <a:gd name="T8" fmla="*/ 4 w 88"/>
              <a:gd name="T9" fmla="*/ 5 h 88"/>
              <a:gd name="T10" fmla="*/ 20 w 88"/>
              <a:gd name="T11" fmla="*/ 4 h 88"/>
              <a:gd name="T12" fmla="*/ 84 w 88"/>
              <a:gd name="T13" fmla="*/ 70 h 88"/>
              <a:gd name="T14" fmla="*/ 83 w 88"/>
              <a:gd name="T15" fmla="*/ 86 h 88"/>
              <a:gd name="T16" fmla="*/ 75 w 88"/>
              <a:gd name="T1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88">
                <a:moveTo>
                  <a:pt x="75" y="88"/>
                </a:moveTo>
                <a:lnTo>
                  <a:pt x="75" y="88"/>
                </a:lnTo>
                <a:cubicBezTo>
                  <a:pt x="72" y="88"/>
                  <a:pt x="69" y="87"/>
                  <a:pt x="67" y="84"/>
                </a:cubicBezTo>
                <a:cubicBezTo>
                  <a:pt x="46" y="60"/>
                  <a:pt x="26" y="39"/>
                  <a:pt x="5" y="21"/>
                </a:cubicBezTo>
                <a:cubicBezTo>
                  <a:pt x="1" y="17"/>
                  <a:pt x="0" y="10"/>
                  <a:pt x="4" y="5"/>
                </a:cubicBezTo>
                <a:cubicBezTo>
                  <a:pt x="8" y="1"/>
                  <a:pt x="16" y="0"/>
                  <a:pt x="20" y="4"/>
                </a:cubicBezTo>
                <a:cubicBezTo>
                  <a:pt x="42" y="23"/>
                  <a:pt x="63" y="44"/>
                  <a:pt x="84" y="70"/>
                </a:cubicBezTo>
                <a:cubicBezTo>
                  <a:pt x="88" y="75"/>
                  <a:pt x="88" y="82"/>
                  <a:pt x="83" y="86"/>
                </a:cubicBezTo>
                <a:cubicBezTo>
                  <a:pt x="81" y="88"/>
                  <a:pt x="78" y="88"/>
                  <a:pt x="75" y="8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0" name="Freeform 39">
            <a:extLst>
              <a:ext uri="{FF2B5EF4-FFF2-40B4-BE49-F238E27FC236}">
                <a16:creationId xmlns:a16="http://schemas.microsoft.com/office/drawing/2014/main" id="{445F43B2-F6A4-DC13-429E-C3CCD21512FD}"/>
              </a:ext>
            </a:extLst>
          </p:cNvPr>
          <p:cNvSpPr>
            <a:spLocks/>
          </p:cNvSpPr>
          <p:nvPr/>
        </p:nvSpPr>
        <p:spPr bwMode="auto">
          <a:xfrm>
            <a:off x="6092669" y="4287467"/>
            <a:ext cx="209883" cy="46953"/>
          </a:xfrm>
          <a:custGeom>
            <a:avLst/>
            <a:gdLst>
              <a:gd name="T0" fmla="*/ 293 w 306"/>
              <a:gd name="T1" fmla="*/ 75 h 75"/>
              <a:gd name="T2" fmla="*/ 293 w 306"/>
              <a:gd name="T3" fmla="*/ 75 h 75"/>
              <a:gd name="T4" fmla="*/ 288 w 306"/>
              <a:gd name="T5" fmla="*/ 74 h 75"/>
              <a:gd name="T6" fmla="*/ 246 w 306"/>
              <a:gd name="T7" fmla="*/ 57 h 75"/>
              <a:gd name="T8" fmla="*/ 186 w 306"/>
              <a:gd name="T9" fmla="*/ 39 h 75"/>
              <a:gd name="T10" fmla="*/ 97 w 306"/>
              <a:gd name="T11" fmla="*/ 26 h 75"/>
              <a:gd name="T12" fmla="*/ 12 w 306"/>
              <a:gd name="T13" fmla="*/ 24 h 75"/>
              <a:gd name="T14" fmla="*/ 0 w 306"/>
              <a:gd name="T15" fmla="*/ 13 h 75"/>
              <a:gd name="T16" fmla="*/ 11 w 306"/>
              <a:gd name="T17" fmla="*/ 1 h 75"/>
              <a:gd name="T18" fmla="*/ 99 w 306"/>
              <a:gd name="T19" fmla="*/ 3 h 75"/>
              <a:gd name="T20" fmla="*/ 191 w 306"/>
              <a:gd name="T21" fmla="*/ 17 h 75"/>
              <a:gd name="T22" fmla="*/ 253 w 306"/>
              <a:gd name="T23" fmla="*/ 35 h 75"/>
              <a:gd name="T24" fmla="*/ 298 w 306"/>
              <a:gd name="T25" fmla="*/ 54 h 75"/>
              <a:gd name="T26" fmla="*/ 303 w 306"/>
              <a:gd name="T27" fmla="*/ 69 h 75"/>
              <a:gd name="T28" fmla="*/ 293 w 306"/>
              <a:gd name="T29"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6" h="75">
                <a:moveTo>
                  <a:pt x="293" y="75"/>
                </a:moveTo>
                <a:lnTo>
                  <a:pt x="293" y="75"/>
                </a:lnTo>
                <a:cubicBezTo>
                  <a:pt x="292" y="75"/>
                  <a:pt x="290" y="75"/>
                  <a:pt x="288" y="74"/>
                </a:cubicBezTo>
                <a:cubicBezTo>
                  <a:pt x="275" y="68"/>
                  <a:pt x="261" y="62"/>
                  <a:pt x="246" y="57"/>
                </a:cubicBezTo>
                <a:cubicBezTo>
                  <a:pt x="228" y="50"/>
                  <a:pt x="208" y="44"/>
                  <a:pt x="186" y="39"/>
                </a:cubicBezTo>
                <a:cubicBezTo>
                  <a:pt x="159" y="33"/>
                  <a:pt x="130" y="29"/>
                  <a:pt x="97" y="26"/>
                </a:cubicBezTo>
                <a:cubicBezTo>
                  <a:pt x="64" y="23"/>
                  <a:pt x="37" y="22"/>
                  <a:pt x="12" y="24"/>
                </a:cubicBezTo>
                <a:cubicBezTo>
                  <a:pt x="6" y="24"/>
                  <a:pt x="1" y="19"/>
                  <a:pt x="0" y="13"/>
                </a:cubicBezTo>
                <a:cubicBezTo>
                  <a:pt x="0" y="7"/>
                  <a:pt x="5" y="1"/>
                  <a:pt x="11" y="1"/>
                </a:cubicBezTo>
                <a:cubicBezTo>
                  <a:pt x="37" y="0"/>
                  <a:pt x="65" y="0"/>
                  <a:pt x="99" y="3"/>
                </a:cubicBezTo>
                <a:cubicBezTo>
                  <a:pt x="133" y="6"/>
                  <a:pt x="163" y="11"/>
                  <a:pt x="191" y="17"/>
                </a:cubicBezTo>
                <a:cubicBezTo>
                  <a:pt x="214" y="23"/>
                  <a:pt x="234" y="29"/>
                  <a:pt x="253" y="35"/>
                </a:cubicBezTo>
                <a:cubicBezTo>
                  <a:pt x="269" y="41"/>
                  <a:pt x="284" y="47"/>
                  <a:pt x="298" y="54"/>
                </a:cubicBezTo>
                <a:cubicBezTo>
                  <a:pt x="304" y="57"/>
                  <a:pt x="306" y="63"/>
                  <a:pt x="303" y="69"/>
                </a:cubicBezTo>
                <a:cubicBezTo>
                  <a:pt x="302" y="73"/>
                  <a:pt x="297" y="75"/>
                  <a:pt x="293" y="7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1" name="Freeform 40">
            <a:extLst>
              <a:ext uri="{FF2B5EF4-FFF2-40B4-BE49-F238E27FC236}">
                <a16:creationId xmlns:a16="http://schemas.microsoft.com/office/drawing/2014/main" id="{E5591D67-44CC-E25A-BAB1-DACBA3161A56}"/>
              </a:ext>
            </a:extLst>
          </p:cNvPr>
          <p:cNvSpPr>
            <a:spLocks/>
          </p:cNvSpPr>
          <p:nvPr/>
        </p:nvSpPr>
        <p:spPr bwMode="auto">
          <a:xfrm>
            <a:off x="5630295" y="4425480"/>
            <a:ext cx="80481" cy="212000"/>
          </a:xfrm>
          <a:custGeom>
            <a:avLst/>
            <a:gdLst>
              <a:gd name="T0" fmla="*/ 12 w 119"/>
              <a:gd name="T1" fmla="*/ 344 h 344"/>
              <a:gd name="T2" fmla="*/ 12 w 119"/>
              <a:gd name="T3" fmla="*/ 344 h 344"/>
              <a:gd name="T4" fmla="*/ 11 w 119"/>
              <a:gd name="T5" fmla="*/ 344 h 344"/>
              <a:gd name="T6" fmla="*/ 1 w 119"/>
              <a:gd name="T7" fmla="*/ 332 h 344"/>
              <a:gd name="T8" fmla="*/ 12 w 119"/>
              <a:gd name="T9" fmla="*/ 235 h 344"/>
              <a:gd name="T10" fmla="*/ 43 w 119"/>
              <a:gd name="T11" fmla="*/ 128 h 344"/>
              <a:gd name="T12" fmla="*/ 97 w 119"/>
              <a:gd name="T13" fmla="*/ 7 h 344"/>
              <a:gd name="T14" fmla="*/ 112 w 119"/>
              <a:gd name="T15" fmla="*/ 3 h 344"/>
              <a:gd name="T16" fmla="*/ 116 w 119"/>
              <a:gd name="T17" fmla="*/ 19 h 344"/>
              <a:gd name="T18" fmla="*/ 65 w 119"/>
              <a:gd name="T19" fmla="*/ 136 h 344"/>
              <a:gd name="T20" fmla="*/ 34 w 119"/>
              <a:gd name="T21" fmla="*/ 239 h 344"/>
              <a:gd name="T22" fmla="*/ 23 w 119"/>
              <a:gd name="T23" fmla="*/ 334 h 344"/>
              <a:gd name="T24" fmla="*/ 12 w 119"/>
              <a:gd name="T25"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344">
                <a:moveTo>
                  <a:pt x="12" y="344"/>
                </a:moveTo>
                <a:lnTo>
                  <a:pt x="12" y="344"/>
                </a:lnTo>
                <a:cubicBezTo>
                  <a:pt x="12" y="344"/>
                  <a:pt x="12" y="344"/>
                  <a:pt x="11" y="344"/>
                </a:cubicBezTo>
                <a:cubicBezTo>
                  <a:pt x="5" y="344"/>
                  <a:pt x="0" y="339"/>
                  <a:pt x="1" y="332"/>
                </a:cubicBezTo>
                <a:cubicBezTo>
                  <a:pt x="3" y="293"/>
                  <a:pt x="6" y="263"/>
                  <a:pt x="12" y="235"/>
                </a:cubicBezTo>
                <a:cubicBezTo>
                  <a:pt x="19" y="197"/>
                  <a:pt x="31" y="161"/>
                  <a:pt x="43" y="128"/>
                </a:cubicBezTo>
                <a:cubicBezTo>
                  <a:pt x="58" y="88"/>
                  <a:pt x="74" y="46"/>
                  <a:pt x="97" y="7"/>
                </a:cubicBezTo>
                <a:cubicBezTo>
                  <a:pt x="100" y="2"/>
                  <a:pt x="107" y="0"/>
                  <a:pt x="112" y="3"/>
                </a:cubicBezTo>
                <a:cubicBezTo>
                  <a:pt x="117" y="6"/>
                  <a:pt x="119" y="13"/>
                  <a:pt x="116" y="19"/>
                </a:cubicBezTo>
                <a:cubicBezTo>
                  <a:pt x="95" y="56"/>
                  <a:pt x="79" y="97"/>
                  <a:pt x="65" y="136"/>
                </a:cubicBezTo>
                <a:cubicBezTo>
                  <a:pt x="53" y="168"/>
                  <a:pt x="41" y="203"/>
                  <a:pt x="34" y="239"/>
                </a:cubicBezTo>
                <a:cubicBezTo>
                  <a:pt x="29" y="266"/>
                  <a:pt x="26" y="295"/>
                  <a:pt x="23" y="334"/>
                </a:cubicBezTo>
                <a:cubicBezTo>
                  <a:pt x="23" y="340"/>
                  <a:pt x="18" y="344"/>
                  <a:pt x="12" y="34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2" name="Freeform 41">
            <a:extLst>
              <a:ext uri="{FF2B5EF4-FFF2-40B4-BE49-F238E27FC236}">
                <a16:creationId xmlns:a16="http://schemas.microsoft.com/office/drawing/2014/main" id="{F8C38566-FD55-9611-D5AF-0FBC479BE69F}"/>
              </a:ext>
            </a:extLst>
          </p:cNvPr>
          <p:cNvSpPr>
            <a:spLocks/>
          </p:cNvSpPr>
          <p:nvPr/>
        </p:nvSpPr>
        <p:spPr bwMode="auto">
          <a:xfrm>
            <a:off x="5636607" y="4725694"/>
            <a:ext cx="28405" cy="61181"/>
          </a:xfrm>
          <a:custGeom>
            <a:avLst/>
            <a:gdLst>
              <a:gd name="T0" fmla="*/ 29 w 42"/>
              <a:gd name="T1" fmla="*/ 99 h 99"/>
              <a:gd name="T2" fmla="*/ 29 w 42"/>
              <a:gd name="T3" fmla="*/ 99 h 99"/>
              <a:gd name="T4" fmla="*/ 18 w 42"/>
              <a:gd name="T5" fmla="*/ 91 h 99"/>
              <a:gd name="T6" fmla="*/ 1 w 42"/>
              <a:gd name="T7" fmla="*/ 14 h 99"/>
              <a:gd name="T8" fmla="*/ 10 w 42"/>
              <a:gd name="T9" fmla="*/ 1 h 99"/>
              <a:gd name="T10" fmla="*/ 24 w 42"/>
              <a:gd name="T11" fmla="*/ 10 h 99"/>
              <a:gd name="T12" fmla="*/ 40 w 42"/>
              <a:gd name="T13" fmla="*/ 84 h 99"/>
              <a:gd name="T14" fmla="*/ 33 w 42"/>
              <a:gd name="T15" fmla="*/ 98 h 99"/>
              <a:gd name="T16" fmla="*/ 29 w 42"/>
              <a:gd name="T17" fmla="*/ 9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99">
                <a:moveTo>
                  <a:pt x="29" y="99"/>
                </a:moveTo>
                <a:lnTo>
                  <a:pt x="29" y="99"/>
                </a:lnTo>
                <a:cubicBezTo>
                  <a:pt x="24" y="99"/>
                  <a:pt x="20" y="96"/>
                  <a:pt x="18" y="91"/>
                </a:cubicBezTo>
                <a:cubicBezTo>
                  <a:pt x="11" y="64"/>
                  <a:pt x="5" y="37"/>
                  <a:pt x="1" y="14"/>
                </a:cubicBezTo>
                <a:cubicBezTo>
                  <a:pt x="0" y="8"/>
                  <a:pt x="4" y="2"/>
                  <a:pt x="10" y="1"/>
                </a:cubicBezTo>
                <a:cubicBezTo>
                  <a:pt x="17" y="0"/>
                  <a:pt x="22" y="4"/>
                  <a:pt x="24" y="10"/>
                </a:cubicBezTo>
                <a:cubicBezTo>
                  <a:pt x="28" y="33"/>
                  <a:pt x="33" y="59"/>
                  <a:pt x="40" y="84"/>
                </a:cubicBezTo>
                <a:cubicBezTo>
                  <a:pt x="42" y="90"/>
                  <a:pt x="39" y="97"/>
                  <a:pt x="33" y="98"/>
                </a:cubicBezTo>
                <a:cubicBezTo>
                  <a:pt x="31" y="99"/>
                  <a:pt x="30" y="99"/>
                  <a:pt x="29" y="9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3" name="Freeform 42">
            <a:extLst>
              <a:ext uri="{FF2B5EF4-FFF2-40B4-BE49-F238E27FC236}">
                <a16:creationId xmlns:a16="http://schemas.microsoft.com/office/drawing/2014/main" id="{B63A6D51-C113-5B62-C67F-B86DA6E5F9BA}"/>
              </a:ext>
            </a:extLst>
          </p:cNvPr>
          <p:cNvSpPr>
            <a:spLocks/>
          </p:cNvSpPr>
          <p:nvPr/>
        </p:nvSpPr>
        <p:spPr bwMode="auto">
          <a:xfrm>
            <a:off x="5775478" y="4961881"/>
            <a:ext cx="66278" cy="52645"/>
          </a:xfrm>
          <a:custGeom>
            <a:avLst/>
            <a:gdLst>
              <a:gd name="T0" fmla="*/ 85 w 97"/>
              <a:gd name="T1" fmla="*/ 86 h 86"/>
              <a:gd name="T2" fmla="*/ 85 w 97"/>
              <a:gd name="T3" fmla="*/ 86 h 86"/>
              <a:gd name="T4" fmla="*/ 78 w 97"/>
              <a:gd name="T5" fmla="*/ 83 h 86"/>
              <a:gd name="T6" fmla="*/ 4 w 97"/>
              <a:gd name="T7" fmla="*/ 20 h 86"/>
              <a:gd name="T8" fmla="*/ 4 w 97"/>
              <a:gd name="T9" fmla="*/ 4 h 86"/>
              <a:gd name="T10" fmla="*/ 20 w 97"/>
              <a:gd name="T11" fmla="*/ 4 h 86"/>
              <a:gd name="T12" fmla="*/ 91 w 97"/>
              <a:gd name="T13" fmla="*/ 65 h 86"/>
              <a:gd name="T14" fmla="*/ 94 w 97"/>
              <a:gd name="T15" fmla="*/ 81 h 86"/>
              <a:gd name="T16" fmla="*/ 85 w 97"/>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86">
                <a:moveTo>
                  <a:pt x="85" y="86"/>
                </a:moveTo>
                <a:lnTo>
                  <a:pt x="85" y="86"/>
                </a:lnTo>
                <a:cubicBezTo>
                  <a:pt x="82" y="86"/>
                  <a:pt x="80" y="85"/>
                  <a:pt x="78" y="83"/>
                </a:cubicBezTo>
                <a:cubicBezTo>
                  <a:pt x="52" y="64"/>
                  <a:pt x="27" y="43"/>
                  <a:pt x="4" y="20"/>
                </a:cubicBezTo>
                <a:cubicBezTo>
                  <a:pt x="0" y="16"/>
                  <a:pt x="0" y="9"/>
                  <a:pt x="4" y="4"/>
                </a:cubicBezTo>
                <a:cubicBezTo>
                  <a:pt x="8" y="0"/>
                  <a:pt x="15" y="0"/>
                  <a:pt x="20" y="4"/>
                </a:cubicBezTo>
                <a:cubicBezTo>
                  <a:pt x="42" y="26"/>
                  <a:pt x="66" y="46"/>
                  <a:pt x="91" y="65"/>
                </a:cubicBezTo>
                <a:cubicBezTo>
                  <a:pt x="96" y="69"/>
                  <a:pt x="97" y="76"/>
                  <a:pt x="94" y="81"/>
                </a:cubicBezTo>
                <a:cubicBezTo>
                  <a:pt x="91" y="84"/>
                  <a:pt x="88" y="86"/>
                  <a:pt x="85" y="8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4" name="Freeform 43">
            <a:extLst>
              <a:ext uri="{FF2B5EF4-FFF2-40B4-BE49-F238E27FC236}">
                <a16:creationId xmlns:a16="http://schemas.microsoft.com/office/drawing/2014/main" id="{BE8B81B7-302D-4B62-4689-C644E45C7702}"/>
              </a:ext>
            </a:extLst>
          </p:cNvPr>
          <p:cNvSpPr>
            <a:spLocks/>
          </p:cNvSpPr>
          <p:nvPr/>
        </p:nvSpPr>
        <p:spPr bwMode="auto">
          <a:xfrm>
            <a:off x="5941173" y="5058632"/>
            <a:ext cx="173588" cy="44107"/>
          </a:xfrm>
          <a:custGeom>
            <a:avLst/>
            <a:gdLst>
              <a:gd name="T0" fmla="*/ 242 w 253"/>
              <a:gd name="T1" fmla="*/ 72 h 72"/>
              <a:gd name="T2" fmla="*/ 242 w 253"/>
              <a:gd name="T3" fmla="*/ 72 h 72"/>
              <a:gd name="T4" fmla="*/ 241 w 253"/>
              <a:gd name="T5" fmla="*/ 72 h 72"/>
              <a:gd name="T6" fmla="*/ 157 w 253"/>
              <a:gd name="T7" fmla="*/ 63 h 72"/>
              <a:gd name="T8" fmla="*/ 79 w 253"/>
              <a:gd name="T9" fmla="*/ 47 h 72"/>
              <a:gd name="T10" fmla="*/ 8 w 253"/>
              <a:gd name="T11" fmla="*/ 23 h 72"/>
              <a:gd name="T12" fmla="*/ 2 w 253"/>
              <a:gd name="T13" fmla="*/ 8 h 72"/>
              <a:gd name="T14" fmla="*/ 17 w 253"/>
              <a:gd name="T15" fmla="*/ 2 h 72"/>
              <a:gd name="T16" fmla="*/ 85 w 253"/>
              <a:gd name="T17" fmla="*/ 25 h 72"/>
              <a:gd name="T18" fmla="*/ 160 w 253"/>
              <a:gd name="T19" fmla="*/ 41 h 72"/>
              <a:gd name="T20" fmla="*/ 242 w 253"/>
              <a:gd name="T21" fmla="*/ 49 h 72"/>
              <a:gd name="T22" fmla="*/ 253 w 253"/>
              <a:gd name="T23" fmla="*/ 61 h 72"/>
              <a:gd name="T24" fmla="*/ 242 w 253"/>
              <a:gd name="T25"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3" h="72">
                <a:moveTo>
                  <a:pt x="242" y="72"/>
                </a:moveTo>
                <a:lnTo>
                  <a:pt x="242" y="72"/>
                </a:lnTo>
                <a:cubicBezTo>
                  <a:pt x="241" y="72"/>
                  <a:pt x="241" y="72"/>
                  <a:pt x="241" y="72"/>
                </a:cubicBezTo>
                <a:cubicBezTo>
                  <a:pt x="214" y="71"/>
                  <a:pt x="186" y="68"/>
                  <a:pt x="157" y="63"/>
                </a:cubicBezTo>
                <a:cubicBezTo>
                  <a:pt x="128" y="59"/>
                  <a:pt x="103" y="54"/>
                  <a:pt x="79" y="47"/>
                </a:cubicBezTo>
                <a:cubicBezTo>
                  <a:pt x="56" y="41"/>
                  <a:pt x="33" y="33"/>
                  <a:pt x="8" y="23"/>
                </a:cubicBezTo>
                <a:cubicBezTo>
                  <a:pt x="3" y="21"/>
                  <a:pt x="0" y="14"/>
                  <a:pt x="2" y="8"/>
                </a:cubicBezTo>
                <a:cubicBezTo>
                  <a:pt x="4" y="3"/>
                  <a:pt x="11" y="0"/>
                  <a:pt x="17" y="2"/>
                </a:cubicBezTo>
                <a:cubicBezTo>
                  <a:pt x="41" y="12"/>
                  <a:pt x="63" y="19"/>
                  <a:pt x="85" y="25"/>
                </a:cubicBezTo>
                <a:cubicBezTo>
                  <a:pt x="108" y="31"/>
                  <a:pt x="133" y="37"/>
                  <a:pt x="160" y="41"/>
                </a:cubicBezTo>
                <a:cubicBezTo>
                  <a:pt x="188" y="45"/>
                  <a:pt x="216" y="48"/>
                  <a:pt x="242" y="49"/>
                </a:cubicBezTo>
                <a:cubicBezTo>
                  <a:pt x="248" y="49"/>
                  <a:pt x="253" y="55"/>
                  <a:pt x="253" y="61"/>
                </a:cubicBezTo>
                <a:cubicBezTo>
                  <a:pt x="253" y="67"/>
                  <a:pt x="248" y="72"/>
                  <a:pt x="242" y="7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5" name="Freeform 44">
            <a:extLst>
              <a:ext uri="{FF2B5EF4-FFF2-40B4-BE49-F238E27FC236}">
                <a16:creationId xmlns:a16="http://schemas.microsoft.com/office/drawing/2014/main" id="{CF4A4D3D-BE5C-6496-FCA9-F7F0AADE2CD8}"/>
              </a:ext>
            </a:extLst>
          </p:cNvPr>
          <p:cNvSpPr>
            <a:spLocks/>
          </p:cNvSpPr>
          <p:nvPr/>
        </p:nvSpPr>
        <p:spPr bwMode="auto">
          <a:xfrm>
            <a:off x="6206290" y="4994606"/>
            <a:ext cx="228820" cy="101020"/>
          </a:xfrm>
          <a:custGeom>
            <a:avLst/>
            <a:gdLst>
              <a:gd name="T0" fmla="*/ 12 w 334"/>
              <a:gd name="T1" fmla="*/ 163 h 163"/>
              <a:gd name="T2" fmla="*/ 12 w 334"/>
              <a:gd name="T3" fmla="*/ 163 h 163"/>
              <a:gd name="T4" fmla="*/ 1 w 334"/>
              <a:gd name="T5" fmla="*/ 154 h 163"/>
              <a:gd name="T6" fmla="*/ 10 w 334"/>
              <a:gd name="T7" fmla="*/ 141 h 163"/>
              <a:gd name="T8" fmla="*/ 78 w 334"/>
              <a:gd name="T9" fmla="*/ 125 h 163"/>
              <a:gd name="T10" fmla="*/ 148 w 334"/>
              <a:gd name="T11" fmla="*/ 101 h 163"/>
              <a:gd name="T12" fmla="*/ 227 w 334"/>
              <a:gd name="T13" fmla="*/ 62 h 163"/>
              <a:gd name="T14" fmla="*/ 314 w 334"/>
              <a:gd name="T15" fmla="*/ 4 h 163"/>
              <a:gd name="T16" fmla="*/ 330 w 334"/>
              <a:gd name="T17" fmla="*/ 6 h 163"/>
              <a:gd name="T18" fmla="*/ 328 w 334"/>
              <a:gd name="T19" fmla="*/ 22 h 163"/>
              <a:gd name="T20" fmla="*/ 238 w 334"/>
              <a:gd name="T21" fmla="*/ 82 h 163"/>
              <a:gd name="T22" fmla="*/ 157 w 334"/>
              <a:gd name="T23" fmla="*/ 122 h 163"/>
              <a:gd name="T24" fmla="*/ 84 w 334"/>
              <a:gd name="T25" fmla="*/ 147 h 163"/>
              <a:gd name="T26" fmla="*/ 14 w 334"/>
              <a:gd name="T27" fmla="*/ 163 h 163"/>
              <a:gd name="T28" fmla="*/ 12 w 334"/>
              <a:gd name="T29"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4" h="163">
                <a:moveTo>
                  <a:pt x="12" y="163"/>
                </a:moveTo>
                <a:lnTo>
                  <a:pt x="12" y="163"/>
                </a:lnTo>
                <a:cubicBezTo>
                  <a:pt x="7" y="163"/>
                  <a:pt x="2" y="159"/>
                  <a:pt x="1" y="154"/>
                </a:cubicBezTo>
                <a:cubicBezTo>
                  <a:pt x="0" y="148"/>
                  <a:pt x="4" y="142"/>
                  <a:pt x="10" y="141"/>
                </a:cubicBezTo>
                <a:cubicBezTo>
                  <a:pt x="32" y="137"/>
                  <a:pt x="55" y="131"/>
                  <a:pt x="78" y="125"/>
                </a:cubicBezTo>
                <a:cubicBezTo>
                  <a:pt x="101" y="118"/>
                  <a:pt x="125" y="110"/>
                  <a:pt x="148" y="101"/>
                </a:cubicBezTo>
                <a:cubicBezTo>
                  <a:pt x="175" y="90"/>
                  <a:pt x="201" y="77"/>
                  <a:pt x="227" y="62"/>
                </a:cubicBezTo>
                <a:cubicBezTo>
                  <a:pt x="255" y="46"/>
                  <a:pt x="284" y="27"/>
                  <a:pt x="314" y="4"/>
                </a:cubicBezTo>
                <a:cubicBezTo>
                  <a:pt x="319" y="0"/>
                  <a:pt x="326" y="1"/>
                  <a:pt x="330" y="6"/>
                </a:cubicBezTo>
                <a:cubicBezTo>
                  <a:pt x="334" y="11"/>
                  <a:pt x="333" y="18"/>
                  <a:pt x="328" y="22"/>
                </a:cubicBezTo>
                <a:cubicBezTo>
                  <a:pt x="297" y="46"/>
                  <a:pt x="267" y="65"/>
                  <a:pt x="238" y="82"/>
                </a:cubicBezTo>
                <a:cubicBezTo>
                  <a:pt x="212" y="97"/>
                  <a:pt x="184" y="110"/>
                  <a:pt x="157" y="122"/>
                </a:cubicBezTo>
                <a:cubicBezTo>
                  <a:pt x="133" y="131"/>
                  <a:pt x="109" y="140"/>
                  <a:pt x="84" y="147"/>
                </a:cubicBezTo>
                <a:cubicBezTo>
                  <a:pt x="61" y="154"/>
                  <a:pt x="37" y="159"/>
                  <a:pt x="14" y="163"/>
                </a:cubicBezTo>
                <a:cubicBezTo>
                  <a:pt x="14" y="163"/>
                  <a:pt x="13" y="163"/>
                  <a:pt x="12" y="163"/>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6" name="Freeform 45">
            <a:extLst>
              <a:ext uri="{FF2B5EF4-FFF2-40B4-BE49-F238E27FC236}">
                <a16:creationId xmlns:a16="http://schemas.microsoft.com/office/drawing/2014/main" id="{ABD44535-2EE3-68D3-88B7-ECF8C4C9FB76}"/>
              </a:ext>
            </a:extLst>
          </p:cNvPr>
          <p:cNvSpPr>
            <a:spLocks/>
          </p:cNvSpPr>
          <p:nvPr/>
        </p:nvSpPr>
        <p:spPr bwMode="auto">
          <a:xfrm>
            <a:off x="6507700" y="4665936"/>
            <a:ext cx="116777" cy="261798"/>
          </a:xfrm>
          <a:custGeom>
            <a:avLst/>
            <a:gdLst>
              <a:gd name="T0" fmla="*/ 12 w 169"/>
              <a:gd name="T1" fmla="*/ 424 h 424"/>
              <a:gd name="T2" fmla="*/ 12 w 169"/>
              <a:gd name="T3" fmla="*/ 424 h 424"/>
              <a:gd name="T4" fmla="*/ 6 w 169"/>
              <a:gd name="T5" fmla="*/ 421 h 424"/>
              <a:gd name="T6" fmla="*/ 3 w 169"/>
              <a:gd name="T7" fmla="*/ 405 h 424"/>
              <a:gd name="T8" fmla="*/ 63 w 169"/>
              <a:gd name="T9" fmla="*/ 311 h 424"/>
              <a:gd name="T10" fmla="*/ 113 w 169"/>
              <a:gd name="T11" fmla="*/ 190 h 424"/>
              <a:gd name="T12" fmla="*/ 138 w 169"/>
              <a:gd name="T13" fmla="*/ 92 h 424"/>
              <a:gd name="T14" fmla="*/ 146 w 169"/>
              <a:gd name="T15" fmla="*/ 11 h 424"/>
              <a:gd name="T16" fmla="*/ 158 w 169"/>
              <a:gd name="T17" fmla="*/ 0 h 424"/>
              <a:gd name="T18" fmla="*/ 169 w 169"/>
              <a:gd name="T19" fmla="*/ 12 h 424"/>
              <a:gd name="T20" fmla="*/ 160 w 169"/>
              <a:gd name="T21" fmla="*/ 96 h 424"/>
              <a:gd name="T22" fmla="*/ 134 w 169"/>
              <a:gd name="T23" fmla="*/ 197 h 424"/>
              <a:gd name="T24" fmla="*/ 83 w 169"/>
              <a:gd name="T25" fmla="*/ 322 h 424"/>
              <a:gd name="T26" fmla="*/ 21 w 169"/>
              <a:gd name="T27" fmla="*/ 419 h 424"/>
              <a:gd name="T28" fmla="*/ 12 w 169"/>
              <a:gd name="T29" fmla="*/ 424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9" h="424">
                <a:moveTo>
                  <a:pt x="12" y="424"/>
                </a:moveTo>
                <a:lnTo>
                  <a:pt x="12" y="424"/>
                </a:lnTo>
                <a:cubicBezTo>
                  <a:pt x="10" y="424"/>
                  <a:pt x="8" y="423"/>
                  <a:pt x="6" y="421"/>
                </a:cubicBezTo>
                <a:cubicBezTo>
                  <a:pt x="1" y="418"/>
                  <a:pt x="0" y="410"/>
                  <a:pt x="3" y="405"/>
                </a:cubicBezTo>
                <a:cubicBezTo>
                  <a:pt x="26" y="376"/>
                  <a:pt x="46" y="344"/>
                  <a:pt x="63" y="311"/>
                </a:cubicBezTo>
                <a:cubicBezTo>
                  <a:pt x="82" y="276"/>
                  <a:pt x="98" y="236"/>
                  <a:pt x="113" y="190"/>
                </a:cubicBezTo>
                <a:cubicBezTo>
                  <a:pt x="121" y="164"/>
                  <a:pt x="132" y="129"/>
                  <a:pt x="138" y="92"/>
                </a:cubicBezTo>
                <a:cubicBezTo>
                  <a:pt x="142" y="68"/>
                  <a:pt x="145" y="41"/>
                  <a:pt x="146" y="11"/>
                </a:cubicBezTo>
                <a:cubicBezTo>
                  <a:pt x="146" y="5"/>
                  <a:pt x="152" y="0"/>
                  <a:pt x="158" y="0"/>
                </a:cubicBezTo>
                <a:cubicBezTo>
                  <a:pt x="164" y="0"/>
                  <a:pt x="169" y="6"/>
                  <a:pt x="169" y="12"/>
                </a:cubicBezTo>
                <a:cubicBezTo>
                  <a:pt x="167" y="43"/>
                  <a:pt x="165" y="70"/>
                  <a:pt x="160" y="96"/>
                </a:cubicBezTo>
                <a:cubicBezTo>
                  <a:pt x="154" y="134"/>
                  <a:pt x="143" y="170"/>
                  <a:pt x="134" y="197"/>
                </a:cubicBezTo>
                <a:cubicBezTo>
                  <a:pt x="119" y="244"/>
                  <a:pt x="102" y="285"/>
                  <a:pt x="83" y="322"/>
                </a:cubicBezTo>
                <a:cubicBezTo>
                  <a:pt x="65" y="356"/>
                  <a:pt x="45" y="388"/>
                  <a:pt x="21" y="419"/>
                </a:cubicBezTo>
                <a:cubicBezTo>
                  <a:pt x="19" y="422"/>
                  <a:pt x="16" y="424"/>
                  <a:pt x="12" y="424"/>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7" name="Freeform 46">
            <a:extLst>
              <a:ext uri="{FF2B5EF4-FFF2-40B4-BE49-F238E27FC236}">
                <a16:creationId xmlns:a16="http://schemas.microsoft.com/office/drawing/2014/main" id="{208A2ACF-84F4-FBE8-AFBB-74537E2EEA11}"/>
              </a:ext>
            </a:extLst>
          </p:cNvPr>
          <p:cNvSpPr>
            <a:spLocks/>
          </p:cNvSpPr>
          <p:nvPr/>
        </p:nvSpPr>
        <p:spPr bwMode="auto">
          <a:xfrm>
            <a:off x="6537683" y="4421211"/>
            <a:ext cx="78903" cy="162201"/>
          </a:xfrm>
          <a:custGeom>
            <a:avLst/>
            <a:gdLst>
              <a:gd name="T0" fmla="*/ 104 w 116"/>
              <a:gd name="T1" fmla="*/ 263 h 263"/>
              <a:gd name="T2" fmla="*/ 104 w 116"/>
              <a:gd name="T3" fmla="*/ 263 h 263"/>
              <a:gd name="T4" fmla="*/ 93 w 116"/>
              <a:gd name="T5" fmla="*/ 254 h 263"/>
              <a:gd name="T6" fmla="*/ 63 w 116"/>
              <a:gd name="T7" fmla="*/ 145 h 263"/>
              <a:gd name="T8" fmla="*/ 3 w 116"/>
              <a:gd name="T9" fmla="*/ 19 h 263"/>
              <a:gd name="T10" fmla="*/ 7 w 116"/>
              <a:gd name="T11" fmla="*/ 4 h 263"/>
              <a:gd name="T12" fmla="*/ 23 w 116"/>
              <a:gd name="T13" fmla="*/ 8 h 263"/>
              <a:gd name="T14" fmla="*/ 85 w 116"/>
              <a:gd name="T15" fmla="*/ 138 h 263"/>
              <a:gd name="T16" fmla="*/ 115 w 116"/>
              <a:gd name="T17" fmla="*/ 250 h 263"/>
              <a:gd name="T18" fmla="*/ 106 w 116"/>
              <a:gd name="T19" fmla="*/ 263 h 263"/>
              <a:gd name="T20" fmla="*/ 104 w 116"/>
              <a:gd name="T21" fmla="*/ 263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263">
                <a:moveTo>
                  <a:pt x="104" y="263"/>
                </a:moveTo>
                <a:lnTo>
                  <a:pt x="104" y="263"/>
                </a:lnTo>
                <a:cubicBezTo>
                  <a:pt x="98" y="263"/>
                  <a:pt x="94" y="259"/>
                  <a:pt x="93" y="254"/>
                </a:cubicBezTo>
                <a:cubicBezTo>
                  <a:pt x="86" y="217"/>
                  <a:pt x="76" y="180"/>
                  <a:pt x="63" y="145"/>
                </a:cubicBezTo>
                <a:cubicBezTo>
                  <a:pt x="48" y="104"/>
                  <a:pt x="28" y="61"/>
                  <a:pt x="3" y="19"/>
                </a:cubicBezTo>
                <a:cubicBezTo>
                  <a:pt x="0" y="14"/>
                  <a:pt x="2" y="7"/>
                  <a:pt x="7" y="4"/>
                </a:cubicBezTo>
                <a:cubicBezTo>
                  <a:pt x="12" y="0"/>
                  <a:pt x="19" y="2"/>
                  <a:pt x="23" y="8"/>
                </a:cubicBezTo>
                <a:cubicBezTo>
                  <a:pt x="48" y="51"/>
                  <a:pt x="69" y="95"/>
                  <a:pt x="85" y="138"/>
                </a:cubicBezTo>
                <a:cubicBezTo>
                  <a:pt x="98" y="174"/>
                  <a:pt x="108" y="212"/>
                  <a:pt x="115" y="250"/>
                </a:cubicBezTo>
                <a:cubicBezTo>
                  <a:pt x="116" y="256"/>
                  <a:pt x="112" y="262"/>
                  <a:pt x="106" y="263"/>
                </a:cubicBezTo>
                <a:cubicBezTo>
                  <a:pt x="105" y="263"/>
                  <a:pt x="104" y="263"/>
                  <a:pt x="104" y="263"/>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8" name="Freeform 47">
            <a:extLst>
              <a:ext uri="{FF2B5EF4-FFF2-40B4-BE49-F238E27FC236}">
                <a16:creationId xmlns:a16="http://schemas.microsoft.com/office/drawing/2014/main" id="{8F8E0F91-49F6-1F0A-3006-02E5C95E9AE5}"/>
              </a:ext>
            </a:extLst>
          </p:cNvPr>
          <p:cNvSpPr>
            <a:spLocks/>
          </p:cNvSpPr>
          <p:nvPr/>
        </p:nvSpPr>
        <p:spPr bwMode="auto">
          <a:xfrm>
            <a:off x="6021656" y="4204944"/>
            <a:ext cx="426078" cy="116671"/>
          </a:xfrm>
          <a:custGeom>
            <a:avLst/>
            <a:gdLst>
              <a:gd name="T0" fmla="*/ 610 w 623"/>
              <a:gd name="T1" fmla="*/ 188 h 188"/>
              <a:gd name="T2" fmla="*/ 610 w 623"/>
              <a:gd name="T3" fmla="*/ 188 h 188"/>
              <a:gd name="T4" fmla="*/ 603 w 623"/>
              <a:gd name="T5" fmla="*/ 185 h 188"/>
              <a:gd name="T6" fmla="*/ 513 w 623"/>
              <a:gd name="T7" fmla="*/ 123 h 188"/>
              <a:gd name="T8" fmla="*/ 443 w 623"/>
              <a:gd name="T9" fmla="*/ 84 h 188"/>
              <a:gd name="T10" fmla="*/ 390 w 623"/>
              <a:gd name="T11" fmla="*/ 63 h 188"/>
              <a:gd name="T12" fmla="*/ 312 w 623"/>
              <a:gd name="T13" fmla="*/ 41 h 188"/>
              <a:gd name="T14" fmla="*/ 199 w 623"/>
              <a:gd name="T15" fmla="*/ 26 h 188"/>
              <a:gd name="T16" fmla="*/ 99 w 623"/>
              <a:gd name="T17" fmla="*/ 25 h 188"/>
              <a:gd name="T18" fmla="*/ 14 w 623"/>
              <a:gd name="T19" fmla="*/ 37 h 188"/>
              <a:gd name="T20" fmla="*/ 1 w 623"/>
              <a:gd name="T21" fmla="*/ 28 h 188"/>
              <a:gd name="T22" fmla="*/ 10 w 623"/>
              <a:gd name="T23" fmla="*/ 15 h 188"/>
              <a:gd name="T24" fmla="*/ 97 w 623"/>
              <a:gd name="T25" fmla="*/ 3 h 188"/>
              <a:gd name="T26" fmla="*/ 201 w 623"/>
              <a:gd name="T27" fmla="*/ 3 h 188"/>
              <a:gd name="T28" fmla="*/ 317 w 623"/>
              <a:gd name="T29" fmla="*/ 19 h 188"/>
              <a:gd name="T30" fmla="*/ 398 w 623"/>
              <a:gd name="T31" fmla="*/ 41 h 188"/>
              <a:gd name="T32" fmla="*/ 452 w 623"/>
              <a:gd name="T33" fmla="*/ 64 h 188"/>
              <a:gd name="T34" fmla="*/ 524 w 623"/>
              <a:gd name="T35" fmla="*/ 103 h 188"/>
              <a:gd name="T36" fmla="*/ 617 w 623"/>
              <a:gd name="T37" fmla="*/ 167 h 188"/>
              <a:gd name="T38" fmla="*/ 619 w 623"/>
              <a:gd name="T39" fmla="*/ 183 h 188"/>
              <a:gd name="T40" fmla="*/ 610 w 623"/>
              <a:gd name="T41"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23" h="188">
                <a:moveTo>
                  <a:pt x="610" y="188"/>
                </a:moveTo>
                <a:lnTo>
                  <a:pt x="610" y="188"/>
                </a:lnTo>
                <a:cubicBezTo>
                  <a:pt x="607" y="188"/>
                  <a:pt x="605" y="187"/>
                  <a:pt x="603" y="185"/>
                </a:cubicBezTo>
                <a:cubicBezTo>
                  <a:pt x="573" y="160"/>
                  <a:pt x="541" y="140"/>
                  <a:pt x="513" y="123"/>
                </a:cubicBezTo>
                <a:cubicBezTo>
                  <a:pt x="492" y="110"/>
                  <a:pt x="468" y="96"/>
                  <a:pt x="443" y="84"/>
                </a:cubicBezTo>
                <a:cubicBezTo>
                  <a:pt x="426" y="77"/>
                  <a:pt x="409" y="69"/>
                  <a:pt x="390" y="63"/>
                </a:cubicBezTo>
                <a:cubicBezTo>
                  <a:pt x="366" y="54"/>
                  <a:pt x="340" y="47"/>
                  <a:pt x="312" y="41"/>
                </a:cubicBezTo>
                <a:cubicBezTo>
                  <a:pt x="277" y="33"/>
                  <a:pt x="240" y="28"/>
                  <a:pt x="199" y="26"/>
                </a:cubicBezTo>
                <a:cubicBezTo>
                  <a:pt x="160" y="23"/>
                  <a:pt x="128" y="23"/>
                  <a:pt x="99" y="25"/>
                </a:cubicBezTo>
                <a:cubicBezTo>
                  <a:pt x="72" y="27"/>
                  <a:pt x="43" y="31"/>
                  <a:pt x="14" y="37"/>
                </a:cubicBezTo>
                <a:cubicBezTo>
                  <a:pt x="8" y="38"/>
                  <a:pt x="2" y="34"/>
                  <a:pt x="1" y="28"/>
                </a:cubicBezTo>
                <a:cubicBezTo>
                  <a:pt x="0" y="22"/>
                  <a:pt x="4" y="16"/>
                  <a:pt x="10" y="15"/>
                </a:cubicBezTo>
                <a:cubicBezTo>
                  <a:pt x="40" y="9"/>
                  <a:pt x="69" y="5"/>
                  <a:pt x="97" y="3"/>
                </a:cubicBezTo>
                <a:cubicBezTo>
                  <a:pt x="128" y="0"/>
                  <a:pt x="161" y="0"/>
                  <a:pt x="201" y="3"/>
                </a:cubicBezTo>
                <a:cubicBezTo>
                  <a:pt x="243" y="6"/>
                  <a:pt x="281" y="11"/>
                  <a:pt x="317" y="19"/>
                </a:cubicBezTo>
                <a:cubicBezTo>
                  <a:pt x="346" y="25"/>
                  <a:pt x="373" y="33"/>
                  <a:pt x="398" y="41"/>
                </a:cubicBezTo>
                <a:cubicBezTo>
                  <a:pt x="417" y="48"/>
                  <a:pt x="435" y="56"/>
                  <a:pt x="452" y="64"/>
                </a:cubicBezTo>
                <a:cubicBezTo>
                  <a:pt x="479" y="76"/>
                  <a:pt x="503" y="90"/>
                  <a:pt x="524" y="103"/>
                </a:cubicBezTo>
                <a:cubicBezTo>
                  <a:pt x="553" y="121"/>
                  <a:pt x="587" y="142"/>
                  <a:pt x="617" y="167"/>
                </a:cubicBezTo>
                <a:cubicBezTo>
                  <a:pt x="622" y="172"/>
                  <a:pt x="623" y="179"/>
                  <a:pt x="619" y="183"/>
                </a:cubicBezTo>
                <a:cubicBezTo>
                  <a:pt x="616" y="186"/>
                  <a:pt x="613" y="188"/>
                  <a:pt x="610" y="18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49" name="Freeform 48">
            <a:extLst>
              <a:ext uri="{FF2B5EF4-FFF2-40B4-BE49-F238E27FC236}">
                <a16:creationId xmlns:a16="http://schemas.microsoft.com/office/drawing/2014/main" id="{29150310-798A-F3D2-F5F6-8BB9ACC3F773}"/>
              </a:ext>
            </a:extLst>
          </p:cNvPr>
          <p:cNvSpPr>
            <a:spLocks/>
          </p:cNvSpPr>
          <p:nvPr/>
        </p:nvSpPr>
        <p:spPr bwMode="auto">
          <a:xfrm>
            <a:off x="5814929" y="4163681"/>
            <a:ext cx="89950" cy="51221"/>
          </a:xfrm>
          <a:custGeom>
            <a:avLst/>
            <a:gdLst>
              <a:gd name="T0" fmla="*/ 13 w 131"/>
              <a:gd name="T1" fmla="*/ 81 h 81"/>
              <a:gd name="T2" fmla="*/ 13 w 131"/>
              <a:gd name="T3" fmla="*/ 81 h 81"/>
              <a:gd name="T4" fmla="*/ 4 w 131"/>
              <a:gd name="T5" fmla="*/ 76 h 81"/>
              <a:gd name="T6" fmla="*/ 7 w 131"/>
              <a:gd name="T7" fmla="*/ 60 h 81"/>
              <a:gd name="T8" fmla="*/ 114 w 131"/>
              <a:gd name="T9" fmla="*/ 3 h 81"/>
              <a:gd name="T10" fmla="*/ 129 w 131"/>
              <a:gd name="T11" fmla="*/ 9 h 81"/>
              <a:gd name="T12" fmla="*/ 123 w 131"/>
              <a:gd name="T13" fmla="*/ 24 h 81"/>
              <a:gd name="T14" fmla="*/ 19 w 131"/>
              <a:gd name="T15" fmla="*/ 80 h 81"/>
              <a:gd name="T16" fmla="*/ 13 w 131"/>
              <a:gd name="T17"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81">
                <a:moveTo>
                  <a:pt x="13" y="81"/>
                </a:moveTo>
                <a:lnTo>
                  <a:pt x="13" y="81"/>
                </a:lnTo>
                <a:cubicBezTo>
                  <a:pt x="10" y="81"/>
                  <a:pt x="6" y="79"/>
                  <a:pt x="4" y="76"/>
                </a:cubicBezTo>
                <a:cubicBezTo>
                  <a:pt x="0" y="71"/>
                  <a:pt x="2" y="64"/>
                  <a:pt x="7" y="60"/>
                </a:cubicBezTo>
                <a:cubicBezTo>
                  <a:pt x="47" y="36"/>
                  <a:pt x="80" y="17"/>
                  <a:pt x="114" y="3"/>
                </a:cubicBezTo>
                <a:cubicBezTo>
                  <a:pt x="120" y="0"/>
                  <a:pt x="126" y="3"/>
                  <a:pt x="129" y="9"/>
                </a:cubicBezTo>
                <a:cubicBezTo>
                  <a:pt x="131" y="15"/>
                  <a:pt x="129" y="21"/>
                  <a:pt x="123" y="24"/>
                </a:cubicBezTo>
                <a:cubicBezTo>
                  <a:pt x="91" y="38"/>
                  <a:pt x="58" y="55"/>
                  <a:pt x="19" y="80"/>
                </a:cubicBezTo>
                <a:cubicBezTo>
                  <a:pt x="18" y="81"/>
                  <a:pt x="16" y="81"/>
                  <a:pt x="13" y="8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0" name="Freeform 49">
            <a:extLst>
              <a:ext uri="{FF2B5EF4-FFF2-40B4-BE49-F238E27FC236}">
                <a16:creationId xmlns:a16="http://schemas.microsoft.com/office/drawing/2014/main" id="{D32F5804-75CC-07DF-7994-F588EDB44F60}"/>
              </a:ext>
            </a:extLst>
          </p:cNvPr>
          <p:cNvSpPr>
            <a:spLocks/>
          </p:cNvSpPr>
          <p:nvPr/>
        </p:nvSpPr>
        <p:spPr bwMode="auto">
          <a:xfrm>
            <a:off x="5537190" y="4553534"/>
            <a:ext cx="647008" cy="631730"/>
          </a:xfrm>
          <a:custGeom>
            <a:avLst/>
            <a:gdLst>
              <a:gd name="T0" fmla="*/ 857 w 942"/>
              <a:gd name="T1" fmla="*/ 1021 h 1021"/>
              <a:gd name="T2" fmla="*/ 857 w 942"/>
              <a:gd name="T3" fmla="*/ 1021 h 1021"/>
              <a:gd name="T4" fmla="*/ 831 w 942"/>
              <a:gd name="T5" fmla="*/ 1021 h 1021"/>
              <a:gd name="T6" fmla="*/ 731 w 942"/>
              <a:gd name="T7" fmla="*/ 1012 h 1021"/>
              <a:gd name="T8" fmla="*/ 637 w 942"/>
              <a:gd name="T9" fmla="*/ 993 h 1021"/>
              <a:gd name="T10" fmla="*/ 555 w 942"/>
              <a:gd name="T11" fmla="*/ 966 h 1021"/>
              <a:gd name="T12" fmla="*/ 456 w 942"/>
              <a:gd name="T13" fmla="*/ 920 h 1021"/>
              <a:gd name="T14" fmla="*/ 352 w 942"/>
              <a:gd name="T15" fmla="*/ 855 h 1021"/>
              <a:gd name="T16" fmla="*/ 263 w 942"/>
              <a:gd name="T17" fmla="*/ 781 h 1021"/>
              <a:gd name="T18" fmla="*/ 191 w 942"/>
              <a:gd name="T19" fmla="*/ 702 h 1021"/>
              <a:gd name="T20" fmla="*/ 129 w 942"/>
              <a:gd name="T21" fmla="*/ 613 h 1021"/>
              <a:gd name="T22" fmla="*/ 73 w 942"/>
              <a:gd name="T23" fmla="*/ 508 h 1021"/>
              <a:gd name="T24" fmla="*/ 37 w 942"/>
              <a:gd name="T25" fmla="*/ 413 h 1021"/>
              <a:gd name="T26" fmla="*/ 16 w 942"/>
              <a:gd name="T27" fmla="*/ 327 h 1021"/>
              <a:gd name="T28" fmla="*/ 2 w 942"/>
              <a:gd name="T29" fmla="*/ 219 h 1021"/>
              <a:gd name="T30" fmla="*/ 2 w 942"/>
              <a:gd name="T31" fmla="*/ 128 h 1021"/>
              <a:gd name="T32" fmla="*/ 14 w 942"/>
              <a:gd name="T33" fmla="*/ 11 h 1021"/>
              <a:gd name="T34" fmla="*/ 27 w 942"/>
              <a:gd name="T35" fmla="*/ 2 h 1021"/>
              <a:gd name="T36" fmla="*/ 36 w 942"/>
              <a:gd name="T37" fmla="*/ 15 h 1021"/>
              <a:gd name="T38" fmla="*/ 24 w 942"/>
              <a:gd name="T39" fmla="*/ 129 h 1021"/>
              <a:gd name="T40" fmla="*/ 24 w 942"/>
              <a:gd name="T41" fmla="*/ 218 h 1021"/>
              <a:gd name="T42" fmla="*/ 39 w 942"/>
              <a:gd name="T43" fmla="*/ 322 h 1021"/>
              <a:gd name="T44" fmla="*/ 59 w 942"/>
              <a:gd name="T45" fmla="*/ 407 h 1021"/>
              <a:gd name="T46" fmla="*/ 93 w 942"/>
              <a:gd name="T47" fmla="*/ 498 h 1021"/>
              <a:gd name="T48" fmla="*/ 148 w 942"/>
              <a:gd name="T49" fmla="*/ 601 h 1021"/>
              <a:gd name="T50" fmla="*/ 209 w 942"/>
              <a:gd name="T51" fmla="*/ 688 h 1021"/>
              <a:gd name="T52" fmla="*/ 279 w 942"/>
              <a:gd name="T53" fmla="*/ 765 h 1021"/>
              <a:gd name="T54" fmla="*/ 365 w 942"/>
              <a:gd name="T55" fmla="*/ 837 h 1021"/>
              <a:gd name="T56" fmla="*/ 467 w 942"/>
              <a:gd name="T57" fmla="*/ 900 h 1021"/>
              <a:gd name="T58" fmla="*/ 563 w 942"/>
              <a:gd name="T59" fmla="*/ 945 h 1021"/>
              <a:gd name="T60" fmla="*/ 643 w 942"/>
              <a:gd name="T61" fmla="*/ 971 h 1021"/>
              <a:gd name="T62" fmla="*/ 734 w 942"/>
              <a:gd name="T63" fmla="*/ 989 h 1021"/>
              <a:gd name="T64" fmla="*/ 831 w 942"/>
              <a:gd name="T65" fmla="*/ 998 h 1021"/>
              <a:gd name="T66" fmla="*/ 930 w 942"/>
              <a:gd name="T67" fmla="*/ 995 h 1021"/>
              <a:gd name="T68" fmla="*/ 942 w 942"/>
              <a:gd name="T69" fmla="*/ 1006 h 1021"/>
              <a:gd name="T70" fmla="*/ 931 w 942"/>
              <a:gd name="T71" fmla="*/ 1018 h 1021"/>
              <a:gd name="T72" fmla="*/ 857 w 942"/>
              <a:gd name="T73" fmla="*/ 1021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42" h="1021">
                <a:moveTo>
                  <a:pt x="857" y="1021"/>
                </a:moveTo>
                <a:lnTo>
                  <a:pt x="857" y="1021"/>
                </a:lnTo>
                <a:cubicBezTo>
                  <a:pt x="848" y="1021"/>
                  <a:pt x="839" y="1021"/>
                  <a:pt x="831" y="1021"/>
                </a:cubicBezTo>
                <a:cubicBezTo>
                  <a:pt x="798" y="1020"/>
                  <a:pt x="765" y="1017"/>
                  <a:pt x="731" y="1012"/>
                </a:cubicBezTo>
                <a:cubicBezTo>
                  <a:pt x="697" y="1007"/>
                  <a:pt x="666" y="1000"/>
                  <a:pt x="637" y="993"/>
                </a:cubicBezTo>
                <a:cubicBezTo>
                  <a:pt x="611" y="986"/>
                  <a:pt x="583" y="977"/>
                  <a:pt x="555" y="966"/>
                </a:cubicBezTo>
                <a:cubicBezTo>
                  <a:pt x="522" y="953"/>
                  <a:pt x="489" y="938"/>
                  <a:pt x="456" y="920"/>
                </a:cubicBezTo>
                <a:cubicBezTo>
                  <a:pt x="419" y="901"/>
                  <a:pt x="384" y="879"/>
                  <a:pt x="352" y="855"/>
                </a:cubicBezTo>
                <a:cubicBezTo>
                  <a:pt x="321" y="833"/>
                  <a:pt x="291" y="808"/>
                  <a:pt x="263" y="781"/>
                </a:cubicBezTo>
                <a:cubicBezTo>
                  <a:pt x="237" y="756"/>
                  <a:pt x="213" y="729"/>
                  <a:pt x="191" y="702"/>
                </a:cubicBezTo>
                <a:cubicBezTo>
                  <a:pt x="169" y="675"/>
                  <a:pt x="149" y="646"/>
                  <a:pt x="129" y="613"/>
                </a:cubicBezTo>
                <a:cubicBezTo>
                  <a:pt x="107" y="579"/>
                  <a:pt x="89" y="544"/>
                  <a:pt x="73" y="508"/>
                </a:cubicBezTo>
                <a:cubicBezTo>
                  <a:pt x="58" y="474"/>
                  <a:pt x="46" y="443"/>
                  <a:pt x="37" y="413"/>
                </a:cubicBezTo>
                <a:cubicBezTo>
                  <a:pt x="28" y="383"/>
                  <a:pt x="21" y="351"/>
                  <a:pt x="16" y="327"/>
                </a:cubicBezTo>
                <a:cubicBezTo>
                  <a:pt x="11" y="298"/>
                  <a:pt x="4" y="260"/>
                  <a:pt x="2" y="219"/>
                </a:cubicBezTo>
                <a:cubicBezTo>
                  <a:pt x="0" y="186"/>
                  <a:pt x="1" y="153"/>
                  <a:pt x="2" y="128"/>
                </a:cubicBezTo>
                <a:cubicBezTo>
                  <a:pt x="4" y="82"/>
                  <a:pt x="8" y="45"/>
                  <a:pt x="14" y="11"/>
                </a:cubicBezTo>
                <a:cubicBezTo>
                  <a:pt x="15" y="5"/>
                  <a:pt x="21" y="0"/>
                  <a:pt x="27" y="2"/>
                </a:cubicBezTo>
                <a:cubicBezTo>
                  <a:pt x="33" y="3"/>
                  <a:pt x="37" y="9"/>
                  <a:pt x="36" y="15"/>
                </a:cubicBezTo>
                <a:cubicBezTo>
                  <a:pt x="30" y="48"/>
                  <a:pt x="26" y="84"/>
                  <a:pt x="24" y="129"/>
                </a:cubicBezTo>
                <a:cubicBezTo>
                  <a:pt x="23" y="154"/>
                  <a:pt x="22" y="186"/>
                  <a:pt x="24" y="218"/>
                </a:cubicBezTo>
                <a:cubicBezTo>
                  <a:pt x="26" y="248"/>
                  <a:pt x="31" y="281"/>
                  <a:pt x="39" y="322"/>
                </a:cubicBezTo>
                <a:cubicBezTo>
                  <a:pt x="43" y="346"/>
                  <a:pt x="50" y="377"/>
                  <a:pt x="59" y="407"/>
                </a:cubicBezTo>
                <a:cubicBezTo>
                  <a:pt x="67" y="436"/>
                  <a:pt x="79" y="466"/>
                  <a:pt x="93" y="498"/>
                </a:cubicBezTo>
                <a:cubicBezTo>
                  <a:pt x="109" y="533"/>
                  <a:pt x="127" y="568"/>
                  <a:pt x="148" y="601"/>
                </a:cubicBezTo>
                <a:cubicBezTo>
                  <a:pt x="168" y="634"/>
                  <a:pt x="188" y="662"/>
                  <a:pt x="209" y="688"/>
                </a:cubicBezTo>
                <a:cubicBezTo>
                  <a:pt x="230" y="714"/>
                  <a:pt x="254" y="740"/>
                  <a:pt x="279" y="765"/>
                </a:cubicBezTo>
                <a:cubicBezTo>
                  <a:pt x="306" y="790"/>
                  <a:pt x="335" y="815"/>
                  <a:pt x="365" y="837"/>
                </a:cubicBezTo>
                <a:cubicBezTo>
                  <a:pt x="397" y="860"/>
                  <a:pt x="431" y="881"/>
                  <a:pt x="467" y="900"/>
                </a:cubicBezTo>
                <a:cubicBezTo>
                  <a:pt x="499" y="918"/>
                  <a:pt x="531" y="932"/>
                  <a:pt x="563" y="945"/>
                </a:cubicBezTo>
                <a:cubicBezTo>
                  <a:pt x="590" y="955"/>
                  <a:pt x="617" y="964"/>
                  <a:pt x="643" y="971"/>
                </a:cubicBezTo>
                <a:cubicBezTo>
                  <a:pt x="671" y="978"/>
                  <a:pt x="701" y="984"/>
                  <a:pt x="734" y="989"/>
                </a:cubicBezTo>
                <a:cubicBezTo>
                  <a:pt x="767" y="994"/>
                  <a:pt x="800" y="997"/>
                  <a:pt x="831" y="998"/>
                </a:cubicBezTo>
                <a:cubicBezTo>
                  <a:pt x="863" y="999"/>
                  <a:pt x="896" y="998"/>
                  <a:pt x="930" y="995"/>
                </a:cubicBezTo>
                <a:cubicBezTo>
                  <a:pt x="936" y="995"/>
                  <a:pt x="941" y="999"/>
                  <a:pt x="942" y="1006"/>
                </a:cubicBezTo>
                <a:cubicBezTo>
                  <a:pt x="942" y="1012"/>
                  <a:pt x="938" y="1017"/>
                  <a:pt x="931" y="1018"/>
                </a:cubicBezTo>
                <a:cubicBezTo>
                  <a:pt x="906" y="1020"/>
                  <a:pt x="881" y="1021"/>
                  <a:pt x="857" y="102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1" name="Freeform 50">
            <a:extLst>
              <a:ext uri="{FF2B5EF4-FFF2-40B4-BE49-F238E27FC236}">
                <a16:creationId xmlns:a16="http://schemas.microsoft.com/office/drawing/2014/main" id="{2DC74FAA-DB95-BBC5-91C3-196203562FE3}"/>
              </a:ext>
            </a:extLst>
          </p:cNvPr>
          <p:cNvSpPr>
            <a:spLocks/>
          </p:cNvSpPr>
          <p:nvPr/>
        </p:nvSpPr>
        <p:spPr bwMode="auto">
          <a:xfrm>
            <a:off x="6282037" y="5055786"/>
            <a:ext cx="214617" cy="108134"/>
          </a:xfrm>
          <a:custGeom>
            <a:avLst/>
            <a:gdLst>
              <a:gd name="T0" fmla="*/ 13 w 312"/>
              <a:gd name="T1" fmla="*/ 175 h 175"/>
              <a:gd name="T2" fmla="*/ 13 w 312"/>
              <a:gd name="T3" fmla="*/ 175 h 175"/>
              <a:gd name="T4" fmla="*/ 2 w 312"/>
              <a:gd name="T5" fmla="*/ 167 h 175"/>
              <a:gd name="T6" fmla="*/ 10 w 312"/>
              <a:gd name="T7" fmla="*/ 153 h 175"/>
              <a:gd name="T8" fmla="*/ 94 w 312"/>
              <a:gd name="T9" fmla="*/ 123 h 175"/>
              <a:gd name="T10" fmla="*/ 188 w 312"/>
              <a:gd name="T11" fmla="*/ 76 h 175"/>
              <a:gd name="T12" fmla="*/ 292 w 312"/>
              <a:gd name="T13" fmla="*/ 4 h 175"/>
              <a:gd name="T14" fmla="*/ 308 w 312"/>
              <a:gd name="T15" fmla="*/ 6 h 175"/>
              <a:gd name="T16" fmla="*/ 306 w 312"/>
              <a:gd name="T17" fmla="*/ 22 h 175"/>
              <a:gd name="T18" fmla="*/ 199 w 312"/>
              <a:gd name="T19" fmla="*/ 96 h 175"/>
              <a:gd name="T20" fmla="*/ 103 w 312"/>
              <a:gd name="T21" fmla="*/ 144 h 175"/>
              <a:gd name="T22" fmla="*/ 16 w 312"/>
              <a:gd name="T23" fmla="*/ 175 h 175"/>
              <a:gd name="T24" fmla="*/ 13 w 312"/>
              <a:gd name="T25"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2" h="175">
                <a:moveTo>
                  <a:pt x="13" y="175"/>
                </a:moveTo>
                <a:lnTo>
                  <a:pt x="13" y="175"/>
                </a:lnTo>
                <a:cubicBezTo>
                  <a:pt x="8" y="175"/>
                  <a:pt x="4" y="172"/>
                  <a:pt x="2" y="167"/>
                </a:cubicBezTo>
                <a:cubicBezTo>
                  <a:pt x="0" y="161"/>
                  <a:pt x="4" y="155"/>
                  <a:pt x="10" y="153"/>
                </a:cubicBezTo>
                <a:cubicBezTo>
                  <a:pt x="38" y="144"/>
                  <a:pt x="66" y="134"/>
                  <a:pt x="94" y="123"/>
                </a:cubicBezTo>
                <a:cubicBezTo>
                  <a:pt x="126" y="109"/>
                  <a:pt x="158" y="93"/>
                  <a:pt x="188" y="76"/>
                </a:cubicBezTo>
                <a:cubicBezTo>
                  <a:pt x="223" y="56"/>
                  <a:pt x="257" y="32"/>
                  <a:pt x="292" y="4"/>
                </a:cubicBezTo>
                <a:cubicBezTo>
                  <a:pt x="297" y="0"/>
                  <a:pt x="304" y="1"/>
                  <a:pt x="308" y="6"/>
                </a:cubicBezTo>
                <a:cubicBezTo>
                  <a:pt x="312" y="11"/>
                  <a:pt x="311" y="18"/>
                  <a:pt x="306" y="22"/>
                </a:cubicBezTo>
                <a:cubicBezTo>
                  <a:pt x="270" y="51"/>
                  <a:pt x="235" y="75"/>
                  <a:pt x="199" y="96"/>
                </a:cubicBezTo>
                <a:cubicBezTo>
                  <a:pt x="168" y="114"/>
                  <a:pt x="136" y="130"/>
                  <a:pt x="103" y="144"/>
                </a:cubicBezTo>
                <a:cubicBezTo>
                  <a:pt x="74" y="155"/>
                  <a:pt x="45" y="166"/>
                  <a:pt x="16" y="175"/>
                </a:cubicBezTo>
                <a:cubicBezTo>
                  <a:pt x="15" y="175"/>
                  <a:pt x="14" y="175"/>
                  <a:pt x="13" y="17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2" name="Freeform 51">
            <a:extLst>
              <a:ext uri="{FF2B5EF4-FFF2-40B4-BE49-F238E27FC236}">
                <a16:creationId xmlns:a16="http://schemas.microsoft.com/office/drawing/2014/main" id="{DC2E7E8B-3851-D5A5-BF98-FDCEB2F97BFC}"/>
              </a:ext>
            </a:extLst>
          </p:cNvPr>
          <p:cNvSpPr>
            <a:spLocks/>
          </p:cNvSpPr>
          <p:nvPr/>
        </p:nvSpPr>
        <p:spPr bwMode="auto">
          <a:xfrm>
            <a:off x="6583447" y="4886472"/>
            <a:ext cx="67857" cy="86792"/>
          </a:xfrm>
          <a:custGeom>
            <a:avLst/>
            <a:gdLst>
              <a:gd name="T0" fmla="*/ 13 w 97"/>
              <a:gd name="T1" fmla="*/ 140 h 140"/>
              <a:gd name="T2" fmla="*/ 13 w 97"/>
              <a:gd name="T3" fmla="*/ 140 h 140"/>
              <a:gd name="T4" fmla="*/ 6 w 97"/>
              <a:gd name="T5" fmla="*/ 138 h 140"/>
              <a:gd name="T6" fmla="*/ 4 w 97"/>
              <a:gd name="T7" fmla="*/ 122 h 140"/>
              <a:gd name="T8" fmla="*/ 74 w 97"/>
              <a:gd name="T9" fmla="*/ 8 h 140"/>
              <a:gd name="T10" fmla="*/ 90 w 97"/>
              <a:gd name="T11" fmla="*/ 3 h 140"/>
              <a:gd name="T12" fmla="*/ 95 w 97"/>
              <a:gd name="T13" fmla="*/ 18 h 140"/>
              <a:gd name="T14" fmla="*/ 22 w 97"/>
              <a:gd name="T15" fmla="*/ 135 h 140"/>
              <a:gd name="T16" fmla="*/ 13 w 97"/>
              <a:gd name="T1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140">
                <a:moveTo>
                  <a:pt x="13" y="140"/>
                </a:moveTo>
                <a:lnTo>
                  <a:pt x="13" y="140"/>
                </a:lnTo>
                <a:cubicBezTo>
                  <a:pt x="11" y="140"/>
                  <a:pt x="8" y="139"/>
                  <a:pt x="6" y="138"/>
                </a:cubicBezTo>
                <a:cubicBezTo>
                  <a:pt x="1" y="134"/>
                  <a:pt x="0" y="127"/>
                  <a:pt x="4" y="122"/>
                </a:cubicBezTo>
                <a:cubicBezTo>
                  <a:pt x="30" y="86"/>
                  <a:pt x="54" y="48"/>
                  <a:pt x="74" y="8"/>
                </a:cubicBezTo>
                <a:cubicBezTo>
                  <a:pt x="77" y="2"/>
                  <a:pt x="84" y="0"/>
                  <a:pt x="90" y="3"/>
                </a:cubicBezTo>
                <a:cubicBezTo>
                  <a:pt x="95" y="6"/>
                  <a:pt x="97" y="12"/>
                  <a:pt x="95" y="18"/>
                </a:cubicBezTo>
                <a:cubicBezTo>
                  <a:pt x="74" y="59"/>
                  <a:pt x="49" y="98"/>
                  <a:pt x="22" y="135"/>
                </a:cubicBezTo>
                <a:cubicBezTo>
                  <a:pt x="20" y="138"/>
                  <a:pt x="16" y="140"/>
                  <a:pt x="13" y="140"/>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3" name="Freeform 52">
            <a:extLst>
              <a:ext uri="{FF2B5EF4-FFF2-40B4-BE49-F238E27FC236}">
                <a16:creationId xmlns:a16="http://schemas.microsoft.com/office/drawing/2014/main" id="{81F47CDE-112D-ECF7-F1F5-72FCD2D9EFBE}"/>
              </a:ext>
            </a:extLst>
          </p:cNvPr>
          <p:cNvSpPr>
            <a:spLocks/>
          </p:cNvSpPr>
          <p:nvPr/>
        </p:nvSpPr>
        <p:spPr bwMode="auto">
          <a:xfrm>
            <a:off x="6353049" y="4166528"/>
            <a:ext cx="361378" cy="460992"/>
          </a:xfrm>
          <a:custGeom>
            <a:avLst/>
            <a:gdLst>
              <a:gd name="T0" fmla="*/ 515 w 527"/>
              <a:gd name="T1" fmla="*/ 744 h 744"/>
              <a:gd name="T2" fmla="*/ 515 w 527"/>
              <a:gd name="T3" fmla="*/ 744 h 744"/>
              <a:gd name="T4" fmla="*/ 504 w 527"/>
              <a:gd name="T5" fmla="*/ 733 h 744"/>
              <a:gd name="T6" fmla="*/ 491 w 527"/>
              <a:gd name="T7" fmla="*/ 633 h 744"/>
              <a:gd name="T8" fmla="*/ 454 w 527"/>
              <a:gd name="T9" fmla="*/ 502 h 744"/>
              <a:gd name="T10" fmla="*/ 379 w 527"/>
              <a:gd name="T11" fmla="*/ 350 h 744"/>
              <a:gd name="T12" fmla="*/ 283 w 527"/>
              <a:gd name="T13" fmla="*/ 223 h 744"/>
              <a:gd name="T14" fmla="*/ 197 w 527"/>
              <a:gd name="T15" fmla="*/ 139 h 744"/>
              <a:gd name="T16" fmla="*/ 87 w 527"/>
              <a:gd name="T17" fmla="*/ 65 h 744"/>
              <a:gd name="T18" fmla="*/ 9 w 527"/>
              <a:gd name="T19" fmla="*/ 23 h 744"/>
              <a:gd name="T20" fmla="*/ 3 w 527"/>
              <a:gd name="T21" fmla="*/ 8 h 744"/>
              <a:gd name="T22" fmla="*/ 18 w 527"/>
              <a:gd name="T23" fmla="*/ 2 h 744"/>
              <a:gd name="T24" fmla="*/ 98 w 527"/>
              <a:gd name="T25" fmla="*/ 45 h 744"/>
              <a:gd name="T26" fmla="*/ 211 w 527"/>
              <a:gd name="T27" fmla="*/ 122 h 744"/>
              <a:gd name="T28" fmla="*/ 300 w 527"/>
              <a:gd name="T29" fmla="*/ 207 h 744"/>
              <a:gd name="T30" fmla="*/ 398 w 527"/>
              <a:gd name="T31" fmla="*/ 338 h 744"/>
              <a:gd name="T32" fmla="*/ 475 w 527"/>
              <a:gd name="T33" fmla="*/ 494 h 744"/>
              <a:gd name="T34" fmla="*/ 513 w 527"/>
              <a:gd name="T35" fmla="*/ 628 h 744"/>
              <a:gd name="T36" fmla="*/ 527 w 527"/>
              <a:gd name="T37" fmla="*/ 732 h 744"/>
              <a:gd name="T38" fmla="*/ 516 w 527"/>
              <a:gd name="T39" fmla="*/ 744 h 744"/>
              <a:gd name="T40" fmla="*/ 515 w 527"/>
              <a:gd name="T41" fmla="*/ 744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7" h="744">
                <a:moveTo>
                  <a:pt x="515" y="744"/>
                </a:moveTo>
                <a:lnTo>
                  <a:pt x="515" y="744"/>
                </a:lnTo>
                <a:cubicBezTo>
                  <a:pt x="509" y="744"/>
                  <a:pt x="504" y="739"/>
                  <a:pt x="504" y="733"/>
                </a:cubicBezTo>
                <a:cubicBezTo>
                  <a:pt x="502" y="701"/>
                  <a:pt x="497" y="667"/>
                  <a:pt x="491" y="633"/>
                </a:cubicBezTo>
                <a:cubicBezTo>
                  <a:pt x="482" y="588"/>
                  <a:pt x="470" y="544"/>
                  <a:pt x="454" y="502"/>
                </a:cubicBezTo>
                <a:cubicBezTo>
                  <a:pt x="435" y="451"/>
                  <a:pt x="410" y="400"/>
                  <a:pt x="379" y="350"/>
                </a:cubicBezTo>
                <a:cubicBezTo>
                  <a:pt x="350" y="304"/>
                  <a:pt x="318" y="261"/>
                  <a:pt x="283" y="223"/>
                </a:cubicBezTo>
                <a:cubicBezTo>
                  <a:pt x="254" y="190"/>
                  <a:pt x="225" y="163"/>
                  <a:pt x="197" y="139"/>
                </a:cubicBezTo>
                <a:cubicBezTo>
                  <a:pt x="159" y="109"/>
                  <a:pt x="118" y="84"/>
                  <a:pt x="87" y="65"/>
                </a:cubicBezTo>
                <a:cubicBezTo>
                  <a:pt x="64" y="51"/>
                  <a:pt x="37" y="36"/>
                  <a:pt x="9" y="23"/>
                </a:cubicBezTo>
                <a:cubicBezTo>
                  <a:pt x="3" y="20"/>
                  <a:pt x="0" y="14"/>
                  <a:pt x="3" y="8"/>
                </a:cubicBezTo>
                <a:cubicBezTo>
                  <a:pt x="6" y="2"/>
                  <a:pt x="12" y="0"/>
                  <a:pt x="18" y="2"/>
                </a:cubicBezTo>
                <a:cubicBezTo>
                  <a:pt x="47" y="15"/>
                  <a:pt x="75" y="31"/>
                  <a:pt x="98" y="45"/>
                </a:cubicBezTo>
                <a:cubicBezTo>
                  <a:pt x="130" y="64"/>
                  <a:pt x="173" y="90"/>
                  <a:pt x="211" y="122"/>
                </a:cubicBezTo>
                <a:cubicBezTo>
                  <a:pt x="241" y="146"/>
                  <a:pt x="270" y="174"/>
                  <a:pt x="300" y="207"/>
                </a:cubicBezTo>
                <a:cubicBezTo>
                  <a:pt x="336" y="247"/>
                  <a:pt x="369" y="291"/>
                  <a:pt x="398" y="338"/>
                </a:cubicBezTo>
                <a:cubicBezTo>
                  <a:pt x="430" y="389"/>
                  <a:pt x="456" y="442"/>
                  <a:pt x="475" y="494"/>
                </a:cubicBezTo>
                <a:cubicBezTo>
                  <a:pt x="491" y="537"/>
                  <a:pt x="504" y="583"/>
                  <a:pt x="513" y="628"/>
                </a:cubicBezTo>
                <a:cubicBezTo>
                  <a:pt x="520" y="664"/>
                  <a:pt x="525" y="698"/>
                  <a:pt x="527" y="732"/>
                </a:cubicBezTo>
                <a:cubicBezTo>
                  <a:pt x="527" y="738"/>
                  <a:pt x="522" y="743"/>
                  <a:pt x="516" y="744"/>
                </a:cubicBezTo>
                <a:cubicBezTo>
                  <a:pt x="516" y="744"/>
                  <a:pt x="516" y="744"/>
                  <a:pt x="515" y="744"/>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4" name="Freeform 53">
            <a:extLst>
              <a:ext uri="{FF2B5EF4-FFF2-40B4-BE49-F238E27FC236}">
                <a16:creationId xmlns:a16="http://schemas.microsoft.com/office/drawing/2014/main" id="{073D009B-8D66-684C-0AA5-0DC22CF1E768}"/>
              </a:ext>
            </a:extLst>
          </p:cNvPr>
          <p:cNvSpPr>
            <a:spLocks/>
          </p:cNvSpPr>
          <p:nvPr/>
        </p:nvSpPr>
        <p:spPr bwMode="auto">
          <a:xfrm>
            <a:off x="5996406" y="4123843"/>
            <a:ext cx="167275" cy="24187"/>
          </a:xfrm>
          <a:custGeom>
            <a:avLst/>
            <a:gdLst>
              <a:gd name="T0" fmla="*/ 13 w 243"/>
              <a:gd name="T1" fmla="*/ 41 h 41"/>
              <a:gd name="T2" fmla="*/ 13 w 243"/>
              <a:gd name="T3" fmla="*/ 41 h 41"/>
              <a:gd name="T4" fmla="*/ 1 w 243"/>
              <a:gd name="T5" fmla="*/ 32 h 41"/>
              <a:gd name="T6" fmla="*/ 10 w 243"/>
              <a:gd name="T7" fmla="*/ 18 h 41"/>
              <a:gd name="T8" fmla="*/ 113 w 243"/>
              <a:gd name="T9" fmla="*/ 3 h 41"/>
              <a:gd name="T10" fmla="*/ 232 w 243"/>
              <a:gd name="T11" fmla="*/ 2 h 41"/>
              <a:gd name="T12" fmla="*/ 243 w 243"/>
              <a:gd name="T13" fmla="*/ 14 h 41"/>
              <a:gd name="T14" fmla="*/ 231 w 243"/>
              <a:gd name="T15" fmla="*/ 25 h 41"/>
              <a:gd name="T16" fmla="*/ 115 w 243"/>
              <a:gd name="T17" fmla="*/ 26 h 41"/>
              <a:gd name="T18" fmla="*/ 15 w 243"/>
              <a:gd name="T19" fmla="*/ 40 h 41"/>
              <a:gd name="T20" fmla="*/ 13 w 243"/>
              <a:gd name="T21"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3" h="41">
                <a:moveTo>
                  <a:pt x="13" y="41"/>
                </a:moveTo>
                <a:lnTo>
                  <a:pt x="13" y="41"/>
                </a:lnTo>
                <a:cubicBezTo>
                  <a:pt x="7" y="41"/>
                  <a:pt x="3" y="37"/>
                  <a:pt x="1" y="32"/>
                </a:cubicBezTo>
                <a:cubicBezTo>
                  <a:pt x="0" y="26"/>
                  <a:pt x="4" y="20"/>
                  <a:pt x="10" y="18"/>
                </a:cubicBezTo>
                <a:cubicBezTo>
                  <a:pt x="45" y="11"/>
                  <a:pt x="80" y="6"/>
                  <a:pt x="113" y="3"/>
                </a:cubicBezTo>
                <a:cubicBezTo>
                  <a:pt x="149" y="0"/>
                  <a:pt x="186" y="0"/>
                  <a:pt x="232" y="2"/>
                </a:cubicBezTo>
                <a:cubicBezTo>
                  <a:pt x="238" y="2"/>
                  <a:pt x="243" y="8"/>
                  <a:pt x="243" y="14"/>
                </a:cubicBezTo>
                <a:cubicBezTo>
                  <a:pt x="242" y="20"/>
                  <a:pt x="236" y="25"/>
                  <a:pt x="231" y="25"/>
                </a:cubicBezTo>
                <a:cubicBezTo>
                  <a:pt x="186" y="22"/>
                  <a:pt x="150" y="23"/>
                  <a:pt x="115" y="26"/>
                </a:cubicBezTo>
                <a:cubicBezTo>
                  <a:pt x="83" y="28"/>
                  <a:pt x="49" y="33"/>
                  <a:pt x="15" y="40"/>
                </a:cubicBezTo>
                <a:cubicBezTo>
                  <a:pt x="14" y="41"/>
                  <a:pt x="13" y="41"/>
                  <a:pt x="13" y="41"/>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5" name="Freeform 54">
            <a:extLst>
              <a:ext uri="{FF2B5EF4-FFF2-40B4-BE49-F238E27FC236}">
                <a16:creationId xmlns:a16="http://schemas.microsoft.com/office/drawing/2014/main" id="{181EE77C-5D69-88A9-6722-87136225AA90}"/>
              </a:ext>
            </a:extLst>
          </p:cNvPr>
          <p:cNvSpPr>
            <a:spLocks/>
          </p:cNvSpPr>
          <p:nvPr/>
        </p:nvSpPr>
        <p:spPr bwMode="auto">
          <a:xfrm>
            <a:off x="5530877" y="4041320"/>
            <a:ext cx="822173" cy="325824"/>
          </a:xfrm>
          <a:custGeom>
            <a:avLst/>
            <a:gdLst>
              <a:gd name="T0" fmla="*/ 13 w 1200"/>
              <a:gd name="T1" fmla="*/ 526 h 526"/>
              <a:gd name="T2" fmla="*/ 13 w 1200"/>
              <a:gd name="T3" fmla="*/ 526 h 526"/>
              <a:gd name="T4" fmla="*/ 8 w 1200"/>
              <a:gd name="T5" fmla="*/ 525 h 526"/>
              <a:gd name="T6" fmla="*/ 3 w 1200"/>
              <a:gd name="T7" fmla="*/ 509 h 526"/>
              <a:gd name="T8" fmla="*/ 80 w 1200"/>
              <a:gd name="T9" fmla="*/ 394 h 526"/>
              <a:gd name="T10" fmla="*/ 208 w 1200"/>
              <a:gd name="T11" fmla="*/ 255 h 526"/>
              <a:gd name="T12" fmla="*/ 345 w 1200"/>
              <a:gd name="T13" fmla="*/ 151 h 526"/>
              <a:gd name="T14" fmla="*/ 472 w 1200"/>
              <a:gd name="T15" fmla="*/ 82 h 526"/>
              <a:gd name="T16" fmla="*/ 548 w 1200"/>
              <a:gd name="T17" fmla="*/ 53 h 526"/>
              <a:gd name="T18" fmla="*/ 656 w 1200"/>
              <a:gd name="T19" fmla="*/ 23 h 526"/>
              <a:gd name="T20" fmla="*/ 774 w 1200"/>
              <a:gd name="T21" fmla="*/ 4 h 526"/>
              <a:gd name="T22" fmla="*/ 908 w 1200"/>
              <a:gd name="T23" fmla="*/ 2 h 526"/>
              <a:gd name="T24" fmla="*/ 1074 w 1200"/>
              <a:gd name="T25" fmla="*/ 21 h 526"/>
              <a:gd name="T26" fmla="*/ 1191 w 1200"/>
              <a:gd name="T27" fmla="*/ 53 h 526"/>
              <a:gd name="T28" fmla="*/ 1198 w 1200"/>
              <a:gd name="T29" fmla="*/ 67 h 526"/>
              <a:gd name="T30" fmla="*/ 1184 w 1200"/>
              <a:gd name="T31" fmla="*/ 74 h 526"/>
              <a:gd name="T32" fmla="*/ 1069 w 1200"/>
              <a:gd name="T33" fmla="*/ 44 h 526"/>
              <a:gd name="T34" fmla="*/ 907 w 1200"/>
              <a:gd name="T35" fmla="*/ 25 h 526"/>
              <a:gd name="T36" fmla="*/ 776 w 1200"/>
              <a:gd name="T37" fmla="*/ 27 h 526"/>
              <a:gd name="T38" fmla="*/ 661 w 1200"/>
              <a:gd name="T39" fmla="*/ 45 h 526"/>
              <a:gd name="T40" fmla="*/ 556 w 1200"/>
              <a:gd name="T41" fmla="*/ 74 h 526"/>
              <a:gd name="T42" fmla="*/ 481 w 1200"/>
              <a:gd name="T43" fmla="*/ 103 h 526"/>
              <a:gd name="T44" fmla="*/ 357 w 1200"/>
              <a:gd name="T45" fmla="*/ 170 h 526"/>
              <a:gd name="T46" fmla="*/ 223 w 1200"/>
              <a:gd name="T47" fmla="*/ 272 h 526"/>
              <a:gd name="T48" fmla="*/ 98 w 1200"/>
              <a:gd name="T49" fmla="*/ 408 h 526"/>
              <a:gd name="T50" fmla="*/ 23 w 1200"/>
              <a:gd name="T51" fmla="*/ 520 h 526"/>
              <a:gd name="T52" fmla="*/ 13 w 1200"/>
              <a:gd name="T53" fmla="*/ 526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0" h="526">
                <a:moveTo>
                  <a:pt x="13" y="526"/>
                </a:moveTo>
                <a:lnTo>
                  <a:pt x="13" y="526"/>
                </a:lnTo>
                <a:cubicBezTo>
                  <a:pt x="11" y="526"/>
                  <a:pt x="9" y="526"/>
                  <a:pt x="8" y="525"/>
                </a:cubicBezTo>
                <a:cubicBezTo>
                  <a:pt x="2" y="521"/>
                  <a:pt x="0" y="515"/>
                  <a:pt x="3" y="509"/>
                </a:cubicBezTo>
                <a:cubicBezTo>
                  <a:pt x="23" y="474"/>
                  <a:pt x="48" y="437"/>
                  <a:pt x="80" y="394"/>
                </a:cubicBezTo>
                <a:cubicBezTo>
                  <a:pt x="121" y="342"/>
                  <a:pt x="164" y="295"/>
                  <a:pt x="208" y="255"/>
                </a:cubicBezTo>
                <a:cubicBezTo>
                  <a:pt x="248" y="218"/>
                  <a:pt x="294" y="183"/>
                  <a:pt x="345" y="151"/>
                </a:cubicBezTo>
                <a:cubicBezTo>
                  <a:pt x="390" y="122"/>
                  <a:pt x="432" y="99"/>
                  <a:pt x="472" y="82"/>
                </a:cubicBezTo>
                <a:cubicBezTo>
                  <a:pt x="495" y="72"/>
                  <a:pt x="519" y="62"/>
                  <a:pt x="548" y="53"/>
                </a:cubicBezTo>
                <a:cubicBezTo>
                  <a:pt x="585" y="41"/>
                  <a:pt x="621" y="31"/>
                  <a:pt x="656" y="23"/>
                </a:cubicBezTo>
                <a:cubicBezTo>
                  <a:pt x="696" y="14"/>
                  <a:pt x="736" y="8"/>
                  <a:pt x="774" y="4"/>
                </a:cubicBezTo>
                <a:cubicBezTo>
                  <a:pt x="814" y="1"/>
                  <a:pt x="858" y="0"/>
                  <a:pt x="908" y="2"/>
                </a:cubicBezTo>
                <a:cubicBezTo>
                  <a:pt x="966" y="4"/>
                  <a:pt x="1022" y="11"/>
                  <a:pt x="1074" y="21"/>
                </a:cubicBezTo>
                <a:cubicBezTo>
                  <a:pt x="1115" y="30"/>
                  <a:pt x="1155" y="40"/>
                  <a:pt x="1191" y="53"/>
                </a:cubicBezTo>
                <a:cubicBezTo>
                  <a:pt x="1197" y="55"/>
                  <a:pt x="1200" y="61"/>
                  <a:pt x="1198" y="67"/>
                </a:cubicBezTo>
                <a:cubicBezTo>
                  <a:pt x="1196" y="73"/>
                  <a:pt x="1190" y="76"/>
                  <a:pt x="1184" y="74"/>
                </a:cubicBezTo>
                <a:cubicBezTo>
                  <a:pt x="1148" y="62"/>
                  <a:pt x="1110" y="52"/>
                  <a:pt x="1069" y="44"/>
                </a:cubicBezTo>
                <a:cubicBezTo>
                  <a:pt x="1019" y="33"/>
                  <a:pt x="964" y="27"/>
                  <a:pt x="907" y="25"/>
                </a:cubicBezTo>
                <a:cubicBezTo>
                  <a:pt x="858" y="23"/>
                  <a:pt x="815" y="23"/>
                  <a:pt x="776" y="27"/>
                </a:cubicBezTo>
                <a:cubicBezTo>
                  <a:pt x="739" y="30"/>
                  <a:pt x="700" y="36"/>
                  <a:pt x="661" y="45"/>
                </a:cubicBezTo>
                <a:cubicBezTo>
                  <a:pt x="626" y="53"/>
                  <a:pt x="591" y="62"/>
                  <a:pt x="556" y="74"/>
                </a:cubicBezTo>
                <a:cubicBezTo>
                  <a:pt x="527" y="84"/>
                  <a:pt x="503" y="93"/>
                  <a:pt x="481" y="103"/>
                </a:cubicBezTo>
                <a:cubicBezTo>
                  <a:pt x="442" y="120"/>
                  <a:pt x="401" y="142"/>
                  <a:pt x="357" y="170"/>
                </a:cubicBezTo>
                <a:cubicBezTo>
                  <a:pt x="308" y="202"/>
                  <a:pt x="262" y="236"/>
                  <a:pt x="223" y="272"/>
                </a:cubicBezTo>
                <a:cubicBezTo>
                  <a:pt x="180" y="311"/>
                  <a:pt x="138" y="357"/>
                  <a:pt x="98" y="408"/>
                </a:cubicBezTo>
                <a:cubicBezTo>
                  <a:pt x="66" y="450"/>
                  <a:pt x="42" y="486"/>
                  <a:pt x="23" y="520"/>
                </a:cubicBezTo>
                <a:cubicBezTo>
                  <a:pt x="21" y="524"/>
                  <a:pt x="17" y="526"/>
                  <a:pt x="13" y="52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6" name="Freeform 55">
            <a:extLst>
              <a:ext uri="{FF2B5EF4-FFF2-40B4-BE49-F238E27FC236}">
                <a16:creationId xmlns:a16="http://schemas.microsoft.com/office/drawing/2014/main" id="{4EAAC0DE-C577-094E-6CC7-DF35CDEED773}"/>
              </a:ext>
            </a:extLst>
          </p:cNvPr>
          <p:cNvSpPr>
            <a:spLocks/>
          </p:cNvSpPr>
          <p:nvPr/>
        </p:nvSpPr>
        <p:spPr bwMode="auto">
          <a:xfrm>
            <a:off x="5448817" y="4690123"/>
            <a:ext cx="28405" cy="91061"/>
          </a:xfrm>
          <a:custGeom>
            <a:avLst/>
            <a:gdLst>
              <a:gd name="T0" fmla="*/ 30 w 42"/>
              <a:gd name="T1" fmla="*/ 148 h 148"/>
              <a:gd name="T2" fmla="*/ 30 w 42"/>
              <a:gd name="T3" fmla="*/ 148 h 148"/>
              <a:gd name="T4" fmla="*/ 19 w 42"/>
              <a:gd name="T5" fmla="*/ 139 h 148"/>
              <a:gd name="T6" fmla="*/ 1 w 42"/>
              <a:gd name="T7" fmla="*/ 12 h 148"/>
              <a:gd name="T8" fmla="*/ 11 w 42"/>
              <a:gd name="T9" fmla="*/ 0 h 148"/>
              <a:gd name="T10" fmla="*/ 23 w 42"/>
              <a:gd name="T11" fmla="*/ 11 h 148"/>
              <a:gd name="T12" fmla="*/ 41 w 42"/>
              <a:gd name="T13" fmla="*/ 134 h 148"/>
              <a:gd name="T14" fmla="*/ 32 w 42"/>
              <a:gd name="T15" fmla="*/ 148 h 148"/>
              <a:gd name="T16" fmla="*/ 30 w 42"/>
              <a:gd name="T17"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48">
                <a:moveTo>
                  <a:pt x="30" y="148"/>
                </a:moveTo>
                <a:lnTo>
                  <a:pt x="30" y="148"/>
                </a:lnTo>
                <a:cubicBezTo>
                  <a:pt x="24" y="148"/>
                  <a:pt x="20" y="144"/>
                  <a:pt x="19" y="139"/>
                </a:cubicBezTo>
                <a:cubicBezTo>
                  <a:pt x="9" y="90"/>
                  <a:pt x="3" y="50"/>
                  <a:pt x="1" y="12"/>
                </a:cubicBezTo>
                <a:cubicBezTo>
                  <a:pt x="0" y="6"/>
                  <a:pt x="5" y="1"/>
                  <a:pt x="11" y="0"/>
                </a:cubicBezTo>
                <a:cubicBezTo>
                  <a:pt x="17" y="0"/>
                  <a:pt x="23" y="5"/>
                  <a:pt x="23" y="11"/>
                </a:cubicBezTo>
                <a:cubicBezTo>
                  <a:pt x="26" y="47"/>
                  <a:pt x="31" y="87"/>
                  <a:pt x="41" y="134"/>
                </a:cubicBezTo>
                <a:cubicBezTo>
                  <a:pt x="42" y="141"/>
                  <a:pt x="38" y="147"/>
                  <a:pt x="32" y="148"/>
                </a:cubicBezTo>
                <a:cubicBezTo>
                  <a:pt x="31" y="148"/>
                  <a:pt x="31" y="148"/>
                  <a:pt x="30" y="14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7" name="Freeform 56">
            <a:extLst>
              <a:ext uri="{FF2B5EF4-FFF2-40B4-BE49-F238E27FC236}">
                <a16:creationId xmlns:a16="http://schemas.microsoft.com/office/drawing/2014/main" id="{019BE041-5287-43C6-161E-26C5D3EE451E}"/>
              </a:ext>
            </a:extLst>
          </p:cNvPr>
          <p:cNvSpPr>
            <a:spLocks/>
          </p:cNvSpPr>
          <p:nvPr/>
        </p:nvSpPr>
        <p:spPr bwMode="auto">
          <a:xfrm>
            <a:off x="5504050" y="4893586"/>
            <a:ext cx="112043" cy="152242"/>
          </a:xfrm>
          <a:custGeom>
            <a:avLst/>
            <a:gdLst>
              <a:gd name="T0" fmla="*/ 150 w 163"/>
              <a:gd name="T1" fmla="*/ 245 h 245"/>
              <a:gd name="T2" fmla="*/ 150 w 163"/>
              <a:gd name="T3" fmla="*/ 245 h 245"/>
              <a:gd name="T4" fmla="*/ 141 w 163"/>
              <a:gd name="T5" fmla="*/ 241 h 245"/>
              <a:gd name="T6" fmla="*/ 69 w 163"/>
              <a:gd name="T7" fmla="*/ 140 h 245"/>
              <a:gd name="T8" fmla="*/ 3 w 163"/>
              <a:gd name="T9" fmla="*/ 18 h 245"/>
              <a:gd name="T10" fmla="*/ 9 w 163"/>
              <a:gd name="T11" fmla="*/ 3 h 245"/>
              <a:gd name="T12" fmla="*/ 24 w 163"/>
              <a:gd name="T13" fmla="*/ 8 h 245"/>
              <a:gd name="T14" fmla="*/ 88 w 163"/>
              <a:gd name="T15" fmla="*/ 128 h 245"/>
              <a:gd name="T16" fmla="*/ 159 w 163"/>
              <a:gd name="T17" fmla="*/ 227 h 245"/>
              <a:gd name="T18" fmla="*/ 157 w 163"/>
              <a:gd name="T19" fmla="*/ 243 h 245"/>
              <a:gd name="T20" fmla="*/ 150 w 163"/>
              <a:gd name="T21"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245">
                <a:moveTo>
                  <a:pt x="150" y="245"/>
                </a:moveTo>
                <a:lnTo>
                  <a:pt x="150" y="245"/>
                </a:lnTo>
                <a:cubicBezTo>
                  <a:pt x="147" y="245"/>
                  <a:pt x="143" y="244"/>
                  <a:pt x="141" y="241"/>
                </a:cubicBezTo>
                <a:cubicBezTo>
                  <a:pt x="116" y="211"/>
                  <a:pt x="92" y="177"/>
                  <a:pt x="69" y="140"/>
                </a:cubicBezTo>
                <a:cubicBezTo>
                  <a:pt x="44" y="101"/>
                  <a:pt x="22" y="59"/>
                  <a:pt x="3" y="18"/>
                </a:cubicBezTo>
                <a:cubicBezTo>
                  <a:pt x="0" y="12"/>
                  <a:pt x="3" y="5"/>
                  <a:pt x="9" y="3"/>
                </a:cubicBezTo>
                <a:cubicBezTo>
                  <a:pt x="14" y="0"/>
                  <a:pt x="21" y="3"/>
                  <a:pt x="24" y="8"/>
                </a:cubicBezTo>
                <a:cubicBezTo>
                  <a:pt x="42" y="49"/>
                  <a:pt x="64" y="89"/>
                  <a:pt x="88" y="128"/>
                </a:cubicBezTo>
                <a:cubicBezTo>
                  <a:pt x="111" y="164"/>
                  <a:pt x="134" y="197"/>
                  <a:pt x="159" y="227"/>
                </a:cubicBezTo>
                <a:cubicBezTo>
                  <a:pt x="163" y="232"/>
                  <a:pt x="162" y="239"/>
                  <a:pt x="157" y="243"/>
                </a:cubicBezTo>
                <a:cubicBezTo>
                  <a:pt x="155" y="245"/>
                  <a:pt x="153" y="245"/>
                  <a:pt x="150" y="245"/>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8" name="Freeform 57">
            <a:extLst>
              <a:ext uri="{FF2B5EF4-FFF2-40B4-BE49-F238E27FC236}">
                <a16:creationId xmlns:a16="http://schemas.microsoft.com/office/drawing/2014/main" id="{72CA1C57-FC4F-0774-1C78-D03FD15DA270}"/>
              </a:ext>
            </a:extLst>
          </p:cNvPr>
          <p:cNvSpPr>
            <a:spLocks/>
          </p:cNvSpPr>
          <p:nvPr/>
        </p:nvSpPr>
        <p:spPr bwMode="auto">
          <a:xfrm>
            <a:off x="5726556" y="5138311"/>
            <a:ext cx="238288" cy="109557"/>
          </a:xfrm>
          <a:custGeom>
            <a:avLst/>
            <a:gdLst>
              <a:gd name="T0" fmla="*/ 337 w 349"/>
              <a:gd name="T1" fmla="*/ 178 h 178"/>
              <a:gd name="T2" fmla="*/ 337 w 349"/>
              <a:gd name="T3" fmla="*/ 178 h 178"/>
              <a:gd name="T4" fmla="*/ 334 w 349"/>
              <a:gd name="T5" fmla="*/ 177 h 178"/>
              <a:gd name="T6" fmla="*/ 241 w 349"/>
              <a:gd name="T7" fmla="*/ 148 h 178"/>
              <a:gd name="T8" fmla="*/ 127 w 349"/>
              <a:gd name="T9" fmla="*/ 97 h 178"/>
              <a:gd name="T10" fmla="*/ 6 w 349"/>
              <a:gd name="T11" fmla="*/ 22 h 178"/>
              <a:gd name="T12" fmla="*/ 3 w 349"/>
              <a:gd name="T13" fmla="*/ 6 h 178"/>
              <a:gd name="T14" fmla="*/ 19 w 349"/>
              <a:gd name="T15" fmla="*/ 4 h 178"/>
              <a:gd name="T16" fmla="*/ 138 w 349"/>
              <a:gd name="T17" fmla="*/ 77 h 178"/>
              <a:gd name="T18" fmla="*/ 249 w 349"/>
              <a:gd name="T19" fmla="*/ 126 h 178"/>
              <a:gd name="T20" fmla="*/ 340 w 349"/>
              <a:gd name="T21" fmla="*/ 155 h 178"/>
              <a:gd name="T22" fmla="*/ 348 w 349"/>
              <a:gd name="T23" fmla="*/ 169 h 178"/>
              <a:gd name="T24" fmla="*/ 337 w 349"/>
              <a:gd name="T25"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9" h="178">
                <a:moveTo>
                  <a:pt x="337" y="178"/>
                </a:moveTo>
                <a:lnTo>
                  <a:pt x="337" y="178"/>
                </a:lnTo>
                <a:cubicBezTo>
                  <a:pt x="336" y="178"/>
                  <a:pt x="335" y="178"/>
                  <a:pt x="334" y="177"/>
                </a:cubicBezTo>
                <a:cubicBezTo>
                  <a:pt x="304" y="169"/>
                  <a:pt x="272" y="159"/>
                  <a:pt x="241" y="148"/>
                </a:cubicBezTo>
                <a:cubicBezTo>
                  <a:pt x="203" y="133"/>
                  <a:pt x="165" y="116"/>
                  <a:pt x="127" y="97"/>
                </a:cubicBezTo>
                <a:cubicBezTo>
                  <a:pt x="84" y="74"/>
                  <a:pt x="44" y="49"/>
                  <a:pt x="6" y="22"/>
                </a:cubicBezTo>
                <a:cubicBezTo>
                  <a:pt x="1" y="18"/>
                  <a:pt x="0" y="11"/>
                  <a:pt x="3" y="6"/>
                </a:cubicBezTo>
                <a:cubicBezTo>
                  <a:pt x="7" y="1"/>
                  <a:pt x="14" y="0"/>
                  <a:pt x="19" y="4"/>
                </a:cubicBezTo>
                <a:cubicBezTo>
                  <a:pt x="56" y="30"/>
                  <a:pt x="96" y="55"/>
                  <a:pt x="138" y="77"/>
                </a:cubicBezTo>
                <a:cubicBezTo>
                  <a:pt x="175" y="96"/>
                  <a:pt x="212" y="113"/>
                  <a:pt x="249" y="126"/>
                </a:cubicBezTo>
                <a:cubicBezTo>
                  <a:pt x="279" y="138"/>
                  <a:pt x="310" y="148"/>
                  <a:pt x="340" y="155"/>
                </a:cubicBezTo>
                <a:cubicBezTo>
                  <a:pt x="346" y="157"/>
                  <a:pt x="349" y="163"/>
                  <a:pt x="348" y="169"/>
                </a:cubicBezTo>
                <a:cubicBezTo>
                  <a:pt x="346" y="174"/>
                  <a:pt x="342" y="178"/>
                  <a:pt x="337" y="17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59" name="Freeform 58">
            <a:extLst>
              <a:ext uri="{FF2B5EF4-FFF2-40B4-BE49-F238E27FC236}">
                <a16:creationId xmlns:a16="http://schemas.microsoft.com/office/drawing/2014/main" id="{4481CE3D-847C-238B-3ED6-6D78EEFE8A97}"/>
              </a:ext>
            </a:extLst>
          </p:cNvPr>
          <p:cNvSpPr>
            <a:spLocks/>
          </p:cNvSpPr>
          <p:nvPr/>
        </p:nvSpPr>
        <p:spPr bwMode="auto">
          <a:xfrm>
            <a:off x="6102137" y="5242175"/>
            <a:ext cx="162541" cy="25611"/>
          </a:xfrm>
          <a:custGeom>
            <a:avLst/>
            <a:gdLst>
              <a:gd name="T0" fmla="*/ 35 w 237"/>
              <a:gd name="T1" fmla="*/ 42 h 42"/>
              <a:gd name="T2" fmla="*/ 35 w 237"/>
              <a:gd name="T3" fmla="*/ 42 h 42"/>
              <a:gd name="T4" fmla="*/ 11 w 237"/>
              <a:gd name="T5" fmla="*/ 42 h 42"/>
              <a:gd name="T6" fmla="*/ 0 w 237"/>
              <a:gd name="T7" fmla="*/ 30 h 42"/>
              <a:gd name="T8" fmla="*/ 11 w 237"/>
              <a:gd name="T9" fmla="*/ 19 h 42"/>
              <a:gd name="T10" fmla="*/ 126 w 237"/>
              <a:gd name="T11" fmla="*/ 15 h 42"/>
              <a:gd name="T12" fmla="*/ 223 w 237"/>
              <a:gd name="T13" fmla="*/ 2 h 42"/>
              <a:gd name="T14" fmla="*/ 236 w 237"/>
              <a:gd name="T15" fmla="*/ 11 h 42"/>
              <a:gd name="T16" fmla="*/ 227 w 237"/>
              <a:gd name="T17" fmla="*/ 24 h 42"/>
              <a:gd name="T18" fmla="*/ 128 w 237"/>
              <a:gd name="T19" fmla="*/ 38 h 42"/>
              <a:gd name="T20" fmla="*/ 35 w 237"/>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42">
                <a:moveTo>
                  <a:pt x="35" y="42"/>
                </a:moveTo>
                <a:lnTo>
                  <a:pt x="35" y="42"/>
                </a:lnTo>
                <a:cubicBezTo>
                  <a:pt x="27" y="42"/>
                  <a:pt x="19" y="42"/>
                  <a:pt x="11" y="42"/>
                </a:cubicBezTo>
                <a:cubicBezTo>
                  <a:pt x="5" y="41"/>
                  <a:pt x="0" y="36"/>
                  <a:pt x="0" y="30"/>
                </a:cubicBezTo>
                <a:cubicBezTo>
                  <a:pt x="0" y="24"/>
                  <a:pt x="6" y="19"/>
                  <a:pt x="11" y="19"/>
                </a:cubicBezTo>
                <a:cubicBezTo>
                  <a:pt x="49" y="20"/>
                  <a:pt x="87" y="18"/>
                  <a:pt x="126" y="15"/>
                </a:cubicBezTo>
                <a:cubicBezTo>
                  <a:pt x="160" y="12"/>
                  <a:pt x="192" y="7"/>
                  <a:pt x="223" y="2"/>
                </a:cubicBezTo>
                <a:cubicBezTo>
                  <a:pt x="229" y="0"/>
                  <a:pt x="235" y="4"/>
                  <a:pt x="236" y="11"/>
                </a:cubicBezTo>
                <a:cubicBezTo>
                  <a:pt x="237" y="17"/>
                  <a:pt x="233" y="23"/>
                  <a:pt x="227" y="24"/>
                </a:cubicBezTo>
                <a:cubicBezTo>
                  <a:pt x="196" y="30"/>
                  <a:pt x="162" y="35"/>
                  <a:pt x="128" y="38"/>
                </a:cubicBezTo>
                <a:cubicBezTo>
                  <a:pt x="96" y="40"/>
                  <a:pt x="65" y="42"/>
                  <a:pt x="35" y="4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0" name="Freeform 59">
            <a:extLst>
              <a:ext uri="{FF2B5EF4-FFF2-40B4-BE49-F238E27FC236}">
                <a16:creationId xmlns:a16="http://schemas.microsoft.com/office/drawing/2014/main" id="{CD8ED908-6B78-3F65-063E-C42BD5C3A084}"/>
              </a:ext>
            </a:extLst>
          </p:cNvPr>
          <p:cNvSpPr>
            <a:spLocks/>
          </p:cNvSpPr>
          <p:nvPr/>
        </p:nvSpPr>
        <p:spPr bwMode="auto">
          <a:xfrm>
            <a:off x="6540840" y="4663090"/>
            <a:ext cx="265115" cy="469529"/>
          </a:xfrm>
          <a:custGeom>
            <a:avLst/>
            <a:gdLst>
              <a:gd name="T0" fmla="*/ 13 w 388"/>
              <a:gd name="T1" fmla="*/ 758 h 758"/>
              <a:gd name="T2" fmla="*/ 13 w 388"/>
              <a:gd name="T3" fmla="*/ 758 h 758"/>
              <a:gd name="T4" fmla="*/ 4 w 388"/>
              <a:gd name="T5" fmla="*/ 753 h 758"/>
              <a:gd name="T6" fmla="*/ 6 w 388"/>
              <a:gd name="T7" fmla="*/ 737 h 758"/>
              <a:gd name="T8" fmla="*/ 94 w 388"/>
              <a:gd name="T9" fmla="*/ 658 h 758"/>
              <a:gd name="T10" fmla="*/ 179 w 388"/>
              <a:gd name="T11" fmla="*/ 555 h 758"/>
              <a:gd name="T12" fmla="*/ 261 w 388"/>
              <a:gd name="T13" fmla="*/ 421 h 758"/>
              <a:gd name="T14" fmla="*/ 327 w 388"/>
              <a:gd name="T15" fmla="*/ 249 h 758"/>
              <a:gd name="T16" fmla="*/ 355 w 388"/>
              <a:gd name="T17" fmla="*/ 124 h 758"/>
              <a:gd name="T18" fmla="*/ 365 w 388"/>
              <a:gd name="T19" fmla="*/ 11 h 758"/>
              <a:gd name="T20" fmla="*/ 376 w 388"/>
              <a:gd name="T21" fmla="*/ 0 h 758"/>
              <a:gd name="T22" fmla="*/ 387 w 388"/>
              <a:gd name="T23" fmla="*/ 12 h 758"/>
              <a:gd name="T24" fmla="*/ 378 w 388"/>
              <a:gd name="T25" fmla="*/ 127 h 758"/>
              <a:gd name="T26" fmla="*/ 349 w 388"/>
              <a:gd name="T27" fmla="*/ 255 h 758"/>
              <a:gd name="T28" fmla="*/ 281 w 388"/>
              <a:gd name="T29" fmla="*/ 431 h 758"/>
              <a:gd name="T30" fmla="*/ 198 w 388"/>
              <a:gd name="T31" fmla="*/ 569 h 758"/>
              <a:gd name="T32" fmla="*/ 111 w 388"/>
              <a:gd name="T33" fmla="*/ 673 h 758"/>
              <a:gd name="T34" fmla="*/ 20 w 388"/>
              <a:gd name="T35" fmla="*/ 755 h 758"/>
              <a:gd name="T36" fmla="*/ 13 w 388"/>
              <a:gd name="T37" fmla="*/ 758 h 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8" h="758">
                <a:moveTo>
                  <a:pt x="13" y="758"/>
                </a:moveTo>
                <a:lnTo>
                  <a:pt x="13" y="758"/>
                </a:lnTo>
                <a:cubicBezTo>
                  <a:pt x="10" y="758"/>
                  <a:pt x="7" y="756"/>
                  <a:pt x="4" y="753"/>
                </a:cubicBezTo>
                <a:cubicBezTo>
                  <a:pt x="0" y="748"/>
                  <a:pt x="1" y="741"/>
                  <a:pt x="6" y="737"/>
                </a:cubicBezTo>
                <a:cubicBezTo>
                  <a:pt x="41" y="709"/>
                  <a:pt x="70" y="683"/>
                  <a:pt x="94" y="658"/>
                </a:cubicBezTo>
                <a:cubicBezTo>
                  <a:pt x="124" y="627"/>
                  <a:pt x="152" y="593"/>
                  <a:pt x="179" y="555"/>
                </a:cubicBezTo>
                <a:cubicBezTo>
                  <a:pt x="210" y="513"/>
                  <a:pt x="237" y="468"/>
                  <a:pt x="261" y="421"/>
                </a:cubicBezTo>
                <a:cubicBezTo>
                  <a:pt x="286" y="370"/>
                  <a:pt x="308" y="313"/>
                  <a:pt x="327" y="249"/>
                </a:cubicBezTo>
                <a:cubicBezTo>
                  <a:pt x="341" y="201"/>
                  <a:pt x="350" y="161"/>
                  <a:pt x="355" y="124"/>
                </a:cubicBezTo>
                <a:cubicBezTo>
                  <a:pt x="361" y="89"/>
                  <a:pt x="364" y="52"/>
                  <a:pt x="365" y="11"/>
                </a:cubicBezTo>
                <a:cubicBezTo>
                  <a:pt x="365" y="5"/>
                  <a:pt x="370" y="0"/>
                  <a:pt x="376" y="0"/>
                </a:cubicBezTo>
                <a:cubicBezTo>
                  <a:pt x="383" y="1"/>
                  <a:pt x="388" y="6"/>
                  <a:pt x="387" y="12"/>
                </a:cubicBezTo>
                <a:cubicBezTo>
                  <a:pt x="386" y="54"/>
                  <a:pt x="383" y="92"/>
                  <a:pt x="378" y="127"/>
                </a:cubicBezTo>
                <a:cubicBezTo>
                  <a:pt x="372" y="165"/>
                  <a:pt x="363" y="206"/>
                  <a:pt x="349" y="255"/>
                </a:cubicBezTo>
                <a:cubicBezTo>
                  <a:pt x="329" y="321"/>
                  <a:pt x="307" y="378"/>
                  <a:pt x="281" y="431"/>
                </a:cubicBezTo>
                <a:cubicBezTo>
                  <a:pt x="257" y="479"/>
                  <a:pt x="229" y="525"/>
                  <a:pt x="198" y="569"/>
                </a:cubicBezTo>
                <a:cubicBezTo>
                  <a:pt x="170" y="607"/>
                  <a:pt x="141" y="642"/>
                  <a:pt x="111" y="673"/>
                </a:cubicBezTo>
                <a:cubicBezTo>
                  <a:pt x="85" y="700"/>
                  <a:pt x="56" y="727"/>
                  <a:pt x="20" y="755"/>
                </a:cubicBezTo>
                <a:cubicBezTo>
                  <a:pt x="18" y="757"/>
                  <a:pt x="16" y="758"/>
                  <a:pt x="13" y="75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1" name="Freeform 60">
            <a:extLst>
              <a:ext uri="{FF2B5EF4-FFF2-40B4-BE49-F238E27FC236}">
                <a16:creationId xmlns:a16="http://schemas.microsoft.com/office/drawing/2014/main" id="{92D0E78C-77B5-DBCE-6055-72F3A44C65B6}"/>
              </a:ext>
            </a:extLst>
          </p:cNvPr>
          <p:cNvSpPr>
            <a:spLocks/>
          </p:cNvSpPr>
          <p:nvPr/>
        </p:nvSpPr>
        <p:spPr bwMode="auto">
          <a:xfrm>
            <a:off x="6684444" y="4323038"/>
            <a:ext cx="110464" cy="221959"/>
          </a:xfrm>
          <a:custGeom>
            <a:avLst/>
            <a:gdLst>
              <a:gd name="T0" fmla="*/ 149 w 161"/>
              <a:gd name="T1" fmla="*/ 358 h 358"/>
              <a:gd name="T2" fmla="*/ 149 w 161"/>
              <a:gd name="T3" fmla="*/ 358 h 358"/>
              <a:gd name="T4" fmla="*/ 138 w 161"/>
              <a:gd name="T5" fmla="*/ 349 h 358"/>
              <a:gd name="T6" fmla="*/ 93 w 161"/>
              <a:gd name="T7" fmla="*/ 195 h 358"/>
              <a:gd name="T8" fmla="*/ 4 w 161"/>
              <a:gd name="T9" fmla="*/ 19 h 358"/>
              <a:gd name="T10" fmla="*/ 7 w 161"/>
              <a:gd name="T11" fmla="*/ 3 h 358"/>
              <a:gd name="T12" fmla="*/ 23 w 161"/>
              <a:gd name="T13" fmla="*/ 6 h 358"/>
              <a:gd name="T14" fmla="*/ 114 w 161"/>
              <a:gd name="T15" fmla="*/ 187 h 358"/>
              <a:gd name="T16" fmla="*/ 160 w 161"/>
              <a:gd name="T17" fmla="*/ 344 h 358"/>
              <a:gd name="T18" fmla="*/ 151 w 161"/>
              <a:gd name="T19" fmla="*/ 358 h 358"/>
              <a:gd name="T20" fmla="*/ 149 w 161"/>
              <a:gd name="T21" fmla="*/ 35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1" h="358">
                <a:moveTo>
                  <a:pt x="149" y="358"/>
                </a:moveTo>
                <a:lnTo>
                  <a:pt x="149" y="358"/>
                </a:lnTo>
                <a:cubicBezTo>
                  <a:pt x="144" y="358"/>
                  <a:pt x="139" y="354"/>
                  <a:pt x="138" y="349"/>
                </a:cubicBezTo>
                <a:cubicBezTo>
                  <a:pt x="127" y="296"/>
                  <a:pt x="112" y="245"/>
                  <a:pt x="93" y="195"/>
                </a:cubicBezTo>
                <a:cubicBezTo>
                  <a:pt x="70" y="135"/>
                  <a:pt x="40" y="76"/>
                  <a:pt x="4" y="19"/>
                </a:cubicBezTo>
                <a:cubicBezTo>
                  <a:pt x="0" y="13"/>
                  <a:pt x="2" y="6"/>
                  <a:pt x="7" y="3"/>
                </a:cubicBezTo>
                <a:cubicBezTo>
                  <a:pt x="12" y="0"/>
                  <a:pt x="19" y="1"/>
                  <a:pt x="23" y="6"/>
                </a:cubicBezTo>
                <a:cubicBezTo>
                  <a:pt x="60" y="65"/>
                  <a:pt x="91" y="126"/>
                  <a:pt x="114" y="187"/>
                </a:cubicBezTo>
                <a:cubicBezTo>
                  <a:pt x="134" y="238"/>
                  <a:pt x="149" y="291"/>
                  <a:pt x="160" y="344"/>
                </a:cubicBezTo>
                <a:cubicBezTo>
                  <a:pt x="161" y="350"/>
                  <a:pt x="157" y="356"/>
                  <a:pt x="151" y="358"/>
                </a:cubicBezTo>
                <a:cubicBezTo>
                  <a:pt x="150" y="358"/>
                  <a:pt x="150" y="358"/>
                  <a:pt x="149" y="35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2" name="Freeform 61">
            <a:extLst>
              <a:ext uri="{FF2B5EF4-FFF2-40B4-BE49-F238E27FC236}">
                <a16:creationId xmlns:a16="http://schemas.microsoft.com/office/drawing/2014/main" id="{C9E878CF-C410-951F-DFCB-5C54FD05B012}"/>
              </a:ext>
            </a:extLst>
          </p:cNvPr>
          <p:cNvSpPr>
            <a:spLocks/>
          </p:cNvSpPr>
          <p:nvPr/>
        </p:nvSpPr>
        <p:spPr bwMode="auto">
          <a:xfrm>
            <a:off x="6447734" y="4118152"/>
            <a:ext cx="107308" cy="69718"/>
          </a:xfrm>
          <a:custGeom>
            <a:avLst/>
            <a:gdLst>
              <a:gd name="T0" fmla="*/ 145 w 158"/>
              <a:gd name="T1" fmla="*/ 112 h 112"/>
              <a:gd name="T2" fmla="*/ 145 w 158"/>
              <a:gd name="T3" fmla="*/ 112 h 112"/>
              <a:gd name="T4" fmla="*/ 138 w 158"/>
              <a:gd name="T5" fmla="*/ 110 h 112"/>
              <a:gd name="T6" fmla="*/ 8 w 158"/>
              <a:gd name="T7" fmla="*/ 23 h 112"/>
              <a:gd name="T8" fmla="*/ 3 w 158"/>
              <a:gd name="T9" fmla="*/ 7 h 112"/>
              <a:gd name="T10" fmla="*/ 19 w 158"/>
              <a:gd name="T11" fmla="*/ 3 h 112"/>
              <a:gd name="T12" fmla="*/ 152 w 158"/>
              <a:gd name="T13" fmla="*/ 92 h 112"/>
              <a:gd name="T14" fmla="*/ 154 w 158"/>
              <a:gd name="T15" fmla="*/ 108 h 112"/>
              <a:gd name="T16" fmla="*/ 145 w 158"/>
              <a:gd name="T17"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112">
                <a:moveTo>
                  <a:pt x="145" y="112"/>
                </a:moveTo>
                <a:lnTo>
                  <a:pt x="145" y="112"/>
                </a:lnTo>
                <a:cubicBezTo>
                  <a:pt x="142" y="112"/>
                  <a:pt x="140" y="112"/>
                  <a:pt x="138" y="110"/>
                </a:cubicBezTo>
                <a:cubicBezTo>
                  <a:pt x="103" y="82"/>
                  <a:pt x="61" y="54"/>
                  <a:pt x="8" y="23"/>
                </a:cubicBezTo>
                <a:cubicBezTo>
                  <a:pt x="2" y="20"/>
                  <a:pt x="0" y="13"/>
                  <a:pt x="3" y="7"/>
                </a:cubicBezTo>
                <a:cubicBezTo>
                  <a:pt x="7" y="2"/>
                  <a:pt x="13" y="0"/>
                  <a:pt x="19" y="3"/>
                </a:cubicBezTo>
                <a:cubicBezTo>
                  <a:pt x="74" y="35"/>
                  <a:pt x="116" y="63"/>
                  <a:pt x="152" y="92"/>
                </a:cubicBezTo>
                <a:cubicBezTo>
                  <a:pt x="157" y="96"/>
                  <a:pt x="158" y="103"/>
                  <a:pt x="154" y="108"/>
                </a:cubicBezTo>
                <a:cubicBezTo>
                  <a:pt x="152" y="111"/>
                  <a:pt x="148" y="112"/>
                  <a:pt x="145" y="112"/>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3" name="Freeform 62">
            <a:extLst>
              <a:ext uri="{FF2B5EF4-FFF2-40B4-BE49-F238E27FC236}">
                <a16:creationId xmlns:a16="http://schemas.microsoft.com/office/drawing/2014/main" id="{2B619849-9513-D69D-5AE5-784C726CA895}"/>
              </a:ext>
            </a:extLst>
          </p:cNvPr>
          <p:cNvSpPr>
            <a:spLocks/>
          </p:cNvSpPr>
          <p:nvPr/>
        </p:nvSpPr>
        <p:spPr bwMode="auto">
          <a:xfrm>
            <a:off x="5810194" y="3958796"/>
            <a:ext cx="478154" cy="71141"/>
          </a:xfrm>
          <a:custGeom>
            <a:avLst/>
            <a:gdLst>
              <a:gd name="T0" fmla="*/ 13 w 698"/>
              <a:gd name="T1" fmla="*/ 116 h 116"/>
              <a:gd name="T2" fmla="*/ 13 w 698"/>
              <a:gd name="T3" fmla="*/ 116 h 116"/>
              <a:gd name="T4" fmla="*/ 3 w 698"/>
              <a:gd name="T5" fmla="*/ 109 h 116"/>
              <a:gd name="T6" fmla="*/ 9 w 698"/>
              <a:gd name="T7" fmla="*/ 95 h 116"/>
              <a:gd name="T8" fmla="*/ 93 w 698"/>
              <a:gd name="T9" fmla="*/ 62 h 116"/>
              <a:gd name="T10" fmla="*/ 214 w 698"/>
              <a:gd name="T11" fmla="*/ 27 h 116"/>
              <a:gd name="T12" fmla="*/ 348 w 698"/>
              <a:gd name="T13" fmla="*/ 6 h 116"/>
              <a:gd name="T14" fmla="*/ 498 w 698"/>
              <a:gd name="T15" fmla="*/ 2 h 116"/>
              <a:gd name="T16" fmla="*/ 688 w 698"/>
              <a:gd name="T17" fmla="*/ 23 h 116"/>
              <a:gd name="T18" fmla="*/ 697 w 698"/>
              <a:gd name="T19" fmla="*/ 36 h 116"/>
              <a:gd name="T20" fmla="*/ 683 w 698"/>
              <a:gd name="T21" fmla="*/ 45 h 116"/>
              <a:gd name="T22" fmla="*/ 497 w 698"/>
              <a:gd name="T23" fmla="*/ 25 h 116"/>
              <a:gd name="T24" fmla="*/ 351 w 698"/>
              <a:gd name="T25" fmla="*/ 28 h 116"/>
              <a:gd name="T26" fmla="*/ 219 w 698"/>
              <a:gd name="T27" fmla="*/ 50 h 116"/>
              <a:gd name="T28" fmla="*/ 101 w 698"/>
              <a:gd name="T29" fmla="*/ 83 h 116"/>
              <a:gd name="T30" fmla="*/ 18 w 698"/>
              <a:gd name="T31" fmla="*/ 115 h 116"/>
              <a:gd name="T32" fmla="*/ 13 w 698"/>
              <a:gd name="T33"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8" h="116">
                <a:moveTo>
                  <a:pt x="13" y="116"/>
                </a:moveTo>
                <a:lnTo>
                  <a:pt x="13" y="116"/>
                </a:lnTo>
                <a:cubicBezTo>
                  <a:pt x="9" y="116"/>
                  <a:pt x="5" y="114"/>
                  <a:pt x="3" y="109"/>
                </a:cubicBezTo>
                <a:cubicBezTo>
                  <a:pt x="0" y="104"/>
                  <a:pt x="3" y="97"/>
                  <a:pt x="9" y="95"/>
                </a:cubicBezTo>
                <a:cubicBezTo>
                  <a:pt x="34" y="83"/>
                  <a:pt x="62" y="73"/>
                  <a:pt x="93" y="62"/>
                </a:cubicBezTo>
                <a:cubicBezTo>
                  <a:pt x="134" y="48"/>
                  <a:pt x="174" y="36"/>
                  <a:pt x="214" y="27"/>
                </a:cubicBezTo>
                <a:cubicBezTo>
                  <a:pt x="260" y="17"/>
                  <a:pt x="305" y="10"/>
                  <a:pt x="348" y="6"/>
                </a:cubicBezTo>
                <a:cubicBezTo>
                  <a:pt x="394" y="1"/>
                  <a:pt x="443" y="0"/>
                  <a:pt x="498" y="2"/>
                </a:cubicBezTo>
                <a:cubicBezTo>
                  <a:pt x="565" y="4"/>
                  <a:pt x="629" y="11"/>
                  <a:pt x="688" y="23"/>
                </a:cubicBezTo>
                <a:cubicBezTo>
                  <a:pt x="694" y="24"/>
                  <a:pt x="698" y="30"/>
                  <a:pt x="697" y="36"/>
                </a:cubicBezTo>
                <a:cubicBezTo>
                  <a:pt x="695" y="42"/>
                  <a:pt x="689" y="46"/>
                  <a:pt x="683" y="45"/>
                </a:cubicBezTo>
                <a:cubicBezTo>
                  <a:pt x="625" y="34"/>
                  <a:pt x="563" y="27"/>
                  <a:pt x="497" y="25"/>
                </a:cubicBezTo>
                <a:cubicBezTo>
                  <a:pt x="443" y="23"/>
                  <a:pt x="395" y="24"/>
                  <a:pt x="351" y="28"/>
                </a:cubicBezTo>
                <a:cubicBezTo>
                  <a:pt x="308" y="32"/>
                  <a:pt x="264" y="40"/>
                  <a:pt x="219" y="50"/>
                </a:cubicBezTo>
                <a:cubicBezTo>
                  <a:pt x="180" y="58"/>
                  <a:pt x="140" y="70"/>
                  <a:pt x="101" y="83"/>
                </a:cubicBezTo>
                <a:cubicBezTo>
                  <a:pt x="70" y="94"/>
                  <a:pt x="43" y="104"/>
                  <a:pt x="18" y="115"/>
                </a:cubicBezTo>
                <a:cubicBezTo>
                  <a:pt x="16" y="116"/>
                  <a:pt x="15" y="116"/>
                  <a:pt x="13" y="116"/>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4" name="Freeform 63">
            <a:extLst>
              <a:ext uri="{FF2B5EF4-FFF2-40B4-BE49-F238E27FC236}">
                <a16:creationId xmlns:a16="http://schemas.microsoft.com/office/drawing/2014/main" id="{25C176F2-5EFC-D093-5830-2746CF7FD55C}"/>
              </a:ext>
            </a:extLst>
          </p:cNvPr>
          <p:cNvSpPr>
            <a:spLocks/>
          </p:cNvSpPr>
          <p:nvPr/>
        </p:nvSpPr>
        <p:spPr bwMode="auto">
          <a:xfrm>
            <a:off x="5355710" y="4236246"/>
            <a:ext cx="192524" cy="863649"/>
          </a:xfrm>
          <a:custGeom>
            <a:avLst/>
            <a:gdLst>
              <a:gd name="T0" fmla="*/ 267 w 280"/>
              <a:gd name="T1" fmla="*/ 1395 h 1395"/>
              <a:gd name="T2" fmla="*/ 267 w 280"/>
              <a:gd name="T3" fmla="*/ 1395 h 1395"/>
              <a:gd name="T4" fmla="*/ 258 w 280"/>
              <a:gd name="T5" fmla="*/ 1391 h 1395"/>
              <a:gd name="T6" fmla="*/ 176 w 280"/>
              <a:gd name="T7" fmla="*/ 1278 h 1395"/>
              <a:gd name="T8" fmla="*/ 100 w 280"/>
              <a:gd name="T9" fmla="*/ 1139 h 1395"/>
              <a:gd name="T10" fmla="*/ 51 w 280"/>
              <a:gd name="T11" fmla="*/ 1012 h 1395"/>
              <a:gd name="T12" fmla="*/ 24 w 280"/>
              <a:gd name="T13" fmla="*/ 904 h 1395"/>
              <a:gd name="T14" fmla="*/ 3 w 280"/>
              <a:gd name="T15" fmla="*/ 758 h 1395"/>
              <a:gd name="T16" fmla="*/ 1 w 280"/>
              <a:gd name="T17" fmla="*/ 645 h 1395"/>
              <a:gd name="T18" fmla="*/ 15 w 280"/>
              <a:gd name="T19" fmla="*/ 488 h 1395"/>
              <a:gd name="T20" fmla="*/ 53 w 280"/>
              <a:gd name="T21" fmla="*/ 340 h 1395"/>
              <a:gd name="T22" fmla="*/ 138 w 280"/>
              <a:gd name="T23" fmla="*/ 134 h 1395"/>
              <a:gd name="T24" fmla="*/ 223 w 280"/>
              <a:gd name="T25" fmla="*/ 6 h 1395"/>
              <a:gd name="T26" fmla="*/ 238 w 280"/>
              <a:gd name="T27" fmla="*/ 4 h 1395"/>
              <a:gd name="T28" fmla="*/ 241 w 280"/>
              <a:gd name="T29" fmla="*/ 20 h 1395"/>
              <a:gd name="T30" fmla="*/ 158 w 280"/>
              <a:gd name="T31" fmla="*/ 145 h 1395"/>
              <a:gd name="T32" fmla="*/ 75 w 280"/>
              <a:gd name="T33" fmla="*/ 347 h 1395"/>
              <a:gd name="T34" fmla="*/ 38 w 280"/>
              <a:gd name="T35" fmla="*/ 492 h 1395"/>
              <a:gd name="T36" fmla="*/ 24 w 280"/>
              <a:gd name="T37" fmla="*/ 646 h 1395"/>
              <a:gd name="T38" fmla="*/ 25 w 280"/>
              <a:gd name="T39" fmla="*/ 757 h 1395"/>
              <a:gd name="T40" fmla="*/ 46 w 280"/>
              <a:gd name="T41" fmla="*/ 899 h 1395"/>
              <a:gd name="T42" fmla="*/ 73 w 280"/>
              <a:gd name="T43" fmla="*/ 1005 h 1395"/>
              <a:gd name="T44" fmla="*/ 121 w 280"/>
              <a:gd name="T45" fmla="*/ 1129 h 1395"/>
              <a:gd name="T46" fmla="*/ 195 w 280"/>
              <a:gd name="T47" fmla="*/ 1266 h 1395"/>
              <a:gd name="T48" fmla="*/ 276 w 280"/>
              <a:gd name="T49" fmla="*/ 1377 h 1395"/>
              <a:gd name="T50" fmla="*/ 274 w 280"/>
              <a:gd name="T51" fmla="*/ 1393 h 1395"/>
              <a:gd name="T52" fmla="*/ 267 w 280"/>
              <a:gd name="T53" fmla="*/ 1395 h 1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0" h="1395">
                <a:moveTo>
                  <a:pt x="267" y="1395"/>
                </a:moveTo>
                <a:lnTo>
                  <a:pt x="267" y="1395"/>
                </a:lnTo>
                <a:cubicBezTo>
                  <a:pt x="264" y="1395"/>
                  <a:pt x="261" y="1394"/>
                  <a:pt x="258" y="1391"/>
                </a:cubicBezTo>
                <a:cubicBezTo>
                  <a:pt x="230" y="1357"/>
                  <a:pt x="202" y="1319"/>
                  <a:pt x="176" y="1278"/>
                </a:cubicBezTo>
                <a:cubicBezTo>
                  <a:pt x="147" y="1232"/>
                  <a:pt x="122" y="1186"/>
                  <a:pt x="100" y="1139"/>
                </a:cubicBezTo>
                <a:cubicBezTo>
                  <a:pt x="81" y="1096"/>
                  <a:pt x="64" y="1053"/>
                  <a:pt x="51" y="1012"/>
                </a:cubicBezTo>
                <a:cubicBezTo>
                  <a:pt x="41" y="981"/>
                  <a:pt x="33" y="946"/>
                  <a:pt x="24" y="904"/>
                </a:cubicBezTo>
                <a:cubicBezTo>
                  <a:pt x="13" y="849"/>
                  <a:pt x="6" y="803"/>
                  <a:pt x="3" y="758"/>
                </a:cubicBezTo>
                <a:cubicBezTo>
                  <a:pt x="0" y="725"/>
                  <a:pt x="0" y="689"/>
                  <a:pt x="1" y="645"/>
                </a:cubicBezTo>
                <a:cubicBezTo>
                  <a:pt x="3" y="586"/>
                  <a:pt x="7" y="535"/>
                  <a:pt x="15" y="488"/>
                </a:cubicBezTo>
                <a:cubicBezTo>
                  <a:pt x="24" y="434"/>
                  <a:pt x="40" y="383"/>
                  <a:pt x="53" y="340"/>
                </a:cubicBezTo>
                <a:cubicBezTo>
                  <a:pt x="79" y="257"/>
                  <a:pt x="106" y="192"/>
                  <a:pt x="138" y="134"/>
                </a:cubicBezTo>
                <a:cubicBezTo>
                  <a:pt x="160" y="94"/>
                  <a:pt x="187" y="53"/>
                  <a:pt x="223" y="6"/>
                </a:cubicBezTo>
                <a:cubicBezTo>
                  <a:pt x="226" y="1"/>
                  <a:pt x="233" y="0"/>
                  <a:pt x="238" y="4"/>
                </a:cubicBezTo>
                <a:cubicBezTo>
                  <a:pt x="243" y="8"/>
                  <a:pt x="244" y="15"/>
                  <a:pt x="241" y="20"/>
                </a:cubicBezTo>
                <a:cubicBezTo>
                  <a:pt x="206" y="66"/>
                  <a:pt x="180" y="106"/>
                  <a:pt x="158" y="145"/>
                </a:cubicBezTo>
                <a:cubicBezTo>
                  <a:pt x="127" y="202"/>
                  <a:pt x="101" y="266"/>
                  <a:pt x="75" y="347"/>
                </a:cubicBezTo>
                <a:cubicBezTo>
                  <a:pt x="61" y="389"/>
                  <a:pt x="47" y="440"/>
                  <a:pt x="38" y="492"/>
                </a:cubicBezTo>
                <a:cubicBezTo>
                  <a:pt x="30" y="537"/>
                  <a:pt x="25" y="588"/>
                  <a:pt x="24" y="646"/>
                </a:cubicBezTo>
                <a:cubicBezTo>
                  <a:pt x="22" y="689"/>
                  <a:pt x="23" y="724"/>
                  <a:pt x="25" y="757"/>
                </a:cubicBezTo>
                <a:cubicBezTo>
                  <a:pt x="28" y="800"/>
                  <a:pt x="35" y="846"/>
                  <a:pt x="46" y="899"/>
                </a:cubicBezTo>
                <a:cubicBezTo>
                  <a:pt x="55" y="941"/>
                  <a:pt x="63" y="975"/>
                  <a:pt x="73" y="1005"/>
                </a:cubicBezTo>
                <a:cubicBezTo>
                  <a:pt x="85" y="1045"/>
                  <a:pt x="102" y="1087"/>
                  <a:pt x="121" y="1129"/>
                </a:cubicBezTo>
                <a:cubicBezTo>
                  <a:pt x="142" y="1175"/>
                  <a:pt x="167" y="1221"/>
                  <a:pt x="195" y="1266"/>
                </a:cubicBezTo>
                <a:cubicBezTo>
                  <a:pt x="221" y="1306"/>
                  <a:pt x="248" y="1343"/>
                  <a:pt x="276" y="1377"/>
                </a:cubicBezTo>
                <a:cubicBezTo>
                  <a:pt x="280" y="1381"/>
                  <a:pt x="279" y="1389"/>
                  <a:pt x="274" y="1393"/>
                </a:cubicBezTo>
                <a:cubicBezTo>
                  <a:pt x="272" y="1394"/>
                  <a:pt x="270" y="1395"/>
                  <a:pt x="267" y="1395"/>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5" name="Freeform 64">
            <a:extLst>
              <a:ext uri="{FF2B5EF4-FFF2-40B4-BE49-F238E27FC236}">
                <a16:creationId xmlns:a16="http://schemas.microsoft.com/office/drawing/2014/main" id="{B1835860-CF83-1174-08F6-08DB763AB706}"/>
              </a:ext>
            </a:extLst>
          </p:cNvPr>
          <p:cNvSpPr>
            <a:spLocks/>
          </p:cNvSpPr>
          <p:nvPr/>
        </p:nvSpPr>
        <p:spPr bwMode="auto">
          <a:xfrm>
            <a:off x="5676059" y="5208028"/>
            <a:ext cx="355065" cy="135168"/>
          </a:xfrm>
          <a:custGeom>
            <a:avLst/>
            <a:gdLst>
              <a:gd name="T0" fmla="*/ 505 w 517"/>
              <a:gd name="T1" fmla="*/ 219 h 219"/>
              <a:gd name="T2" fmla="*/ 505 w 517"/>
              <a:gd name="T3" fmla="*/ 219 h 219"/>
              <a:gd name="T4" fmla="*/ 503 w 517"/>
              <a:gd name="T5" fmla="*/ 219 h 219"/>
              <a:gd name="T6" fmla="*/ 377 w 517"/>
              <a:gd name="T7" fmla="*/ 195 h 219"/>
              <a:gd name="T8" fmla="*/ 272 w 517"/>
              <a:gd name="T9" fmla="*/ 162 h 219"/>
              <a:gd name="T10" fmla="*/ 144 w 517"/>
              <a:gd name="T11" fmla="*/ 106 h 219"/>
              <a:gd name="T12" fmla="*/ 6 w 517"/>
              <a:gd name="T13" fmla="*/ 22 h 219"/>
              <a:gd name="T14" fmla="*/ 3 w 517"/>
              <a:gd name="T15" fmla="*/ 6 h 219"/>
              <a:gd name="T16" fmla="*/ 19 w 517"/>
              <a:gd name="T17" fmla="*/ 3 h 219"/>
              <a:gd name="T18" fmla="*/ 155 w 517"/>
              <a:gd name="T19" fmla="*/ 86 h 219"/>
              <a:gd name="T20" fmla="*/ 280 w 517"/>
              <a:gd name="T21" fmla="*/ 141 h 219"/>
              <a:gd name="T22" fmla="*/ 382 w 517"/>
              <a:gd name="T23" fmla="*/ 173 h 219"/>
              <a:gd name="T24" fmla="*/ 506 w 517"/>
              <a:gd name="T25" fmla="*/ 197 h 219"/>
              <a:gd name="T26" fmla="*/ 516 w 517"/>
              <a:gd name="T27" fmla="*/ 210 h 219"/>
              <a:gd name="T28" fmla="*/ 505 w 517"/>
              <a:gd name="T29" fmla="*/ 219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7" h="219">
                <a:moveTo>
                  <a:pt x="505" y="219"/>
                </a:moveTo>
                <a:lnTo>
                  <a:pt x="505" y="219"/>
                </a:lnTo>
                <a:cubicBezTo>
                  <a:pt x="504" y="219"/>
                  <a:pt x="504" y="219"/>
                  <a:pt x="503" y="219"/>
                </a:cubicBezTo>
                <a:cubicBezTo>
                  <a:pt x="459" y="213"/>
                  <a:pt x="416" y="205"/>
                  <a:pt x="377" y="195"/>
                </a:cubicBezTo>
                <a:cubicBezTo>
                  <a:pt x="343" y="186"/>
                  <a:pt x="307" y="175"/>
                  <a:pt x="272" y="162"/>
                </a:cubicBezTo>
                <a:cubicBezTo>
                  <a:pt x="230" y="147"/>
                  <a:pt x="187" y="128"/>
                  <a:pt x="144" y="106"/>
                </a:cubicBezTo>
                <a:cubicBezTo>
                  <a:pt x="96" y="81"/>
                  <a:pt x="49" y="52"/>
                  <a:pt x="6" y="22"/>
                </a:cubicBezTo>
                <a:cubicBezTo>
                  <a:pt x="1" y="18"/>
                  <a:pt x="0" y="11"/>
                  <a:pt x="3" y="6"/>
                </a:cubicBezTo>
                <a:cubicBezTo>
                  <a:pt x="7" y="1"/>
                  <a:pt x="14" y="0"/>
                  <a:pt x="19" y="3"/>
                </a:cubicBezTo>
                <a:cubicBezTo>
                  <a:pt x="61" y="33"/>
                  <a:pt x="107" y="61"/>
                  <a:pt x="155" y="86"/>
                </a:cubicBezTo>
                <a:cubicBezTo>
                  <a:pt x="196" y="107"/>
                  <a:pt x="238" y="126"/>
                  <a:pt x="280" y="141"/>
                </a:cubicBezTo>
                <a:cubicBezTo>
                  <a:pt x="315" y="154"/>
                  <a:pt x="349" y="164"/>
                  <a:pt x="382" y="173"/>
                </a:cubicBezTo>
                <a:cubicBezTo>
                  <a:pt x="421" y="183"/>
                  <a:pt x="463" y="191"/>
                  <a:pt x="506" y="197"/>
                </a:cubicBezTo>
                <a:cubicBezTo>
                  <a:pt x="513" y="198"/>
                  <a:pt x="517" y="203"/>
                  <a:pt x="516" y="210"/>
                </a:cubicBezTo>
                <a:cubicBezTo>
                  <a:pt x="515" y="215"/>
                  <a:pt x="510" y="219"/>
                  <a:pt x="505" y="21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6" name="Freeform 65">
            <a:extLst>
              <a:ext uri="{FF2B5EF4-FFF2-40B4-BE49-F238E27FC236}">
                <a16:creationId xmlns:a16="http://schemas.microsoft.com/office/drawing/2014/main" id="{5D723E09-46A5-439F-410B-AC9859AB5FBA}"/>
              </a:ext>
            </a:extLst>
          </p:cNvPr>
          <p:cNvSpPr>
            <a:spLocks/>
          </p:cNvSpPr>
          <p:nvPr/>
        </p:nvSpPr>
        <p:spPr bwMode="auto">
          <a:xfrm>
            <a:off x="6602384" y="4596218"/>
            <a:ext cx="295098" cy="596160"/>
          </a:xfrm>
          <a:custGeom>
            <a:avLst/>
            <a:gdLst>
              <a:gd name="T0" fmla="*/ 13 w 431"/>
              <a:gd name="T1" fmla="*/ 964 h 964"/>
              <a:gd name="T2" fmla="*/ 13 w 431"/>
              <a:gd name="T3" fmla="*/ 964 h 964"/>
              <a:gd name="T4" fmla="*/ 4 w 431"/>
              <a:gd name="T5" fmla="*/ 960 h 964"/>
              <a:gd name="T6" fmla="*/ 6 w 431"/>
              <a:gd name="T7" fmla="*/ 944 h 964"/>
              <a:gd name="T8" fmla="*/ 104 w 431"/>
              <a:gd name="T9" fmla="*/ 854 h 964"/>
              <a:gd name="T10" fmla="*/ 201 w 431"/>
              <a:gd name="T11" fmla="*/ 736 h 964"/>
              <a:gd name="T12" fmla="*/ 293 w 431"/>
              <a:gd name="T13" fmla="*/ 582 h 964"/>
              <a:gd name="T14" fmla="*/ 367 w 431"/>
              <a:gd name="T15" fmla="*/ 384 h 964"/>
              <a:gd name="T16" fmla="*/ 398 w 431"/>
              <a:gd name="T17" fmla="*/ 245 h 964"/>
              <a:gd name="T18" fmla="*/ 408 w 431"/>
              <a:gd name="T19" fmla="*/ 117 h 964"/>
              <a:gd name="T20" fmla="*/ 405 w 431"/>
              <a:gd name="T21" fmla="*/ 13 h 964"/>
              <a:gd name="T22" fmla="*/ 416 w 431"/>
              <a:gd name="T23" fmla="*/ 1 h 964"/>
              <a:gd name="T24" fmla="*/ 428 w 431"/>
              <a:gd name="T25" fmla="*/ 11 h 964"/>
              <a:gd name="T26" fmla="*/ 430 w 431"/>
              <a:gd name="T27" fmla="*/ 118 h 964"/>
              <a:gd name="T28" fmla="*/ 420 w 431"/>
              <a:gd name="T29" fmla="*/ 248 h 964"/>
              <a:gd name="T30" fmla="*/ 389 w 431"/>
              <a:gd name="T31" fmla="*/ 390 h 964"/>
              <a:gd name="T32" fmla="*/ 313 w 431"/>
              <a:gd name="T33" fmla="*/ 592 h 964"/>
              <a:gd name="T34" fmla="*/ 219 w 431"/>
              <a:gd name="T35" fmla="*/ 749 h 964"/>
              <a:gd name="T36" fmla="*/ 120 w 431"/>
              <a:gd name="T37" fmla="*/ 869 h 964"/>
              <a:gd name="T38" fmla="*/ 20 w 431"/>
              <a:gd name="T39" fmla="*/ 961 h 964"/>
              <a:gd name="T40" fmla="*/ 13 w 431"/>
              <a:gd name="T41"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1" h="964">
                <a:moveTo>
                  <a:pt x="13" y="964"/>
                </a:moveTo>
                <a:lnTo>
                  <a:pt x="13" y="964"/>
                </a:lnTo>
                <a:cubicBezTo>
                  <a:pt x="10" y="964"/>
                  <a:pt x="6" y="962"/>
                  <a:pt x="4" y="960"/>
                </a:cubicBezTo>
                <a:cubicBezTo>
                  <a:pt x="0" y="955"/>
                  <a:pt x="1" y="948"/>
                  <a:pt x="6" y="944"/>
                </a:cubicBezTo>
                <a:cubicBezTo>
                  <a:pt x="44" y="913"/>
                  <a:pt x="76" y="883"/>
                  <a:pt x="104" y="854"/>
                </a:cubicBezTo>
                <a:cubicBezTo>
                  <a:pt x="138" y="818"/>
                  <a:pt x="170" y="779"/>
                  <a:pt x="201" y="736"/>
                </a:cubicBezTo>
                <a:cubicBezTo>
                  <a:pt x="236" y="687"/>
                  <a:pt x="267" y="635"/>
                  <a:pt x="293" y="582"/>
                </a:cubicBezTo>
                <a:cubicBezTo>
                  <a:pt x="322" y="522"/>
                  <a:pt x="347" y="457"/>
                  <a:pt x="367" y="384"/>
                </a:cubicBezTo>
                <a:cubicBezTo>
                  <a:pt x="382" y="331"/>
                  <a:pt x="392" y="287"/>
                  <a:pt x="398" y="245"/>
                </a:cubicBezTo>
                <a:cubicBezTo>
                  <a:pt x="403" y="205"/>
                  <a:pt x="407" y="163"/>
                  <a:pt x="408" y="117"/>
                </a:cubicBezTo>
                <a:cubicBezTo>
                  <a:pt x="408" y="79"/>
                  <a:pt x="408" y="45"/>
                  <a:pt x="405" y="13"/>
                </a:cubicBezTo>
                <a:cubicBezTo>
                  <a:pt x="405" y="6"/>
                  <a:pt x="410" y="1"/>
                  <a:pt x="416" y="1"/>
                </a:cubicBezTo>
                <a:cubicBezTo>
                  <a:pt x="422" y="0"/>
                  <a:pt x="427" y="5"/>
                  <a:pt x="428" y="11"/>
                </a:cubicBezTo>
                <a:cubicBezTo>
                  <a:pt x="430" y="44"/>
                  <a:pt x="431" y="79"/>
                  <a:pt x="430" y="118"/>
                </a:cubicBezTo>
                <a:cubicBezTo>
                  <a:pt x="429" y="165"/>
                  <a:pt x="426" y="208"/>
                  <a:pt x="420" y="248"/>
                </a:cubicBezTo>
                <a:cubicBezTo>
                  <a:pt x="414" y="291"/>
                  <a:pt x="404" y="336"/>
                  <a:pt x="389" y="390"/>
                </a:cubicBezTo>
                <a:cubicBezTo>
                  <a:pt x="368" y="464"/>
                  <a:pt x="343" y="530"/>
                  <a:pt x="313" y="592"/>
                </a:cubicBezTo>
                <a:cubicBezTo>
                  <a:pt x="287" y="646"/>
                  <a:pt x="255" y="699"/>
                  <a:pt x="219" y="749"/>
                </a:cubicBezTo>
                <a:cubicBezTo>
                  <a:pt x="188" y="793"/>
                  <a:pt x="155" y="833"/>
                  <a:pt x="120" y="869"/>
                </a:cubicBezTo>
                <a:cubicBezTo>
                  <a:pt x="92" y="900"/>
                  <a:pt x="59" y="930"/>
                  <a:pt x="20" y="961"/>
                </a:cubicBezTo>
                <a:cubicBezTo>
                  <a:pt x="18" y="963"/>
                  <a:pt x="15" y="964"/>
                  <a:pt x="13" y="964"/>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7" name="Freeform 66">
            <a:extLst>
              <a:ext uri="{FF2B5EF4-FFF2-40B4-BE49-F238E27FC236}">
                <a16:creationId xmlns:a16="http://schemas.microsoft.com/office/drawing/2014/main" id="{A14ACBA3-CF1D-CFFA-EDE7-7A29C2D0DD5F}"/>
              </a:ext>
            </a:extLst>
          </p:cNvPr>
          <p:cNvSpPr>
            <a:spLocks/>
          </p:cNvSpPr>
          <p:nvPr/>
        </p:nvSpPr>
        <p:spPr bwMode="auto">
          <a:xfrm>
            <a:off x="6487185" y="4044165"/>
            <a:ext cx="198836" cy="142282"/>
          </a:xfrm>
          <a:custGeom>
            <a:avLst/>
            <a:gdLst>
              <a:gd name="T0" fmla="*/ 278 w 290"/>
              <a:gd name="T1" fmla="*/ 229 h 229"/>
              <a:gd name="T2" fmla="*/ 278 w 290"/>
              <a:gd name="T3" fmla="*/ 229 h 229"/>
              <a:gd name="T4" fmla="*/ 269 w 290"/>
              <a:gd name="T5" fmla="*/ 226 h 229"/>
              <a:gd name="T6" fmla="*/ 158 w 290"/>
              <a:gd name="T7" fmla="*/ 122 h 229"/>
              <a:gd name="T8" fmla="*/ 8 w 290"/>
              <a:gd name="T9" fmla="*/ 23 h 229"/>
              <a:gd name="T10" fmla="*/ 3 w 290"/>
              <a:gd name="T11" fmla="*/ 8 h 229"/>
              <a:gd name="T12" fmla="*/ 19 w 290"/>
              <a:gd name="T13" fmla="*/ 3 h 229"/>
              <a:gd name="T14" fmla="*/ 172 w 290"/>
              <a:gd name="T15" fmla="*/ 104 h 229"/>
              <a:gd name="T16" fmla="*/ 286 w 290"/>
              <a:gd name="T17" fmla="*/ 210 h 229"/>
              <a:gd name="T18" fmla="*/ 285 w 290"/>
              <a:gd name="T19" fmla="*/ 226 h 229"/>
              <a:gd name="T20" fmla="*/ 278 w 290"/>
              <a:gd name="T21"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0" h="229">
                <a:moveTo>
                  <a:pt x="278" y="229"/>
                </a:moveTo>
                <a:lnTo>
                  <a:pt x="278" y="229"/>
                </a:lnTo>
                <a:cubicBezTo>
                  <a:pt x="275" y="229"/>
                  <a:pt x="272" y="228"/>
                  <a:pt x="269" y="226"/>
                </a:cubicBezTo>
                <a:cubicBezTo>
                  <a:pt x="232" y="186"/>
                  <a:pt x="195" y="152"/>
                  <a:pt x="158" y="122"/>
                </a:cubicBezTo>
                <a:cubicBezTo>
                  <a:pt x="116" y="89"/>
                  <a:pt x="68" y="58"/>
                  <a:pt x="8" y="23"/>
                </a:cubicBezTo>
                <a:cubicBezTo>
                  <a:pt x="2" y="20"/>
                  <a:pt x="0" y="13"/>
                  <a:pt x="3" y="8"/>
                </a:cubicBezTo>
                <a:cubicBezTo>
                  <a:pt x="6" y="2"/>
                  <a:pt x="13" y="0"/>
                  <a:pt x="19" y="3"/>
                </a:cubicBezTo>
                <a:cubicBezTo>
                  <a:pt x="81" y="38"/>
                  <a:pt x="129" y="71"/>
                  <a:pt x="172" y="104"/>
                </a:cubicBezTo>
                <a:cubicBezTo>
                  <a:pt x="210" y="135"/>
                  <a:pt x="248" y="169"/>
                  <a:pt x="286" y="210"/>
                </a:cubicBezTo>
                <a:cubicBezTo>
                  <a:pt x="290" y="215"/>
                  <a:pt x="290" y="222"/>
                  <a:pt x="285" y="226"/>
                </a:cubicBezTo>
                <a:cubicBezTo>
                  <a:pt x="283" y="228"/>
                  <a:pt x="280" y="229"/>
                  <a:pt x="278" y="229"/>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8" name="Freeform 67">
            <a:extLst>
              <a:ext uri="{FF2B5EF4-FFF2-40B4-BE49-F238E27FC236}">
                <a16:creationId xmlns:a16="http://schemas.microsoft.com/office/drawing/2014/main" id="{F7D0E1C6-CC0C-72DB-04E3-126E358E61F6}"/>
              </a:ext>
            </a:extLst>
          </p:cNvPr>
          <p:cNvSpPr>
            <a:spLocks/>
          </p:cNvSpPr>
          <p:nvPr/>
        </p:nvSpPr>
        <p:spPr bwMode="auto">
          <a:xfrm>
            <a:off x="5264183" y="4277507"/>
            <a:ext cx="380314" cy="1014468"/>
          </a:xfrm>
          <a:custGeom>
            <a:avLst/>
            <a:gdLst>
              <a:gd name="T0" fmla="*/ 540 w 553"/>
              <a:gd name="T1" fmla="*/ 1637 h 1637"/>
              <a:gd name="T2" fmla="*/ 540 w 553"/>
              <a:gd name="T3" fmla="*/ 1637 h 1637"/>
              <a:gd name="T4" fmla="*/ 534 w 553"/>
              <a:gd name="T5" fmla="*/ 1635 h 1637"/>
              <a:gd name="T6" fmla="*/ 401 w 553"/>
              <a:gd name="T7" fmla="*/ 1527 h 1637"/>
              <a:gd name="T8" fmla="*/ 292 w 553"/>
              <a:gd name="T9" fmla="*/ 1413 h 1637"/>
              <a:gd name="T10" fmla="*/ 201 w 553"/>
              <a:gd name="T11" fmla="*/ 1288 h 1637"/>
              <a:gd name="T12" fmla="*/ 115 w 553"/>
              <a:gd name="T13" fmla="*/ 1132 h 1637"/>
              <a:gd name="T14" fmla="*/ 58 w 553"/>
              <a:gd name="T15" fmla="*/ 988 h 1637"/>
              <a:gd name="T16" fmla="*/ 28 w 553"/>
              <a:gd name="T17" fmla="*/ 870 h 1637"/>
              <a:gd name="T18" fmla="*/ 3 w 553"/>
              <a:gd name="T19" fmla="*/ 705 h 1637"/>
              <a:gd name="T20" fmla="*/ 1 w 553"/>
              <a:gd name="T21" fmla="*/ 581 h 1637"/>
              <a:gd name="T22" fmla="*/ 16 w 553"/>
              <a:gd name="T23" fmla="*/ 404 h 1637"/>
              <a:gd name="T24" fmla="*/ 56 w 553"/>
              <a:gd name="T25" fmla="*/ 243 h 1637"/>
              <a:gd name="T26" fmla="*/ 152 w 553"/>
              <a:gd name="T27" fmla="*/ 8 h 1637"/>
              <a:gd name="T28" fmla="*/ 168 w 553"/>
              <a:gd name="T29" fmla="*/ 3 h 1637"/>
              <a:gd name="T30" fmla="*/ 172 w 553"/>
              <a:gd name="T31" fmla="*/ 19 h 1637"/>
              <a:gd name="T32" fmla="*/ 78 w 553"/>
              <a:gd name="T33" fmla="*/ 249 h 1637"/>
              <a:gd name="T34" fmla="*/ 39 w 553"/>
              <a:gd name="T35" fmla="*/ 408 h 1637"/>
              <a:gd name="T36" fmla="*/ 24 w 553"/>
              <a:gd name="T37" fmla="*/ 582 h 1637"/>
              <a:gd name="T38" fmla="*/ 26 w 553"/>
              <a:gd name="T39" fmla="*/ 703 h 1637"/>
              <a:gd name="T40" fmla="*/ 50 w 553"/>
              <a:gd name="T41" fmla="*/ 866 h 1637"/>
              <a:gd name="T42" fmla="*/ 80 w 553"/>
              <a:gd name="T43" fmla="*/ 981 h 1637"/>
              <a:gd name="T44" fmla="*/ 135 w 553"/>
              <a:gd name="T45" fmla="*/ 1122 h 1637"/>
              <a:gd name="T46" fmla="*/ 220 w 553"/>
              <a:gd name="T47" fmla="*/ 1275 h 1637"/>
              <a:gd name="T48" fmla="*/ 310 w 553"/>
              <a:gd name="T49" fmla="*/ 1398 h 1637"/>
              <a:gd name="T50" fmla="*/ 416 w 553"/>
              <a:gd name="T51" fmla="*/ 1510 h 1637"/>
              <a:gd name="T52" fmla="*/ 547 w 553"/>
              <a:gd name="T53" fmla="*/ 1616 h 1637"/>
              <a:gd name="T54" fmla="*/ 550 w 553"/>
              <a:gd name="T55" fmla="*/ 1632 h 1637"/>
              <a:gd name="T56" fmla="*/ 540 w 553"/>
              <a:gd name="T57" fmla="*/ 1637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3" h="1637">
                <a:moveTo>
                  <a:pt x="540" y="1637"/>
                </a:moveTo>
                <a:lnTo>
                  <a:pt x="540" y="1637"/>
                </a:lnTo>
                <a:cubicBezTo>
                  <a:pt x="538" y="1637"/>
                  <a:pt x="536" y="1636"/>
                  <a:pt x="534" y="1635"/>
                </a:cubicBezTo>
                <a:cubicBezTo>
                  <a:pt x="487" y="1602"/>
                  <a:pt x="442" y="1566"/>
                  <a:pt x="401" y="1527"/>
                </a:cubicBezTo>
                <a:cubicBezTo>
                  <a:pt x="362" y="1491"/>
                  <a:pt x="326" y="1453"/>
                  <a:pt x="292" y="1413"/>
                </a:cubicBezTo>
                <a:cubicBezTo>
                  <a:pt x="260" y="1374"/>
                  <a:pt x="229" y="1332"/>
                  <a:pt x="201" y="1288"/>
                </a:cubicBezTo>
                <a:cubicBezTo>
                  <a:pt x="168" y="1237"/>
                  <a:pt x="139" y="1184"/>
                  <a:pt x="115" y="1132"/>
                </a:cubicBezTo>
                <a:cubicBezTo>
                  <a:pt x="92" y="1084"/>
                  <a:pt x="73" y="1035"/>
                  <a:pt x="58" y="988"/>
                </a:cubicBezTo>
                <a:cubicBezTo>
                  <a:pt x="47" y="953"/>
                  <a:pt x="38" y="916"/>
                  <a:pt x="28" y="870"/>
                </a:cubicBezTo>
                <a:cubicBezTo>
                  <a:pt x="15" y="810"/>
                  <a:pt x="7" y="756"/>
                  <a:pt x="3" y="705"/>
                </a:cubicBezTo>
                <a:cubicBezTo>
                  <a:pt x="1" y="668"/>
                  <a:pt x="0" y="628"/>
                  <a:pt x="1" y="581"/>
                </a:cubicBezTo>
                <a:cubicBezTo>
                  <a:pt x="2" y="516"/>
                  <a:pt x="8" y="458"/>
                  <a:pt x="16" y="404"/>
                </a:cubicBezTo>
                <a:cubicBezTo>
                  <a:pt x="27" y="343"/>
                  <a:pt x="43" y="286"/>
                  <a:pt x="56" y="243"/>
                </a:cubicBezTo>
                <a:cubicBezTo>
                  <a:pt x="84" y="152"/>
                  <a:pt x="116" y="75"/>
                  <a:pt x="152" y="8"/>
                </a:cubicBezTo>
                <a:cubicBezTo>
                  <a:pt x="155" y="2"/>
                  <a:pt x="162" y="0"/>
                  <a:pt x="168" y="3"/>
                </a:cubicBezTo>
                <a:cubicBezTo>
                  <a:pt x="173" y="6"/>
                  <a:pt x="175" y="13"/>
                  <a:pt x="172" y="19"/>
                </a:cubicBezTo>
                <a:cubicBezTo>
                  <a:pt x="136" y="84"/>
                  <a:pt x="106" y="160"/>
                  <a:pt x="78" y="249"/>
                </a:cubicBezTo>
                <a:cubicBezTo>
                  <a:pt x="65" y="292"/>
                  <a:pt x="49" y="348"/>
                  <a:pt x="39" y="408"/>
                </a:cubicBezTo>
                <a:cubicBezTo>
                  <a:pt x="30" y="460"/>
                  <a:pt x="25" y="517"/>
                  <a:pt x="24" y="582"/>
                </a:cubicBezTo>
                <a:cubicBezTo>
                  <a:pt x="22" y="628"/>
                  <a:pt x="23" y="667"/>
                  <a:pt x="26" y="703"/>
                </a:cubicBezTo>
                <a:cubicBezTo>
                  <a:pt x="30" y="753"/>
                  <a:pt x="38" y="806"/>
                  <a:pt x="50" y="866"/>
                </a:cubicBezTo>
                <a:cubicBezTo>
                  <a:pt x="60" y="911"/>
                  <a:pt x="69" y="947"/>
                  <a:pt x="80" y="981"/>
                </a:cubicBezTo>
                <a:cubicBezTo>
                  <a:pt x="95" y="1028"/>
                  <a:pt x="113" y="1075"/>
                  <a:pt x="135" y="1122"/>
                </a:cubicBezTo>
                <a:cubicBezTo>
                  <a:pt x="159" y="1174"/>
                  <a:pt x="188" y="1225"/>
                  <a:pt x="220" y="1275"/>
                </a:cubicBezTo>
                <a:cubicBezTo>
                  <a:pt x="248" y="1319"/>
                  <a:pt x="278" y="1360"/>
                  <a:pt x="310" y="1398"/>
                </a:cubicBezTo>
                <a:cubicBezTo>
                  <a:pt x="343" y="1438"/>
                  <a:pt x="378" y="1475"/>
                  <a:pt x="416" y="1510"/>
                </a:cubicBezTo>
                <a:cubicBezTo>
                  <a:pt x="457" y="1548"/>
                  <a:pt x="501" y="1584"/>
                  <a:pt x="547" y="1616"/>
                </a:cubicBezTo>
                <a:cubicBezTo>
                  <a:pt x="552" y="1620"/>
                  <a:pt x="553" y="1627"/>
                  <a:pt x="550" y="1632"/>
                </a:cubicBezTo>
                <a:cubicBezTo>
                  <a:pt x="548" y="1635"/>
                  <a:pt x="544" y="1637"/>
                  <a:pt x="540" y="1637"/>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69" name="Freeform 68">
            <a:extLst>
              <a:ext uri="{FF2B5EF4-FFF2-40B4-BE49-F238E27FC236}">
                <a16:creationId xmlns:a16="http://schemas.microsoft.com/office/drawing/2014/main" id="{B4FE096A-5BD1-68B7-01B0-CBD3363BD328}"/>
              </a:ext>
            </a:extLst>
          </p:cNvPr>
          <p:cNvSpPr>
            <a:spLocks/>
          </p:cNvSpPr>
          <p:nvPr/>
        </p:nvSpPr>
        <p:spPr bwMode="auto">
          <a:xfrm>
            <a:off x="5829131" y="5371653"/>
            <a:ext cx="291943" cy="59758"/>
          </a:xfrm>
          <a:custGeom>
            <a:avLst/>
            <a:gdLst>
              <a:gd name="T0" fmla="*/ 413 w 424"/>
              <a:gd name="T1" fmla="*/ 97 h 97"/>
              <a:gd name="T2" fmla="*/ 413 w 424"/>
              <a:gd name="T3" fmla="*/ 97 h 97"/>
              <a:gd name="T4" fmla="*/ 413 w 424"/>
              <a:gd name="T5" fmla="*/ 97 h 97"/>
              <a:gd name="T6" fmla="*/ 267 w 424"/>
              <a:gd name="T7" fmla="*/ 87 h 97"/>
              <a:gd name="T8" fmla="*/ 125 w 424"/>
              <a:gd name="T9" fmla="*/ 60 h 97"/>
              <a:gd name="T10" fmla="*/ 9 w 424"/>
              <a:gd name="T11" fmla="*/ 24 h 97"/>
              <a:gd name="T12" fmla="*/ 2 w 424"/>
              <a:gd name="T13" fmla="*/ 9 h 97"/>
              <a:gd name="T14" fmla="*/ 16 w 424"/>
              <a:gd name="T15" fmla="*/ 2 h 97"/>
              <a:gd name="T16" fmla="*/ 130 w 424"/>
              <a:gd name="T17" fmla="*/ 38 h 97"/>
              <a:gd name="T18" fmla="*/ 270 w 424"/>
              <a:gd name="T19" fmla="*/ 64 h 97"/>
              <a:gd name="T20" fmla="*/ 413 w 424"/>
              <a:gd name="T21" fmla="*/ 75 h 97"/>
              <a:gd name="T22" fmla="*/ 424 w 424"/>
              <a:gd name="T23" fmla="*/ 86 h 97"/>
              <a:gd name="T24" fmla="*/ 413 w 424"/>
              <a:gd name="T25"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4" h="97">
                <a:moveTo>
                  <a:pt x="413" y="97"/>
                </a:moveTo>
                <a:lnTo>
                  <a:pt x="413" y="97"/>
                </a:lnTo>
                <a:lnTo>
                  <a:pt x="413" y="97"/>
                </a:lnTo>
                <a:cubicBezTo>
                  <a:pt x="364" y="96"/>
                  <a:pt x="315" y="93"/>
                  <a:pt x="267" y="87"/>
                </a:cubicBezTo>
                <a:cubicBezTo>
                  <a:pt x="218" y="80"/>
                  <a:pt x="170" y="71"/>
                  <a:pt x="125" y="60"/>
                </a:cubicBezTo>
                <a:cubicBezTo>
                  <a:pt x="87" y="50"/>
                  <a:pt x="48" y="38"/>
                  <a:pt x="9" y="24"/>
                </a:cubicBezTo>
                <a:cubicBezTo>
                  <a:pt x="3" y="22"/>
                  <a:pt x="0" y="15"/>
                  <a:pt x="2" y="9"/>
                </a:cubicBezTo>
                <a:cubicBezTo>
                  <a:pt x="4" y="3"/>
                  <a:pt x="11" y="0"/>
                  <a:pt x="16" y="2"/>
                </a:cubicBezTo>
                <a:cubicBezTo>
                  <a:pt x="55" y="16"/>
                  <a:pt x="93" y="28"/>
                  <a:pt x="130" y="38"/>
                </a:cubicBezTo>
                <a:cubicBezTo>
                  <a:pt x="175" y="49"/>
                  <a:pt x="222" y="58"/>
                  <a:pt x="270" y="64"/>
                </a:cubicBezTo>
                <a:cubicBezTo>
                  <a:pt x="317" y="70"/>
                  <a:pt x="365" y="74"/>
                  <a:pt x="413" y="75"/>
                </a:cubicBezTo>
                <a:cubicBezTo>
                  <a:pt x="419" y="75"/>
                  <a:pt x="424" y="80"/>
                  <a:pt x="424" y="86"/>
                </a:cubicBezTo>
                <a:cubicBezTo>
                  <a:pt x="424" y="92"/>
                  <a:pt x="419" y="97"/>
                  <a:pt x="413" y="97"/>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0" name="Freeform 69">
            <a:extLst>
              <a:ext uri="{FF2B5EF4-FFF2-40B4-BE49-F238E27FC236}">
                <a16:creationId xmlns:a16="http://schemas.microsoft.com/office/drawing/2014/main" id="{88410AF2-67F4-0A34-DBB3-1B84B8E532D9}"/>
              </a:ext>
            </a:extLst>
          </p:cNvPr>
          <p:cNvSpPr>
            <a:spLocks/>
          </p:cNvSpPr>
          <p:nvPr/>
        </p:nvSpPr>
        <p:spPr bwMode="auto">
          <a:xfrm>
            <a:off x="6457202" y="5237908"/>
            <a:ext cx="224085" cy="130899"/>
          </a:xfrm>
          <a:custGeom>
            <a:avLst/>
            <a:gdLst>
              <a:gd name="T0" fmla="*/ 13 w 326"/>
              <a:gd name="T1" fmla="*/ 210 h 210"/>
              <a:gd name="T2" fmla="*/ 13 w 326"/>
              <a:gd name="T3" fmla="*/ 210 h 210"/>
              <a:gd name="T4" fmla="*/ 3 w 326"/>
              <a:gd name="T5" fmla="*/ 203 h 210"/>
              <a:gd name="T6" fmla="*/ 9 w 326"/>
              <a:gd name="T7" fmla="*/ 188 h 210"/>
              <a:gd name="T8" fmla="*/ 150 w 326"/>
              <a:gd name="T9" fmla="*/ 115 h 210"/>
              <a:gd name="T10" fmla="*/ 306 w 326"/>
              <a:gd name="T11" fmla="*/ 4 h 210"/>
              <a:gd name="T12" fmla="*/ 322 w 326"/>
              <a:gd name="T13" fmla="*/ 5 h 210"/>
              <a:gd name="T14" fmla="*/ 321 w 326"/>
              <a:gd name="T15" fmla="*/ 21 h 210"/>
              <a:gd name="T16" fmla="*/ 162 w 326"/>
              <a:gd name="T17" fmla="*/ 135 h 210"/>
              <a:gd name="T18" fmla="*/ 18 w 326"/>
              <a:gd name="T19" fmla="*/ 209 h 210"/>
              <a:gd name="T20" fmla="*/ 13 w 326"/>
              <a:gd name="T21"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6" h="210">
                <a:moveTo>
                  <a:pt x="13" y="210"/>
                </a:moveTo>
                <a:lnTo>
                  <a:pt x="13" y="210"/>
                </a:lnTo>
                <a:cubicBezTo>
                  <a:pt x="9" y="210"/>
                  <a:pt x="5" y="208"/>
                  <a:pt x="3" y="203"/>
                </a:cubicBezTo>
                <a:cubicBezTo>
                  <a:pt x="0" y="198"/>
                  <a:pt x="3" y="191"/>
                  <a:pt x="9" y="188"/>
                </a:cubicBezTo>
                <a:cubicBezTo>
                  <a:pt x="57" y="167"/>
                  <a:pt x="105" y="143"/>
                  <a:pt x="150" y="115"/>
                </a:cubicBezTo>
                <a:cubicBezTo>
                  <a:pt x="203" y="84"/>
                  <a:pt x="255" y="46"/>
                  <a:pt x="306" y="4"/>
                </a:cubicBezTo>
                <a:cubicBezTo>
                  <a:pt x="311" y="0"/>
                  <a:pt x="318" y="1"/>
                  <a:pt x="322" y="5"/>
                </a:cubicBezTo>
                <a:cubicBezTo>
                  <a:pt x="326" y="10"/>
                  <a:pt x="326" y="17"/>
                  <a:pt x="321" y="21"/>
                </a:cubicBezTo>
                <a:cubicBezTo>
                  <a:pt x="269" y="64"/>
                  <a:pt x="216" y="103"/>
                  <a:pt x="162" y="135"/>
                </a:cubicBezTo>
                <a:cubicBezTo>
                  <a:pt x="116" y="163"/>
                  <a:pt x="67" y="188"/>
                  <a:pt x="18" y="209"/>
                </a:cubicBezTo>
                <a:cubicBezTo>
                  <a:pt x="16" y="210"/>
                  <a:pt x="15" y="210"/>
                  <a:pt x="13" y="210"/>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1" name="Freeform 70">
            <a:extLst>
              <a:ext uri="{FF2B5EF4-FFF2-40B4-BE49-F238E27FC236}">
                <a16:creationId xmlns:a16="http://schemas.microsoft.com/office/drawing/2014/main" id="{AC2E075F-BDE4-3A25-44EB-05A9CC979EFE}"/>
              </a:ext>
            </a:extLst>
          </p:cNvPr>
          <p:cNvSpPr>
            <a:spLocks/>
          </p:cNvSpPr>
          <p:nvPr/>
        </p:nvSpPr>
        <p:spPr bwMode="auto">
          <a:xfrm>
            <a:off x="6911685" y="4364299"/>
            <a:ext cx="77326" cy="495140"/>
          </a:xfrm>
          <a:custGeom>
            <a:avLst/>
            <a:gdLst>
              <a:gd name="T0" fmla="*/ 57 w 112"/>
              <a:gd name="T1" fmla="*/ 798 h 798"/>
              <a:gd name="T2" fmla="*/ 57 w 112"/>
              <a:gd name="T3" fmla="*/ 798 h 798"/>
              <a:gd name="T4" fmla="*/ 54 w 112"/>
              <a:gd name="T5" fmla="*/ 798 h 798"/>
              <a:gd name="T6" fmla="*/ 46 w 112"/>
              <a:gd name="T7" fmla="*/ 784 h 798"/>
              <a:gd name="T8" fmla="*/ 78 w 112"/>
              <a:gd name="T9" fmla="*/ 631 h 798"/>
              <a:gd name="T10" fmla="*/ 88 w 112"/>
              <a:gd name="T11" fmla="*/ 488 h 798"/>
              <a:gd name="T12" fmla="*/ 85 w 112"/>
              <a:gd name="T13" fmla="*/ 372 h 798"/>
              <a:gd name="T14" fmla="*/ 63 w 112"/>
              <a:gd name="T15" fmla="*/ 217 h 798"/>
              <a:gd name="T16" fmla="*/ 3 w 112"/>
              <a:gd name="T17" fmla="*/ 17 h 798"/>
              <a:gd name="T18" fmla="*/ 9 w 112"/>
              <a:gd name="T19" fmla="*/ 3 h 798"/>
              <a:gd name="T20" fmla="*/ 24 w 112"/>
              <a:gd name="T21" fmla="*/ 9 h 798"/>
              <a:gd name="T22" fmla="*/ 85 w 112"/>
              <a:gd name="T23" fmla="*/ 212 h 798"/>
              <a:gd name="T24" fmla="*/ 108 w 112"/>
              <a:gd name="T25" fmla="*/ 370 h 798"/>
              <a:gd name="T26" fmla="*/ 111 w 112"/>
              <a:gd name="T27" fmla="*/ 488 h 798"/>
              <a:gd name="T28" fmla="*/ 100 w 112"/>
              <a:gd name="T29" fmla="*/ 634 h 798"/>
              <a:gd name="T30" fmla="*/ 68 w 112"/>
              <a:gd name="T31" fmla="*/ 790 h 798"/>
              <a:gd name="T32" fmla="*/ 57 w 112"/>
              <a:gd name="T33"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2" h="798">
                <a:moveTo>
                  <a:pt x="57" y="798"/>
                </a:moveTo>
                <a:lnTo>
                  <a:pt x="57" y="798"/>
                </a:lnTo>
                <a:cubicBezTo>
                  <a:pt x="56" y="798"/>
                  <a:pt x="55" y="798"/>
                  <a:pt x="54" y="798"/>
                </a:cubicBezTo>
                <a:cubicBezTo>
                  <a:pt x="48" y="796"/>
                  <a:pt x="44" y="790"/>
                  <a:pt x="46" y="784"/>
                </a:cubicBezTo>
                <a:cubicBezTo>
                  <a:pt x="61" y="726"/>
                  <a:pt x="71" y="678"/>
                  <a:pt x="78" y="631"/>
                </a:cubicBezTo>
                <a:cubicBezTo>
                  <a:pt x="84" y="586"/>
                  <a:pt x="88" y="539"/>
                  <a:pt x="88" y="488"/>
                </a:cubicBezTo>
                <a:cubicBezTo>
                  <a:pt x="89" y="446"/>
                  <a:pt x="88" y="409"/>
                  <a:pt x="85" y="372"/>
                </a:cubicBezTo>
                <a:cubicBezTo>
                  <a:pt x="82" y="321"/>
                  <a:pt x="74" y="269"/>
                  <a:pt x="63" y="217"/>
                </a:cubicBezTo>
                <a:cubicBezTo>
                  <a:pt x="49" y="149"/>
                  <a:pt x="28" y="82"/>
                  <a:pt x="3" y="17"/>
                </a:cubicBezTo>
                <a:cubicBezTo>
                  <a:pt x="0" y="12"/>
                  <a:pt x="3" y="5"/>
                  <a:pt x="9" y="3"/>
                </a:cubicBezTo>
                <a:cubicBezTo>
                  <a:pt x="15" y="0"/>
                  <a:pt x="21" y="3"/>
                  <a:pt x="24" y="9"/>
                </a:cubicBezTo>
                <a:cubicBezTo>
                  <a:pt x="50" y="75"/>
                  <a:pt x="70" y="143"/>
                  <a:pt x="85" y="212"/>
                </a:cubicBezTo>
                <a:cubicBezTo>
                  <a:pt x="96" y="265"/>
                  <a:pt x="104" y="319"/>
                  <a:pt x="108" y="370"/>
                </a:cubicBezTo>
                <a:cubicBezTo>
                  <a:pt x="111" y="408"/>
                  <a:pt x="112" y="446"/>
                  <a:pt x="111" y="488"/>
                </a:cubicBezTo>
                <a:cubicBezTo>
                  <a:pt x="110" y="541"/>
                  <a:pt x="107" y="588"/>
                  <a:pt x="100" y="634"/>
                </a:cubicBezTo>
                <a:cubicBezTo>
                  <a:pt x="94" y="682"/>
                  <a:pt x="83" y="731"/>
                  <a:pt x="68" y="790"/>
                </a:cubicBezTo>
                <a:cubicBezTo>
                  <a:pt x="66" y="795"/>
                  <a:pt x="62" y="798"/>
                  <a:pt x="57" y="798"/>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2" name="Freeform 71">
            <a:extLst>
              <a:ext uri="{FF2B5EF4-FFF2-40B4-BE49-F238E27FC236}">
                <a16:creationId xmlns:a16="http://schemas.microsoft.com/office/drawing/2014/main" id="{3C7304B9-54B8-834E-E856-6F9975845CD2}"/>
              </a:ext>
            </a:extLst>
          </p:cNvPr>
          <p:cNvSpPr>
            <a:spLocks/>
          </p:cNvSpPr>
          <p:nvPr/>
        </p:nvSpPr>
        <p:spPr bwMode="auto">
          <a:xfrm>
            <a:off x="6644992" y="4039897"/>
            <a:ext cx="102575" cy="85369"/>
          </a:xfrm>
          <a:custGeom>
            <a:avLst/>
            <a:gdLst>
              <a:gd name="T0" fmla="*/ 138 w 151"/>
              <a:gd name="T1" fmla="*/ 139 h 139"/>
              <a:gd name="T2" fmla="*/ 138 w 151"/>
              <a:gd name="T3" fmla="*/ 139 h 139"/>
              <a:gd name="T4" fmla="*/ 130 w 151"/>
              <a:gd name="T5" fmla="*/ 135 h 139"/>
              <a:gd name="T6" fmla="*/ 6 w 151"/>
              <a:gd name="T7" fmla="*/ 22 h 139"/>
              <a:gd name="T8" fmla="*/ 4 w 151"/>
              <a:gd name="T9" fmla="*/ 6 h 139"/>
              <a:gd name="T10" fmla="*/ 20 w 151"/>
              <a:gd name="T11" fmla="*/ 4 h 139"/>
              <a:gd name="T12" fmla="*/ 146 w 151"/>
              <a:gd name="T13" fmla="*/ 119 h 139"/>
              <a:gd name="T14" fmla="*/ 146 w 151"/>
              <a:gd name="T15" fmla="*/ 135 h 139"/>
              <a:gd name="T16" fmla="*/ 138 w 151"/>
              <a:gd name="T17"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39">
                <a:moveTo>
                  <a:pt x="138" y="139"/>
                </a:moveTo>
                <a:lnTo>
                  <a:pt x="138" y="139"/>
                </a:lnTo>
                <a:cubicBezTo>
                  <a:pt x="135" y="139"/>
                  <a:pt x="132" y="137"/>
                  <a:pt x="130" y="135"/>
                </a:cubicBezTo>
                <a:cubicBezTo>
                  <a:pt x="89" y="92"/>
                  <a:pt x="48" y="55"/>
                  <a:pt x="6" y="22"/>
                </a:cubicBezTo>
                <a:cubicBezTo>
                  <a:pt x="1" y="18"/>
                  <a:pt x="0" y="11"/>
                  <a:pt x="4" y="6"/>
                </a:cubicBezTo>
                <a:cubicBezTo>
                  <a:pt x="8" y="1"/>
                  <a:pt x="15" y="0"/>
                  <a:pt x="20" y="4"/>
                </a:cubicBezTo>
                <a:cubicBezTo>
                  <a:pt x="63" y="37"/>
                  <a:pt x="104" y="75"/>
                  <a:pt x="146" y="119"/>
                </a:cubicBezTo>
                <a:cubicBezTo>
                  <a:pt x="151" y="124"/>
                  <a:pt x="151" y="131"/>
                  <a:pt x="146" y="135"/>
                </a:cubicBezTo>
                <a:cubicBezTo>
                  <a:pt x="144" y="138"/>
                  <a:pt x="141" y="139"/>
                  <a:pt x="138" y="139"/>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3" name="Freeform 72">
            <a:extLst>
              <a:ext uri="{FF2B5EF4-FFF2-40B4-BE49-F238E27FC236}">
                <a16:creationId xmlns:a16="http://schemas.microsoft.com/office/drawing/2014/main" id="{AA5BE589-15CA-01FB-09FA-2F89FFF5FCC4}"/>
              </a:ext>
            </a:extLst>
          </p:cNvPr>
          <p:cNvSpPr>
            <a:spLocks/>
          </p:cNvSpPr>
          <p:nvPr/>
        </p:nvSpPr>
        <p:spPr bwMode="auto">
          <a:xfrm>
            <a:off x="5926971" y="3876273"/>
            <a:ext cx="546012" cy="76832"/>
          </a:xfrm>
          <a:custGeom>
            <a:avLst/>
            <a:gdLst>
              <a:gd name="T0" fmla="*/ 784 w 797"/>
              <a:gd name="T1" fmla="*/ 123 h 123"/>
              <a:gd name="T2" fmla="*/ 784 w 797"/>
              <a:gd name="T3" fmla="*/ 123 h 123"/>
              <a:gd name="T4" fmla="*/ 779 w 797"/>
              <a:gd name="T5" fmla="*/ 122 h 123"/>
              <a:gd name="T6" fmla="*/ 686 w 797"/>
              <a:gd name="T7" fmla="*/ 86 h 123"/>
              <a:gd name="T8" fmla="*/ 534 w 797"/>
              <a:gd name="T9" fmla="*/ 47 h 123"/>
              <a:gd name="T10" fmla="*/ 323 w 797"/>
              <a:gd name="T11" fmla="*/ 25 h 123"/>
              <a:gd name="T12" fmla="*/ 162 w 797"/>
              <a:gd name="T13" fmla="*/ 30 h 123"/>
              <a:gd name="T14" fmla="*/ 15 w 797"/>
              <a:gd name="T15" fmla="*/ 54 h 123"/>
              <a:gd name="T16" fmla="*/ 1 w 797"/>
              <a:gd name="T17" fmla="*/ 46 h 123"/>
              <a:gd name="T18" fmla="*/ 10 w 797"/>
              <a:gd name="T19" fmla="*/ 32 h 123"/>
              <a:gd name="T20" fmla="*/ 160 w 797"/>
              <a:gd name="T21" fmla="*/ 7 h 123"/>
              <a:gd name="T22" fmla="*/ 324 w 797"/>
              <a:gd name="T23" fmla="*/ 2 h 123"/>
              <a:gd name="T24" fmla="*/ 539 w 797"/>
              <a:gd name="T25" fmla="*/ 25 h 123"/>
              <a:gd name="T26" fmla="*/ 693 w 797"/>
              <a:gd name="T27" fmla="*/ 65 h 123"/>
              <a:gd name="T28" fmla="*/ 788 w 797"/>
              <a:gd name="T29" fmla="*/ 101 h 123"/>
              <a:gd name="T30" fmla="*/ 794 w 797"/>
              <a:gd name="T31" fmla="*/ 116 h 123"/>
              <a:gd name="T32" fmla="*/ 784 w 797"/>
              <a:gd name="T33"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7" h="123">
                <a:moveTo>
                  <a:pt x="784" y="123"/>
                </a:moveTo>
                <a:lnTo>
                  <a:pt x="784" y="123"/>
                </a:lnTo>
                <a:cubicBezTo>
                  <a:pt x="782" y="123"/>
                  <a:pt x="781" y="123"/>
                  <a:pt x="779" y="122"/>
                </a:cubicBezTo>
                <a:cubicBezTo>
                  <a:pt x="750" y="109"/>
                  <a:pt x="718" y="97"/>
                  <a:pt x="686" y="86"/>
                </a:cubicBezTo>
                <a:cubicBezTo>
                  <a:pt x="637" y="70"/>
                  <a:pt x="586" y="57"/>
                  <a:pt x="534" y="47"/>
                </a:cubicBezTo>
                <a:cubicBezTo>
                  <a:pt x="468" y="34"/>
                  <a:pt x="397" y="27"/>
                  <a:pt x="323" y="25"/>
                </a:cubicBezTo>
                <a:cubicBezTo>
                  <a:pt x="264" y="23"/>
                  <a:pt x="212" y="25"/>
                  <a:pt x="162" y="30"/>
                </a:cubicBezTo>
                <a:cubicBezTo>
                  <a:pt x="114" y="35"/>
                  <a:pt x="64" y="43"/>
                  <a:pt x="15" y="54"/>
                </a:cubicBezTo>
                <a:cubicBezTo>
                  <a:pt x="9" y="56"/>
                  <a:pt x="3" y="52"/>
                  <a:pt x="1" y="46"/>
                </a:cubicBezTo>
                <a:cubicBezTo>
                  <a:pt x="0" y="40"/>
                  <a:pt x="4" y="34"/>
                  <a:pt x="10" y="32"/>
                </a:cubicBezTo>
                <a:cubicBezTo>
                  <a:pt x="60" y="21"/>
                  <a:pt x="111" y="12"/>
                  <a:pt x="160" y="7"/>
                </a:cubicBezTo>
                <a:cubicBezTo>
                  <a:pt x="210" y="2"/>
                  <a:pt x="264" y="0"/>
                  <a:pt x="324" y="2"/>
                </a:cubicBezTo>
                <a:cubicBezTo>
                  <a:pt x="399" y="4"/>
                  <a:pt x="471" y="12"/>
                  <a:pt x="539" y="25"/>
                </a:cubicBezTo>
                <a:cubicBezTo>
                  <a:pt x="591" y="35"/>
                  <a:pt x="643" y="48"/>
                  <a:pt x="693" y="65"/>
                </a:cubicBezTo>
                <a:cubicBezTo>
                  <a:pt x="726" y="76"/>
                  <a:pt x="758" y="88"/>
                  <a:pt x="788" y="101"/>
                </a:cubicBezTo>
                <a:cubicBezTo>
                  <a:pt x="794" y="104"/>
                  <a:pt x="797" y="111"/>
                  <a:pt x="794" y="116"/>
                </a:cubicBezTo>
                <a:cubicBezTo>
                  <a:pt x="793" y="121"/>
                  <a:pt x="788" y="123"/>
                  <a:pt x="784" y="123"/>
                </a:cubicBezTo>
                <a:close/>
              </a:path>
            </a:pathLst>
          </a:custGeom>
          <a:solidFill>
            <a:srgbClr val="00B2E4"/>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4" name="Freeform 73">
            <a:extLst>
              <a:ext uri="{FF2B5EF4-FFF2-40B4-BE49-F238E27FC236}">
                <a16:creationId xmlns:a16="http://schemas.microsoft.com/office/drawing/2014/main" id="{6EDD9C46-8703-A731-7A95-FCC8DDD6AC77}"/>
              </a:ext>
            </a:extLst>
          </p:cNvPr>
          <p:cNvSpPr>
            <a:spLocks/>
          </p:cNvSpPr>
          <p:nvPr/>
        </p:nvSpPr>
        <p:spPr bwMode="auto">
          <a:xfrm>
            <a:off x="5769165" y="3716918"/>
            <a:ext cx="249335" cy="64027"/>
          </a:xfrm>
          <a:custGeom>
            <a:avLst/>
            <a:gdLst>
              <a:gd name="T0" fmla="*/ 13 w 365"/>
              <a:gd name="T1" fmla="*/ 102 h 102"/>
              <a:gd name="T2" fmla="*/ 13 w 365"/>
              <a:gd name="T3" fmla="*/ 102 h 102"/>
              <a:gd name="T4" fmla="*/ 2 w 365"/>
              <a:gd name="T5" fmla="*/ 95 h 102"/>
              <a:gd name="T6" fmla="*/ 9 w 365"/>
              <a:gd name="T7" fmla="*/ 80 h 102"/>
              <a:gd name="T8" fmla="*/ 171 w 365"/>
              <a:gd name="T9" fmla="*/ 32 h 102"/>
              <a:gd name="T10" fmla="*/ 352 w 365"/>
              <a:gd name="T11" fmla="*/ 1 h 102"/>
              <a:gd name="T12" fmla="*/ 365 w 365"/>
              <a:gd name="T13" fmla="*/ 11 h 102"/>
              <a:gd name="T14" fmla="*/ 354 w 365"/>
              <a:gd name="T15" fmla="*/ 24 h 102"/>
              <a:gd name="T16" fmla="*/ 176 w 365"/>
              <a:gd name="T17" fmla="*/ 54 h 102"/>
              <a:gd name="T18" fmla="*/ 16 w 365"/>
              <a:gd name="T19" fmla="*/ 102 h 102"/>
              <a:gd name="T20" fmla="*/ 13 w 365"/>
              <a:gd name="T21"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02">
                <a:moveTo>
                  <a:pt x="13" y="102"/>
                </a:moveTo>
                <a:lnTo>
                  <a:pt x="13" y="102"/>
                </a:lnTo>
                <a:cubicBezTo>
                  <a:pt x="8" y="102"/>
                  <a:pt x="4" y="99"/>
                  <a:pt x="2" y="95"/>
                </a:cubicBezTo>
                <a:cubicBezTo>
                  <a:pt x="0" y="89"/>
                  <a:pt x="3" y="82"/>
                  <a:pt x="9" y="80"/>
                </a:cubicBezTo>
                <a:cubicBezTo>
                  <a:pt x="62" y="61"/>
                  <a:pt x="116" y="45"/>
                  <a:pt x="171" y="32"/>
                </a:cubicBezTo>
                <a:cubicBezTo>
                  <a:pt x="231" y="18"/>
                  <a:pt x="292" y="7"/>
                  <a:pt x="352" y="1"/>
                </a:cubicBezTo>
                <a:cubicBezTo>
                  <a:pt x="358" y="0"/>
                  <a:pt x="364" y="5"/>
                  <a:pt x="365" y="11"/>
                </a:cubicBezTo>
                <a:cubicBezTo>
                  <a:pt x="365" y="17"/>
                  <a:pt x="361" y="23"/>
                  <a:pt x="354" y="24"/>
                </a:cubicBezTo>
                <a:cubicBezTo>
                  <a:pt x="296" y="30"/>
                  <a:pt x="236" y="40"/>
                  <a:pt x="176" y="54"/>
                </a:cubicBezTo>
                <a:cubicBezTo>
                  <a:pt x="122" y="67"/>
                  <a:pt x="68" y="83"/>
                  <a:pt x="16" y="102"/>
                </a:cubicBezTo>
                <a:cubicBezTo>
                  <a:pt x="15" y="102"/>
                  <a:pt x="14" y="102"/>
                  <a:pt x="13" y="102"/>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5" name="Freeform 74">
            <a:extLst>
              <a:ext uri="{FF2B5EF4-FFF2-40B4-BE49-F238E27FC236}">
                <a16:creationId xmlns:a16="http://schemas.microsoft.com/office/drawing/2014/main" id="{0FD3E33E-7C95-1742-45FB-A327AF7E13F8}"/>
              </a:ext>
            </a:extLst>
          </p:cNvPr>
          <p:cNvSpPr>
            <a:spLocks/>
          </p:cNvSpPr>
          <p:nvPr/>
        </p:nvSpPr>
        <p:spPr bwMode="auto">
          <a:xfrm>
            <a:off x="5275230" y="3863468"/>
            <a:ext cx="293520" cy="253261"/>
          </a:xfrm>
          <a:custGeom>
            <a:avLst/>
            <a:gdLst>
              <a:gd name="T0" fmla="*/ 13 w 426"/>
              <a:gd name="T1" fmla="*/ 409 h 409"/>
              <a:gd name="T2" fmla="*/ 13 w 426"/>
              <a:gd name="T3" fmla="*/ 409 h 409"/>
              <a:gd name="T4" fmla="*/ 7 w 426"/>
              <a:gd name="T5" fmla="*/ 407 h 409"/>
              <a:gd name="T6" fmla="*/ 4 w 426"/>
              <a:gd name="T7" fmla="*/ 391 h 409"/>
              <a:gd name="T8" fmla="*/ 197 w 426"/>
              <a:gd name="T9" fmla="*/ 169 h 409"/>
              <a:gd name="T10" fmla="*/ 407 w 426"/>
              <a:gd name="T11" fmla="*/ 4 h 409"/>
              <a:gd name="T12" fmla="*/ 422 w 426"/>
              <a:gd name="T13" fmla="*/ 7 h 409"/>
              <a:gd name="T14" fmla="*/ 419 w 426"/>
              <a:gd name="T15" fmla="*/ 23 h 409"/>
              <a:gd name="T16" fmla="*/ 213 w 426"/>
              <a:gd name="T17" fmla="*/ 186 h 409"/>
              <a:gd name="T18" fmla="*/ 22 w 426"/>
              <a:gd name="T19" fmla="*/ 404 h 409"/>
              <a:gd name="T20" fmla="*/ 13 w 426"/>
              <a:gd name="T21"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6" h="409">
                <a:moveTo>
                  <a:pt x="13" y="409"/>
                </a:moveTo>
                <a:lnTo>
                  <a:pt x="13" y="409"/>
                </a:lnTo>
                <a:cubicBezTo>
                  <a:pt x="11" y="409"/>
                  <a:pt x="9" y="408"/>
                  <a:pt x="7" y="407"/>
                </a:cubicBezTo>
                <a:cubicBezTo>
                  <a:pt x="1" y="403"/>
                  <a:pt x="0" y="396"/>
                  <a:pt x="4" y="391"/>
                </a:cubicBezTo>
                <a:cubicBezTo>
                  <a:pt x="63" y="310"/>
                  <a:pt x="128" y="235"/>
                  <a:pt x="197" y="169"/>
                </a:cubicBezTo>
                <a:cubicBezTo>
                  <a:pt x="261" y="110"/>
                  <a:pt x="331" y="54"/>
                  <a:pt x="407" y="4"/>
                </a:cubicBezTo>
                <a:cubicBezTo>
                  <a:pt x="412" y="0"/>
                  <a:pt x="419" y="2"/>
                  <a:pt x="422" y="7"/>
                </a:cubicBezTo>
                <a:cubicBezTo>
                  <a:pt x="426" y="12"/>
                  <a:pt x="424" y="19"/>
                  <a:pt x="419" y="23"/>
                </a:cubicBezTo>
                <a:cubicBezTo>
                  <a:pt x="345" y="72"/>
                  <a:pt x="275" y="127"/>
                  <a:pt x="213" y="186"/>
                </a:cubicBezTo>
                <a:cubicBezTo>
                  <a:pt x="145" y="250"/>
                  <a:pt x="81" y="324"/>
                  <a:pt x="22" y="404"/>
                </a:cubicBezTo>
                <a:cubicBezTo>
                  <a:pt x="20" y="408"/>
                  <a:pt x="17" y="409"/>
                  <a:pt x="13" y="409"/>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6" name="Freeform 75">
            <a:extLst>
              <a:ext uri="{FF2B5EF4-FFF2-40B4-BE49-F238E27FC236}">
                <a16:creationId xmlns:a16="http://schemas.microsoft.com/office/drawing/2014/main" id="{192C139A-AA04-01ED-0D91-8ACE4214B55A}"/>
              </a:ext>
            </a:extLst>
          </p:cNvPr>
          <p:cNvSpPr>
            <a:spLocks/>
          </p:cNvSpPr>
          <p:nvPr/>
        </p:nvSpPr>
        <p:spPr bwMode="auto">
          <a:xfrm>
            <a:off x="5095330" y="4384219"/>
            <a:ext cx="45764" cy="130899"/>
          </a:xfrm>
          <a:custGeom>
            <a:avLst/>
            <a:gdLst>
              <a:gd name="T0" fmla="*/ 12 w 68"/>
              <a:gd name="T1" fmla="*/ 211 h 211"/>
              <a:gd name="T2" fmla="*/ 12 w 68"/>
              <a:gd name="T3" fmla="*/ 211 h 211"/>
              <a:gd name="T4" fmla="*/ 10 w 68"/>
              <a:gd name="T5" fmla="*/ 211 h 211"/>
              <a:gd name="T6" fmla="*/ 1 w 68"/>
              <a:gd name="T7" fmla="*/ 198 h 211"/>
              <a:gd name="T8" fmla="*/ 45 w 68"/>
              <a:gd name="T9" fmla="*/ 9 h 211"/>
              <a:gd name="T10" fmla="*/ 59 w 68"/>
              <a:gd name="T11" fmla="*/ 2 h 211"/>
              <a:gd name="T12" fmla="*/ 67 w 68"/>
              <a:gd name="T13" fmla="*/ 16 h 211"/>
              <a:gd name="T14" fmla="*/ 23 w 68"/>
              <a:gd name="T15" fmla="*/ 202 h 211"/>
              <a:gd name="T16" fmla="*/ 12 w 68"/>
              <a:gd name="T17"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11">
                <a:moveTo>
                  <a:pt x="12" y="211"/>
                </a:moveTo>
                <a:lnTo>
                  <a:pt x="12" y="211"/>
                </a:lnTo>
                <a:cubicBezTo>
                  <a:pt x="11" y="211"/>
                  <a:pt x="11" y="211"/>
                  <a:pt x="10" y="211"/>
                </a:cubicBezTo>
                <a:cubicBezTo>
                  <a:pt x="4" y="210"/>
                  <a:pt x="0" y="204"/>
                  <a:pt x="1" y="198"/>
                </a:cubicBezTo>
                <a:cubicBezTo>
                  <a:pt x="10" y="141"/>
                  <a:pt x="24" y="81"/>
                  <a:pt x="45" y="9"/>
                </a:cubicBezTo>
                <a:cubicBezTo>
                  <a:pt x="47" y="3"/>
                  <a:pt x="53" y="0"/>
                  <a:pt x="59" y="2"/>
                </a:cubicBezTo>
                <a:cubicBezTo>
                  <a:pt x="65" y="3"/>
                  <a:pt x="68" y="10"/>
                  <a:pt x="67" y="16"/>
                </a:cubicBezTo>
                <a:cubicBezTo>
                  <a:pt x="46" y="86"/>
                  <a:pt x="32" y="145"/>
                  <a:pt x="23" y="202"/>
                </a:cubicBezTo>
                <a:cubicBezTo>
                  <a:pt x="22" y="207"/>
                  <a:pt x="17" y="211"/>
                  <a:pt x="12" y="211"/>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7" name="Freeform 76">
            <a:extLst>
              <a:ext uri="{FF2B5EF4-FFF2-40B4-BE49-F238E27FC236}">
                <a16:creationId xmlns:a16="http://schemas.microsoft.com/office/drawing/2014/main" id="{143D43D6-15E6-A022-BAD6-7539F3F38C46}"/>
              </a:ext>
            </a:extLst>
          </p:cNvPr>
          <p:cNvSpPr>
            <a:spLocks/>
          </p:cNvSpPr>
          <p:nvPr/>
        </p:nvSpPr>
        <p:spPr bwMode="auto">
          <a:xfrm>
            <a:off x="5085861" y="4724271"/>
            <a:ext cx="588619" cy="775434"/>
          </a:xfrm>
          <a:custGeom>
            <a:avLst/>
            <a:gdLst>
              <a:gd name="T0" fmla="*/ 846 w 859"/>
              <a:gd name="T1" fmla="*/ 1252 h 1252"/>
              <a:gd name="T2" fmla="*/ 846 w 859"/>
              <a:gd name="T3" fmla="*/ 1252 h 1252"/>
              <a:gd name="T4" fmla="*/ 841 w 859"/>
              <a:gd name="T5" fmla="*/ 1250 h 1252"/>
              <a:gd name="T6" fmla="*/ 651 w 859"/>
              <a:gd name="T7" fmla="*/ 1138 h 1252"/>
              <a:gd name="T8" fmla="*/ 488 w 859"/>
              <a:gd name="T9" fmla="*/ 1008 h 1252"/>
              <a:gd name="T10" fmla="*/ 356 w 859"/>
              <a:gd name="T11" fmla="*/ 870 h 1252"/>
              <a:gd name="T12" fmla="*/ 244 w 859"/>
              <a:gd name="T13" fmla="*/ 721 h 1252"/>
              <a:gd name="T14" fmla="*/ 138 w 859"/>
              <a:gd name="T15" fmla="*/ 532 h 1252"/>
              <a:gd name="T16" fmla="*/ 68 w 859"/>
              <a:gd name="T17" fmla="*/ 355 h 1252"/>
              <a:gd name="T18" fmla="*/ 31 w 859"/>
              <a:gd name="T19" fmla="*/ 217 h 1252"/>
              <a:gd name="T20" fmla="*/ 0 w 859"/>
              <a:gd name="T21" fmla="*/ 13 h 1252"/>
              <a:gd name="T22" fmla="*/ 11 w 859"/>
              <a:gd name="T23" fmla="*/ 1 h 1252"/>
              <a:gd name="T24" fmla="*/ 23 w 859"/>
              <a:gd name="T25" fmla="*/ 11 h 1252"/>
              <a:gd name="T26" fmla="*/ 54 w 859"/>
              <a:gd name="T27" fmla="*/ 212 h 1252"/>
              <a:gd name="T28" fmla="*/ 90 w 859"/>
              <a:gd name="T29" fmla="*/ 348 h 1252"/>
              <a:gd name="T30" fmla="*/ 159 w 859"/>
              <a:gd name="T31" fmla="*/ 522 h 1252"/>
              <a:gd name="T32" fmla="*/ 263 w 859"/>
              <a:gd name="T33" fmla="*/ 708 h 1252"/>
              <a:gd name="T34" fmla="*/ 373 w 859"/>
              <a:gd name="T35" fmla="*/ 856 h 1252"/>
              <a:gd name="T36" fmla="*/ 503 w 859"/>
              <a:gd name="T37" fmla="*/ 991 h 1252"/>
              <a:gd name="T38" fmla="*/ 664 w 859"/>
              <a:gd name="T39" fmla="*/ 1120 h 1252"/>
              <a:gd name="T40" fmla="*/ 851 w 859"/>
              <a:gd name="T41" fmla="*/ 1230 h 1252"/>
              <a:gd name="T42" fmla="*/ 856 w 859"/>
              <a:gd name="T43" fmla="*/ 1245 h 1252"/>
              <a:gd name="T44" fmla="*/ 846 w 859"/>
              <a:gd name="T45" fmla="*/ 1252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59" h="1252">
                <a:moveTo>
                  <a:pt x="846" y="1252"/>
                </a:moveTo>
                <a:lnTo>
                  <a:pt x="846" y="1252"/>
                </a:lnTo>
                <a:cubicBezTo>
                  <a:pt x="844" y="1252"/>
                  <a:pt x="842" y="1251"/>
                  <a:pt x="841" y="1250"/>
                </a:cubicBezTo>
                <a:cubicBezTo>
                  <a:pt x="775" y="1218"/>
                  <a:pt x="711" y="1180"/>
                  <a:pt x="651" y="1138"/>
                </a:cubicBezTo>
                <a:cubicBezTo>
                  <a:pt x="594" y="1099"/>
                  <a:pt x="539" y="1055"/>
                  <a:pt x="488" y="1008"/>
                </a:cubicBezTo>
                <a:cubicBezTo>
                  <a:pt x="441" y="965"/>
                  <a:pt x="397" y="919"/>
                  <a:pt x="356" y="870"/>
                </a:cubicBezTo>
                <a:cubicBezTo>
                  <a:pt x="316" y="823"/>
                  <a:pt x="278" y="773"/>
                  <a:pt x="244" y="721"/>
                </a:cubicBezTo>
                <a:cubicBezTo>
                  <a:pt x="205" y="661"/>
                  <a:pt x="169" y="597"/>
                  <a:pt x="138" y="532"/>
                </a:cubicBezTo>
                <a:cubicBezTo>
                  <a:pt x="111" y="473"/>
                  <a:pt x="87" y="414"/>
                  <a:pt x="68" y="355"/>
                </a:cubicBezTo>
                <a:cubicBezTo>
                  <a:pt x="55" y="313"/>
                  <a:pt x="43" y="268"/>
                  <a:pt x="31" y="217"/>
                </a:cubicBezTo>
                <a:cubicBezTo>
                  <a:pt x="16" y="144"/>
                  <a:pt x="5" y="78"/>
                  <a:pt x="0" y="13"/>
                </a:cubicBezTo>
                <a:cubicBezTo>
                  <a:pt x="0" y="7"/>
                  <a:pt x="4" y="1"/>
                  <a:pt x="11" y="1"/>
                </a:cubicBezTo>
                <a:cubicBezTo>
                  <a:pt x="17" y="0"/>
                  <a:pt x="22" y="5"/>
                  <a:pt x="23" y="11"/>
                </a:cubicBezTo>
                <a:cubicBezTo>
                  <a:pt x="28" y="75"/>
                  <a:pt x="38" y="141"/>
                  <a:pt x="54" y="212"/>
                </a:cubicBezTo>
                <a:cubicBezTo>
                  <a:pt x="65" y="262"/>
                  <a:pt x="77" y="307"/>
                  <a:pt x="90" y="348"/>
                </a:cubicBezTo>
                <a:cubicBezTo>
                  <a:pt x="109" y="406"/>
                  <a:pt x="132" y="465"/>
                  <a:pt x="159" y="522"/>
                </a:cubicBezTo>
                <a:cubicBezTo>
                  <a:pt x="189" y="586"/>
                  <a:pt x="224" y="649"/>
                  <a:pt x="263" y="708"/>
                </a:cubicBezTo>
                <a:cubicBezTo>
                  <a:pt x="297" y="760"/>
                  <a:pt x="334" y="809"/>
                  <a:pt x="373" y="856"/>
                </a:cubicBezTo>
                <a:cubicBezTo>
                  <a:pt x="413" y="903"/>
                  <a:pt x="457" y="949"/>
                  <a:pt x="503" y="991"/>
                </a:cubicBezTo>
                <a:cubicBezTo>
                  <a:pt x="554" y="1037"/>
                  <a:pt x="608" y="1081"/>
                  <a:pt x="664" y="1120"/>
                </a:cubicBezTo>
                <a:cubicBezTo>
                  <a:pt x="723" y="1161"/>
                  <a:pt x="786" y="1198"/>
                  <a:pt x="851" y="1230"/>
                </a:cubicBezTo>
                <a:cubicBezTo>
                  <a:pt x="856" y="1233"/>
                  <a:pt x="859" y="1240"/>
                  <a:pt x="856" y="1245"/>
                </a:cubicBezTo>
                <a:cubicBezTo>
                  <a:pt x="854" y="1249"/>
                  <a:pt x="850" y="1252"/>
                  <a:pt x="846" y="1252"/>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8" name="Freeform 77">
            <a:extLst>
              <a:ext uri="{FF2B5EF4-FFF2-40B4-BE49-F238E27FC236}">
                <a16:creationId xmlns:a16="http://schemas.microsoft.com/office/drawing/2014/main" id="{D0674ACC-93D1-26E0-3BB1-05A09B661D56}"/>
              </a:ext>
            </a:extLst>
          </p:cNvPr>
          <p:cNvSpPr>
            <a:spLocks/>
          </p:cNvSpPr>
          <p:nvPr/>
        </p:nvSpPr>
        <p:spPr bwMode="auto">
          <a:xfrm>
            <a:off x="6229960" y="5502551"/>
            <a:ext cx="323504" cy="88214"/>
          </a:xfrm>
          <a:custGeom>
            <a:avLst/>
            <a:gdLst>
              <a:gd name="T0" fmla="*/ 12 w 471"/>
              <a:gd name="T1" fmla="*/ 143 h 143"/>
              <a:gd name="T2" fmla="*/ 12 w 471"/>
              <a:gd name="T3" fmla="*/ 143 h 143"/>
              <a:gd name="T4" fmla="*/ 1 w 471"/>
              <a:gd name="T5" fmla="*/ 133 h 143"/>
              <a:gd name="T6" fmla="*/ 11 w 471"/>
              <a:gd name="T7" fmla="*/ 121 h 143"/>
              <a:gd name="T8" fmla="*/ 156 w 471"/>
              <a:gd name="T9" fmla="*/ 98 h 143"/>
              <a:gd name="T10" fmla="*/ 301 w 471"/>
              <a:gd name="T11" fmla="*/ 60 h 143"/>
              <a:gd name="T12" fmla="*/ 453 w 471"/>
              <a:gd name="T13" fmla="*/ 3 h 143"/>
              <a:gd name="T14" fmla="*/ 468 w 471"/>
              <a:gd name="T15" fmla="*/ 9 h 143"/>
              <a:gd name="T16" fmla="*/ 462 w 471"/>
              <a:gd name="T17" fmla="*/ 24 h 143"/>
              <a:gd name="T18" fmla="*/ 307 w 471"/>
              <a:gd name="T19" fmla="*/ 82 h 143"/>
              <a:gd name="T20" fmla="*/ 161 w 471"/>
              <a:gd name="T21" fmla="*/ 120 h 143"/>
              <a:gd name="T22" fmla="*/ 13 w 471"/>
              <a:gd name="T23" fmla="*/ 143 h 143"/>
              <a:gd name="T24" fmla="*/ 12 w 471"/>
              <a:gd name="T2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1" h="143">
                <a:moveTo>
                  <a:pt x="12" y="143"/>
                </a:moveTo>
                <a:lnTo>
                  <a:pt x="12" y="143"/>
                </a:lnTo>
                <a:cubicBezTo>
                  <a:pt x="6" y="143"/>
                  <a:pt x="1" y="139"/>
                  <a:pt x="1" y="133"/>
                </a:cubicBezTo>
                <a:cubicBezTo>
                  <a:pt x="0" y="127"/>
                  <a:pt x="5" y="121"/>
                  <a:pt x="11" y="121"/>
                </a:cubicBezTo>
                <a:cubicBezTo>
                  <a:pt x="60" y="116"/>
                  <a:pt x="109" y="108"/>
                  <a:pt x="156" y="98"/>
                </a:cubicBezTo>
                <a:cubicBezTo>
                  <a:pt x="205" y="88"/>
                  <a:pt x="253" y="75"/>
                  <a:pt x="301" y="60"/>
                </a:cubicBezTo>
                <a:cubicBezTo>
                  <a:pt x="352" y="44"/>
                  <a:pt x="404" y="25"/>
                  <a:pt x="453" y="3"/>
                </a:cubicBezTo>
                <a:cubicBezTo>
                  <a:pt x="459" y="0"/>
                  <a:pt x="465" y="3"/>
                  <a:pt x="468" y="9"/>
                </a:cubicBezTo>
                <a:cubicBezTo>
                  <a:pt x="471" y="14"/>
                  <a:pt x="468" y="21"/>
                  <a:pt x="462" y="24"/>
                </a:cubicBezTo>
                <a:cubicBezTo>
                  <a:pt x="412" y="46"/>
                  <a:pt x="360" y="66"/>
                  <a:pt x="307" y="82"/>
                </a:cubicBezTo>
                <a:cubicBezTo>
                  <a:pt x="260" y="97"/>
                  <a:pt x="210" y="110"/>
                  <a:pt x="161" y="120"/>
                </a:cubicBezTo>
                <a:cubicBezTo>
                  <a:pt x="112" y="130"/>
                  <a:pt x="63" y="138"/>
                  <a:pt x="13" y="143"/>
                </a:cubicBezTo>
                <a:cubicBezTo>
                  <a:pt x="13" y="143"/>
                  <a:pt x="12" y="143"/>
                  <a:pt x="12" y="143"/>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79" name="Freeform 78">
            <a:extLst>
              <a:ext uri="{FF2B5EF4-FFF2-40B4-BE49-F238E27FC236}">
                <a16:creationId xmlns:a16="http://schemas.microsoft.com/office/drawing/2014/main" id="{4022B692-C76F-E175-495F-E1EAD8F0DE47}"/>
              </a:ext>
            </a:extLst>
          </p:cNvPr>
          <p:cNvSpPr>
            <a:spLocks/>
          </p:cNvSpPr>
          <p:nvPr/>
        </p:nvSpPr>
        <p:spPr bwMode="auto">
          <a:xfrm>
            <a:off x="6875390" y="4877936"/>
            <a:ext cx="263538" cy="421154"/>
          </a:xfrm>
          <a:custGeom>
            <a:avLst/>
            <a:gdLst>
              <a:gd name="T0" fmla="*/ 13 w 384"/>
              <a:gd name="T1" fmla="*/ 682 h 682"/>
              <a:gd name="T2" fmla="*/ 13 w 384"/>
              <a:gd name="T3" fmla="*/ 682 h 682"/>
              <a:gd name="T4" fmla="*/ 5 w 384"/>
              <a:gd name="T5" fmla="*/ 679 h 682"/>
              <a:gd name="T6" fmla="*/ 4 w 384"/>
              <a:gd name="T7" fmla="*/ 663 h 682"/>
              <a:gd name="T8" fmla="*/ 137 w 384"/>
              <a:gd name="T9" fmla="*/ 498 h 682"/>
              <a:gd name="T10" fmla="*/ 262 w 384"/>
              <a:gd name="T11" fmla="*/ 284 h 682"/>
              <a:gd name="T12" fmla="*/ 361 w 384"/>
              <a:gd name="T13" fmla="*/ 9 h 682"/>
              <a:gd name="T14" fmla="*/ 374 w 384"/>
              <a:gd name="T15" fmla="*/ 1 h 682"/>
              <a:gd name="T16" fmla="*/ 383 w 384"/>
              <a:gd name="T17" fmla="*/ 15 h 682"/>
              <a:gd name="T18" fmla="*/ 283 w 384"/>
              <a:gd name="T19" fmla="*/ 294 h 682"/>
              <a:gd name="T20" fmla="*/ 156 w 384"/>
              <a:gd name="T21" fmla="*/ 511 h 682"/>
              <a:gd name="T22" fmla="*/ 21 w 384"/>
              <a:gd name="T23" fmla="*/ 679 h 682"/>
              <a:gd name="T24" fmla="*/ 13 w 384"/>
              <a:gd name="T25" fmla="*/ 682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4" h="682">
                <a:moveTo>
                  <a:pt x="13" y="682"/>
                </a:moveTo>
                <a:lnTo>
                  <a:pt x="13" y="682"/>
                </a:lnTo>
                <a:cubicBezTo>
                  <a:pt x="10" y="682"/>
                  <a:pt x="7" y="681"/>
                  <a:pt x="5" y="679"/>
                </a:cubicBezTo>
                <a:cubicBezTo>
                  <a:pt x="0" y="675"/>
                  <a:pt x="0" y="668"/>
                  <a:pt x="4" y="663"/>
                </a:cubicBezTo>
                <a:cubicBezTo>
                  <a:pt x="52" y="613"/>
                  <a:pt x="96" y="557"/>
                  <a:pt x="137" y="498"/>
                </a:cubicBezTo>
                <a:cubicBezTo>
                  <a:pt x="185" y="430"/>
                  <a:pt x="227" y="358"/>
                  <a:pt x="262" y="284"/>
                </a:cubicBezTo>
                <a:cubicBezTo>
                  <a:pt x="302" y="199"/>
                  <a:pt x="335" y="107"/>
                  <a:pt x="361" y="9"/>
                </a:cubicBezTo>
                <a:cubicBezTo>
                  <a:pt x="362" y="3"/>
                  <a:pt x="368" y="0"/>
                  <a:pt x="374" y="1"/>
                </a:cubicBezTo>
                <a:cubicBezTo>
                  <a:pt x="381" y="3"/>
                  <a:pt x="384" y="9"/>
                  <a:pt x="383" y="15"/>
                </a:cubicBezTo>
                <a:cubicBezTo>
                  <a:pt x="357" y="114"/>
                  <a:pt x="323" y="208"/>
                  <a:pt x="283" y="294"/>
                </a:cubicBezTo>
                <a:cubicBezTo>
                  <a:pt x="247" y="369"/>
                  <a:pt x="204" y="442"/>
                  <a:pt x="156" y="511"/>
                </a:cubicBezTo>
                <a:cubicBezTo>
                  <a:pt x="114" y="571"/>
                  <a:pt x="69" y="627"/>
                  <a:pt x="21" y="679"/>
                </a:cubicBezTo>
                <a:cubicBezTo>
                  <a:pt x="19" y="681"/>
                  <a:pt x="16" y="682"/>
                  <a:pt x="13" y="682"/>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0" name="Freeform 79">
            <a:extLst>
              <a:ext uri="{FF2B5EF4-FFF2-40B4-BE49-F238E27FC236}">
                <a16:creationId xmlns:a16="http://schemas.microsoft.com/office/drawing/2014/main" id="{76390C9A-6968-C25D-52B9-4A028FF0D1EA}"/>
              </a:ext>
            </a:extLst>
          </p:cNvPr>
          <p:cNvSpPr>
            <a:spLocks/>
          </p:cNvSpPr>
          <p:nvPr/>
        </p:nvSpPr>
        <p:spPr bwMode="auto">
          <a:xfrm>
            <a:off x="6854875" y="3990099"/>
            <a:ext cx="293520" cy="475220"/>
          </a:xfrm>
          <a:custGeom>
            <a:avLst/>
            <a:gdLst>
              <a:gd name="T0" fmla="*/ 415 w 427"/>
              <a:gd name="T1" fmla="*/ 768 h 768"/>
              <a:gd name="T2" fmla="*/ 415 w 427"/>
              <a:gd name="T3" fmla="*/ 768 h 768"/>
              <a:gd name="T4" fmla="*/ 404 w 427"/>
              <a:gd name="T5" fmla="*/ 759 h 768"/>
              <a:gd name="T6" fmla="*/ 328 w 427"/>
              <a:gd name="T7" fmla="*/ 514 h 768"/>
              <a:gd name="T8" fmla="*/ 180 w 427"/>
              <a:gd name="T9" fmla="*/ 237 h 768"/>
              <a:gd name="T10" fmla="*/ 4 w 427"/>
              <a:gd name="T11" fmla="*/ 21 h 768"/>
              <a:gd name="T12" fmla="*/ 4 w 427"/>
              <a:gd name="T13" fmla="*/ 5 h 768"/>
              <a:gd name="T14" fmla="*/ 20 w 427"/>
              <a:gd name="T15" fmla="*/ 5 h 768"/>
              <a:gd name="T16" fmla="*/ 199 w 427"/>
              <a:gd name="T17" fmla="*/ 224 h 768"/>
              <a:gd name="T18" fmla="*/ 349 w 427"/>
              <a:gd name="T19" fmla="*/ 505 h 768"/>
              <a:gd name="T20" fmla="*/ 426 w 427"/>
              <a:gd name="T21" fmla="*/ 754 h 768"/>
              <a:gd name="T22" fmla="*/ 417 w 427"/>
              <a:gd name="T23" fmla="*/ 767 h 768"/>
              <a:gd name="T24" fmla="*/ 415 w 427"/>
              <a:gd name="T25" fmla="*/ 768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7" h="768">
                <a:moveTo>
                  <a:pt x="415" y="768"/>
                </a:moveTo>
                <a:lnTo>
                  <a:pt x="415" y="768"/>
                </a:lnTo>
                <a:cubicBezTo>
                  <a:pt x="410" y="768"/>
                  <a:pt x="405" y="764"/>
                  <a:pt x="404" y="759"/>
                </a:cubicBezTo>
                <a:cubicBezTo>
                  <a:pt x="386" y="675"/>
                  <a:pt x="360" y="593"/>
                  <a:pt x="328" y="514"/>
                </a:cubicBezTo>
                <a:cubicBezTo>
                  <a:pt x="289" y="418"/>
                  <a:pt x="240" y="325"/>
                  <a:pt x="180" y="237"/>
                </a:cubicBezTo>
                <a:cubicBezTo>
                  <a:pt x="127" y="159"/>
                  <a:pt x="68" y="86"/>
                  <a:pt x="4" y="21"/>
                </a:cubicBezTo>
                <a:cubicBezTo>
                  <a:pt x="0" y="16"/>
                  <a:pt x="0" y="9"/>
                  <a:pt x="4" y="5"/>
                </a:cubicBezTo>
                <a:cubicBezTo>
                  <a:pt x="9" y="0"/>
                  <a:pt x="16" y="1"/>
                  <a:pt x="20" y="5"/>
                </a:cubicBezTo>
                <a:cubicBezTo>
                  <a:pt x="85" y="71"/>
                  <a:pt x="145" y="145"/>
                  <a:pt x="199" y="224"/>
                </a:cubicBezTo>
                <a:cubicBezTo>
                  <a:pt x="259" y="314"/>
                  <a:pt x="310" y="408"/>
                  <a:pt x="349" y="505"/>
                </a:cubicBezTo>
                <a:cubicBezTo>
                  <a:pt x="382" y="585"/>
                  <a:pt x="408" y="669"/>
                  <a:pt x="426" y="754"/>
                </a:cubicBezTo>
                <a:cubicBezTo>
                  <a:pt x="427" y="760"/>
                  <a:pt x="424" y="766"/>
                  <a:pt x="417" y="767"/>
                </a:cubicBezTo>
                <a:cubicBezTo>
                  <a:pt x="417" y="768"/>
                  <a:pt x="416" y="768"/>
                  <a:pt x="415" y="768"/>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1" name="Freeform 80">
            <a:extLst>
              <a:ext uri="{FF2B5EF4-FFF2-40B4-BE49-F238E27FC236}">
                <a16:creationId xmlns:a16="http://schemas.microsoft.com/office/drawing/2014/main" id="{E40EE587-9E97-5E67-D2F9-045797CA1C78}"/>
              </a:ext>
            </a:extLst>
          </p:cNvPr>
          <p:cNvSpPr>
            <a:spLocks/>
          </p:cNvSpPr>
          <p:nvPr/>
        </p:nvSpPr>
        <p:spPr bwMode="auto">
          <a:xfrm>
            <a:off x="6523481" y="3785213"/>
            <a:ext cx="100996" cy="51221"/>
          </a:xfrm>
          <a:custGeom>
            <a:avLst/>
            <a:gdLst>
              <a:gd name="T0" fmla="*/ 134 w 147"/>
              <a:gd name="T1" fmla="*/ 84 h 84"/>
              <a:gd name="T2" fmla="*/ 134 w 147"/>
              <a:gd name="T3" fmla="*/ 84 h 84"/>
              <a:gd name="T4" fmla="*/ 128 w 147"/>
              <a:gd name="T5" fmla="*/ 83 h 84"/>
              <a:gd name="T6" fmla="*/ 9 w 147"/>
              <a:gd name="T7" fmla="*/ 24 h 84"/>
              <a:gd name="T8" fmla="*/ 3 w 147"/>
              <a:gd name="T9" fmla="*/ 9 h 84"/>
              <a:gd name="T10" fmla="*/ 18 w 147"/>
              <a:gd name="T11" fmla="*/ 3 h 84"/>
              <a:gd name="T12" fmla="*/ 139 w 147"/>
              <a:gd name="T13" fmla="*/ 63 h 84"/>
              <a:gd name="T14" fmla="*/ 144 w 147"/>
              <a:gd name="T15" fmla="*/ 78 h 84"/>
              <a:gd name="T16" fmla="*/ 134 w 147"/>
              <a:gd name="T17"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 h="84">
                <a:moveTo>
                  <a:pt x="134" y="84"/>
                </a:moveTo>
                <a:lnTo>
                  <a:pt x="134" y="84"/>
                </a:lnTo>
                <a:cubicBezTo>
                  <a:pt x="132" y="84"/>
                  <a:pt x="130" y="84"/>
                  <a:pt x="128" y="83"/>
                </a:cubicBezTo>
                <a:cubicBezTo>
                  <a:pt x="83" y="58"/>
                  <a:pt x="45" y="39"/>
                  <a:pt x="9" y="24"/>
                </a:cubicBezTo>
                <a:cubicBezTo>
                  <a:pt x="3" y="21"/>
                  <a:pt x="0" y="15"/>
                  <a:pt x="3" y="9"/>
                </a:cubicBezTo>
                <a:cubicBezTo>
                  <a:pt x="5" y="3"/>
                  <a:pt x="12" y="0"/>
                  <a:pt x="18" y="3"/>
                </a:cubicBezTo>
                <a:cubicBezTo>
                  <a:pt x="54" y="19"/>
                  <a:pt x="93" y="38"/>
                  <a:pt x="139" y="63"/>
                </a:cubicBezTo>
                <a:cubicBezTo>
                  <a:pt x="145" y="66"/>
                  <a:pt x="147" y="73"/>
                  <a:pt x="144" y="78"/>
                </a:cubicBezTo>
                <a:cubicBezTo>
                  <a:pt x="142" y="82"/>
                  <a:pt x="138" y="84"/>
                  <a:pt x="134" y="84"/>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2" name="Freeform 81">
            <a:extLst>
              <a:ext uri="{FF2B5EF4-FFF2-40B4-BE49-F238E27FC236}">
                <a16:creationId xmlns:a16="http://schemas.microsoft.com/office/drawing/2014/main" id="{6B4F16C9-2F13-D437-2222-D2057B15D4EC}"/>
              </a:ext>
            </a:extLst>
          </p:cNvPr>
          <p:cNvSpPr>
            <a:spLocks/>
          </p:cNvSpPr>
          <p:nvPr/>
        </p:nvSpPr>
        <p:spPr bwMode="auto">
          <a:xfrm>
            <a:off x="5003802" y="3688462"/>
            <a:ext cx="749582" cy="816696"/>
          </a:xfrm>
          <a:custGeom>
            <a:avLst/>
            <a:gdLst>
              <a:gd name="T0" fmla="*/ 12 w 1091"/>
              <a:gd name="T1" fmla="*/ 1318 h 1318"/>
              <a:gd name="T2" fmla="*/ 12 w 1091"/>
              <a:gd name="T3" fmla="*/ 1318 h 1318"/>
              <a:gd name="T4" fmla="*/ 10 w 1091"/>
              <a:gd name="T5" fmla="*/ 1318 h 1318"/>
              <a:gd name="T6" fmla="*/ 1 w 1091"/>
              <a:gd name="T7" fmla="*/ 1305 h 1318"/>
              <a:gd name="T8" fmla="*/ 47 w 1091"/>
              <a:gd name="T9" fmla="*/ 1103 h 1318"/>
              <a:gd name="T10" fmla="*/ 175 w 1091"/>
              <a:gd name="T11" fmla="*/ 782 h 1318"/>
              <a:gd name="T12" fmla="*/ 288 w 1091"/>
              <a:gd name="T13" fmla="*/ 602 h 1318"/>
              <a:gd name="T14" fmla="*/ 498 w 1091"/>
              <a:gd name="T15" fmla="*/ 360 h 1318"/>
              <a:gd name="T16" fmla="*/ 725 w 1091"/>
              <a:gd name="T17" fmla="*/ 179 h 1318"/>
              <a:gd name="T18" fmla="*/ 957 w 1091"/>
              <a:gd name="T19" fmla="*/ 50 h 1318"/>
              <a:gd name="T20" fmla="*/ 1075 w 1091"/>
              <a:gd name="T21" fmla="*/ 2 h 1318"/>
              <a:gd name="T22" fmla="*/ 1089 w 1091"/>
              <a:gd name="T23" fmla="*/ 9 h 1318"/>
              <a:gd name="T24" fmla="*/ 1082 w 1091"/>
              <a:gd name="T25" fmla="*/ 24 h 1318"/>
              <a:gd name="T26" fmla="*/ 966 w 1091"/>
              <a:gd name="T27" fmla="*/ 70 h 1318"/>
              <a:gd name="T28" fmla="*/ 738 w 1091"/>
              <a:gd name="T29" fmla="*/ 197 h 1318"/>
              <a:gd name="T30" fmla="*/ 514 w 1091"/>
              <a:gd name="T31" fmla="*/ 376 h 1318"/>
              <a:gd name="T32" fmla="*/ 307 w 1091"/>
              <a:gd name="T33" fmla="*/ 615 h 1318"/>
              <a:gd name="T34" fmla="*/ 195 w 1091"/>
              <a:gd name="T35" fmla="*/ 793 h 1318"/>
              <a:gd name="T36" fmla="*/ 69 w 1091"/>
              <a:gd name="T37" fmla="*/ 1109 h 1318"/>
              <a:gd name="T38" fmla="*/ 23 w 1091"/>
              <a:gd name="T39" fmla="*/ 1309 h 1318"/>
              <a:gd name="T40" fmla="*/ 12 w 1091"/>
              <a:gd name="T41" fmla="*/ 1318 h 1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91" h="1318">
                <a:moveTo>
                  <a:pt x="12" y="1318"/>
                </a:moveTo>
                <a:lnTo>
                  <a:pt x="12" y="1318"/>
                </a:lnTo>
                <a:cubicBezTo>
                  <a:pt x="12" y="1318"/>
                  <a:pt x="11" y="1318"/>
                  <a:pt x="10" y="1318"/>
                </a:cubicBezTo>
                <a:cubicBezTo>
                  <a:pt x="4" y="1317"/>
                  <a:pt x="0" y="1312"/>
                  <a:pt x="1" y="1305"/>
                </a:cubicBezTo>
                <a:cubicBezTo>
                  <a:pt x="11" y="1243"/>
                  <a:pt x="26" y="1177"/>
                  <a:pt x="47" y="1103"/>
                </a:cubicBezTo>
                <a:cubicBezTo>
                  <a:pt x="81" y="986"/>
                  <a:pt x="124" y="878"/>
                  <a:pt x="175" y="782"/>
                </a:cubicBezTo>
                <a:cubicBezTo>
                  <a:pt x="207" y="723"/>
                  <a:pt x="244" y="664"/>
                  <a:pt x="288" y="602"/>
                </a:cubicBezTo>
                <a:cubicBezTo>
                  <a:pt x="352" y="513"/>
                  <a:pt x="422" y="432"/>
                  <a:pt x="498" y="360"/>
                </a:cubicBezTo>
                <a:cubicBezTo>
                  <a:pt x="567" y="294"/>
                  <a:pt x="644" y="233"/>
                  <a:pt x="725" y="179"/>
                </a:cubicBezTo>
                <a:cubicBezTo>
                  <a:pt x="801" y="128"/>
                  <a:pt x="879" y="85"/>
                  <a:pt x="957" y="50"/>
                </a:cubicBezTo>
                <a:cubicBezTo>
                  <a:pt x="994" y="33"/>
                  <a:pt x="1034" y="17"/>
                  <a:pt x="1075" y="2"/>
                </a:cubicBezTo>
                <a:cubicBezTo>
                  <a:pt x="1081" y="0"/>
                  <a:pt x="1087" y="3"/>
                  <a:pt x="1089" y="9"/>
                </a:cubicBezTo>
                <a:cubicBezTo>
                  <a:pt x="1091" y="15"/>
                  <a:pt x="1088" y="22"/>
                  <a:pt x="1082" y="24"/>
                </a:cubicBezTo>
                <a:cubicBezTo>
                  <a:pt x="1042" y="38"/>
                  <a:pt x="1003" y="54"/>
                  <a:pt x="966" y="70"/>
                </a:cubicBezTo>
                <a:cubicBezTo>
                  <a:pt x="890" y="105"/>
                  <a:pt x="813" y="148"/>
                  <a:pt x="738" y="197"/>
                </a:cubicBezTo>
                <a:cubicBezTo>
                  <a:pt x="657" y="251"/>
                  <a:pt x="582" y="311"/>
                  <a:pt x="514" y="376"/>
                </a:cubicBezTo>
                <a:cubicBezTo>
                  <a:pt x="439" y="447"/>
                  <a:pt x="369" y="527"/>
                  <a:pt x="307" y="615"/>
                </a:cubicBezTo>
                <a:cubicBezTo>
                  <a:pt x="263" y="676"/>
                  <a:pt x="226" y="735"/>
                  <a:pt x="195" y="793"/>
                </a:cubicBezTo>
                <a:cubicBezTo>
                  <a:pt x="145" y="887"/>
                  <a:pt x="102" y="993"/>
                  <a:pt x="69" y="1109"/>
                </a:cubicBezTo>
                <a:cubicBezTo>
                  <a:pt x="48" y="1182"/>
                  <a:pt x="33" y="1247"/>
                  <a:pt x="23" y="1309"/>
                </a:cubicBezTo>
                <a:cubicBezTo>
                  <a:pt x="22" y="1314"/>
                  <a:pt x="18" y="1318"/>
                  <a:pt x="12" y="1318"/>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3" name="Freeform 82">
            <a:extLst>
              <a:ext uri="{FF2B5EF4-FFF2-40B4-BE49-F238E27FC236}">
                <a16:creationId xmlns:a16="http://schemas.microsoft.com/office/drawing/2014/main" id="{BE65AF8D-92EB-43FA-DE0A-EF54E9890C89}"/>
              </a:ext>
            </a:extLst>
          </p:cNvPr>
          <p:cNvSpPr>
            <a:spLocks/>
          </p:cNvSpPr>
          <p:nvPr/>
        </p:nvSpPr>
        <p:spPr bwMode="auto">
          <a:xfrm>
            <a:off x="4995912" y="4732808"/>
            <a:ext cx="378736" cy="678683"/>
          </a:xfrm>
          <a:custGeom>
            <a:avLst/>
            <a:gdLst>
              <a:gd name="T0" fmla="*/ 541 w 553"/>
              <a:gd name="T1" fmla="*/ 1097 h 1097"/>
              <a:gd name="T2" fmla="*/ 541 w 553"/>
              <a:gd name="T3" fmla="*/ 1097 h 1097"/>
              <a:gd name="T4" fmla="*/ 533 w 553"/>
              <a:gd name="T5" fmla="*/ 1095 h 1097"/>
              <a:gd name="T6" fmla="*/ 389 w 553"/>
              <a:gd name="T7" fmla="*/ 945 h 1097"/>
              <a:gd name="T8" fmla="*/ 268 w 553"/>
              <a:gd name="T9" fmla="*/ 784 h 1097"/>
              <a:gd name="T10" fmla="*/ 152 w 553"/>
              <a:gd name="T11" fmla="*/ 578 h 1097"/>
              <a:gd name="T12" fmla="*/ 75 w 553"/>
              <a:gd name="T13" fmla="*/ 385 h 1097"/>
              <a:gd name="T14" fmla="*/ 35 w 553"/>
              <a:gd name="T15" fmla="*/ 236 h 1097"/>
              <a:gd name="T16" fmla="*/ 0 w 553"/>
              <a:gd name="T17" fmla="*/ 13 h 1097"/>
              <a:gd name="T18" fmla="*/ 10 w 553"/>
              <a:gd name="T19" fmla="*/ 1 h 1097"/>
              <a:gd name="T20" fmla="*/ 23 w 553"/>
              <a:gd name="T21" fmla="*/ 11 h 1097"/>
              <a:gd name="T22" fmla="*/ 57 w 553"/>
              <a:gd name="T23" fmla="*/ 231 h 1097"/>
              <a:gd name="T24" fmla="*/ 96 w 553"/>
              <a:gd name="T25" fmla="*/ 378 h 1097"/>
              <a:gd name="T26" fmla="*/ 172 w 553"/>
              <a:gd name="T27" fmla="*/ 568 h 1097"/>
              <a:gd name="T28" fmla="*/ 287 w 553"/>
              <a:gd name="T29" fmla="*/ 771 h 1097"/>
              <a:gd name="T30" fmla="*/ 406 w 553"/>
              <a:gd name="T31" fmla="*/ 931 h 1097"/>
              <a:gd name="T32" fmla="*/ 548 w 553"/>
              <a:gd name="T33" fmla="*/ 1078 h 1097"/>
              <a:gd name="T34" fmla="*/ 549 w 553"/>
              <a:gd name="T35" fmla="*/ 1094 h 1097"/>
              <a:gd name="T36" fmla="*/ 541 w 553"/>
              <a:gd name="T37" fmla="*/ 1097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3" h="1097">
                <a:moveTo>
                  <a:pt x="541" y="1097"/>
                </a:moveTo>
                <a:lnTo>
                  <a:pt x="541" y="1097"/>
                </a:lnTo>
                <a:cubicBezTo>
                  <a:pt x="538" y="1097"/>
                  <a:pt x="535" y="1097"/>
                  <a:pt x="533" y="1095"/>
                </a:cubicBezTo>
                <a:cubicBezTo>
                  <a:pt x="482" y="1048"/>
                  <a:pt x="433" y="998"/>
                  <a:pt x="389" y="945"/>
                </a:cubicBezTo>
                <a:cubicBezTo>
                  <a:pt x="345" y="894"/>
                  <a:pt x="305" y="840"/>
                  <a:pt x="268" y="784"/>
                </a:cubicBezTo>
                <a:cubicBezTo>
                  <a:pt x="224" y="718"/>
                  <a:pt x="185" y="649"/>
                  <a:pt x="152" y="578"/>
                </a:cubicBezTo>
                <a:cubicBezTo>
                  <a:pt x="122" y="514"/>
                  <a:pt x="96" y="449"/>
                  <a:pt x="75" y="385"/>
                </a:cubicBezTo>
                <a:cubicBezTo>
                  <a:pt x="60" y="339"/>
                  <a:pt x="47" y="290"/>
                  <a:pt x="35" y="236"/>
                </a:cubicBezTo>
                <a:cubicBezTo>
                  <a:pt x="17" y="158"/>
                  <a:pt x="6" y="85"/>
                  <a:pt x="0" y="13"/>
                </a:cubicBezTo>
                <a:cubicBezTo>
                  <a:pt x="0" y="7"/>
                  <a:pt x="4" y="1"/>
                  <a:pt x="10" y="1"/>
                </a:cubicBezTo>
                <a:cubicBezTo>
                  <a:pt x="17" y="0"/>
                  <a:pt x="22" y="5"/>
                  <a:pt x="23" y="11"/>
                </a:cubicBezTo>
                <a:cubicBezTo>
                  <a:pt x="29" y="82"/>
                  <a:pt x="40" y="154"/>
                  <a:pt x="57" y="231"/>
                </a:cubicBezTo>
                <a:cubicBezTo>
                  <a:pt x="69" y="284"/>
                  <a:pt x="82" y="333"/>
                  <a:pt x="96" y="378"/>
                </a:cubicBezTo>
                <a:cubicBezTo>
                  <a:pt x="117" y="441"/>
                  <a:pt x="143" y="505"/>
                  <a:pt x="172" y="568"/>
                </a:cubicBezTo>
                <a:cubicBezTo>
                  <a:pt x="205" y="638"/>
                  <a:pt x="244" y="706"/>
                  <a:pt x="287" y="771"/>
                </a:cubicBezTo>
                <a:cubicBezTo>
                  <a:pt x="323" y="826"/>
                  <a:pt x="363" y="880"/>
                  <a:pt x="406" y="931"/>
                </a:cubicBezTo>
                <a:cubicBezTo>
                  <a:pt x="450" y="982"/>
                  <a:pt x="498" y="1032"/>
                  <a:pt x="548" y="1078"/>
                </a:cubicBezTo>
                <a:cubicBezTo>
                  <a:pt x="553" y="1082"/>
                  <a:pt x="553" y="1089"/>
                  <a:pt x="549" y="1094"/>
                </a:cubicBezTo>
                <a:cubicBezTo>
                  <a:pt x="547" y="1096"/>
                  <a:pt x="544" y="1097"/>
                  <a:pt x="541" y="1097"/>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4" name="Freeform 83">
            <a:extLst>
              <a:ext uri="{FF2B5EF4-FFF2-40B4-BE49-F238E27FC236}">
                <a16:creationId xmlns:a16="http://schemas.microsoft.com/office/drawing/2014/main" id="{478396F7-7BBD-51AE-AFAE-623839FCED32}"/>
              </a:ext>
            </a:extLst>
          </p:cNvPr>
          <p:cNvSpPr>
            <a:spLocks/>
          </p:cNvSpPr>
          <p:nvPr/>
        </p:nvSpPr>
        <p:spPr bwMode="auto">
          <a:xfrm>
            <a:off x="5619249" y="5558041"/>
            <a:ext cx="145182" cy="64027"/>
          </a:xfrm>
          <a:custGeom>
            <a:avLst/>
            <a:gdLst>
              <a:gd name="T0" fmla="*/ 197 w 210"/>
              <a:gd name="T1" fmla="*/ 102 h 102"/>
              <a:gd name="T2" fmla="*/ 197 w 210"/>
              <a:gd name="T3" fmla="*/ 102 h 102"/>
              <a:gd name="T4" fmla="*/ 193 w 210"/>
              <a:gd name="T5" fmla="*/ 102 h 102"/>
              <a:gd name="T6" fmla="*/ 8 w 210"/>
              <a:gd name="T7" fmla="*/ 23 h 102"/>
              <a:gd name="T8" fmla="*/ 3 w 210"/>
              <a:gd name="T9" fmla="*/ 8 h 102"/>
              <a:gd name="T10" fmla="*/ 18 w 210"/>
              <a:gd name="T11" fmla="*/ 3 h 102"/>
              <a:gd name="T12" fmla="*/ 201 w 210"/>
              <a:gd name="T13" fmla="*/ 80 h 102"/>
              <a:gd name="T14" fmla="*/ 208 w 210"/>
              <a:gd name="T15" fmla="*/ 95 h 102"/>
              <a:gd name="T16" fmla="*/ 197 w 210"/>
              <a:gd name="T1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102">
                <a:moveTo>
                  <a:pt x="197" y="102"/>
                </a:moveTo>
                <a:lnTo>
                  <a:pt x="197" y="102"/>
                </a:lnTo>
                <a:cubicBezTo>
                  <a:pt x="196" y="102"/>
                  <a:pt x="195" y="102"/>
                  <a:pt x="193" y="102"/>
                </a:cubicBezTo>
                <a:cubicBezTo>
                  <a:pt x="130" y="80"/>
                  <a:pt x="68" y="53"/>
                  <a:pt x="8" y="23"/>
                </a:cubicBezTo>
                <a:cubicBezTo>
                  <a:pt x="2" y="21"/>
                  <a:pt x="0" y="14"/>
                  <a:pt x="3" y="8"/>
                </a:cubicBezTo>
                <a:cubicBezTo>
                  <a:pt x="6" y="3"/>
                  <a:pt x="12" y="0"/>
                  <a:pt x="18" y="3"/>
                </a:cubicBezTo>
                <a:cubicBezTo>
                  <a:pt x="77" y="33"/>
                  <a:pt x="139" y="58"/>
                  <a:pt x="201" y="80"/>
                </a:cubicBezTo>
                <a:cubicBezTo>
                  <a:pt x="207" y="82"/>
                  <a:pt x="210" y="89"/>
                  <a:pt x="208" y="95"/>
                </a:cubicBezTo>
                <a:cubicBezTo>
                  <a:pt x="206" y="99"/>
                  <a:pt x="202" y="102"/>
                  <a:pt x="197" y="102"/>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5" name="Freeform 84">
            <a:extLst>
              <a:ext uri="{FF2B5EF4-FFF2-40B4-BE49-F238E27FC236}">
                <a16:creationId xmlns:a16="http://schemas.microsoft.com/office/drawing/2014/main" id="{BCD2E274-74E2-6090-A657-8292528BA9DE}"/>
              </a:ext>
            </a:extLst>
          </p:cNvPr>
          <p:cNvSpPr>
            <a:spLocks/>
          </p:cNvSpPr>
          <p:nvPr/>
        </p:nvSpPr>
        <p:spPr bwMode="auto">
          <a:xfrm>
            <a:off x="5979048" y="5421450"/>
            <a:ext cx="886874" cy="257530"/>
          </a:xfrm>
          <a:custGeom>
            <a:avLst/>
            <a:gdLst>
              <a:gd name="T0" fmla="*/ 214 w 1292"/>
              <a:gd name="T1" fmla="*/ 416 h 416"/>
              <a:gd name="T2" fmla="*/ 214 w 1292"/>
              <a:gd name="T3" fmla="*/ 416 h 416"/>
              <a:gd name="T4" fmla="*/ 201 w 1292"/>
              <a:gd name="T5" fmla="*/ 416 h 416"/>
              <a:gd name="T6" fmla="*/ 11 w 1292"/>
              <a:gd name="T7" fmla="*/ 403 h 416"/>
              <a:gd name="T8" fmla="*/ 1 w 1292"/>
              <a:gd name="T9" fmla="*/ 391 h 416"/>
              <a:gd name="T10" fmla="*/ 13 w 1292"/>
              <a:gd name="T11" fmla="*/ 381 h 416"/>
              <a:gd name="T12" fmla="*/ 202 w 1292"/>
              <a:gd name="T13" fmla="*/ 393 h 416"/>
              <a:gd name="T14" fmla="*/ 395 w 1292"/>
              <a:gd name="T15" fmla="*/ 383 h 416"/>
              <a:gd name="T16" fmla="*/ 553 w 1292"/>
              <a:gd name="T17" fmla="*/ 359 h 416"/>
              <a:gd name="T18" fmla="*/ 710 w 1292"/>
              <a:gd name="T19" fmla="*/ 317 h 416"/>
              <a:gd name="T20" fmla="*/ 876 w 1292"/>
              <a:gd name="T21" fmla="*/ 254 h 416"/>
              <a:gd name="T22" fmla="*/ 1065 w 1292"/>
              <a:gd name="T23" fmla="*/ 155 h 416"/>
              <a:gd name="T24" fmla="*/ 1272 w 1292"/>
              <a:gd name="T25" fmla="*/ 4 h 416"/>
              <a:gd name="T26" fmla="*/ 1288 w 1292"/>
              <a:gd name="T27" fmla="*/ 5 h 416"/>
              <a:gd name="T28" fmla="*/ 1287 w 1292"/>
              <a:gd name="T29" fmla="*/ 21 h 416"/>
              <a:gd name="T30" fmla="*/ 1077 w 1292"/>
              <a:gd name="T31" fmla="*/ 174 h 416"/>
              <a:gd name="T32" fmla="*/ 885 w 1292"/>
              <a:gd name="T33" fmla="*/ 275 h 416"/>
              <a:gd name="T34" fmla="*/ 717 w 1292"/>
              <a:gd name="T35" fmla="*/ 339 h 416"/>
              <a:gd name="T36" fmla="*/ 557 w 1292"/>
              <a:gd name="T37" fmla="*/ 381 h 416"/>
              <a:gd name="T38" fmla="*/ 397 w 1292"/>
              <a:gd name="T39" fmla="*/ 406 h 416"/>
              <a:gd name="T40" fmla="*/ 214 w 1292"/>
              <a:gd name="T41" fmla="*/ 416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2" h="416">
                <a:moveTo>
                  <a:pt x="214" y="416"/>
                </a:moveTo>
                <a:lnTo>
                  <a:pt x="214" y="416"/>
                </a:lnTo>
                <a:cubicBezTo>
                  <a:pt x="210" y="416"/>
                  <a:pt x="206" y="416"/>
                  <a:pt x="201" y="416"/>
                </a:cubicBezTo>
                <a:cubicBezTo>
                  <a:pt x="138" y="415"/>
                  <a:pt x="74" y="411"/>
                  <a:pt x="11" y="403"/>
                </a:cubicBezTo>
                <a:cubicBezTo>
                  <a:pt x="4" y="403"/>
                  <a:pt x="0" y="397"/>
                  <a:pt x="1" y="391"/>
                </a:cubicBezTo>
                <a:cubicBezTo>
                  <a:pt x="2" y="385"/>
                  <a:pt x="7" y="380"/>
                  <a:pt x="13" y="381"/>
                </a:cubicBezTo>
                <a:cubicBezTo>
                  <a:pt x="76" y="389"/>
                  <a:pt x="139" y="393"/>
                  <a:pt x="202" y="393"/>
                </a:cubicBezTo>
                <a:cubicBezTo>
                  <a:pt x="266" y="394"/>
                  <a:pt x="331" y="390"/>
                  <a:pt x="395" y="383"/>
                </a:cubicBezTo>
                <a:cubicBezTo>
                  <a:pt x="448" y="378"/>
                  <a:pt x="501" y="369"/>
                  <a:pt x="553" y="359"/>
                </a:cubicBezTo>
                <a:cubicBezTo>
                  <a:pt x="605" y="347"/>
                  <a:pt x="658" y="334"/>
                  <a:pt x="710" y="317"/>
                </a:cubicBezTo>
                <a:cubicBezTo>
                  <a:pt x="766" y="299"/>
                  <a:pt x="822" y="278"/>
                  <a:pt x="876" y="254"/>
                </a:cubicBezTo>
                <a:cubicBezTo>
                  <a:pt x="941" y="225"/>
                  <a:pt x="1004" y="192"/>
                  <a:pt x="1065" y="155"/>
                </a:cubicBezTo>
                <a:cubicBezTo>
                  <a:pt x="1136" y="111"/>
                  <a:pt x="1206" y="60"/>
                  <a:pt x="1272" y="4"/>
                </a:cubicBezTo>
                <a:cubicBezTo>
                  <a:pt x="1277" y="0"/>
                  <a:pt x="1284" y="0"/>
                  <a:pt x="1288" y="5"/>
                </a:cubicBezTo>
                <a:cubicBezTo>
                  <a:pt x="1292" y="10"/>
                  <a:pt x="1292" y="17"/>
                  <a:pt x="1287" y="21"/>
                </a:cubicBezTo>
                <a:cubicBezTo>
                  <a:pt x="1220" y="78"/>
                  <a:pt x="1149" y="130"/>
                  <a:pt x="1077" y="174"/>
                </a:cubicBezTo>
                <a:cubicBezTo>
                  <a:pt x="1015" y="212"/>
                  <a:pt x="951" y="246"/>
                  <a:pt x="885" y="275"/>
                </a:cubicBezTo>
                <a:cubicBezTo>
                  <a:pt x="830" y="299"/>
                  <a:pt x="774" y="321"/>
                  <a:pt x="717" y="339"/>
                </a:cubicBezTo>
                <a:cubicBezTo>
                  <a:pt x="664" y="355"/>
                  <a:pt x="611" y="370"/>
                  <a:pt x="557" y="381"/>
                </a:cubicBezTo>
                <a:cubicBezTo>
                  <a:pt x="505" y="392"/>
                  <a:pt x="451" y="400"/>
                  <a:pt x="397" y="406"/>
                </a:cubicBezTo>
                <a:cubicBezTo>
                  <a:pt x="337" y="413"/>
                  <a:pt x="276" y="416"/>
                  <a:pt x="214" y="416"/>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6" name="Freeform 85">
            <a:extLst>
              <a:ext uri="{FF2B5EF4-FFF2-40B4-BE49-F238E27FC236}">
                <a16:creationId xmlns:a16="http://schemas.microsoft.com/office/drawing/2014/main" id="{CDB8CD05-66C2-E0EA-349A-3F314D94B94C}"/>
              </a:ext>
            </a:extLst>
          </p:cNvPr>
          <p:cNvSpPr>
            <a:spLocks/>
          </p:cNvSpPr>
          <p:nvPr/>
        </p:nvSpPr>
        <p:spPr bwMode="auto">
          <a:xfrm>
            <a:off x="7137349" y="4429749"/>
            <a:ext cx="124667" cy="665877"/>
          </a:xfrm>
          <a:custGeom>
            <a:avLst/>
            <a:gdLst>
              <a:gd name="T0" fmla="*/ 13 w 182"/>
              <a:gd name="T1" fmla="*/ 1075 h 1075"/>
              <a:gd name="T2" fmla="*/ 13 w 182"/>
              <a:gd name="T3" fmla="*/ 1075 h 1075"/>
              <a:gd name="T4" fmla="*/ 8 w 182"/>
              <a:gd name="T5" fmla="*/ 1073 h 1075"/>
              <a:gd name="T6" fmla="*/ 2 w 182"/>
              <a:gd name="T7" fmla="*/ 1058 h 1075"/>
              <a:gd name="T8" fmla="*/ 109 w 182"/>
              <a:gd name="T9" fmla="*/ 758 h 1075"/>
              <a:gd name="T10" fmla="*/ 147 w 182"/>
              <a:gd name="T11" fmla="*/ 565 h 1075"/>
              <a:gd name="T12" fmla="*/ 159 w 182"/>
              <a:gd name="T13" fmla="*/ 375 h 1075"/>
              <a:gd name="T14" fmla="*/ 154 w 182"/>
              <a:gd name="T15" fmla="*/ 225 h 1075"/>
              <a:gd name="T16" fmla="*/ 122 w 182"/>
              <a:gd name="T17" fmla="*/ 15 h 1075"/>
              <a:gd name="T18" fmla="*/ 131 w 182"/>
              <a:gd name="T19" fmla="*/ 1 h 1075"/>
              <a:gd name="T20" fmla="*/ 144 w 182"/>
              <a:gd name="T21" fmla="*/ 10 h 1075"/>
              <a:gd name="T22" fmla="*/ 176 w 182"/>
              <a:gd name="T23" fmla="*/ 223 h 1075"/>
              <a:gd name="T24" fmla="*/ 182 w 182"/>
              <a:gd name="T25" fmla="*/ 375 h 1075"/>
              <a:gd name="T26" fmla="*/ 169 w 182"/>
              <a:gd name="T27" fmla="*/ 568 h 1075"/>
              <a:gd name="T28" fmla="*/ 131 w 182"/>
              <a:gd name="T29" fmla="*/ 764 h 1075"/>
              <a:gd name="T30" fmla="*/ 23 w 182"/>
              <a:gd name="T31" fmla="*/ 1068 h 1075"/>
              <a:gd name="T32" fmla="*/ 13 w 182"/>
              <a:gd name="T33" fmla="*/ 1075 h 10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 h="1075">
                <a:moveTo>
                  <a:pt x="13" y="1075"/>
                </a:moveTo>
                <a:lnTo>
                  <a:pt x="13" y="1075"/>
                </a:lnTo>
                <a:cubicBezTo>
                  <a:pt x="11" y="1075"/>
                  <a:pt x="9" y="1074"/>
                  <a:pt x="8" y="1073"/>
                </a:cubicBezTo>
                <a:cubicBezTo>
                  <a:pt x="2" y="1071"/>
                  <a:pt x="0" y="1064"/>
                  <a:pt x="2" y="1058"/>
                </a:cubicBezTo>
                <a:cubicBezTo>
                  <a:pt x="46" y="965"/>
                  <a:pt x="82" y="864"/>
                  <a:pt x="109" y="758"/>
                </a:cubicBezTo>
                <a:cubicBezTo>
                  <a:pt x="126" y="690"/>
                  <a:pt x="139" y="627"/>
                  <a:pt x="147" y="565"/>
                </a:cubicBezTo>
                <a:cubicBezTo>
                  <a:pt x="154" y="504"/>
                  <a:pt x="159" y="440"/>
                  <a:pt x="159" y="375"/>
                </a:cubicBezTo>
                <a:cubicBezTo>
                  <a:pt x="160" y="325"/>
                  <a:pt x="158" y="274"/>
                  <a:pt x="154" y="225"/>
                </a:cubicBezTo>
                <a:cubicBezTo>
                  <a:pt x="148" y="154"/>
                  <a:pt x="137" y="84"/>
                  <a:pt x="122" y="15"/>
                </a:cubicBezTo>
                <a:cubicBezTo>
                  <a:pt x="121" y="9"/>
                  <a:pt x="125" y="2"/>
                  <a:pt x="131" y="1"/>
                </a:cubicBezTo>
                <a:cubicBezTo>
                  <a:pt x="137" y="0"/>
                  <a:pt x="143" y="4"/>
                  <a:pt x="144" y="10"/>
                </a:cubicBezTo>
                <a:cubicBezTo>
                  <a:pt x="160" y="80"/>
                  <a:pt x="170" y="151"/>
                  <a:pt x="176" y="223"/>
                </a:cubicBezTo>
                <a:cubicBezTo>
                  <a:pt x="181" y="273"/>
                  <a:pt x="182" y="325"/>
                  <a:pt x="182" y="375"/>
                </a:cubicBezTo>
                <a:cubicBezTo>
                  <a:pt x="181" y="441"/>
                  <a:pt x="177" y="506"/>
                  <a:pt x="169" y="568"/>
                </a:cubicBezTo>
                <a:cubicBezTo>
                  <a:pt x="161" y="630"/>
                  <a:pt x="149" y="694"/>
                  <a:pt x="131" y="764"/>
                </a:cubicBezTo>
                <a:cubicBezTo>
                  <a:pt x="104" y="871"/>
                  <a:pt x="67" y="973"/>
                  <a:pt x="23" y="1068"/>
                </a:cubicBezTo>
                <a:cubicBezTo>
                  <a:pt x="21" y="1072"/>
                  <a:pt x="17" y="1075"/>
                  <a:pt x="13" y="1075"/>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7" name="Freeform 86">
            <a:extLst>
              <a:ext uri="{FF2B5EF4-FFF2-40B4-BE49-F238E27FC236}">
                <a16:creationId xmlns:a16="http://schemas.microsoft.com/office/drawing/2014/main" id="{F77FB2C8-B66B-E6EB-096C-F37C175A9076}"/>
              </a:ext>
            </a:extLst>
          </p:cNvPr>
          <p:cNvSpPr>
            <a:spLocks/>
          </p:cNvSpPr>
          <p:nvPr/>
        </p:nvSpPr>
        <p:spPr bwMode="auto">
          <a:xfrm>
            <a:off x="6646570" y="3746796"/>
            <a:ext cx="287208" cy="197771"/>
          </a:xfrm>
          <a:custGeom>
            <a:avLst/>
            <a:gdLst>
              <a:gd name="T0" fmla="*/ 408 w 420"/>
              <a:gd name="T1" fmla="*/ 318 h 318"/>
              <a:gd name="T2" fmla="*/ 408 w 420"/>
              <a:gd name="T3" fmla="*/ 318 h 318"/>
              <a:gd name="T4" fmla="*/ 400 w 420"/>
              <a:gd name="T5" fmla="*/ 314 h 318"/>
              <a:gd name="T6" fmla="*/ 238 w 420"/>
              <a:gd name="T7" fmla="*/ 171 h 318"/>
              <a:gd name="T8" fmla="*/ 7 w 420"/>
              <a:gd name="T9" fmla="*/ 23 h 318"/>
              <a:gd name="T10" fmla="*/ 3 w 420"/>
              <a:gd name="T11" fmla="*/ 7 h 318"/>
              <a:gd name="T12" fmla="*/ 18 w 420"/>
              <a:gd name="T13" fmla="*/ 3 h 318"/>
              <a:gd name="T14" fmla="*/ 252 w 420"/>
              <a:gd name="T15" fmla="*/ 153 h 318"/>
              <a:gd name="T16" fmla="*/ 416 w 420"/>
              <a:gd name="T17" fmla="*/ 298 h 318"/>
              <a:gd name="T18" fmla="*/ 416 w 420"/>
              <a:gd name="T19" fmla="*/ 315 h 318"/>
              <a:gd name="T20" fmla="*/ 408 w 420"/>
              <a:gd name="T21"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0" h="318">
                <a:moveTo>
                  <a:pt x="408" y="318"/>
                </a:moveTo>
                <a:lnTo>
                  <a:pt x="408" y="318"/>
                </a:lnTo>
                <a:cubicBezTo>
                  <a:pt x="405" y="318"/>
                  <a:pt x="402" y="317"/>
                  <a:pt x="400" y="314"/>
                </a:cubicBezTo>
                <a:cubicBezTo>
                  <a:pt x="348" y="262"/>
                  <a:pt x="294" y="214"/>
                  <a:pt x="238" y="171"/>
                </a:cubicBezTo>
                <a:cubicBezTo>
                  <a:pt x="169" y="118"/>
                  <a:pt x="94" y="69"/>
                  <a:pt x="7" y="23"/>
                </a:cubicBezTo>
                <a:cubicBezTo>
                  <a:pt x="2" y="20"/>
                  <a:pt x="0" y="13"/>
                  <a:pt x="3" y="7"/>
                </a:cubicBezTo>
                <a:cubicBezTo>
                  <a:pt x="5" y="2"/>
                  <a:pt x="12" y="0"/>
                  <a:pt x="18" y="3"/>
                </a:cubicBezTo>
                <a:cubicBezTo>
                  <a:pt x="106" y="50"/>
                  <a:pt x="182" y="99"/>
                  <a:pt x="252" y="153"/>
                </a:cubicBezTo>
                <a:cubicBezTo>
                  <a:pt x="309" y="196"/>
                  <a:pt x="364" y="245"/>
                  <a:pt x="416" y="298"/>
                </a:cubicBezTo>
                <a:cubicBezTo>
                  <a:pt x="420" y="303"/>
                  <a:pt x="420" y="310"/>
                  <a:pt x="416" y="315"/>
                </a:cubicBezTo>
                <a:cubicBezTo>
                  <a:pt x="414" y="317"/>
                  <a:pt x="411" y="318"/>
                  <a:pt x="408" y="318"/>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8" name="Freeform 87">
            <a:extLst>
              <a:ext uri="{FF2B5EF4-FFF2-40B4-BE49-F238E27FC236}">
                <a16:creationId xmlns:a16="http://schemas.microsoft.com/office/drawing/2014/main" id="{99E6ECF8-D859-DE62-0903-F83AFD9AD235}"/>
              </a:ext>
            </a:extLst>
          </p:cNvPr>
          <p:cNvSpPr>
            <a:spLocks/>
          </p:cNvSpPr>
          <p:nvPr/>
        </p:nvSpPr>
        <p:spPr bwMode="auto">
          <a:xfrm>
            <a:off x="6133698" y="3630126"/>
            <a:ext cx="355065" cy="64027"/>
          </a:xfrm>
          <a:custGeom>
            <a:avLst/>
            <a:gdLst>
              <a:gd name="T0" fmla="*/ 506 w 518"/>
              <a:gd name="T1" fmla="*/ 103 h 103"/>
              <a:gd name="T2" fmla="*/ 506 w 518"/>
              <a:gd name="T3" fmla="*/ 103 h 103"/>
              <a:gd name="T4" fmla="*/ 502 w 518"/>
              <a:gd name="T5" fmla="*/ 103 h 103"/>
              <a:gd name="T6" fmla="*/ 295 w 518"/>
              <a:gd name="T7" fmla="*/ 50 h 103"/>
              <a:gd name="T8" fmla="*/ 11 w 518"/>
              <a:gd name="T9" fmla="*/ 22 h 103"/>
              <a:gd name="T10" fmla="*/ 0 w 518"/>
              <a:gd name="T11" fmla="*/ 11 h 103"/>
              <a:gd name="T12" fmla="*/ 11 w 518"/>
              <a:gd name="T13" fmla="*/ 0 h 103"/>
              <a:gd name="T14" fmla="*/ 11 w 518"/>
              <a:gd name="T15" fmla="*/ 0 h 103"/>
              <a:gd name="T16" fmla="*/ 299 w 518"/>
              <a:gd name="T17" fmla="*/ 28 h 103"/>
              <a:gd name="T18" fmla="*/ 509 w 518"/>
              <a:gd name="T19" fmla="*/ 81 h 103"/>
              <a:gd name="T20" fmla="*/ 516 w 518"/>
              <a:gd name="T21" fmla="*/ 96 h 103"/>
              <a:gd name="T22" fmla="*/ 506 w 518"/>
              <a:gd name="T23" fmla="*/ 10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8" h="103">
                <a:moveTo>
                  <a:pt x="506" y="103"/>
                </a:moveTo>
                <a:lnTo>
                  <a:pt x="506" y="103"/>
                </a:lnTo>
                <a:cubicBezTo>
                  <a:pt x="504" y="103"/>
                  <a:pt x="503" y="103"/>
                  <a:pt x="502" y="103"/>
                </a:cubicBezTo>
                <a:cubicBezTo>
                  <a:pt x="435" y="81"/>
                  <a:pt x="365" y="63"/>
                  <a:pt x="295" y="50"/>
                </a:cubicBezTo>
                <a:cubicBezTo>
                  <a:pt x="204" y="33"/>
                  <a:pt x="109" y="24"/>
                  <a:pt x="11" y="22"/>
                </a:cubicBezTo>
                <a:cubicBezTo>
                  <a:pt x="5" y="22"/>
                  <a:pt x="0" y="17"/>
                  <a:pt x="0" y="11"/>
                </a:cubicBezTo>
                <a:cubicBezTo>
                  <a:pt x="0" y="5"/>
                  <a:pt x="5" y="0"/>
                  <a:pt x="11" y="0"/>
                </a:cubicBezTo>
                <a:lnTo>
                  <a:pt x="11" y="0"/>
                </a:lnTo>
                <a:cubicBezTo>
                  <a:pt x="110" y="1"/>
                  <a:pt x="207" y="10"/>
                  <a:pt x="299" y="28"/>
                </a:cubicBezTo>
                <a:cubicBezTo>
                  <a:pt x="370" y="41"/>
                  <a:pt x="441" y="59"/>
                  <a:pt x="509" y="81"/>
                </a:cubicBezTo>
                <a:cubicBezTo>
                  <a:pt x="515" y="83"/>
                  <a:pt x="518" y="90"/>
                  <a:pt x="516" y="96"/>
                </a:cubicBezTo>
                <a:cubicBezTo>
                  <a:pt x="515" y="100"/>
                  <a:pt x="510" y="103"/>
                  <a:pt x="506" y="103"/>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89" name="Freeform 88">
            <a:extLst>
              <a:ext uri="{FF2B5EF4-FFF2-40B4-BE49-F238E27FC236}">
                <a16:creationId xmlns:a16="http://schemas.microsoft.com/office/drawing/2014/main" id="{9DD0043F-84F7-765C-056B-8C7CAAF84FCC}"/>
              </a:ext>
            </a:extLst>
          </p:cNvPr>
          <p:cNvSpPr>
            <a:spLocks/>
          </p:cNvSpPr>
          <p:nvPr/>
        </p:nvSpPr>
        <p:spPr bwMode="auto">
          <a:xfrm>
            <a:off x="5702886" y="3547603"/>
            <a:ext cx="443437" cy="79678"/>
          </a:xfrm>
          <a:custGeom>
            <a:avLst/>
            <a:gdLst>
              <a:gd name="T0" fmla="*/ 12 w 647"/>
              <a:gd name="T1" fmla="*/ 128 h 128"/>
              <a:gd name="T2" fmla="*/ 12 w 647"/>
              <a:gd name="T3" fmla="*/ 128 h 128"/>
              <a:gd name="T4" fmla="*/ 2 w 647"/>
              <a:gd name="T5" fmla="*/ 121 h 128"/>
              <a:gd name="T6" fmla="*/ 9 w 647"/>
              <a:gd name="T7" fmla="*/ 106 h 128"/>
              <a:gd name="T8" fmla="*/ 198 w 647"/>
              <a:gd name="T9" fmla="*/ 50 h 128"/>
              <a:gd name="T10" fmla="*/ 410 w 647"/>
              <a:gd name="T11" fmla="*/ 12 h 128"/>
              <a:gd name="T12" fmla="*/ 636 w 647"/>
              <a:gd name="T13" fmla="*/ 1 h 128"/>
              <a:gd name="T14" fmla="*/ 647 w 647"/>
              <a:gd name="T15" fmla="*/ 12 h 128"/>
              <a:gd name="T16" fmla="*/ 636 w 647"/>
              <a:gd name="T17" fmla="*/ 23 h 128"/>
              <a:gd name="T18" fmla="*/ 636 w 647"/>
              <a:gd name="T19" fmla="*/ 23 h 128"/>
              <a:gd name="T20" fmla="*/ 413 w 647"/>
              <a:gd name="T21" fmla="*/ 34 h 128"/>
              <a:gd name="T22" fmla="*/ 203 w 647"/>
              <a:gd name="T23" fmla="*/ 72 h 128"/>
              <a:gd name="T24" fmla="*/ 16 w 647"/>
              <a:gd name="T25" fmla="*/ 128 h 128"/>
              <a:gd name="T26" fmla="*/ 12 w 647"/>
              <a:gd name="T2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7" h="128">
                <a:moveTo>
                  <a:pt x="12" y="128"/>
                </a:moveTo>
                <a:lnTo>
                  <a:pt x="12" y="128"/>
                </a:lnTo>
                <a:cubicBezTo>
                  <a:pt x="8" y="128"/>
                  <a:pt x="3" y="126"/>
                  <a:pt x="2" y="121"/>
                </a:cubicBezTo>
                <a:cubicBezTo>
                  <a:pt x="0" y="115"/>
                  <a:pt x="3" y="108"/>
                  <a:pt x="9" y="106"/>
                </a:cubicBezTo>
                <a:cubicBezTo>
                  <a:pt x="70" y="84"/>
                  <a:pt x="134" y="65"/>
                  <a:pt x="198" y="50"/>
                </a:cubicBezTo>
                <a:cubicBezTo>
                  <a:pt x="268" y="33"/>
                  <a:pt x="339" y="20"/>
                  <a:pt x="410" y="12"/>
                </a:cubicBezTo>
                <a:cubicBezTo>
                  <a:pt x="483" y="4"/>
                  <a:pt x="559" y="0"/>
                  <a:pt x="636" y="1"/>
                </a:cubicBezTo>
                <a:cubicBezTo>
                  <a:pt x="642" y="1"/>
                  <a:pt x="647" y="6"/>
                  <a:pt x="647" y="12"/>
                </a:cubicBezTo>
                <a:cubicBezTo>
                  <a:pt x="647" y="18"/>
                  <a:pt x="642" y="23"/>
                  <a:pt x="636" y="23"/>
                </a:cubicBezTo>
                <a:lnTo>
                  <a:pt x="636" y="23"/>
                </a:lnTo>
                <a:cubicBezTo>
                  <a:pt x="559" y="23"/>
                  <a:pt x="485" y="26"/>
                  <a:pt x="413" y="34"/>
                </a:cubicBezTo>
                <a:cubicBezTo>
                  <a:pt x="343" y="42"/>
                  <a:pt x="272" y="55"/>
                  <a:pt x="203" y="72"/>
                </a:cubicBezTo>
                <a:cubicBezTo>
                  <a:pt x="140" y="87"/>
                  <a:pt x="77" y="106"/>
                  <a:pt x="16" y="128"/>
                </a:cubicBezTo>
                <a:cubicBezTo>
                  <a:pt x="15" y="128"/>
                  <a:pt x="14" y="128"/>
                  <a:pt x="12" y="128"/>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0" name="Freeform 89">
            <a:extLst>
              <a:ext uri="{FF2B5EF4-FFF2-40B4-BE49-F238E27FC236}">
                <a16:creationId xmlns:a16="http://schemas.microsoft.com/office/drawing/2014/main" id="{5A425B76-E95E-A5D3-C6F3-08ACF2FDC052}"/>
              </a:ext>
            </a:extLst>
          </p:cNvPr>
          <p:cNvSpPr>
            <a:spLocks/>
          </p:cNvSpPr>
          <p:nvPr/>
        </p:nvSpPr>
        <p:spPr bwMode="auto">
          <a:xfrm>
            <a:off x="5040097" y="3850662"/>
            <a:ext cx="254069" cy="295946"/>
          </a:xfrm>
          <a:custGeom>
            <a:avLst/>
            <a:gdLst>
              <a:gd name="T0" fmla="*/ 13 w 370"/>
              <a:gd name="T1" fmla="*/ 478 h 478"/>
              <a:gd name="T2" fmla="*/ 13 w 370"/>
              <a:gd name="T3" fmla="*/ 478 h 478"/>
              <a:gd name="T4" fmla="*/ 8 w 370"/>
              <a:gd name="T5" fmla="*/ 477 h 478"/>
              <a:gd name="T6" fmla="*/ 3 w 370"/>
              <a:gd name="T7" fmla="*/ 461 h 478"/>
              <a:gd name="T8" fmla="*/ 123 w 370"/>
              <a:gd name="T9" fmla="*/ 267 h 478"/>
              <a:gd name="T10" fmla="*/ 350 w 370"/>
              <a:gd name="T11" fmla="*/ 5 h 478"/>
              <a:gd name="T12" fmla="*/ 366 w 370"/>
              <a:gd name="T13" fmla="*/ 5 h 478"/>
              <a:gd name="T14" fmla="*/ 365 w 370"/>
              <a:gd name="T15" fmla="*/ 21 h 478"/>
              <a:gd name="T16" fmla="*/ 142 w 370"/>
              <a:gd name="T17" fmla="*/ 281 h 478"/>
              <a:gd name="T18" fmla="*/ 23 w 370"/>
              <a:gd name="T19" fmla="*/ 472 h 478"/>
              <a:gd name="T20" fmla="*/ 13 w 370"/>
              <a:gd name="T21" fmla="*/ 478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0" h="478">
                <a:moveTo>
                  <a:pt x="13" y="478"/>
                </a:moveTo>
                <a:lnTo>
                  <a:pt x="13" y="478"/>
                </a:lnTo>
                <a:cubicBezTo>
                  <a:pt x="11" y="478"/>
                  <a:pt x="9" y="477"/>
                  <a:pt x="8" y="477"/>
                </a:cubicBezTo>
                <a:cubicBezTo>
                  <a:pt x="2" y="474"/>
                  <a:pt x="0" y="467"/>
                  <a:pt x="3" y="461"/>
                </a:cubicBezTo>
                <a:cubicBezTo>
                  <a:pt x="37" y="397"/>
                  <a:pt x="77" y="333"/>
                  <a:pt x="123" y="267"/>
                </a:cubicBezTo>
                <a:cubicBezTo>
                  <a:pt x="191" y="172"/>
                  <a:pt x="268" y="83"/>
                  <a:pt x="350" y="5"/>
                </a:cubicBezTo>
                <a:cubicBezTo>
                  <a:pt x="354" y="0"/>
                  <a:pt x="361" y="0"/>
                  <a:pt x="366" y="5"/>
                </a:cubicBezTo>
                <a:cubicBezTo>
                  <a:pt x="370" y="9"/>
                  <a:pt x="370" y="17"/>
                  <a:pt x="365" y="21"/>
                </a:cubicBezTo>
                <a:cubicBezTo>
                  <a:pt x="284" y="99"/>
                  <a:pt x="209" y="186"/>
                  <a:pt x="142" y="281"/>
                </a:cubicBezTo>
                <a:cubicBezTo>
                  <a:pt x="96" y="346"/>
                  <a:pt x="57" y="408"/>
                  <a:pt x="23" y="472"/>
                </a:cubicBezTo>
                <a:cubicBezTo>
                  <a:pt x="21" y="476"/>
                  <a:pt x="17" y="478"/>
                  <a:pt x="13" y="478"/>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1" name="Freeform 90">
            <a:extLst>
              <a:ext uri="{FF2B5EF4-FFF2-40B4-BE49-F238E27FC236}">
                <a16:creationId xmlns:a16="http://schemas.microsoft.com/office/drawing/2014/main" id="{05D49708-B138-8EAB-2C96-DFFD7DC0444C}"/>
              </a:ext>
            </a:extLst>
          </p:cNvPr>
          <p:cNvSpPr>
            <a:spLocks/>
          </p:cNvSpPr>
          <p:nvPr/>
        </p:nvSpPr>
        <p:spPr bwMode="auto">
          <a:xfrm>
            <a:off x="4901227" y="4479547"/>
            <a:ext cx="45764" cy="425421"/>
          </a:xfrm>
          <a:custGeom>
            <a:avLst/>
            <a:gdLst>
              <a:gd name="T0" fmla="*/ 55 w 67"/>
              <a:gd name="T1" fmla="*/ 686 h 686"/>
              <a:gd name="T2" fmla="*/ 55 w 67"/>
              <a:gd name="T3" fmla="*/ 686 h 686"/>
              <a:gd name="T4" fmla="*/ 44 w 67"/>
              <a:gd name="T5" fmla="*/ 677 h 686"/>
              <a:gd name="T6" fmla="*/ 6 w 67"/>
              <a:gd name="T7" fmla="*/ 435 h 686"/>
              <a:gd name="T8" fmla="*/ 0 w 67"/>
              <a:gd name="T9" fmla="*/ 267 h 686"/>
              <a:gd name="T10" fmla="*/ 20 w 67"/>
              <a:gd name="T11" fmla="*/ 10 h 686"/>
              <a:gd name="T12" fmla="*/ 33 w 67"/>
              <a:gd name="T13" fmla="*/ 1 h 686"/>
              <a:gd name="T14" fmla="*/ 43 w 67"/>
              <a:gd name="T15" fmla="*/ 14 h 686"/>
              <a:gd name="T16" fmla="*/ 23 w 67"/>
              <a:gd name="T17" fmla="*/ 267 h 686"/>
              <a:gd name="T18" fmla="*/ 29 w 67"/>
              <a:gd name="T19" fmla="*/ 433 h 686"/>
              <a:gd name="T20" fmla="*/ 66 w 67"/>
              <a:gd name="T21" fmla="*/ 672 h 686"/>
              <a:gd name="T22" fmla="*/ 57 w 67"/>
              <a:gd name="T23" fmla="*/ 685 h 686"/>
              <a:gd name="T24" fmla="*/ 55 w 67"/>
              <a:gd name="T25" fmla="*/ 686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686">
                <a:moveTo>
                  <a:pt x="55" y="686"/>
                </a:moveTo>
                <a:lnTo>
                  <a:pt x="55" y="686"/>
                </a:lnTo>
                <a:cubicBezTo>
                  <a:pt x="50" y="686"/>
                  <a:pt x="45" y="682"/>
                  <a:pt x="44" y="677"/>
                </a:cubicBezTo>
                <a:cubicBezTo>
                  <a:pt x="25" y="594"/>
                  <a:pt x="12" y="513"/>
                  <a:pt x="6" y="435"/>
                </a:cubicBezTo>
                <a:cubicBezTo>
                  <a:pt x="1" y="382"/>
                  <a:pt x="0" y="327"/>
                  <a:pt x="0" y="267"/>
                </a:cubicBezTo>
                <a:cubicBezTo>
                  <a:pt x="1" y="178"/>
                  <a:pt x="8" y="91"/>
                  <a:pt x="20" y="10"/>
                </a:cubicBezTo>
                <a:cubicBezTo>
                  <a:pt x="21" y="4"/>
                  <a:pt x="27" y="0"/>
                  <a:pt x="33" y="1"/>
                </a:cubicBezTo>
                <a:cubicBezTo>
                  <a:pt x="39" y="2"/>
                  <a:pt x="43" y="8"/>
                  <a:pt x="43" y="14"/>
                </a:cubicBezTo>
                <a:cubicBezTo>
                  <a:pt x="30" y="94"/>
                  <a:pt x="24" y="179"/>
                  <a:pt x="23" y="267"/>
                </a:cubicBezTo>
                <a:cubicBezTo>
                  <a:pt x="22" y="326"/>
                  <a:pt x="24" y="380"/>
                  <a:pt x="29" y="433"/>
                </a:cubicBezTo>
                <a:cubicBezTo>
                  <a:pt x="35" y="510"/>
                  <a:pt x="48" y="590"/>
                  <a:pt x="66" y="672"/>
                </a:cubicBezTo>
                <a:cubicBezTo>
                  <a:pt x="67" y="678"/>
                  <a:pt x="64" y="684"/>
                  <a:pt x="57" y="685"/>
                </a:cubicBezTo>
                <a:cubicBezTo>
                  <a:pt x="57" y="686"/>
                  <a:pt x="56" y="686"/>
                  <a:pt x="55" y="686"/>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2" name="Freeform 91">
            <a:extLst>
              <a:ext uri="{FF2B5EF4-FFF2-40B4-BE49-F238E27FC236}">
                <a16:creationId xmlns:a16="http://schemas.microsoft.com/office/drawing/2014/main" id="{BA0E98BF-B392-4871-3BEC-A9E82503BC65}"/>
              </a:ext>
            </a:extLst>
          </p:cNvPr>
          <p:cNvSpPr>
            <a:spLocks/>
          </p:cNvSpPr>
          <p:nvPr/>
        </p:nvSpPr>
        <p:spPr bwMode="auto">
          <a:xfrm>
            <a:off x="5101643" y="5253559"/>
            <a:ext cx="498669" cy="395543"/>
          </a:xfrm>
          <a:custGeom>
            <a:avLst/>
            <a:gdLst>
              <a:gd name="T0" fmla="*/ 712 w 725"/>
              <a:gd name="T1" fmla="*/ 639 h 639"/>
              <a:gd name="T2" fmla="*/ 712 w 725"/>
              <a:gd name="T3" fmla="*/ 639 h 639"/>
              <a:gd name="T4" fmla="*/ 707 w 725"/>
              <a:gd name="T5" fmla="*/ 638 h 639"/>
              <a:gd name="T6" fmla="*/ 483 w 725"/>
              <a:gd name="T7" fmla="*/ 507 h 639"/>
              <a:gd name="T8" fmla="*/ 290 w 725"/>
              <a:gd name="T9" fmla="*/ 354 h 639"/>
              <a:gd name="T10" fmla="*/ 134 w 725"/>
              <a:gd name="T11" fmla="*/ 193 h 639"/>
              <a:gd name="T12" fmla="*/ 3 w 725"/>
              <a:gd name="T13" fmla="*/ 19 h 639"/>
              <a:gd name="T14" fmla="*/ 6 w 725"/>
              <a:gd name="T15" fmla="*/ 4 h 639"/>
              <a:gd name="T16" fmla="*/ 22 w 725"/>
              <a:gd name="T17" fmla="*/ 7 h 639"/>
              <a:gd name="T18" fmla="*/ 151 w 725"/>
              <a:gd name="T19" fmla="*/ 178 h 639"/>
              <a:gd name="T20" fmla="*/ 305 w 725"/>
              <a:gd name="T21" fmla="*/ 337 h 639"/>
              <a:gd name="T22" fmla="*/ 496 w 725"/>
              <a:gd name="T23" fmla="*/ 488 h 639"/>
              <a:gd name="T24" fmla="*/ 717 w 725"/>
              <a:gd name="T25" fmla="*/ 617 h 639"/>
              <a:gd name="T26" fmla="*/ 722 w 725"/>
              <a:gd name="T27" fmla="*/ 632 h 639"/>
              <a:gd name="T28" fmla="*/ 712 w 725"/>
              <a:gd name="T29" fmla="*/ 639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5" h="639">
                <a:moveTo>
                  <a:pt x="712" y="639"/>
                </a:moveTo>
                <a:lnTo>
                  <a:pt x="712" y="639"/>
                </a:lnTo>
                <a:cubicBezTo>
                  <a:pt x="710" y="639"/>
                  <a:pt x="709" y="638"/>
                  <a:pt x="707" y="638"/>
                </a:cubicBezTo>
                <a:cubicBezTo>
                  <a:pt x="630" y="600"/>
                  <a:pt x="554" y="556"/>
                  <a:pt x="483" y="507"/>
                </a:cubicBezTo>
                <a:cubicBezTo>
                  <a:pt x="415" y="461"/>
                  <a:pt x="351" y="409"/>
                  <a:pt x="290" y="354"/>
                </a:cubicBezTo>
                <a:cubicBezTo>
                  <a:pt x="235" y="304"/>
                  <a:pt x="182" y="250"/>
                  <a:pt x="134" y="193"/>
                </a:cubicBezTo>
                <a:cubicBezTo>
                  <a:pt x="87" y="138"/>
                  <a:pt x="43" y="80"/>
                  <a:pt x="3" y="19"/>
                </a:cubicBezTo>
                <a:cubicBezTo>
                  <a:pt x="0" y="14"/>
                  <a:pt x="1" y="7"/>
                  <a:pt x="6" y="4"/>
                </a:cubicBezTo>
                <a:cubicBezTo>
                  <a:pt x="11" y="0"/>
                  <a:pt x="19" y="2"/>
                  <a:pt x="22" y="7"/>
                </a:cubicBezTo>
                <a:cubicBezTo>
                  <a:pt x="61" y="66"/>
                  <a:pt x="105" y="124"/>
                  <a:pt x="151" y="178"/>
                </a:cubicBezTo>
                <a:cubicBezTo>
                  <a:pt x="199" y="234"/>
                  <a:pt x="251" y="288"/>
                  <a:pt x="305" y="337"/>
                </a:cubicBezTo>
                <a:cubicBezTo>
                  <a:pt x="365" y="392"/>
                  <a:pt x="429" y="442"/>
                  <a:pt x="496" y="488"/>
                </a:cubicBezTo>
                <a:cubicBezTo>
                  <a:pt x="566" y="536"/>
                  <a:pt x="641" y="580"/>
                  <a:pt x="717" y="617"/>
                </a:cubicBezTo>
                <a:cubicBezTo>
                  <a:pt x="723" y="620"/>
                  <a:pt x="725" y="627"/>
                  <a:pt x="722" y="632"/>
                </a:cubicBezTo>
                <a:cubicBezTo>
                  <a:pt x="720" y="636"/>
                  <a:pt x="716" y="639"/>
                  <a:pt x="712" y="639"/>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3" name="Freeform 92">
            <a:extLst>
              <a:ext uri="{FF2B5EF4-FFF2-40B4-BE49-F238E27FC236}">
                <a16:creationId xmlns:a16="http://schemas.microsoft.com/office/drawing/2014/main" id="{49DD62C5-070B-18C9-F05F-8E522806A8A6}"/>
              </a:ext>
            </a:extLst>
          </p:cNvPr>
          <p:cNvSpPr>
            <a:spLocks/>
          </p:cNvSpPr>
          <p:nvPr/>
        </p:nvSpPr>
        <p:spPr bwMode="auto">
          <a:xfrm>
            <a:off x="5829132" y="5714551"/>
            <a:ext cx="296676" cy="46953"/>
          </a:xfrm>
          <a:custGeom>
            <a:avLst/>
            <a:gdLst>
              <a:gd name="T0" fmla="*/ 423 w 434"/>
              <a:gd name="T1" fmla="*/ 74 h 74"/>
              <a:gd name="T2" fmla="*/ 423 w 434"/>
              <a:gd name="T3" fmla="*/ 74 h 74"/>
              <a:gd name="T4" fmla="*/ 423 w 434"/>
              <a:gd name="T5" fmla="*/ 74 h 74"/>
              <a:gd name="T6" fmla="*/ 217 w 434"/>
              <a:gd name="T7" fmla="*/ 61 h 74"/>
              <a:gd name="T8" fmla="*/ 9 w 434"/>
              <a:gd name="T9" fmla="*/ 23 h 74"/>
              <a:gd name="T10" fmla="*/ 1 w 434"/>
              <a:gd name="T11" fmla="*/ 10 h 74"/>
              <a:gd name="T12" fmla="*/ 15 w 434"/>
              <a:gd name="T13" fmla="*/ 1 h 74"/>
              <a:gd name="T14" fmla="*/ 220 w 434"/>
              <a:gd name="T15" fmla="*/ 38 h 74"/>
              <a:gd name="T16" fmla="*/ 423 w 434"/>
              <a:gd name="T17" fmla="*/ 51 h 74"/>
              <a:gd name="T18" fmla="*/ 434 w 434"/>
              <a:gd name="T19" fmla="*/ 63 h 74"/>
              <a:gd name="T20" fmla="*/ 423 w 434"/>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4" h="74">
                <a:moveTo>
                  <a:pt x="423" y="74"/>
                </a:moveTo>
                <a:lnTo>
                  <a:pt x="423" y="74"/>
                </a:lnTo>
                <a:lnTo>
                  <a:pt x="423" y="74"/>
                </a:lnTo>
                <a:cubicBezTo>
                  <a:pt x="354" y="73"/>
                  <a:pt x="285" y="69"/>
                  <a:pt x="217" y="61"/>
                </a:cubicBezTo>
                <a:cubicBezTo>
                  <a:pt x="147" y="52"/>
                  <a:pt x="77" y="40"/>
                  <a:pt x="9" y="23"/>
                </a:cubicBezTo>
                <a:cubicBezTo>
                  <a:pt x="3" y="22"/>
                  <a:pt x="0" y="16"/>
                  <a:pt x="1" y="10"/>
                </a:cubicBezTo>
                <a:cubicBezTo>
                  <a:pt x="3" y="3"/>
                  <a:pt x="9" y="0"/>
                  <a:pt x="15" y="1"/>
                </a:cubicBezTo>
                <a:cubicBezTo>
                  <a:pt x="82" y="17"/>
                  <a:pt x="151" y="30"/>
                  <a:pt x="220" y="38"/>
                </a:cubicBezTo>
                <a:cubicBezTo>
                  <a:pt x="287" y="46"/>
                  <a:pt x="355" y="51"/>
                  <a:pt x="423" y="51"/>
                </a:cubicBezTo>
                <a:cubicBezTo>
                  <a:pt x="429" y="51"/>
                  <a:pt x="434" y="56"/>
                  <a:pt x="434" y="63"/>
                </a:cubicBezTo>
                <a:cubicBezTo>
                  <a:pt x="434" y="69"/>
                  <a:pt x="429" y="74"/>
                  <a:pt x="423" y="74"/>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4" name="Freeform 93">
            <a:extLst>
              <a:ext uri="{FF2B5EF4-FFF2-40B4-BE49-F238E27FC236}">
                <a16:creationId xmlns:a16="http://schemas.microsoft.com/office/drawing/2014/main" id="{32F59C30-46E7-79D3-F5C2-A9D55AAD9BAC}"/>
              </a:ext>
            </a:extLst>
          </p:cNvPr>
          <p:cNvSpPr>
            <a:spLocks/>
          </p:cNvSpPr>
          <p:nvPr/>
        </p:nvSpPr>
        <p:spPr bwMode="auto">
          <a:xfrm>
            <a:off x="6371986" y="5394418"/>
            <a:ext cx="656476" cy="342898"/>
          </a:xfrm>
          <a:custGeom>
            <a:avLst/>
            <a:gdLst>
              <a:gd name="T0" fmla="*/ 12 w 957"/>
              <a:gd name="T1" fmla="*/ 553 h 553"/>
              <a:gd name="T2" fmla="*/ 12 w 957"/>
              <a:gd name="T3" fmla="*/ 553 h 553"/>
              <a:gd name="T4" fmla="*/ 1 w 957"/>
              <a:gd name="T5" fmla="*/ 544 h 553"/>
              <a:gd name="T6" fmla="*/ 10 w 957"/>
              <a:gd name="T7" fmla="*/ 531 h 553"/>
              <a:gd name="T8" fmla="*/ 180 w 957"/>
              <a:gd name="T9" fmla="*/ 486 h 553"/>
              <a:gd name="T10" fmla="*/ 359 w 957"/>
              <a:gd name="T11" fmla="*/ 417 h 553"/>
              <a:gd name="T12" fmla="*/ 564 w 957"/>
              <a:gd name="T13" fmla="*/ 309 h 553"/>
              <a:gd name="T14" fmla="*/ 789 w 957"/>
              <a:gd name="T15" fmla="*/ 145 h 553"/>
              <a:gd name="T16" fmla="*/ 936 w 957"/>
              <a:gd name="T17" fmla="*/ 4 h 553"/>
              <a:gd name="T18" fmla="*/ 952 w 957"/>
              <a:gd name="T19" fmla="*/ 4 h 553"/>
              <a:gd name="T20" fmla="*/ 953 w 957"/>
              <a:gd name="T21" fmla="*/ 20 h 553"/>
              <a:gd name="T22" fmla="*/ 804 w 957"/>
              <a:gd name="T23" fmla="*/ 162 h 553"/>
              <a:gd name="T24" fmla="*/ 576 w 957"/>
              <a:gd name="T25" fmla="*/ 329 h 553"/>
              <a:gd name="T26" fmla="*/ 369 w 957"/>
              <a:gd name="T27" fmla="*/ 438 h 553"/>
              <a:gd name="T28" fmla="*/ 187 w 957"/>
              <a:gd name="T29" fmla="*/ 508 h 553"/>
              <a:gd name="T30" fmla="*/ 15 w 957"/>
              <a:gd name="T31" fmla="*/ 553 h 553"/>
              <a:gd name="T32" fmla="*/ 12 w 957"/>
              <a:gd name="T33" fmla="*/ 553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7" h="553">
                <a:moveTo>
                  <a:pt x="12" y="553"/>
                </a:moveTo>
                <a:lnTo>
                  <a:pt x="12" y="553"/>
                </a:lnTo>
                <a:cubicBezTo>
                  <a:pt x="7" y="553"/>
                  <a:pt x="2" y="550"/>
                  <a:pt x="1" y="544"/>
                </a:cubicBezTo>
                <a:cubicBezTo>
                  <a:pt x="0" y="538"/>
                  <a:pt x="4" y="532"/>
                  <a:pt x="10" y="531"/>
                </a:cubicBezTo>
                <a:cubicBezTo>
                  <a:pt x="67" y="519"/>
                  <a:pt x="124" y="504"/>
                  <a:pt x="180" y="486"/>
                </a:cubicBezTo>
                <a:cubicBezTo>
                  <a:pt x="241" y="466"/>
                  <a:pt x="301" y="443"/>
                  <a:pt x="359" y="417"/>
                </a:cubicBezTo>
                <a:cubicBezTo>
                  <a:pt x="430" y="386"/>
                  <a:pt x="499" y="350"/>
                  <a:pt x="564" y="309"/>
                </a:cubicBezTo>
                <a:cubicBezTo>
                  <a:pt x="642" y="261"/>
                  <a:pt x="717" y="206"/>
                  <a:pt x="789" y="145"/>
                </a:cubicBezTo>
                <a:cubicBezTo>
                  <a:pt x="841" y="100"/>
                  <a:pt x="891" y="53"/>
                  <a:pt x="936" y="4"/>
                </a:cubicBezTo>
                <a:cubicBezTo>
                  <a:pt x="941" y="0"/>
                  <a:pt x="948" y="0"/>
                  <a:pt x="952" y="4"/>
                </a:cubicBezTo>
                <a:cubicBezTo>
                  <a:pt x="957" y="8"/>
                  <a:pt x="957" y="15"/>
                  <a:pt x="953" y="20"/>
                </a:cubicBezTo>
                <a:cubicBezTo>
                  <a:pt x="907" y="69"/>
                  <a:pt x="857" y="117"/>
                  <a:pt x="804" y="162"/>
                </a:cubicBezTo>
                <a:cubicBezTo>
                  <a:pt x="731" y="224"/>
                  <a:pt x="655" y="280"/>
                  <a:pt x="576" y="329"/>
                </a:cubicBezTo>
                <a:cubicBezTo>
                  <a:pt x="510" y="369"/>
                  <a:pt x="440" y="406"/>
                  <a:pt x="369" y="438"/>
                </a:cubicBezTo>
                <a:cubicBezTo>
                  <a:pt x="310" y="464"/>
                  <a:pt x="248" y="488"/>
                  <a:pt x="187" y="508"/>
                </a:cubicBezTo>
                <a:cubicBezTo>
                  <a:pt x="130" y="526"/>
                  <a:pt x="72" y="541"/>
                  <a:pt x="15" y="553"/>
                </a:cubicBezTo>
                <a:cubicBezTo>
                  <a:pt x="14" y="553"/>
                  <a:pt x="13" y="553"/>
                  <a:pt x="12" y="553"/>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5" name="Freeform 94">
            <a:extLst>
              <a:ext uri="{FF2B5EF4-FFF2-40B4-BE49-F238E27FC236}">
                <a16:creationId xmlns:a16="http://schemas.microsoft.com/office/drawing/2014/main" id="{C5E49D86-8E58-D1F1-0102-9676587FB304}"/>
              </a:ext>
            </a:extLst>
          </p:cNvPr>
          <p:cNvSpPr>
            <a:spLocks/>
          </p:cNvSpPr>
          <p:nvPr/>
        </p:nvSpPr>
        <p:spPr bwMode="auto">
          <a:xfrm>
            <a:off x="7220987" y="4782607"/>
            <a:ext cx="123089" cy="345744"/>
          </a:xfrm>
          <a:custGeom>
            <a:avLst/>
            <a:gdLst>
              <a:gd name="T0" fmla="*/ 13 w 180"/>
              <a:gd name="T1" fmla="*/ 559 h 559"/>
              <a:gd name="T2" fmla="*/ 13 w 180"/>
              <a:gd name="T3" fmla="*/ 559 h 559"/>
              <a:gd name="T4" fmla="*/ 8 w 180"/>
              <a:gd name="T5" fmla="*/ 558 h 559"/>
              <a:gd name="T6" fmla="*/ 3 w 180"/>
              <a:gd name="T7" fmla="*/ 543 h 559"/>
              <a:gd name="T8" fmla="*/ 118 w 180"/>
              <a:gd name="T9" fmla="*/ 217 h 559"/>
              <a:gd name="T10" fmla="*/ 157 w 180"/>
              <a:gd name="T11" fmla="*/ 11 h 559"/>
              <a:gd name="T12" fmla="*/ 169 w 180"/>
              <a:gd name="T13" fmla="*/ 1 h 559"/>
              <a:gd name="T14" fmla="*/ 179 w 180"/>
              <a:gd name="T15" fmla="*/ 13 h 559"/>
              <a:gd name="T16" fmla="*/ 140 w 180"/>
              <a:gd name="T17" fmla="*/ 223 h 559"/>
              <a:gd name="T18" fmla="*/ 23 w 180"/>
              <a:gd name="T19" fmla="*/ 552 h 559"/>
              <a:gd name="T20" fmla="*/ 13 w 180"/>
              <a:gd name="T21" fmla="*/ 559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0" h="559">
                <a:moveTo>
                  <a:pt x="13" y="559"/>
                </a:moveTo>
                <a:lnTo>
                  <a:pt x="13" y="559"/>
                </a:lnTo>
                <a:cubicBezTo>
                  <a:pt x="11" y="559"/>
                  <a:pt x="10" y="559"/>
                  <a:pt x="8" y="558"/>
                </a:cubicBezTo>
                <a:cubicBezTo>
                  <a:pt x="2" y="555"/>
                  <a:pt x="0" y="548"/>
                  <a:pt x="3" y="543"/>
                </a:cubicBezTo>
                <a:cubicBezTo>
                  <a:pt x="50" y="441"/>
                  <a:pt x="89" y="331"/>
                  <a:pt x="118" y="217"/>
                </a:cubicBezTo>
                <a:cubicBezTo>
                  <a:pt x="136" y="145"/>
                  <a:pt x="148" y="77"/>
                  <a:pt x="157" y="11"/>
                </a:cubicBezTo>
                <a:cubicBezTo>
                  <a:pt x="158" y="4"/>
                  <a:pt x="163" y="0"/>
                  <a:pt x="169" y="1"/>
                </a:cubicBezTo>
                <a:cubicBezTo>
                  <a:pt x="176" y="2"/>
                  <a:pt x="180" y="7"/>
                  <a:pt x="179" y="13"/>
                </a:cubicBezTo>
                <a:cubicBezTo>
                  <a:pt x="171" y="81"/>
                  <a:pt x="158" y="149"/>
                  <a:pt x="140" y="223"/>
                </a:cubicBezTo>
                <a:cubicBezTo>
                  <a:pt x="111" y="338"/>
                  <a:pt x="72" y="449"/>
                  <a:pt x="23" y="552"/>
                </a:cubicBezTo>
                <a:cubicBezTo>
                  <a:pt x="21" y="556"/>
                  <a:pt x="17" y="559"/>
                  <a:pt x="13" y="559"/>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6" name="Freeform 95">
            <a:extLst>
              <a:ext uri="{FF2B5EF4-FFF2-40B4-BE49-F238E27FC236}">
                <a16:creationId xmlns:a16="http://schemas.microsoft.com/office/drawing/2014/main" id="{AEFAEACB-BAC4-0A41-66D4-B07E977A3CF0}"/>
              </a:ext>
            </a:extLst>
          </p:cNvPr>
          <p:cNvSpPr>
            <a:spLocks/>
          </p:cNvSpPr>
          <p:nvPr/>
        </p:nvSpPr>
        <p:spPr bwMode="auto">
          <a:xfrm>
            <a:off x="6979542" y="3869159"/>
            <a:ext cx="345597" cy="556321"/>
          </a:xfrm>
          <a:custGeom>
            <a:avLst/>
            <a:gdLst>
              <a:gd name="T0" fmla="*/ 492 w 505"/>
              <a:gd name="T1" fmla="*/ 899 h 899"/>
              <a:gd name="T2" fmla="*/ 492 w 505"/>
              <a:gd name="T3" fmla="*/ 899 h 899"/>
              <a:gd name="T4" fmla="*/ 481 w 505"/>
              <a:gd name="T5" fmla="*/ 890 h 899"/>
              <a:gd name="T6" fmla="*/ 390 w 505"/>
              <a:gd name="T7" fmla="*/ 599 h 899"/>
              <a:gd name="T8" fmla="*/ 212 w 505"/>
              <a:gd name="T9" fmla="*/ 272 h 899"/>
              <a:gd name="T10" fmla="*/ 4 w 505"/>
              <a:gd name="T11" fmla="*/ 21 h 899"/>
              <a:gd name="T12" fmla="*/ 4 w 505"/>
              <a:gd name="T13" fmla="*/ 5 h 899"/>
              <a:gd name="T14" fmla="*/ 20 w 505"/>
              <a:gd name="T15" fmla="*/ 5 h 899"/>
              <a:gd name="T16" fmla="*/ 231 w 505"/>
              <a:gd name="T17" fmla="*/ 259 h 899"/>
              <a:gd name="T18" fmla="*/ 411 w 505"/>
              <a:gd name="T19" fmla="*/ 590 h 899"/>
              <a:gd name="T20" fmla="*/ 503 w 505"/>
              <a:gd name="T21" fmla="*/ 885 h 899"/>
              <a:gd name="T22" fmla="*/ 495 w 505"/>
              <a:gd name="T23" fmla="*/ 898 h 899"/>
              <a:gd name="T24" fmla="*/ 492 w 505"/>
              <a:gd name="T25" fmla="*/ 899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5" h="899">
                <a:moveTo>
                  <a:pt x="492" y="899"/>
                </a:moveTo>
                <a:lnTo>
                  <a:pt x="492" y="899"/>
                </a:lnTo>
                <a:cubicBezTo>
                  <a:pt x="487" y="899"/>
                  <a:pt x="482" y="895"/>
                  <a:pt x="481" y="890"/>
                </a:cubicBezTo>
                <a:cubicBezTo>
                  <a:pt x="459" y="791"/>
                  <a:pt x="429" y="693"/>
                  <a:pt x="390" y="599"/>
                </a:cubicBezTo>
                <a:cubicBezTo>
                  <a:pt x="343" y="484"/>
                  <a:pt x="283" y="374"/>
                  <a:pt x="212" y="272"/>
                </a:cubicBezTo>
                <a:cubicBezTo>
                  <a:pt x="151" y="182"/>
                  <a:pt x="81" y="98"/>
                  <a:pt x="4" y="21"/>
                </a:cubicBezTo>
                <a:cubicBezTo>
                  <a:pt x="0" y="16"/>
                  <a:pt x="0" y="9"/>
                  <a:pt x="4" y="5"/>
                </a:cubicBezTo>
                <a:cubicBezTo>
                  <a:pt x="9" y="0"/>
                  <a:pt x="16" y="0"/>
                  <a:pt x="20" y="5"/>
                </a:cubicBezTo>
                <a:cubicBezTo>
                  <a:pt x="98" y="83"/>
                  <a:pt x="169" y="168"/>
                  <a:pt x="231" y="259"/>
                </a:cubicBezTo>
                <a:cubicBezTo>
                  <a:pt x="303" y="363"/>
                  <a:pt x="363" y="474"/>
                  <a:pt x="411" y="590"/>
                </a:cubicBezTo>
                <a:cubicBezTo>
                  <a:pt x="450" y="685"/>
                  <a:pt x="481" y="784"/>
                  <a:pt x="503" y="885"/>
                </a:cubicBezTo>
                <a:cubicBezTo>
                  <a:pt x="505" y="891"/>
                  <a:pt x="501" y="897"/>
                  <a:pt x="495" y="898"/>
                </a:cubicBezTo>
                <a:cubicBezTo>
                  <a:pt x="494" y="898"/>
                  <a:pt x="493" y="899"/>
                  <a:pt x="492" y="899"/>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7" name="Freeform 96">
            <a:extLst>
              <a:ext uri="{FF2B5EF4-FFF2-40B4-BE49-F238E27FC236}">
                <a16:creationId xmlns:a16="http://schemas.microsoft.com/office/drawing/2014/main" id="{88CD8EEB-40EE-09DF-29CE-5483BE46A94A}"/>
              </a:ext>
            </a:extLst>
          </p:cNvPr>
          <p:cNvSpPr>
            <a:spLocks/>
          </p:cNvSpPr>
          <p:nvPr/>
        </p:nvSpPr>
        <p:spPr bwMode="auto">
          <a:xfrm>
            <a:off x="6498232" y="3600247"/>
            <a:ext cx="110464" cy="46953"/>
          </a:xfrm>
          <a:custGeom>
            <a:avLst/>
            <a:gdLst>
              <a:gd name="T0" fmla="*/ 148 w 161"/>
              <a:gd name="T1" fmla="*/ 75 h 75"/>
              <a:gd name="T2" fmla="*/ 148 w 161"/>
              <a:gd name="T3" fmla="*/ 75 h 75"/>
              <a:gd name="T4" fmla="*/ 144 w 161"/>
              <a:gd name="T5" fmla="*/ 74 h 75"/>
              <a:gd name="T6" fmla="*/ 9 w 161"/>
              <a:gd name="T7" fmla="*/ 24 h 75"/>
              <a:gd name="T8" fmla="*/ 2 w 161"/>
              <a:gd name="T9" fmla="*/ 10 h 75"/>
              <a:gd name="T10" fmla="*/ 16 w 161"/>
              <a:gd name="T11" fmla="*/ 2 h 75"/>
              <a:gd name="T12" fmla="*/ 153 w 161"/>
              <a:gd name="T13" fmla="*/ 53 h 75"/>
              <a:gd name="T14" fmla="*/ 159 w 161"/>
              <a:gd name="T15" fmla="*/ 68 h 75"/>
              <a:gd name="T16" fmla="*/ 148 w 161"/>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75">
                <a:moveTo>
                  <a:pt x="148" y="75"/>
                </a:moveTo>
                <a:lnTo>
                  <a:pt x="148" y="75"/>
                </a:lnTo>
                <a:cubicBezTo>
                  <a:pt x="147" y="75"/>
                  <a:pt x="145" y="75"/>
                  <a:pt x="144" y="74"/>
                </a:cubicBezTo>
                <a:cubicBezTo>
                  <a:pt x="101" y="56"/>
                  <a:pt x="56" y="39"/>
                  <a:pt x="9" y="24"/>
                </a:cubicBezTo>
                <a:cubicBezTo>
                  <a:pt x="3" y="22"/>
                  <a:pt x="0" y="16"/>
                  <a:pt x="2" y="10"/>
                </a:cubicBezTo>
                <a:cubicBezTo>
                  <a:pt x="4" y="4"/>
                  <a:pt x="11" y="0"/>
                  <a:pt x="16" y="2"/>
                </a:cubicBezTo>
                <a:cubicBezTo>
                  <a:pt x="64" y="18"/>
                  <a:pt x="109" y="35"/>
                  <a:pt x="153" y="53"/>
                </a:cubicBezTo>
                <a:cubicBezTo>
                  <a:pt x="158" y="56"/>
                  <a:pt x="161" y="62"/>
                  <a:pt x="159" y="68"/>
                </a:cubicBezTo>
                <a:cubicBezTo>
                  <a:pt x="157" y="73"/>
                  <a:pt x="153" y="75"/>
                  <a:pt x="148" y="75"/>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8" name="Freeform 97">
            <a:extLst>
              <a:ext uri="{FF2B5EF4-FFF2-40B4-BE49-F238E27FC236}">
                <a16:creationId xmlns:a16="http://schemas.microsoft.com/office/drawing/2014/main" id="{9F44F531-8D66-C77D-F9E7-0EC618153F2F}"/>
              </a:ext>
            </a:extLst>
          </p:cNvPr>
          <p:cNvSpPr>
            <a:spLocks/>
          </p:cNvSpPr>
          <p:nvPr/>
        </p:nvSpPr>
        <p:spPr bwMode="auto">
          <a:xfrm>
            <a:off x="4959616" y="3472194"/>
            <a:ext cx="1021009" cy="637421"/>
          </a:xfrm>
          <a:custGeom>
            <a:avLst/>
            <a:gdLst>
              <a:gd name="T0" fmla="*/ 13 w 1489"/>
              <a:gd name="T1" fmla="*/ 1030 h 1030"/>
              <a:gd name="T2" fmla="*/ 13 w 1489"/>
              <a:gd name="T3" fmla="*/ 1030 h 1030"/>
              <a:gd name="T4" fmla="*/ 8 w 1489"/>
              <a:gd name="T5" fmla="*/ 1028 h 1030"/>
              <a:gd name="T6" fmla="*/ 3 w 1489"/>
              <a:gd name="T7" fmla="*/ 1013 h 1030"/>
              <a:gd name="T8" fmla="*/ 131 w 1489"/>
              <a:gd name="T9" fmla="*/ 806 h 1030"/>
              <a:gd name="T10" fmla="*/ 373 w 1489"/>
              <a:gd name="T11" fmla="*/ 523 h 1030"/>
              <a:gd name="T12" fmla="*/ 637 w 1489"/>
              <a:gd name="T13" fmla="*/ 311 h 1030"/>
              <a:gd name="T14" fmla="*/ 910 w 1489"/>
              <a:gd name="T15" fmla="*/ 158 h 1030"/>
              <a:gd name="T16" fmla="*/ 1044 w 1489"/>
              <a:gd name="T17" fmla="*/ 103 h 1030"/>
              <a:gd name="T18" fmla="*/ 1247 w 1489"/>
              <a:gd name="T19" fmla="*/ 42 h 1030"/>
              <a:gd name="T20" fmla="*/ 1476 w 1489"/>
              <a:gd name="T21" fmla="*/ 1 h 1030"/>
              <a:gd name="T22" fmla="*/ 1488 w 1489"/>
              <a:gd name="T23" fmla="*/ 11 h 1030"/>
              <a:gd name="T24" fmla="*/ 1478 w 1489"/>
              <a:gd name="T25" fmla="*/ 24 h 1030"/>
              <a:gd name="T26" fmla="*/ 1253 w 1489"/>
              <a:gd name="T27" fmla="*/ 64 h 1030"/>
              <a:gd name="T28" fmla="*/ 1052 w 1489"/>
              <a:gd name="T29" fmla="*/ 125 h 1030"/>
              <a:gd name="T30" fmla="*/ 919 w 1489"/>
              <a:gd name="T31" fmla="*/ 179 h 1030"/>
              <a:gd name="T32" fmla="*/ 649 w 1489"/>
              <a:gd name="T33" fmla="*/ 330 h 1030"/>
              <a:gd name="T34" fmla="*/ 389 w 1489"/>
              <a:gd name="T35" fmla="*/ 539 h 1030"/>
              <a:gd name="T36" fmla="*/ 149 w 1489"/>
              <a:gd name="T37" fmla="*/ 819 h 1030"/>
              <a:gd name="T38" fmla="*/ 23 w 1489"/>
              <a:gd name="T39" fmla="*/ 1024 h 1030"/>
              <a:gd name="T40" fmla="*/ 13 w 1489"/>
              <a:gd name="T41"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89" h="1030">
                <a:moveTo>
                  <a:pt x="13" y="1030"/>
                </a:moveTo>
                <a:lnTo>
                  <a:pt x="13" y="1030"/>
                </a:lnTo>
                <a:cubicBezTo>
                  <a:pt x="11" y="1030"/>
                  <a:pt x="9" y="1029"/>
                  <a:pt x="8" y="1028"/>
                </a:cubicBezTo>
                <a:cubicBezTo>
                  <a:pt x="2" y="1025"/>
                  <a:pt x="0" y="1019"/>
                  <a:pt x="3" y="1013"/>
                </a:cubicBezTo>
                <a:cubicBezTo>
                  <a:pt x="39" y="944"/>
                  <a:pt x="82" y="875"/>
                  <a:pt x="131" y="806"/>
                </a:cubicBezTo>
                <a:cubicBezTo>
                  <a:pt x="203" y="703"/>
                  <a:pt x="285" y="608"/>
                  <a:pt x="373" y="523"/>
                </a:cubicBezTo>
                <a:cubicBezTo>
                  <a:pt x="455" y="445"/>
                  <a:pt x="543" y="373"/>
                  <a:pt x="637" y="311"/>
                </a:cubicBezTo>
                <a:cubicBezTo>
                  <a:pt x="723" y="253"/>
                  <a:pt x="815" y="201"/>
                  <a:pt x="910" y="158"/>
                </a:cubicBezTo>
                <a:cubicBezTo>
                  <a:pt x="954" y="138"/>
                  <a:pt x="999" y="120"/>
                  <a:pt x="1044" y="103"/>
                </a:cubicBezTo>
                <a:cubicBezTo>
                  <a:pt x="1111" y="79"/>
                  <a:pt x="1179" y="59"/>
                  <a:pt x="1247" y="42"/>
                </a:cubicBezTo>
                <a:cubicBezTo>
                  <a:pt x="1322" y="24"/>
                  <a:pt x="1399" y="10"/>
                  <a:pt x="1476" y="1"/>
                </a:cubicBezTo>
                <a:cubicBezTo>
                  <a:pt x="1482" y="0"/>
                  <a:pt x="1487" y="5"/>
                  <a:pt x="1488" y="11"/>
                </a:cubicBezTo>
                <a:cubicBezTo>
                  <a:pt x="1489" y="17"/>
                  <a:pt x="1485" y="23"/>
                  <a:pt x="1478" y="24"/>
                </a:cubicBezTo>
                <a:cubicBezTo>
                  <a:pt x="1403" y="33"/>
                  <a:pt x="1327" y="46"/>
                  <a:pt x="1253" y="64"/>
                </a:cubicBezTo>
                <a:cubicBezTo>
                  <a:pt x="1185" y="81"/>
                  <a:pt x="1118" y="101"/>
                  <a:pt x="1052" y="125"/>
                </a:cubicBezTo>
                <a:cubicBezTo>
                  <a:pt x="1007" y="141"/>
                  <a:pt x="962" y="159"/>
                  <a:pt x="919" y="179"/>
                </a:cubicBezTo>
                <a:cubicBezTo>
                  <a:pt x="826" y="222"/>
                  <a:pt x="735" y="272"/>
                  <a:pt x="649" y="330"/>
                </a:cubicBezTo>
                <a:cubicBezTo>
                  <a:pt x="557" y="392"/>
                  <a:pt x="469" y="462"/>
                  <a:pt x="389" y="539"/>
                </a:cubicBezTo>
                <a:cubicBezTo>
                  <a:pt x="302" y="623"/>
                  <a:pt x="221" y="717"/>
                  <a:pt x="149" y="819"/>
                </a:cubicBezTo>
                <a:cubicBezTo>
                  <a:pt x="101" y="887"/>
                  <a:pt x="59" y="956"/>
                  <a:pt x="23" y="1024"/>
                </a:cubicBezTo>
                <a:cubicBezTo>
                  <a:pt x="21" y="1027"/>
                  <a:pt x="17" y="1030"/>
                  <a:pt x="13" y="1030"/>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99" name="Freeform 98">
            <a:extLst>
              <a:ext uri="{FF2B5EF4-FFF2-40B4-BE49-F238E27FC236}">
                <a16:creationId xmlns:a16="http://schemas.microsoft.com/office/drawing/2014/main" id="{BB56E182-9CD6-7119-BD43-E4930C434CFE}"/>
              </a:ext>
            </a:extLst>
          </p:cNvPr>
          <p:cNvSpPr>
            <a:spLocks/>
          </p:cNvSpPr>
          <p:nvPr/>
        </p:nvSpPr>
        <p:spPr bwMode="auto">
          <a:xfrm>
            <a:off x="4841261" y="4910660"/>
            <a:ext cx="299833" cy="519328"/>
          </a:xfrm>
          <a:custGeom>
            <a:avLst/>
            <a:gdLst>
              <a:gd name="T0" fmla="*/ 424 w 436"/>
              <a:gd name="T1" fmla="*/ 840 h 840"/>
              <a:gd name="T2" fmla="*/ 424 w 436"/>
              <a:gd name="T3" fmla="*/ 840 h 840"/>
              <a:gd name="T4" fmla="*/ 415 w 436"/>
              <a:gd name="T5" fmla="*/ 836 h 840"/>
              <a:gd name="T6" fmla="*/ 274 w 436"/>
              <a:gd name="T7" fmla="*/ 650 h 840"/>
              <a:gd name="T8" fmla="*/ 139 w 436"/>
              <a:gd name="T9" fmla="*/ 411 h 840"/>
              <a:gd name="T10" fmla="*/ 48 w 436"/>
              <a:gd name="T11" fmla="*/ 185 h 840"/>
              <a:gd name="T12" fmla="*/ 1 w 436"/>
              <a:gd name="T13" fmla="*/ 15 h 840"/>
              <a:gd name="T14" fmla="*/ 10 w 436"/>
              <a:gd name="T15" fmla="*/ 1 h 840"/>
              <a:gd name="T16" fmla="*/ 23 w 436"/>
              <a:gd name="T17" fmla="*/ 10 h 840"/>
              <a:gd name="T18" fmla="*/ 69 w 436"/>
              <a:gd name="T19" fmla="*/ 178 h 840"/>
              <a:gd name="T20" fmla="*/ 159 w 436"/>
              <a:gd name="T21" fmla="*/ 401 h 840"/>
              <a:gd name="T22" fmla="*/ 293 w 436"/>
              <a:gd name="T23" fmla="*/ 637 h 840"/>
              <a:gd name="T24" fmla="*/ 432 w 436"/>
              <a:gd name="T25" fmla="*/ 821 h 840"/>
              <a:gd name="T26" fmla="*/ 431 w 436"/>
              <a:gd name="T27" fmla="*/ 837 h 840"/>
              <a:gd name="T28" fmla="*/ 424 w 436"/>
              <a:gd name="T29" fmla="*/ 84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6" h="840">
                <a:moveTo>
                  <a:pt x="424" y="840"/>
                </a:moveTo>
                <a:lnTo>
                  <a:pt x="424" y="840"/>
                </a:lnTo>
                <a:cubicBezTo>
                  <a:pt x="420" y="840"/>
                  <a:pt x="417" y="838"/>
                  <a:pt x="415" y="836"/>
                </a:cubicBezTo>
                <a:cubicBezTo>
                  <a:pt x="365" y="777"/>
                  <a:pt x="317" y="714"/>
                  <a:pt x="274" y="650"/>
                </a:cubicBezTo>
                <a:cubicBezTo>
                  <a:pt x="224" y="574"/>
                  <a:pt x="178" y="493"/>
                  <a:pt x="139" y="411"/>
                </a:cubicBezTo>
                <a:cubicBezTo>
                  <a:pt x="104" y="338"/>
                  <a:pt x="73" y="262"/>
                  <a:pt x="48" y="185"/>
                </a:cubicBezTo>
                <a:cubicBezTo>
                  <a:pt x="30" y="131"/>
                  <a:pt x="14" y="74"/>
                  <a:pt x="1" y="15"/>
                </a:cubicBezTo>
                <a:cubicBezTo>
                  <a:pt x="0" y="9"/>
                  <a:pt x="4" y="3"/>
                  <a:pt x="10" y="1"/>
                </a:cubicBezTo>
                <a:cubicBezTo>
                  <a:pt x="16" y="0"/>
                  <a:pt x="22" y="4"/>
                  <a:pt x="23" y="10"/>
                </a:cubicBezTo>
                <a:cubicBezTo>
                  <a:pt x="36" y="68"/>
                  <a:pt x="52" y="124"/>
                  <a:pt x="69" y="178"/>
                </a:cubicBezTo>
                <a:cubicBezTo>
                  <a:pt x="94" y="254"/>
                  <a:pt x="124" y="329"/>
                  <a:pt x="159" y="401"/>
                </a:cubicBezTo>
                <a:cubicBezTo>
                  <a:pt x="198" y="483"/>
                  <a:pt x="243" y="562"/>
                  <a:pt x="293" y="637"/>
                </a:cubicBezTo>
                <a:cubicBezTo>
                  <a:pt x="336" y="701"/>
                  <a:pt x="382" y="763"/>
                  <a:pt x="432" y="821"/>
                </a:cubicBezTo>
                <a:cubicBezTo>
                  <a:pt x="436" y="826"/>
                  <a:pt x="436" y="833"/>
                  <a:pt x="431" y="837"/>
                </a:cubicBezTo>
                <a:cubicBezTo>
                  <a:pt x="429" y="839"/>
                  <a:pt x="426" y="840"/>
                  <a:pt x="424" y="840"/>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0" name="Freeform 99">
            <a:extLst>
              <a:ext uri="{FF2B5EF4-FFF2-40B4-BE49-F238E27FC236}">
                <a16:creationId xmlns:a16="http://schemas.microsoft.com/office/drawing/2014/main" id="{F2A4BAEE-D538-E541-15BB-3B79AD4AC55A}"/>
              </a:ext>
            </a:extLst>
          </p:cNvPr>
          <p:cNvSpPr>
            <a:spLocks/>
          </p:cNvSpPr>
          <p:nvPr/>
        </p:nvSpPr>
        <p:spPr bwMode="auto">
          <a:xfrm>
            <a:off x="5690261" y="5762927"/>
            <a:ext cx="135713" cy="46953"/>
          </a:xfrm>
          <a:custGeom>
            <a:avLst/>
            <a:gdLst>
              <a:gd name="T0" fmla="*/ 185 w 198"/>
              <a:gd name="T1" fmla="*/ 75 h 75"/>
              <a:gd name="T2" fmla="*/ 185 w 198"/>
              <a:gd name="T3" fmla="*/ 75 h 75"/>
              <a:gd name="T4" fmla="*/ 182 w 198"/>
              <a:gd name="T5" fmla="*/ 75 h 75"/>
              <a:gd name="T6" fmla="*/ 9 w 198"/>
              <a:gd name="T7" fmla="*/ 24 h 75"/>
              <a:gd name="T8" fmla="*/ 2 w 198"/>
              <a:gd name="T9" fmla="*/ 10 h 75"/>
              <a:gd name="T10" fmla="*/ 17 w 198"/>
              <a:gd name="T11" fmla="*/ 3 h 75"/>
              <a:gd name="T12" fmla="*/ 188 w 198"/>
              <a:gd name="T13" fmla="*/ 53 h 75"/>
              <a:gd name="T14" fmla="*/ 196 w 198"/>
              <a:gd name="T15" fmla="*/ 67 h 75"/>
              <a:gd name="T16" fmla="*/ 185 w 198"/>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75">
                <a:moveTo>
                  <a:pt x="185" y="75"/>
                </a:moveTo>
                <a:lnTo>
                  <a:pt x="185" y="75"/>
                </a:lnTo>
                <a:cubicBezTo>
                  <a:pt x="184" y="75"/>
                  <a:pt x="183" y="75"/>
                  <a:pt x="182" y="75"/>
                </a:cubicBezTo>
                <a:cubicBezTo>
                  <a:pt x="124" y="61"/>
                  <a:pt x="66" y="44"/>
                  <a:pt x="9" y="24"/>
                </a:cubicBezTo>
                <a:cubicBezTo>
                  <a:pt x="3" y="22"/>
                  <a:pt x="0" y="15"/>
                  <a:pt x="2" y="10"/>
                </a:cubicBezTo>
                <a:cubicBezTo>
                  <a:pt x="4" y="4"/>
                  <a:pt x="11" y="0"/>
                  <a:pt x="17" y="3"/>
                </a:cubicBezTo>
                <a:cubicBezTo>
                  <a:pt x="73" y="22"/>
                  <a:pt x="130" y="39"/>
                  <a:pt x="188" y="53"/>
                </a:cubicBezTo>
                <a:cubicBezTo>
                  <a:pt x="194" y="54"/>
                  <a:pt x="198" y="60"/>
                  <a:pt x="196" y="67"/>
                </a:cubicBezTo>
                <a:cubicBezTo>
                  <a:pt x="195" y="72"/>
                  <a:pt x="190" y="75"/>
                  <a:pt x="185" y="75"/>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1" name="Freeform 100">
            <a:extLst>
              <a:ext uri="{FF2B5EF4-FFF2-40B4-BE49-F238E27FC236}">
                <a16:creationId xmlns:a16="http://schemas.microsoft.com/office/drawing/2014/main" id="{50F5FB98-8387-5438-188B-8A6ED1BEF622}"/>
              </a:ext>
            </a:extLst>
          </p:cNvPr>
          <p:cNvSpPr>
            <a:spLocks/>
          </p:cNvSpPr>
          <p:nvPr/>
        </p:nvSpPr>
        <p:spPr bwMode="auto">
          <a:xfrm>
            <a:off x="6113184" y="4653131"/>
            <a:ext cx="1331889" cy="1190897"/>
          </a:xfrm>
          <a:custGeom>
            <a:avLst/>
            <a:gdLst>
              <a:gd name="T0" fmla="*/ 20 w 1941"/>
              <a:gd name="T1" fmla="*/ 1923 h 1923"/>
              <a:gd name="T2" fmla="*/ 20 w 1941"/>
              <a:gd name="T3" fmla="*/ 1923 h 1923"/>
              <a:gd name="T4" fmla="*/ 11 w 1941"/>
              <a:gd name="T5" fmla="*/ 1923 h 1923"/>
              <a:gd name="T6" fmla="*/ 0 w 1941"/>
              <a:gd name="T7" fmla="*/ 1911 h 1923"/>
              <a:gd name="T8" fmla="*/ 11 w 1941"/>
              <a:gd name="T9" fmla="*/ 1900 h 1923"/>
              <a:gd name="T10" fmla="*/ 20 w 1941"/>
              <a:gd name="T11" fmla="*/ 1900 h 1923"/>
              <a:gd name="T12" fmla="*/ 236 w 1941"/>
              <a:gd name="T13" fmla="*/ 1888 h 1923"/>
              <a:gd name="T14" fmla="*/ 418 w 1941"/>
              <a:gd name="T15" fmla="*/ 1858 h 1923"/>
              <a:gd name="T16" fmla="*/ 601 w 1941"/>
              <a:gd name="T17" fmla="*/ 1810 h 1923"/>
              <a:gd name="T18" fmla="*/ 794 w 1941"/>
              <a:gd name="T19" fmla="*/ 1736 h 1923"/>
              <a:gd name="T20" fmla="*/ 1015 w 1941"/>
              <a:gd name="T21" fmla="*/ 1619 h 1923"/>
              <a:gd name="T22" fmla="*/ 1257 w 1941"/>
              <a:gd name="T23" fmla="*/ 1441 h 1923"/>
              <a:gd name="T24" fmla="*/ 1414 w 1941"/>
              <a:gd name="T25" fmla="*/ 1290 h 1923"/>
              <a:gd name="T26" fmla="*/ 1583 w 1941"/>
              <a:gd name="T27" fmla="*/ 1078 h 1923"/>
              <a:gd name="T28" fmla="*/ 1740 w 1941"/>
              <a:gd name="T29" fmla="*/ 804 h 1923"/>
              <a:gd name="T30" fmla="*/ 1863 w 1941"/>
              <a:gd name="T31" fmla="*/ 453 h 1923"/>
              <a:gd name="T32" fmla="*/ 1904 w 1941"/>
              <a:gd name="T33" fmla="*/ 233 h 1923"/>
              <a:gd name="T34" fmla="*/ 1918 w 1941"/>
              <a:gd name="T35" fmla="*/ 11 h 1923"/>
              <a:gd name="T36" fmla="*/ 1929 w 1941"/>
              <a:gd name="T37" fmla="*/ 0 h 1923"/>
              <a:gd name="T38" fmla="*/ 1941 w 1941"/>
              <a:gd name="T39" fmla="*/ 12 h 1923"/>
              <a:gd name="T40" fmla="*/ 1927 w 1941"/>
              <a:gd name="T41" fmla="*/ 236 h 1923"/>
              <a:gd name="T42" fmla="*/ 1885 w 1941"/>
              <a:gd name="T43" fmla="*/ 458 h 1923"/>
              <a:gd name="T44" fmla="*/ 1761 w 1941"/>
              <a:gd name="T45" fmla="*/ 814 h 1923"/>
              <a:gd name="T46" fmla="*/ 1602 w 1941"/>
              <a:gd name="T47" fmla="*/ 1091 h 1923"/>
              <a:gd name="T48" fmla="*/ 1430 w 1941"/>
              <a:gd name="T49" fmla="*/ 1306 h 1923"/>
              <a:gd name="T50" fmla="*/ 1271 w 1941"/>
              <a:gd name="T51" fmla="*/ 1459 h 1923"/>
              <a:gd name="T52" fmla="*/ 1027 w 1941"/>
              <a:gd name="T53" fmla="*/ 1638 h 1923"/>
              <a:gd name="T54" fmla="*/ 803 w 1941"/>
              <a:gd name="T55" fmla="*/ 1756 h 1923"/>
              <a:gd name="T56" fmla="*/ 608 w 1941"/>
              <a:gd name="T57" fmla="*/ 1831 h 1923"/>
              <a:gd name="T58" fmla="*/ 423 w 1941"/>
              <a:gd name="T59" fmla="*/ 1881 h 1923"/>
              <a:gd name="T60" fmla="*/ 239 w 1941"/>
              <a:gd name="T61" fmla="*/ 1910 h 1923"/>
              <a:gd name="T62" fmla="*/ 20 w 1941"/>
              <a:gd name="T63" fmla="*/ 1923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41" h="1923">
                <a:moveTo>
                  <a:pt x="20" y="1923"/>
                </a:moveTo>
                <a:lnTo>
                  <a:pt x="20" y="1923"/>
                </a:lnTo>
                <a:cubicBezTo>
                  <a:pt x="17" y="1923"/>
                  <a:pt x="14" y="1923"/>
                  <a:pt x="11" y="1923"/>
                </a:cubicBezTo>
                <a:cubicBezTo>
                  <a:pt x="5" y="1923"/>
                  <a:pt x="0" y="1918"/>
                  <a:pt x="0" y="1911"/>
                </a:cubicBezTo>
                <a:cubicBezTo>
                  <a:pt x="0" y="1905"/>
                  <a:pt x="5" y="1900"/>
                  <a:pt x="11" y="1900"/>
                </a:cubicBezTo>
                <a:cubicBezTo>
                  <a:pt x="14" y="1900"/>
                  <a:pt x="17" y="1900"/>
                  <a:pt x="20" y="1900"/>
                </a:cubicBezTo>
                <a:cubicBezTo>
                  <a:pt x="92" y="1900"/>
                  <a:pt x="165" y="1896"/>
                  <a:pt x="236" y="1888"/>
                </a:cubicBezTo>
                <a:cubicBezTo>
                  <a:pt x="297" y="1881"/>
                  <a:pt x="358" y="1871"/>
                  <a:pt x="418" y="1858"/>
                </a:cubicBezTo>
                <a:cubicBezTo>
                  <a:pt x="479" y="1845"/>
                  <a:pt x="541" y="1829"/>
                  <a:pt x="601" y="1810"/>
                </a:cubicBezTo>
                <a:cubicBezTo>
                  <a:pt x="666" y="1789"/>
                  <a:pt x="731" y="1764"/>
                  <a:pt x="794" y="1736"/>
                </a:cubicBezTo>
                <a:cubicBezTo>
                  <a:pt x="870" y="1702"/>
                  <a:pt x="944" y="1662"/>
                  <a:pt x="1015" y="1619"/>
                </a:cubicBezTo>
                <a:cubicBezTo>
                  <a:pt x="1100" y="1566"/>
                  <a:pt x="1181" y="1507"/>
                  <a:pt x="1257" y="1441"/>
                </a:cubicBezTo>
                <a:cubicBezTo>
                  <a:pt x="1312" y="1394"/>
                  <a:pt x="1365" y="1343"/>
                  <a:pt x="1414" y="1290"/>
                </a:cubicBezTo>
                <a:cubicBezTo>
                  <a:pt x="1475" y="1224"/>
                  <a:pt x="1532" y="1153"/>
                  <a:pt x="1583" y="1078"/>
                </a:cubicBezTo>
                <a:cubicBezTo>
                  <a:pt x="1643" y="992"/>
                  <a:pt x="1696" y="899"/>
                  <a:pt x="1740" y="804"/>
                </a:cubicBezTo>
                <a:cubicBezTo>
                  <a:pt x="1792" y="694"/>
                  <a:pt x="1833" y="575"/>
                  <a:pt x="1863" y="453"/>
                </a:cubicBezTo>
                <a:cubicBezTo>
                  <a:pt x="1881" y="379"/>
                  <a:pt x="1895" y="305"/>
                  <a:pt x="1904" y="233"/>
                </a:cubicBezTo>
                <a:cubicBezTo>
                  <a:pt x="1913" y="160"/>
                  <a:pt x="1918" y="85"/>
                  <a:pt x="1918" y="11"/>
                </a:cubicBezTo>
                <a:cubicBezTo>
                  <a:pt x="1918" y="5"/>
                  <a:pt x="1923" y="0"/>
                  <a:pt x="1929" y="0"/>
                </a:cubicBezTo>
                <a:cubicBezTo>
                  <a:pt x="1936" y="0"/>
                  <a:pt x="1941" y="5"/>
                  <a:pt x="1941" y="12"/>
                </a:cubicBezTo>
                <a:cubicBezTo>
                  <a:pt x="1940" y="86"/>
                  <a:pt x="1936" y="162"/>
                  <a:pt x="1927" y="236"/>
                </a:cubicBezTo>
                <a:cubicBezTo>
                  <a:pt x="1918" y="308"/>
                  <a:pt x="1904" y="383"/>
                  <a:pt x="1885" y="458"/>
                </a:cubicBezTo>
                <a:cubicBezTo>
                  <a:pt x="1855" y="582"/>
                  <a:pt x="1813" y="702"/>
                  <a:pt x="1761" y="814"/>
                </a:cubicBezTo>
                <a:cubicBezTo>
                  <a:pt x="1716" y="910"/>
                  <a:pt x="1662" y="1004"/>
                  <a:pt x="1602" y="1091"/>
                </a:cubicBezTo>
                <a:cubicBezTo>
                  <a:pt x="1550" y="1167"/>
                  <a:pt x="1492" y="1239"/>
                  <a:pt x="1430" y="1306"/>
                </a:cubicBezTo>
                <a:cubicBezTo>
                  <a:pt x="1381" y="1360"/>
                  <a:pt x="1327" y="1411"/>
                  <a:pt x="1271" y="1459"/>
                </a:cubicBezTo>
                <a:cubicBezTo>
                  <a:pt x="1195" y="1525"/>
                  <a:pt x="1113" y="1585"/>
                  <a:pt x="1027" y="1638"/>
                </a:cubicBezTo>
                <a:cubicBezTo>
                  <a:pt x="955" y="1682"/>
                  <a:pt x="880" y="1722"/>
                  <a:pt x="803" y="1756"/>
                </a:cubicBezTo>
                <a:cubicBezTo>
                  <a:pt x="740" y="1785"/>
                  <a:pt x="674" y="1810"/>
                  <a:pt x="608" y="1831"/>
                </a:cubicBezTo>
                <a:cubicBezTo>
                  <a:pt x="547" y="1851"/>
                  <a:pt x="485" y="1867"/>
                  <a:pt x="423" y="1881"/>
                </a:cubicBezTo>
                <a:cubicBezTo>
                  <a:pt x="362" y="1893"/>
                  <a:pt x="300" y="1903"/>
                  <a:pt x="239" y="1910"/>
                </a:cubicBezTo>
                <a:cubicBezTo>
                  <a:pt x="166" y="1919"/>
                  <a:pt x="93" y="1923"/>
                  <a:pt x="20" y="1923"/>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2" name="Freeform 101">
            <a:extLst>
              <a:ext uri="{FF2B5EF4-FFF2-40B4-BE49-F238E27FC236}">
                <a16:creationId xmlns:a16="http://schemas.microsoft.com/office/drawing/2014/main" id="{4CC715F2-64FD-43AA-0C6F-08FFD7D1D6A0}"/>
              </a:ext>
            </a:extLst>
          </p:cNvPr>
          <p:cNvSpPr>
            <a:spLocks/>
          </p:cNvSpPr>
          <p:nvPr/>
        </p:nvSpPr>
        <p:spPr bwMode="auto">
          <a:xfrm>
            <a:off x="6357783" y="3484999"/>
            <a:ext cx="855313" cy="506522"/>
          </a:xfrm>
          <a:custGeom>
            <a:avLst/>
            <a:gdLst>
              <a:gd name="T0" fmla="*/ 1234 w 1247"/>
              <a:gd name="T1" fmla="*/ 818 h 818"/>
              <a:gd name="T2" fmla="*/ 1234 w 1247"/>
              <a:gd name="T3" fmla="*/ 818 h 818"/>
              <a:gd name="T4" fmla="*/ 1225 w 1247"/>
              <a:gd name="T5" fmla="*/ 813 h 818"/>
              <a:gd name="T6" fmla="*/ 1001 w 1247"/>
              <a:gd name="T7" fmla="*/ 544 h 818"/>
              <a:gd name="T8" fmla="*/ 814 w 1247"/>
              <a:gd name="T9" fmla="*/ 381 h 818"/>
              <a:gd name="T10" fmla="*/ 543 w 1247"/>
              <a:gd name="T11" fmla="*/ 208 h 818"/>
              <a:gd name="T12" fmla="*/ 398 w 1247"/>
              <a:gd name="T13" fmla="*/ 139 h 818"/>
              <a:gd name="T14" fmla="*/ 254 w 1247"/>
              <a:gd name="T15" fmla="*/ 85 h 818"/>
              <a:gd name="T16" fmla="*/ 10 w 1247"/>
              <a:gd name="T17" fmla="*/ 23 h 818"/>
              <a:gd name="T18" fmla="*/ 1 w 1247"/>
              <a:gd name="T19" fmla="*/ 10 h 818"/>
              <a:gd name="T20" fmla="*/ 14 w 1247"/>
              <a:gd name="T21" fmla="*/ 1 h 818"/>
              <a:gd name="T22" fmla="*/ 261 w 1247"/>
              <a:gd name="T23" fmla="*/ 63 h 818"/>
              <a:gd name="T24" fmla="*/ 407 w 1247"/>
              <a:gd name="T25" fmla="*/ 118 h 818"/>
              <a:gd name="T26" fmla="*/ 554 w 1247"/>
              <a:gd name="T27" fmla="*/ 188 h 818"/>
              <a:gd name="T28" fmla="*/ 828 w 1247"/>
              <a:gd name="T29" fmla="*/ 363 h 818"/>
              <a:gd name="T30" fmla="*/ 1017 w 1247"/>
              <a:gd name="T31" fmla="*/ 528 h 818"/>
              <a:gd name="T32" fmla="*/ 1244 w 1247"/>
              <a:gd name="T33" fmla="*/ 800 h 818"/>
              <a:gd name="T34" fmla="*/ 1241 w 1247"/>
              <a:gd name="T35" fmla="*/ 816 h 818"/>
              <a:gd name="T36" fmla="*/ 1234 w 1247"/>
              <a:gd name="T37" fmla="*/ 818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7" h="818">
                <a:moveTo>
                  <a:pt x="1234" y="818"/>
                </a:moveTo>
                <a:lnTo>
                  <a:pt x="1234" y="818"/>
                </a:lnTo>
                <a:cubicBezTo>
                  <a:pt x="1231" y="818"/>
                  <a:pt x="1227" y="816"/>
                  <a:pt x="1225" y="813"/>
                </a:cubicBezTo>
                <a:cubicBezTo>
                  <a:pt x="1159" y="717"/>
                  <a:pt x="1084" y="627"/>
                  <a:pt x="1001" y="544"/>
                </a:cubicBezTo>
                <a:cubicBezTo>
                  <a:pt x="943" y="486"/>
                  <a:pt x="880" y="431"/>
                  <a:pt x="814" y="381"/>
                </a:cubicBezTo>
                <a:cubicBezTo>
                  <a:pt x="731" y="317"/>
                  <a:pt x="640" y="259"/>
                  <a:pt x="543" y="208"/>
                </a:cubicBezTo>
                <a:cubicBezTo>
                  <a:pt x="493" y="182"/>
                  <a:pt x="445" y="159"/>
                  <a:pt x="398" y="139"/>
                </a:cubicBezTo>
                <a:cubicBezTo>
                  <a:pt x="351" y="119"/>
                  <a:pt x="302" y="101"/>
                  <a:pt x="254" y="85"/>
                </a:cubicBezTo>
                <a:cubicBezTo>
                  <a:pt x="174" y="59"/>
                  <a:pt x="92" y="38"/>
                  <a:pt x="10" y="23"/>
                </a:cubicBezTo>
                <a:cubicBezTo>
                  <a:pt x="4" y="22"/>
                  <a:pt x="0" y="16"/>
                  <a:pt x="1" y="10"/>
                </a:cubicBezTo>
                <a:cubicBezTo>
                  <a:pt x="2" y="4"/>
                  <a:pt x="8" y="0"/>
                  <a:pt x="14" y="1"/>
                </a:cubicBezTo>
                <a:cubicBezTo>
                  <a:pt x="97" y="16"/>
                  <a:pt x="180" y="37"/>
                  <a:pt x="261" y="63"/>
                </a:cubicBezTo>
                <a:cubicBezTo>
                  <a:pt x="310" y="80"/>
                  <a:pt x="359" y="98"/>
                  <a:pt x="407" y="118"/>
                </a:cubicBezTo>
                <a:cubicBezTo>
                  <a:pt x="455" y="138"/>
                  <a:pt x="503" y="161"/>
                  <a:pt x="554" y="188"/>
                </a:cubicBezTo>
                <a:cubicBezTo>
                  <a:pt x="652" y="240"/>
                  <a:pt x="744" y="299"/>
                  <a:pt x="828" y="363"/>
                </a:cubicBezTo>
                <a:cubicBezTo>
                  <a:pt x="894" y="413"/>
                  <a:pt x="958" y="469"/>
                  <a:pt x="1017" y="528"/>
                </a:cubicBezTo>
                <a:cubicBezTo>
                  <a:pt x="1101" y="612"/>
                  <a:pt x="1177" y="703"/>
                  <a:pt x="1244" y="800"/>
                </a:cubicBezTo>
                <a:cubicBezTo>
                  <a:pt x="1247" y="805"/>
                  <a:pt x="1246" y="812"/>
                  <a:pt x="1241" y="816"/>
                </a:cubicBezTo>
                <a:cubicBezTo>
                  <a:pt x="1239" y="817"/>
                  <a:pt x="1237" y="818"/>
                  <a:pt x="1234" y="818"/>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3" name="Freeform 102">
            <a:extLst>
              <a:ext uri="{FF2B5EF4-FFF2-40B4-BE49-F238E27FC236}">
                <a16:creationId xmlns:a16="http://schemas.microsoft.com/office/drawing/2014/main" id="{44E9D4A3-76A8-A2C0-8157-9A6A722B0FBA}"/>
              </a:ext>
            </a:extLst>
          </p:cNvPr>
          <p:cNvSpPr>
            <a:spLocks/>
          </p:cNvSpPr>
          <p:nvPr/>
        </p:nvSpPr>
        <p:spPr bwMode="auto">
          <a:xfrm>
            <a:off x="5338353" y="3493535"/>
            <a:ext cx="217774" cy="116671"/>
          </a:xfrm>
          <a:custGeom>
            <a:avLst/>
            <a:gdLst>
              <a:gd name="T0" fmla="*/ 13 w 318"/>
              <a:gd name="T1" fmla="*/ 188 h 188"/>
              <a:gd name="T2" fmla="*/ 13 w 318"/>
              <a:gd name="T3" fmla="*/ 188 h 188"/>
              <a:gd name="T4" fmla="*/ 3 w 318"/>
              <a:gd name="T5" fmla="*/ 183 h 188"/>
              <a:gd name="T6" fmla="*/ 6 w 318"/>
              <a:gd name="T7" fmla="*/ 168 h 188"/>
              <a:gd name="T8" fmla="*/ 300 w 318"/>
              <a:gd name="T9" fmla="*/ 3 h 188"/>
              <a:gd name="T10" fmla="*/ 315 w 318"/>
              <a:gd name="T11" fmla="*/ 9 h 188"/>
              <a:gd name="T12" fmla="*/ 309 w 318"/>
              <a:gd name="T13" fmla="*/ 24 h 188"/>
              <a:gd name="T14" fmla="*/ 19 w 318"/>
              <a:gd name="T15" fmla="*/ 187 h 188"/>
              <a:gd name="T16" fmla="*/ 13 w 318"/>
              <a:gd name="T17"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 h="188">
                <a:moveTo>
                  <a:pt x="13" y="188"/>
                </a:moveTo>
                <a:lnTo>
                  <a:pt x="13" y="188"/>
                </a:lnTo>
                <a:cubicBezTo>
                  <a:pt x="9" y="188"/>
                  <a:pt x="6" y="187"/>
                  <a:pt x="3" y="183"/>
                </a:cubicBezTo>
                <a:cubicBezTo>
                  <a:pt x="0" y="178"/>
                  <a:pt x="1" y="171"/>
                  <a:pt x="6" y="168"/>
                </a:cubicBezTo>
                <a:cubicBezTo>
                  <a:pt x="99" y="105"/>
                  <a:pt x="198" y="49"/>
                  <a:pt x="300" y="3"/>
                </a:cubicBezTo>
                <a:cubicBezTo>
                  <a:pt x="306" y="0"/>
                  <a:pt x="313" y="3"/>
                  <a:pt x="315" y="9"/>
                </a:cubicBezTo>
                <a:cubicBezTo>
                  <a:pt x="318" y="14"/>
                  <a:pt x="315" y="21"/>
                  <a:pt x="309" y="24"/>
                </a:cubicBezTo>
                <a:cubicBezTo>
                  <a:pt x="209" y="70"/>
                  <a:pt x="111" y="124"/>
                  <a:pt x="19" y="187"/>
                </a:cubicBezTo>
                <a:cubicBezTo>
                  <a:pt x="17" y="188"/>
                  <a:pt x="15" y="188"/>
                  <a:pt x="13" y="188"/>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4" name="Freeform 103">
            <a:extLst>
              <a:ext uri="{FF2B5EF4-FFF2-40B4-BE49-F238E27FC236}">
                <a16:creationId xmlns:a16="http://schemas.microsoft.com/office/drawing/2014/main" id="{449ACD32-B268-72F2-4EC7-4FEE87CD7A7D}"/>
              </a:ext>
            </a:extLst>
          </p:cNvPr>
          <p:cNvSpPr>
            <a:spLocks/>
          </p:cNvSpPr>
          <p:nvPr/>
        </p:nvSpPr>
        <p:spPr bwMode="auto">
          <a:xfrm>
            <a:off x="4718172" y="3923226"/>
            <a:ext cx="268271" cy="1281956"/>
          </a:xfrm>
          <a:custGeom>
            <a:avLst/>
            <a:gdLst>
              <a:gd name="T0" fmla="*/ 210 w 392"/>
              <a:gd name="T1" fmla="*/ 2072 h 2072"/>
              <a:gd name="T2" fmla="*/ 210 w 392"/>
              <a:gd name="T3" fmla="*/ 2072 h 2072"/>
              <a:gd name="T4" fmla="*/ 200 w 392"/>
              <a:gd name="T5" fmla="*/ 2066 h 2072"/>
              <a:gd name="T6" fmla="*/ 102 w 392"/>
              <a:gd name="T7" fmla="*/ 1824 h 2072"/>
              <a:gd name="T8" fmla="*/ 52 w 392"/>
              <a:gd name="T9" fmla="*/ 1643 h 2072"/>
              <a:gd name="T10" fmla="*/ 8 w 392"/>
              <a:gd name="T11" fmla="*/ 1362 h 2072"/>
              <a:gd name="T12" fmla="*/ 0 w 392"/>
              <a:gd name="T13" fmla="*/ 1173 h 2072"/>
              <a:gd name="T14" fmla="*/ 22 w 392"/>
              <a:gd name="T15" fmla="*/ 877 h 2072"/>
              <a:gd name="T16" fmla="*/ 75 w 392"/>
              <a:gd name="T17" fmla="*/ 633 h 2072"/>
              <a:gd name="T18" fmla="*/ 235 w 392"/>
              <a:gd name="T19" fmla="*/ 227 h 2072"/>
              <a:gd name="T20" fmla="*/ 370 w 392"/>
              <a:gd name="T21" fmla="*/ 7 h 2072"/>
              <a:gd name="T22" fmla="*/ 386 w 392"/>
              <a:gd name="T23" fmla="*/ 4 h 2072"/>
              <a:gd name="T24" fmla="*/ 388 w 392"/>
              <a:gd name="T25" fmla="*/ 20 h 2072"/>
              <a:gd name="T26" fmla="*/ 255 w 392"/>
              <a:gd name="T27" fmla="*/ 237 h 2072"/>
              <a:gd name="T28" fmla="*/ 97 w 392"/>
              <a:gd name="T29" fmla="*/ 639 h 2072"/>
              <a:gd name="T30" fmla="*/ 45 w 392"/>
              <a:gd name="T31" fmla="*/ 880 h 2072"/>
              <a:gd name="T32" fmla="*/ 23 w 392"/>
              <a:gd name="T33" fmla="*/ 1173 h 2072"/>
              <a:gd name="T34" fmla="*/ 30 w 392"/>
              <a:gd name="T35" fmla="*/ 1360 h 2072"/>
              <a:gd name="T36" fmla="*/ 74 w 392"/>
              <a:gd name="T37" fmla="*/ 1638 h 2072"/>
              <a:gd name="T38" fmla="*/ 124 w 392"/>
              <a:gd name="T39" fmla="*/ 1816 h 2072"/>
              <a:gd name="T40" fmla="*/ 220 w 392"/>
              <a:gd name="T41" fmla="*/ 2056 h 2072"/>
              <a:gd name="T42" fmla="*/ 215 w 392"/>
              <a:gd name="T43" fmla="*/ 2071 h 2072"/>
              <a:gd name="T44" fmla="*/ 210 w 392"/>
              <a:gd name="T45" fmla="*/ 2072 h 20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2" h="2072">
                <a:moveTo>
                  <a:pt x="210" y="2072"/>
                </a:moveTo>
                <a:lnTo>
                  <a:pt x="210" y="2072"/>
                </a:lnTo>
                <a:cubicBezTo>
                  <a:pt x="206" y="2072"/>
                  <a:pt x="202" y="2070"/>
                  <a:pt x="200" y="2066"/>
                </a:cubicBezTo>
                <a:cubicBezTo>
                  <a:pt x="162" y="1988"/>
                  <a:pt x="129" y="1906"/>
                  <a:pt x="102" y="1824"/>
                </a:cubicBezTo>
                <a:cubicBezTo>
                  <a:pt x="83" y="1765"/>
                  <a:pt x="66" y="1704"/>
                  <a:pt x="52" y="1643"/>
                </a:cubicBezTo>
                <a:cubicBezTo>
                  <a:pt x="31" y="1551"/>
                  <a:pt x="16" y="1457"/>
                  <a:pt x="8" y="1362"/>
                </a:cubicBezTo>
                <a:cubicBezTo>
                  <a:pt x="2" y="1300"/>
                  <a:pt x="0" y="1236"/>
                  <a:pt x="0" y="1173"/>
                </a:cubicBezTo>
                <a:cubicBezTo>
                  <a:pt x="0" y="1074"/>
                  <a:pt x="8" y="974"/>
                  <a:pt x="22" y="877"/>
                </a:cubicBezTo>
                <a:cubicBezTo>
                  <a:pt x="34" y="797"/>
                  <a:pt x="52" y="715"/>
                  <a:pt x="75" y="633"/>
                </a:cubicBezTo>
                <a:cubicBezTo>
                  <a:pt x="115" y="490"/>
                  <a:pt x="168" y="354"/>
                  <a:pt x="235" y="227"/>
                </a:cubicBezTo>
                <a:cubicBezTo>
                  <a:pt x="275" y="151"/>
                  <a:pt x="320" y="77"/>
                  <a:pt x="370" y="7"/>
                </a:cubicBezTo>
                <a:cubicBezTo>
                  <a:pt x="373" y="2"/>
                  <a:pt x="380" y="0"/>
                  <a:pt x="386" y="4"/>
                </a:cubicBezTo>
                <a:cubicBezTo>
                  <a:pt x="391" y="8"/>
                  <a:pt x="392" y="15"/>
                  <a:pt x="388" y="20"/>
                </a:cubicBezTo>
                <a:cubicBezTo>
                  <a:pt x="339" y="89"/>
                  <a:pt x="295" y="162"/>
                  <a:pt x="255" y="237"/>
                </a:cubicBezTo>
                <a:cubicBezTo>
                  <a:pt x="189" y="363"/>
                  <a:pt x="136" y="498"/>
                  <a:pt x="97" y="639"/>
                </a:cubicBezTo>
                <a:cubicBezTo>
                  <a:pt x="74" y="720"/>
                  <a:pt x="57" y="801"/>
                  <a:pt x="45" y="880"/>
                </a:cubicBezTo>
                <a:cubicBezTo>
                  <a:pt x="31" y="976"/>
                  <a:pt x="23" y="1075"/>
                  <a:pt x="23" y="1173"/>
                </a:cubicBezTo>
                <a:cubicBezTo>
                  <a:pt x="22" y="1235"/>
                  <a:pt x="25" y="1298"/>
                  <a:pt x="30" y="1360"/>
                </a:cubicBezTo>
                <a:cubicBezTo>
                  <a:pt x="39" y="1454"/>
                  <a:pt x="53" y="1547"/>
                  <a:pt x="74" y="1638"/>
                </a:cubicBezTo>
                <a:cubicBezTo>
                  <a:pt x="88" y="1698"/>
                  <a:pt x="105" y="1758"/>
                  <a:pt x="124" y="1816"/>
                </a:cubicBezTo>
                <a:cubicBezTo>
                  <a:pt x="151" y="1898"/>
                  <a:pt x="183" y="1979"/>
                  <a:pt x="220" y="2056"/>
                </a:cubicBezTo>
                <a:cubicBezTo>
                  <a:pt x="223" y="2062"/>
                  <a:pt x="221" y="2069"/>
                  <a:pt x="215" y="2071"/>
                </a:cubicBezTo>
                <a:cubicBezTo>
                  <a:pt x="213" y="2072"/>
                  <a:pt x="212" y="2072"/>
                  <a:pt x="210" y="2072"/>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5" name="Freeform 104">
            <a:extLst>
              <a:ext uri="{FF2B5EF4-FFF2-40B4-BE49-F238E27FC236}">
                <a16:creationId xmlns:a16="http://schemas.microsoft.com/office/drawing/2014/main" id="{3484485A-51AD-8E74-BFA3-940D167763CC}"/>
              </a:ext>
            </a:extLst>
          </p:cNvPr>
          <p:cNvSpPr>
            <a:spLocks/>
          </p:cNvSpPr>
          <p:nvPr/>
        </p:nvSpPr>
        <p:spPr bwMode="auto">
          <a:xfrm>
            <a:off x="5055878" y="5469826"/>
            <a:ext cx="1240361" cy="455301"/>
          </a:xfrm>
          <a:custGeom>
            <a:avLst/>
            <a:gdLst>
              <a:gd name="T0" fmla="*/ 1561 w 1808"/>
              <a:gd name="T1" fmla="*/ 736 h 736"/>
              <a:gd name="T2" fmla="*/ 1561 w 1808"/>
              <a:gd name="T3" fmla="*/ 736 h 736"/>
              <a:gd name="T4" fmla="*/ 1554 w 1808"/>
              <a:gd name="T5" fmla="*/ 736 h 736"/>
              <a:gd name="T6" fmla="*/ 1318 w 1808"/>
              <a:gd name="T7" fmla="*/ 721 h 736"/>
              <a:gd name="T8" fmla="*/ 1078 w 1808"/>
              <a:gd name="T9" fmla="*/ 679 h 736"/>
              <a:gd name="T10" fmla="*/ 894 w 1808"/>
              <a:gd name="T11" fmla="*/ 625 h 736"/>
              <a:gd name="T12" fmla="*/ 665 w 1808"/>
              <a:gd name="T13" fmla="*/ 530 h 736"/>
              <a:gd name="T14" fmla="*/ 407 w 1808"/>
              <a:gd name="T15" fmla="*/ 380 h 736"/>
              <a:gd name="T16" fmla="*/ 184 w 1808"/>
              <a:gd name="T17" fmla="*/ 205 h 736"/>
              <a:gd name="T18" fmla="*/ 4 w 1808"/>
              <a:gd name="T19" fmla="*/ 21 h 736"/>
              <a:gd name="T20" fmla="*/ 5 w 1808"/>
              <a:gd name="T21" fmla="*/ 5 h 736"/>
              <a:gd name="T22" fmla="*/ 21 w 1808"/>
              <a:gd name="T23" fmla="*/ 6 h 736"/>
              <a:gd name="T24" fmla="*/ 199 w 1808"/>
              <a:gd name="T25" fmla="*/ 188 h 736"/>
              <a:gd name="T26" fmla="*/ 420 w 1808"/>
              <a:gd name="T27" fmla="*/ 362 h 736"/>
              <a:gd name="T28" fmla="*/ 675 w 1808"/>
              <a:gd name="T29" fmla="*/ 510 h 736"/>
              <a:gd name="T30" fmla="*/ 901 w 1808"/>
              <a:gd name="T31" fmla="*/ 603 h 736"/>
              <a:gd name="T32" fmla="*/ 1084 w 1808"/>
              <a:gd name="T33" fmla="*/ 656 h 736"/>
              <a:gd name="T34" fmla="*/ 1321 w 1808"/>
              <a:gd name="T35" fmla="*/ 699 h 736"/>
              <a:gd name="T36" fmla="*/ 1554 w 1808"/>
              <a:gd name="T37" fmla="*/ 713 h 736"/>
              <a:gd name="T38" fmla="*/ 1795 w 1808"/>
              <a:gd name="T39" fmla="*/ 699 h 736"/>
              <a:gd name="T40" fmla="*/ 1808 w 1808"/>
              <a:gd name="T41" fmla="*/ 709 h 736"/>
              <a:gd name="T42" fmla="*/ 1798 w 1808"/>
              <a:gd name="T43" fmla="*/ 722 h 736"/>
              <a:gd name="T44" fmla="*/ 1561 w 1808"/>
              <a:gd name="T45" fmla="*/ 736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08" h="736">
                <a:moveTo>
                  <a:pt x="1561" y="736"/>
                </a:moveTo>
                <a:lnTo>
                  <a:pt x="1561" y="736"/>
                </a:lnTo>
                <a:cubicBezTo>
                  <a:pt x="1559" y="736"/>
                  <a:pt x="1556" y="736"/>
                  <a:pt x="1554" y="736"/>
                </a:cubicBezTo>
                <a:cubicBezTo>
                  <a:pt x="1475" y="735"/>
                  <a:pt x="1396" y="730"/>
                  <a:pt x="1318" y="721"/>
                </a:cubicBezTo>
                <a:cubicBezTo>
                  <a:pt x="1238" y="712"/>
                  <a:pt x="1157" y="697"/>
                  <a:pt x="1078" y="679"/>
                </a:cubicBezTo>
                <a:cubicBezTo>
                  <a:pt x="1016" y="664"/>
                  <a:pt x="954" y="645"/>
                  <a:pt x="894" y="625"/>
                </a:cubicBezTo>
                <a:cubicBezTo>
                  <a:pt x="816" y="598"/>
                  <a:pt x="739" y="566"/>
                  <a:pt x="665" y="530"/>
                </a:cubicBezTo>
                <a:cubicBezTo>
                  <a:pt x="576" y="487"/>
                  <a:pt x="489" y="436"/>
                  <a:pt x="407" y="380"/>
                </a:cubicBezTo>
                <a:cubicBezTo>
                  <a:pt x="329" y="327"/>
                  <a:pt x="254" y="268"/>
                  <a:pt x="184" y="205"/>
                </a:cubicBezTo>
                <a:cubicBezTo>
                  <a:pt x="121" y="148"/>
                  <a:pt x="60" y="86"/>
                  <a:pt x="4" y="21"/>
                </a:cubicBezTo>
                <a:cubicBezTo>
                  <a:pt x="0" y="16"/>
                  <a:pt x="0" y="9"/>
                  <a:pt x="5" y="5"/>
                </a:cubicBezTo>
                <a:cubicBezTo>
                  <a:pt x="10" y="0"/>
                  <a:pt x="17" y="1"/>
                  <a:pt x="21" y="6"/>
                </a:cubicBezTo>
                <a:cubicBezTo>
                  <a:pt x="77" y="70"/>
                  <a:pt x="136" y="132"/>
                  <a:pt x="199" y="188"/>
                </a:cubicBezTo>
                <a:cubicBezTo>
                  <a:pt x="269" y="251"/>
                  <a:pt x="343" y="309"/>
                  <a:pt x="420" y="362"/>
                </a:cubicBezTo>
                <a:cubicBezTo>
                  <a:pt x="501" y="417"/>
                  <a:pt x="587" y="467"/>
                  <a:pt x="675" y="510"/>
                </a:cubicBezTo>
                <a:cubicBezTo>
                  <a:pt x="748" y="545"/>
                  <a:pt x="824" y="577"/>
                  <a:pt x="901" y="603"/>
                </a:cubicBezTo>
                <a:cubicBezTo>
                  <a:pt x="961" y="624"/>
                  <a:pt x="1022" y="642"/>
                  <a:pt x="1084" y="656"/>
                </a:cubicBezTo>
                <a:cubicBezTo>
                  <a:pt x="1161" y="675"/>
                  <a:pt x="1241" y="689"/>
                  <a:pt x="1321" y="699"/>
                </a:cubicBezTo>
                <a:cubicBezTo>
                  <a:pt x="1398" y="708"/>
                  <a:pt x="1476" y="713"/>
                  <a:pt x="1554" y="713"/>
                </a:cubicBezTo>
                <a:cubicBezTo>
                  <a:pt x="1635" y="713"/>
                  <a:pt x="1716" y="709"/>
                  <a:pt x="1795" y="699"/>
                </a:cubicBezTo>
                <a:cubicBezTo>
                  <a:pt x="1801" y="699"/>
                  <a:pt x="1807" y="703"/>
                  <a:pt x="1808" y="709"/>
                </a:cubicBezTo>
                <a:cubicBezTo>
                  <a:pt x="1808" y="716"/>
                  <a:pt x="1804" y="721"/>
                  <a:pt x="1798" y="722"/>
                </a:cubicBezTo>
                <a:cubicBezTo>
                  <a:pt x="1720" y="731"/>
                  <a:pt x="1640" y="736"/>
                  <a:pt x="1561" y="736"/>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6" name="Freeform 105">
            <a:extLst>
              <a:ext uri="{FF2B5EF4-FFF2-40B4-BE49-F238E27FC236}">
                <a16:creationId xmlns:a16="http://schemas.microsoft.com/office/drawing/2014/main" id="{E7A736B2-3E4D-24DB-9813-2FD4BA46B800}"/>
              </a:ext>
            </a:extLst>
          </p:cNvPr>
          <p:cNvSpPr>
            <a:spLocks/>
          </p:cNvSpPr>
          <p:nvPr/>
        </p:nvSpPr>
        <p:spPr bwMode="auto">
          <a:xfrm>
            <a:off x="6547152" y="5721665"/>
            <a:ext cx="325082" cy="143704"/>
          </a:xfrm>
          <a:custGeom>
            <a:avLst/>
            <a:gdLst>
              <a:gd name="T0" fmla="*/ 13 w 472"/>
              <a:gd name="T1" fmla="*/ 231 h 231"/>
              <a:gd name="T2" fmla="*/ 13 w 472"/>
              <a:gd name="T3" fmla="*/ 231 h 231"/>
              <a:gd name="T4" fmla="*/ 2 w 472"/>
              <a:gd name="T5" fmla="*/ 223 h 231"/>
              <a:gd name="T6" fmla="*/ 10 w 472"/>
              <a:gd name="T7" fmla="*/ 208 h 231"/>
              <a:gd name="T8" fmla="*/ 217 w 472"/>
              <a:gd name="T9" fmla="*/ 129 h 231"/>
              <a:gd name="T10" fmla="*/ 453 w 472"/>
              <a:gd name="T11" fmla="*/ 3 h 231"/>
              <a:gd name="T12" fmla="*/ 469 w 472"/>
              <a:gd name="T13" fmla="*/ 7 h 231"/>
              <a:gd name="T14" fmla="*/ 465 w 472"/>
              <a:gd name="T15" fmla="*/ 22 h 231"/>
              <a:gd name="T16" fmla="*/ 226 w 472"/>
              <a:gd name="T17" fmla="*/ 149 h 231"/>
              <a:gd name="T18" fmla="*/ 17 w 472"/>
              <a:gd name="T19" fmla="*/ 230 h 231"/>
              <a:gd name="T20" fmla="*/ 13 w 472"/>
              <a:gd name="T21" fmla="*/ 23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 h="231">
                <a:moveTo>
                  <a:pt x="13" y="231"/>
                </a:moveTo>
                <a:lnTo>
                  <a:pt x="13" y="231"/>
                </a:lnTo>
                <a:cubicBezTo>
                  <a:pt x="8" y="231"/>
                  <a:pt x="4" y="228"/>
                  <a:pt x="2" y="223"/>
                </a:cubicBezTo>
                <a:cubicBezTo>
                  <a:pt x="0" y="217"/>
                  <a:pt x="4" y="210"/>
                  <a:pt x="10" y="208"/>
                </a:cubicBezTo>
                <a:cubicBezTo>
                  <a:pt x="80" y="186"/>
                  <a:pt x="149" y="159"/>
                  <a:pt x="217" y="129"/>
                </a:cubicBezTo>
                <a:cubicBezTo>
                  <a:pt x="298" y="92"/>
                  <a:pt x="377" y="50"/>
                  <a:pt x="453" y="3"/>
                </a:cubicBezTo>
                <a:cubicBezTo>
                  <a:pt x="459" y="0"/>
                  <a:pt x="466" y="1"/>
                  <a:pt x="469" y="7"/>
                </a:cubicBezTo>
                <a:cubicBezTo>
                  <a:pt x="472" y="12"/>
                  <a:pt x="470" y="19"/>
                  <a:pt x="465" y="22"/>
                </a:cubicBezTo>
                <a:cubicBezTo>
                  <a:pt x="389" y="70"/>
                  <a:pt x="308" y="113"/>
                  <a:pt x="226" y="149"/>
                </a:cubicBezTo>
                <a:cubicBezTo>
                  <a:pt x="158" y="180"/>
                  <a:pt x="88" y="207"/>
                  <a:pt x="17" y="230"/>
                </a:cubicBezTo>
                <a:cubicBezTo>
                  <a:pt x="16" y="230"/>
                  <a:pt x="14" y="231"/>
                  <a:pt x="13" y="231"/>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7" name="Freeform 106">
            <a:extLst>
              <a:ext uri="{FF2B5EF4-FFF2-40B4-BE49-F238E27FC236}">
                <a16:creationId xmlns:a16="http://schemas.microsoft.com/office/drawing/2014/main" id="{B59A631B-0832-8401-D4B4-7652ADE33FDE}"/>
              </a:ext>
            </a:extLst>
          </p:cNvPr>
          <p:cNvSpPr>
            <a:spLocks/>
          </p:cNvSpPr>
          <p:nvPr/>
        </p:nvSpPr>
        <p:spPr bwMode="auto">
          <a:xfrm>
            <a:off x="6965339" y="3640086"/>
            <a:ext cx="564948" cy="910602"/>
          </a:xfrm>
          <a:custGeom>
            <a:avLst/>
            <a:gdLst>
              <a:gd name="T0" fmla="*/ 812 w 823"/>
              <a:gd name="T1" fmla="*/ 1471 h 1471"/>
              <a:gd name="T2" fmla="*/ 812 w 823"/>
              <a:gd name="T3" fmla="*/ 1471 h 1471"/>
              <a:gd name="T4" fmla="*/ 800 w 823"/>
              <a:gd name="T5" fmla="*/ 1461 h 1471"/>
              <a:gd name="T6" fmla="*/ 759 w 823"/>
              <a:gd name="T7" fmla="*/ 1196 h 1471"/>
              <a:gd name="T8" fmla="*/ 652 w 823"/>
              <a:gd name="T9" fmla="*/ 859 h 1471"/>
              <a:gd name="T10" fmla="*/ 446 w 823"/>
              <a:gd name="T11" fmla="*/ 482 h 1471"/>
              <a:gd name="T12" fmla="*/ 205 w 823"/>
              <a:gd name="T13" fmla="*/ 196 h 1471"/>
              <a:gd name="T14" fmla="*/ 6 w 823"/>
              <a:gd name="T15" fmla="*/ 22 h 1471"/>
              <a:gd name="T16" fmla="*/ 4 w 823"/>
              <a:gd name="T17" fmla="*/ 6 h 1471"/>
              <a:gd name="T18" fmla="*/ 20 w 823"/>
              <a:gd name="T19" fmla="*/ 4 h 1471"/>
              <a:gd name="T20" fmla="*/ 221 w 823"/>
              <a:gd name="T21" fmla="*/ 180 h 1471"/>
              <a:gd name="T22" fmla="*/ 464 w 823"/>
              <a:gd name="T23" fmla="*/ 469 h 1471"/>
              <a:gd name="T24" fmla="*/ 673 w 823"/>
              <a:gd name="T25" fmla="*/ 851 h 1471"/>
              <a:gd name="T26" fmla="*/ 781 w 823"/>
              <a:gd name="T27" fmla="*/ 1191 h 1471"/>
              <a:gd name="T28" fmla="*/ 823 w 823"/>
              <a:gd name="T29" fmla="*/ 1459 h 1471"/>
              <a:gd name="T30" fmla="*/ 813 w 823"/>
              <a:gd name="T31" fmla="*/ 1471 h 1471"/>
              <a:gd name="T32" fmla="*/ 812 w 823"/>
              <a:gd name="T33" fmla="*/ 1471 h 1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3" h="1471">
                <a:moveTo>
                  <a:pt x="812" y="1471"/>
                </a:moveTo>
                <a:lnTo>
                  <a:pt x="812" y="1471"/>
                </a:lnTo>
                <a:cubicBezTo>
                  <a:pt x="806" y="1471"/>
                  <a:pt x="801" y="1467"/>
                  <a:pt x="800" y="1461"/>
                </a:cubicBezTo>
                <a:cubicBezTo>
                  <a:pt x="792" y="1372"/>
                  <a:pt x="779" y="1282"/>
                  <a:pt x="759" y="1196"/>
                </a:cubicBezTo>
                <a:cubicBezTo>
                  <a:pt x="734" y="1081"/>
                  <a:pt x="698" y="968"/>
                  <a:pt x="652" y="859"/>
                </a:cubicBezTo>
                <a:cubicBezTo>
                  <a:pt x="597" y="727"/>
                  <a:pt x="528" y="600"/>
                  <a:pt x="446" y="482"/>
                </a:cubicBezTo>
                <a:cubicBezTo>
                  <a:pt x="375" y="380"/>
                  <a:pt x="294" y="283"/>
                  <a:pt x="205" y="196"/>
                </a:cubicBezTo>
                <a:cubicBezTo>
                  <a:pt x="143" y="134"/>
                  <a:pt x="76" y="75"/>
                  <a:pt x="6" y="22"/>
                </a:cubicBezTo>
                <a:cubicBezTo>
                  <a:pt x="1" y="18"/>
                  <a:pt x="0" y="11"/>
                  <a:pt x="4" y="6"/>
                </a:cubicBezTo>
                <a:cubicBezTo>
                  <a:pt x="8" y="1"/>
                  <a:pt x="15" y="0"/>
                  <a:pt x="20" y="4"/>
                </a:cubicBezTo>
                <a:cubicBezTo>
                  <a:pt x="91" y="58"/>
                  <a:pt x="158" y="117"/>
                  <a:pt x="221" y="180"/>
                </a:cubicBezTo>
                <a:cubicBezTo>
                  <a:pt x="311" y="268"/>
                  <a:pt x="393" y="366"/>
                  <a:pt x="464" y="469"/>
                </a:cubicBezTo>
                <a:cubicBezTo>
                  <a:pt x="547" y="589"/>
                  <a:pt x="618" y="717"/>
                  <a:pt x="673" y="851"/>
                </a:cubicBezTo>
                <a:cubicBezTo>
                  <a:pt x="719" y="960"/>
                  <a:pt x="755" y="1075"/>
                  <a:pt x="781" y="1191"/>
                </a:cubicBezTo>
                <a:cubicBezTo>
                  <a:pt x="801" y="1278"/>
                  <a:pt x="815" y="1369"/>
                  <a:pt x="823" y="1459"/>
                </a:cubicBezTo>
                <a:cubicBezTo>
                  <a:pt x="823" y="1465"/>
                  <a:pt x="819" y="1470"/>
                  <a:pt x="813" y="1471"/>
                </a:cubicBezTo>
                <a:cubicBezTo>
                  <a:pt x="812" y="1471"/>
                  <a:pt x="812" y="1471"/>
                  <a:pt x="812" y="1471"/>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8" name="Freeform 107">
            <a:extLst>
              <a:ext uri="{FF2B5EF4-FFF2-40B4-BE49-F238E27FC236}">
                <a16:creationId xmlns:a16="http://schemas.microsoft.com/office/drawing/2014/main" id="{B65CBD9C-DC9E-FDCB-0A98-4F4F0CA89F48}"/>
              </a:ext>
            </a:extLst>
          </p:cNvPr>
          <p:cNvSpPr>
            <a:spLocks/>
          </p:cNvSpPr>
          <p:nvPr/>
        </p:nvSpPr>
        <p:spPr bwMode="auto">
          <a:xfrm>
            <a:off x="5950643" y="3382557"/>
            <a:ext cx="725911" cy="112402"/>
          </a:xfrm>
          <a:custGeom>
            <a:avLst/>
            <a:gdLst>
              <a:gd name="T0" fmla="*/ 1045 w 1058"/>
              <a:gd name="T1" fmla="*/ 181 h 181"/>
              <a:gd name="T2" fmla="*/ 1045 w 1058"/>
              <a:gd name="T3" fmla="*/ 181 h 181"/>
              <a:gd name="T4" fmla="*/ 1041 w 1058"/>
              <a:gd name="T5" fmla="*/ 180 h 181"/>
              <a:gd name="T6" fmla="*/ 886 w 1058"/>
              <a:gd name="T7" fmla="*/ 122 h 181"/>
              <a:gd name="T8" fmla="*/ 624 w 1058"/>
              <a:gd name="T9" fmla="*/ 56 h 181"/>
              <a:gd name="T10" fmla="*/ 267 w 1058"/>
              <a:gd name="T11" fmla="*/ 23 h 181"/>
              <a:gd name="T12" fmla="*/ 14 w 1058"/>
              <a:gd name="T13" fmla="*/ 37 h 181"/>
              <a:gd name="T14" fmla="*/ 1 w 1058"/>
              <a:gd name="T15" fmla="*/ 27 h 181"/>
              <a:gd name="T16" fmla="*/ 11 w 1058"/>
              <a:gd name="T17" fmla="*/ 15 h 181"/>
              <a:gd name="T18" fmla="*/ 267 w 1058"/>
              <a:gd name="T19" fmla="*/ 1 h 181"/>
              <a:gd name="T20" fmla="*/ 628 w 1058"/>
              <a:gd name="T21" fmla="*/ 34 h 181"/>
              <a:gd name="T22" fmla="*/ 893 w 1058"/>
              <a:gd name="T23" fmla="*/ 101 h 181"/>
              <a:gd name="T24" fmla="*/ 1050 w 1058"/>
              <a:gd name="T25" fmla="*/ 159 h 181"/>
              <a:gd name="T26" fmla="*/ 1056 w 1058"/>
              <a:gd name="T27" fmla="*/ 174 h 181"/>
              <a:gd name="T28" fmla="*/ 1045 w 1058"/>
              <a:gd name="T2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8" h="181">
                <a:moveTo>
                  <a:pt x="1045" y="181"/>
                </a:moveTo>
                <a:lnTo>
                  <a:pt x="1045" y="181"/>
                </a:lnTo>
                <a:cubicBezTo>
                  <a:pt x="1044" y="181"/>
                  <a:pt x="1042" y="180"/>
                  <a:pt x="1041" y="180"/>
                </a:cubicBezTo>
                <a:cubicBezTo>
                  <a:pt x="990" y="158"/>
                  <a:pt x="938" y="139"/>
                  <a:pt x="886" y="122"/>
                </a:cubicBezTo>
                <a:cubicBezTo>
                  <a:pt x="801" y="94"/>
                  <a:pt x="713" y="72"/>
                  <a:pt x="624" y="56"/>
                </a:cubicBezTo>
                <a:cubicBezTo>
                  <a:pt x="507" y="35"/>
                  <a:pt x="387" y="24"/>
                  <a:pt x="267" y="23"/>
                </a:cubicBezTo>
                <a:cubicBezTo>
                  <a:pt x="182" y="23"/>
                  <a:pt x="97" y="27"/>
                  <a:pt x="14" y="37"/>
                </a:cubicBezTo>
                <a:cubicBezTo>
                  <a:pt x="7" y="38"/>
                  <a:pt x="2" y="33"/>
                  <a:pt x="1" y="27"/>
                </a:cubicBezTo>
                <a:cubicBezTo>
                  <a:pt x="0" y="21"/>
                  <a:pt x="5" y="15"/>
                  <a:pt x="11" y="15"/>
                </a:cubicBezTo>
                <a:cubicBezTo>
                  <a:pt x="95" y="5"/>
                  <a:pt x="181" y="0"/>
                  <a:pt x="267" y="1"/>
                </a:cubicBezTo>
                <a:cubicBezTo>
                  <a:pt x="388" y="1"/>
                  <a:pt x="510" y="12"/>
                  <a:pt x="628" y="34"/>
                </a:cubicBezTo>
                <a:cubicBezTo>
                  <a:pt x="718" y="50"/>
                  <a:pt x="807" y="72"/>
                  <a:pt x="893" y="101"/>
                </a:cubicBezTo>
                <a:cubicBezTo>
                  <a:pt x="946" y="118"/>
                  <a:pt x="999" y="137"/>
                  <a:pt x="1050" y="159"/>
                </a:cubicBezTo>
                <a:cubicBezTo>
                  <a:pt x="1055" y="161"/>
                  <a:pt x="1058" y="168"/>
                  <a:pt x="1056" y="174"/>
                </a:cubicBezTo>
                <a:cubicBezTo>
                  <a:pt x="1054" y="178"/>
                  <a:pt x="1050" y="181"/>
                  <a:pt x="1045" y="181"/>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09" name="Freeform 108">
            <a:extLst>
              <a:ext uri="{FF2B5EF4-FFF2-40B4-BE49-F238E27FC236}">
                <a16:creationId xmlns:a16="http://schemas.microsoft.com/office/drawing/2014/main" id="{68FAE1FC-1CDD-3E00-8C3A-38C0014F0B80}"/>
              </a:ext>
            </a:extLst>
          </p:cNvPr>
          <p:cNvSpPr>
            <a:spLocks/>
          </p:cNvSpPr>
          <p:nvPr/>
        </p:nvSpPr>
        <p:spPr bwMode="auto">
          <a:xfrm>
            <a:off x="4795498" y="3309994"/>
            <a:ext cx="1158302" cy="727058"/>
          </a:xfrm>
          <a:custGeom>
            <a:avLst/>
            <a:gdLst>
              <a:gd name="T0" fmla="*/ 13 w 1689"/>
              <a:gd name="T1" fmla="*/ 1174 h 1174"/>
              <a:gd name="T2" fmla="*/ 13 w 1689"/>
              <a:gd name="T3" fmla="*/ 1174 h 1174"/>
              <a:gd name="T4" fmla="*/ 8 w 1689"/>
              <a:gd name="T5" fmla="*/ 1173 h 1174"/>
              <a:gd name="T6" fmla="*/ 3 w 1689"/>
              <a:gd name="T7" fmla="*/ 1158 h 1174"/>
              <a:gd name="T8" fmla="*/ 145 w 1689"/>
              <a:gd name="T9" fmla="*/ 924 h 1174"/>
              <a:gd name="T10" fmla="*/ 421 w 1689"/>
              <a:gd name="T11" fmla="*/ 600 h 1174"/>
              <a:gd name="T12" fmla="*/ 720 w 1689"/>
              <a:gd name="T13" fmla="*/ 357 h 1174"/>
              <a:gd name="T14" fmla="*/ 1035 w 1689"/>
              <a:gd name="T15" fmla="*/ 181 h 1174"/>
              <a:gd name="T16" fmla="*/ 1186 w 1689"/>
              <a:gd name="T17" fmla="*/ 119 h 1174"/>
              <a:gd name="T18" fmla="*/ 1417 w 1689"/>
              <a:gd name="T19" fmla="*/ 48 h 1174"/>
              <a:gd name="T20" fmla="*/ 1676 w 1689"/>
              <a:gd name="T21" fmla="*/ 1 h 1174"/>
              <a:gd name="T22" fmla="*/ 1689 w 1689"/>
              <a:gd name="T23" fmla="*/ 11 h 1174"/>
              <a:gd name="T24" fmla="*/ 1679 w 1689"/>
              <a:gd name="T25" fmla="*/ 24 h 1174"/>
              <a:gd name="T26" fmla="*/ 1422 w 1689"/>
              <a:gd name="T27" fmla="*/ 70 h 1174"/>
              <a:gd name="T28" fmla="*/ 1194 w 1689"/>
              <a:gd name="T29" fmla="*/ 140 h 1174"/>
              <a:gd name="T30" fmla="*/ 1044 w 1689"/>
              <a:gd name="T31" fmla="*/ 201 h 1174"/>
              <a:gd name="T32" fmla="*/ 733 w 1689"/>
              <a:gd name="T33" fmla="*/ 376 h 1174"/>
              <a:gd name="T34" fmla="*/ 437 w 1689"/>
              <a:gd name="T35" fmla="*/ 616 h 1174"/>
              <a:gd name="T36" fmla="*/ 164 w 1689"/>
              <a:gd name="T37" fmla="*/ 937 h 1174"/>
              <a:gd name="T38" fmla="*/ 23 w 1689"/>
              <a:gd name="T39" fmla="*/ 1168 h 1174"/>
              <a:gd name="T40" fmla="*/ 13 w 1689"/>
              <a:gd name="T41" fmla="*/ 1174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89" h="1174">
                <a:moveTo>
                  <a:pt x="13" y="1174"/>
                </a:moveTo>
                <a:lnTo>
                  <a:pt x="13" y="1174"/>
                </a:lnTo>
                <a:cubicBezTo>
                  <a:pt x="11" y="1174"/>
                  <a:pt x="9" y="1174"/>
                  <a:pt x="8" y="1173"/>
                </a:cubicBezTo>
                <a:cubicBezTo>
                  <a:pt x="2" y="1170"/>
                  <a:pt x="0" y="1163"/>
                  <a:pt x="3" y="1158"/>
                </a:cubicBezTo>
                <a:cubicBezTo>
                  <a:pt x="45" y="1077"/>
                  <a:pt x="93" y="999"/>
                  <a:pt x="145" y="924"/>
                </a:cubicBezTo>
                <a:cubicBezTo>
                  <a:pt x="226" y="808"/>
                  <a:pt x="319" y="699"/>
                  <a:pt x="421" y="600"/>
                </a:cubicBezTo>
                <a:cubicBezTo>
                  <a:pt x="513" y="511"/>
                  <a:pt x="614" y="429"/>
                  <a:pt x="720" y="357"/>
                </a:cubicBezTo>
                <a:cubicBezTo>
                  <a:pt x="820" y="290"/>
                  <a:pt x="925" y="231"/>
                  <a:pt x="1035" y="181"/>
                </a:cubicBezTo>
                <a:cubicBezTo>
                  <a:pt x="1084" y="158"/>
                  <a:pt x="1135" y="137"/>
                  <a:pt x="1186" y="119"/>
                </a:cubicBezTo>
                <a:cubicBezTo>
                  <a:pt x="1261" y="91"/>
                  <a:pt x="1339" y="67"/>
                  <a:pt x="1417" y="48"/>
                </a:cubicBezTo>
                <a:cubicBezTo>
                  <a:pt x="1502" y="27"/>
                  <a:pt x="1589" y="11"/>
                  <a:pt x="1676" y="1"/>
                </a:cubicBezTo>
                <a:cubicBezTo>
                  <a:pt x="1682" y="0"/>
                  <a:pt x="1688" y="5"/>
                  <a:pt x="1689" y="11"/>
                </a:cubicBezTo>
                <a:cubicBezTo>
                  <a:pt x="1689" y="17"/>
                  <a:pt x="1685" y="23"/>
                  <a:pt x="1679" y="24"/>
                </a:cubicBezTo>
                <a:cubicBezTo>
                  <a:pt x="1592" y="34"/>
                  <a:pt x="1506" y="50"/>
                  <a:pt x="1422" y="70"/>
                </a:cubicBezTo>
                <a:cubicBezTo>
                  <a:pt x="1345" y="89"/>
                  <a:pt x="1268" y="113"/>
                  <a:pt x="1194" y="140"/>
                </a:cubicBezTo>
                <a:cubicBezTo>
                  <a:pt x="1143" y="158"/>
                  <a:pt x="1093" y="179"/>
                  <a:pt x="1044" y="201"/>
                </a:cubicBezTo>
                <a:cubicBezTo>
                  <a:pt x="936" y="251"/>
                  <a:pt x="831" y="310"/>
                  <a:pt x="733" y="376"/>
                </a:cubicBezTo>
                <a:cubicBezTo>
                  <a:pt x="628" y="447"/>
                  <a:pt x="528" y="528"/>
                  <a:pt x="437" y="616"/>
                </a:cubicBezTo>
                <a:cubicBezTo>
                  <a:pt x="336" y="714"/>
                  <a:pt x="244" y="822"/>
                  <a:pt x="164" y="937"/>
                </a:cubicBezTo>
                <a:cubicBezTo>
                  <a:pt x="112" y="1011"/>
                  <a:pt x="65" y="1089"/>
                  <a:pt x="23" y="1168"/>
                </a:cubicBezTo>
                <a:cubicBezTo>
                  <a:pt x="21" y="1172"/>
                  <a:pt x="17" y="1174"/>
                  <a:pt x="13" y="1174"/>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0" name="Freeform 109">
            <a:extLst>
              <a:ext uri="{FF2B5EF4-FFF2-40B4-BE49-F238E27FC236}">
                <a16:creationId xmlns:a16="http://schemas.microsoft.com/office/drawing/2014/main" id="{A07CAE2A-5E7B-680C-ED75-873309C6B954}"/>
              </a:ext>
            </a:extLst>
          </p:cNvPr>
          <p:cNvSpPr>
            <a:spLocks/>
          </p:cNvSpPr>
          <p:nvPr/>
        </p:nvSpPr>
        <p:spPr bwMode="auto">
          <a:xfrm>
            <a:off x="4632956" y="4766955"/>
            <a:ext cx="48921" cy="199194"/>
          </a:xfrm>
          <a:custGeom>
            <a:avLst/>
            <a:gdLst>
              <a:gd name="T0" fmla="*/ 59 w 71"/>
              <a:gd name="T1" fmla="*/ 322 h 322"/>
              <a:gd name="T2" fmla="*/ 59 w 71"/>
              <a:gd name="T3" fmla="*/ 322 h 322"/>
              <a:gd name="T4" fmla="*/ 47 w 71"/>
              <a:gd name="T5" fmla="*/ 313 h 322"/>
              <a:gd name="T6" fmla="*/ 0 w 71"/>
              <a:gd name="T7" fmla="*/ 13 h 322"/>
              <a:gd name="T8" fmla="*/ 10 w 71"/>
              <a:gd name="T9" fmla="*/ 1 h 322"/>
              <a:gd name="T10" fmla="*/ 22 w 71"/>
              <a:gd name="T11" fmla="*/ 11 h 322"/>
              <a:gd name="T12" fmla="*/ 70 w 71"/>
              <a:gd name="T13" fmla="*/ 308 h 322"/>
              <a:gd name="T14" fmla="*/ 61 w 71"/>
              <a:gd name="T15" fmla="*/ 322 h 322"/>
              <a:gd name="T16" fmla="*/ 59 w 71"/>
              <a:gd name="T17" fmla="*/ 32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322">
                <a:moveTo>
                  <a:pt x="59" y="322"/>
                </a:moveTo>
                <a:lnTo>
                  <a:pt x="59" y="322"/>
                </a:lnTo>
                <a:cubicBezTo>
                  <a:pt x="53" y="322"/>
                  <a:pt x="49" y="319"/>
                  <a:pt x="47" y="313"/>
                </a:cubicBezTo>
                <a:cubicBezTo>
                  <a:pt x="25" y="215"/>
                  <a:pt x="9" y="114"/>
                  <a:pt x="0" y="13"/>
                </a:cubicBezTo>
                <a:cubicBezTo>
                  <a:pt x="0" y="7"/>
                  <a:pt x="4" y="2"/>
                  <a:pt x="10" y="1"/>
                </a:cubicBezTo>
                <a:cubicBezTo>
                  <a:pt x="16" y="0"/>
                  <a:pt x="22" y="5"/>
                  <a:pt x="22" y="11"/>
                </a:cubicBezTo>
                <a:cubicBezTo>
                  <a:pt x="31" y="111"/>
                  <a:pt x="47" y="211"/>
                  <a:pt x="70" y="308"/>
                </a:cubicBezTo>
                <a:cubicBezTo>
                  <a:pt x="71" y="314"/>
                  <a:pt x="67" y="320"/>
                  <a:pt x="61" y="322"/>
                </a:cubicBezTo>
                <a:cubicBezTo>
                  <a:pt x="60" y="322"/>
                  <a:pt x="59" y="322"/>
                  <a:pt x="59" y="322"/>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1" name="Freeform 110">
            <a:extLst>
              <a:ext uri="{FF2B5EF4-FFF2-40B4-BE49-F238E27FC236}">
                <a16:creationId xmlns:a16="http://schemas.microsoft.com/office/drawing/2014/main" id="{23F4F910-0573-BFFA-D0B4-0A82AA774D39}"/>
              </a:ext>
            </a:extLst>
          </p:cNvPr>
          <p:cNvSpPr>
            <a:spLocks/>
          </p:cNvSpPr>
          <p:nvPr/>
        </p:nvSpPr>
        <p:spPr bwMode="auto">
          <a:xfrm>
            <a:off x="4771826" y="5227948"/>
            <a:ext cx="880561" cy="707140"/>
          </a:xfrm>
          <a:custGeom>
            <a:avLst/>
            <a:gdLst>
              <a:gd name="T0" fmla="*/ 1271 w 1284"/>
              <a:gd name="T1" fmla="*/ 1143 h 1143"/>
              <a:gd name="T2" fmla="*/ 1271 w 1284"/>
              <a:gd name="T3" fmla="*/ 1143 h 1143"/>
              <a:gd name="T4" fmla="*/ 1267 w 1284"/>
              <a:gd name="T5" fmla="*/ 1142 h 1143"/>
              <a:gd name="T6" fmla="*/ 1024 w 1284"/>
              <a:gd name="T7" fmla="*/ 1042 h 1143"/>
              <a:gd name="T8" fmla="*/ 749 w 1284"/>
              <a:gd name="T9" fmla="*/ 883 h 1143"/>
              <a:gd name="T10" fmla="*/ 511 w 1284"/>
              <a:gd name="T11" fmla="*/ 697 h 1143"/>
              <a:gd name="T12" fmla="*/ 319 w 1284"/>
              <a:gd name="T13" fmla="*/ 500 h 1143"/>
              <a:gd name="T14" fmla="*/ 159 w 1284"/>
              <a:gd name="T15" fmla="*/ 290 h 1143"/>
              <a:gd name="T16" fmla="*/ 3 w 1284"/>
              <a:gd name="T17" fmla="*/ 18 h 1143"/>
              <a:gd name="T18" fmla="*/ 9 w 1284"/>
              <a:gd name="T19" fmla="*/ 3 h 1143"/>
              <a:gd name="T20" fmla="*/ 24 w 1284"/>
              <a:gd name="T21" fmla="*/ 8 h 1143"/>
              <a:gd name="T22" fmla="*/ 178 w 1284"/>
              <a:gd name="T23" fmla="*/ 278 h 1143"/>
              <a:gd name="T24" fmla="*/ 336 w 1284"/>
              <a:gd name="T25" fmla="*/ 486 h 1143"/>
              <a:gd name="T26" fmla="*/ 526 w 1284"/>
              <a:gd name="T27" fmla="*/ 680 h 1143"/>
              <a:gd name="T28" fmla="*/ 762 w 1284"/>
              <a:gd name="T29" fmla="*/ 864 h 1143"/>
              <a:gd name="T30" fmla="*/ 1034 w 1284"/>
              <a:gd name="T31" fmla="*/ 1022 h 1143"/>
              <a:gd name="T32" fmla="*/ 1275 w 1284"/>
              <a:gd name="T33" fmla="*/ 1121 h 1143"/>
              <a:gd name="T34" fmla="*/ 1282 w 1284"/>
              <a:gd name="T35" fmla="*/ 1135 h 1143"/>
              <a:gd name="T36" fmla="*/ 1271 w 1284"/>
              <a:gd name="T37" fmla="*/ 114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84" h="1143">
                <a:moveTo>
                  <a:pt x="1271" y="1143"/>
                </a:moveTo>
                <a:lnTo>
                  <a:pt x="1271" y="1143"/>
                </a:lnTo>
                <a:cubicBezTo>
                  <a:pt x="1270" y="1143"/>
                  <a:pt x="1269" y="1143"/>
                  <a:pt x="1267" y="1142"/>
                </a:cubicBezTo>
                <a:cubicBezTo>
                  <a:pt x="1185" y="1114"/>
                  <a:pt x="1103" y="1080"/>
                  <a:pt x="1024" y="1042"/>
                </a:cubicBezTo>
                <a:cubicBezTo>
                  <a:pt x="929" y="996"/>
                  <a:pt x="836" y="943"/>
                  <a:pt x="749" y="883"/>
                </a:cubicBezTo>
                <a:cubicBezTo>
                  <a:pt x="666" y="827"/>
                  <a:pt x="586" y="764"/>
                  <a:pt x="511" y="697"/>
                </a:cubicBezTo>
                <a:cubicBezTo>
                  <a:pt x="443" y="636"/>
                  <a:pt x="379" y="570"/>
                  <a:pt x="319" y="500"/>
                </a:cubicBezTo>
                <a:cubicBezTo>
                  <a:pt x="262" y="434"/>
                  <a:pt x="208" y="363"/>
                  <a:pt x="159" y="290"/>
                </a:cubicBezTo>
                <a:cubicBezTo>
                  <a:pt x="101" y="204"/>
                  <a:pt x="48" y="112"/>
                  <a:pt x="3" y="18"/>
                </a:cubicBezTo>
                <a:cubicBezTo>
                  <a:pt x="0" y="12"/>
                  <a:pt x="3" y="5"/>
                  <a:pt x="9" y="3"/>
                </a:cubicBezTo>
                <a:cubicBezTo>
                  <a:pt x="14" y="0"/>
                  <a:pt x="21" y="2"/>
                  <a:pt x="24" y="8"/>
                </a:cubicBezTo>
                <a:cubicBezTo>
                  <a:pt x="68" y="101"/>
                  <a:pt x="120" y="192"/>
                  <a:pt x="178" y="278"/>
                </a:cubicBezTo>
                <a:cubicBezTo>
                  <a:pt x="226" y="350"/>
                  <a:pt x="280" y="420"/>
                  <a:pt x="336" y="486"/>
                </a:cubicBezTo>
                <a:cubicBezTo>
                  <a:pt x="395" y="554"/>
                  <a:pt x="459" y="619"/>
                  <a:pt x="526" y="680"/>
                </a:cubicBezTo>
                <a:cubicBezTo>
                  <a:pt x="600" y="747"/>
                  <a:pt x="679" y="809"/>
                  <a:pt x="762" y="864"/>
                </a:cubicBezTo>
                <a:cubicBezTo>
                  <a:pt x="848" y="923"/>
                  <a:pt x="940" y="976"/>
                  <a:pt x="1034" y="1022"/>
                </a:cubicBezTo>
                <a:cubicBezTo>
                  <a:pt x="1112" y="1059"/>
                  <a:pt x="1193" y="1093"/>
                  <a:pt x="1275" y="1121"/>
                </a:cubicBezTo>
                <a:cubicBezTo>
                  <a:pt x="1281" y="1123"/>
                  <a:pt x="1284" y="1129"/>
                  <a:pt x="1282" y="1135"/>
                </a:cubicBezTo>
                <a:cubicBezTo>
                  <a:pt x="1280" y="1140"/>
                  <a:pt x="1276" y="1143"/>
                  <a:pt x="1271" y="1143"/>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2" name="Freeform 111">
            <a:extLst>
              <a:ext uri="{FF2B5EF4-FFF2-40B4-BE49-F238E27FC236}">
                <a16:creationId xmlns:a16="http://schemas.microsoft.com/office/drawing/2014/main" id="{A4A5A78F-E209-C8E2-99AA-F719C18BDC7D}"/>
              </a:ext>
            </a:extLst>
          </p:cNvPr>
          <p:cNvSpPr>
            <a:spLocks/>
          </p:cNvSpPr>
          <p:nvPr/>
        </p:nvSpPr>
        <p:spPr bwMode="auto">
          <a:xfrm>
            <a:off x="5942752" y="5873906"/>
            <a:ext cx="804815" cy="133744"/>
          </a:xfrm>
          <a:custGeom>
            <a:avLst/>
            <a:gdLst>
              <a:gd name="T0" fmla="*/ 267 w 1172"/>
              <a:gd name="T1" fmla="*/ 215 h 215"/>
              <a:gd name="T2" fmla="*/ 267 w 1172"/>
              <a:gd name="T3" fmla="*/ 215 h 215"/>
              <a:gd name="T4" fmla="*/ 263 w 1172"/>
              <a:gd name="T5" fmla="*/ 215 h 215"/>
              <a:gd name="T6" fmla="*/ 11 w 1172"/>
              <a:gd name="T7" fmla="*/ 201 h 215"/>
              <a:gd name="T8" fmla="*/ 1 w 1172"/>
              <a:gd name="T9" fmla="*/ 188 h 215"/>
              <a:gd name="T10" fmla="*/ 14 w 1172"/>
              <a:gd name="T11" fmla="*/ 178 h 215"/>
              <a:gd name="T12" fmla="*/ 263 w 1172"/>
              <a:gd name="T13" fmla="*/ 193 h 215"/>
              <a:gd name="T14" fmla="*/ 519 w 1172"/>
              <a:gd name="T15" fmla="*/ 178 h 215"/>
              <a:gd name="T16" fmla="*/ 725 w 1172"/>
              <a:gd name="T17" fmla="*/ 144 h 215"/>
              <a:gd name="T18" fmla="*/ 934 w 1172"/>
              <a:gd name="T19" fmla="*/ 88 h 215"/>
              <a:gd name="T20" fmla="*/ 1154 w 1172"/>
              <a:gd name="T21" fmla="*/ 3 h 215"/>
              <a:gd name="T22" fmla="*/ 1170 w 1172"/>
              <a:gd name="T23" fmla="*/ 9 h 215"/>
              <a:gd name="T24" fmla="*/ 1164 w 1172"/>
              <a:gd name="T25" fmla="*/ 24 h 215"/>
              <a:gd name="T26" fmla="*/ 941 w 1172"/>
              <a:gd name="T27" fmla="*/ 110 h 215"/>
              <a:gd name="T28" fmla="*/ 730 w 1172"/>
              <a:gd name="T29" fmla="*/ 166 h 215"/>
              <a:gd name="T30" fmla="*/ 522 w 1172"/>
              <a:gd name="T31" fmla="*/ 201 h 215"/>
              <a:gd name="T32" fmla="*/ 267 w 1172"/>
              <a:gd name="T33"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2" h="215">
                <a:moveTo>
                  <a:pt x="267" y="215"/>
                </a:moveTo>
                <a:lnTo>
                  <a:pt x="267" y="215"/>
                </a:lnTo>
                <a:lnTo>
                  <a:pt x="263" y="215"/>
                </a:lnTo>
                <a:cubicBezTo>
                  <a:pt x="179" y="215"/>
                  <a:pt x="94" y="210"/>
                  <a:pt x="11" y="201"/>
                </a:cubicBezTo>
                <a:cubicBezTo>
                  <a:pt x="5" y="200"/>
                  <a:pt x="0" y="194"/>
                  <a:pt x="1" y="188"/>
                </a:cubicBezTo>
                <a:cubicBezTo>
                  <a:pt x="2" y="182"/>
                  <a:pt x="7" y="177"/>
                  <a:pt x="14" y="178"/>
                </a:cubicBezTo>
                <a:cubicBezTo>
                  <a:pt x="96" y="188"/>
                  <a:pt x="180" y="193"/>
                  <a:pt x="263" y="193"/>
                </a:cubicBezTo>
                <a:cubicBezTo>
                  <a:pt x="348" y="193"/>
                  <a:pt x="435" y="188"/>
                  <a:pt x="519" y="178"/>
                </a:cubicBezTo>
                <a:cubicBezTo>
                  <a:pt x="588" y="170"/>
                  <a:pt x="658" y="159"/>
                  <a:pt x="725" y="144"/>
                </a:cubicBezTo>
                <a:cubicBezTo>
                  <a:pt x="796" y="129"/>
                  <a:pt x="866" y="110"/>
                  <a:pt x="934" y="88"/>
                </a:cubicBezTo>
                <a:cubicBezTo>
                  <a:pt x="1009" y="64"/>
                  <a:pt x="1083" y="35"/>
                  <a:pt x="1154" y="3"/>
                </a:cubicBezTo>
                <a:cubicBezTo>
                  <a:pt x="1160" y="0"/>
                  <a:pt x="1167" y="3"/>
                  <a:pt x="1170" y="9"/>
                </a:cubicBezTo>
                <a:cubicBezTo>
                  <a:pt x="1172" y="14"/>
                  <a:pt x="1170" y="21"/>
                  <a:pt x="1164" y="24"/>
                </a:cubicBezTo>
                <a:cubicBezTo>
                  <a:pt x="1091" y="56"/>
                  <a:pt x="1016" y="85"/>
                  <a:pt x="941" y="110"/>
                </a:cubicBezTo>
                <a:cubicBezTo>
                  <a:pt x="872" y="132"/>
                  <a:pt x="801" y="151"/>
                  <a:pt x="730" y="166"/>
                </a:cubicBezTo>
                <a:cubicBezTo>
                  <a:pt x="662" y="181"/>
                  <a:pt x="592" y="193"/>
                  <a:pt x="522" y="201"/>
                </a:cubicBezTo>
                <a:cubicBezTo>
                  <a:pt x="438" y="210"/>
                  <a:pt x="352" y="215"/>
                  <a:pt x="267" y="215"/>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3" name="Freeform 112">
            <a:extLst>
              <a:ext uri="{FF2B5EF4-FFF2-40B4-BE49-F238E27FC236}">
                <a16:creationId xmlns:a16="http://schemas.microsoft.com/office/drawing/2014/main" id="{022EDA46-47DC-8161-B65F-CB16875E3154}"/>
              </a:ext>
            </a:extLst>
          </p:cNvPr>
          <p:cNvSpPr>
            <a:spLocks/>
          </p:cNvSpPr>
          <p:nvPr/>
        </p:nvSpPr>
        <p:spPr bwMode="auto">
          <a:xfrm>
            <a:off x="7094741" y="5558041"/>
            <a:ext cx="138870" cy="120939"/>
          </a:xfrm>
          <a:custGeom>
            <a:avLst/>
            <a:gdLst>
              <a:gd name="T0" fmla="*/ 12 w 203"/>
              <a:gd name="T1" fmla="*/ 196 h 196"/>
              <a:gd name="T2" fmla="*/ 12 w 203"/>
              <a:gd name="T3" fmla="*/ 196 h 196"/>
              <a:gd name="T4" fmla="*/ 4 w 203"/>
              <a:gd name="T5" fmla="*/ 192 h 196"/>
              <a:gd name="T6" fmla="*/ 5 w 203"/>
              <a:gd name="T7" fmla="*/ 176 h 196"/>
              <a:gd name="T8" fmla="*/ 182 w 203"/>
              <a:gd name="T9" fmla="*/ 5 h 196"/>
              <a:gd name="T10" fmla="*/ 198 w 203"/>
              <a:gd name="T11" fmla="*/ 4 h 196"/>
              <a:gd name="T12" fmla="*/ 198 w 203"/>
              <a:gd name="T13" fmla="*/ 20 h 196"/>
              <a:gd name="T14" fmla="*/ 20 w 203"/>
              <a:gd name="T15" fmla="*/ 193 h 196"/>
              <a:gd name="T16" fmla="*/ 12 w 203"/>
              <a:gd name="T17" fmla="*/ 1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196">
                <a:moveTo>
                  <a:pt x="12" y="196"/>
                </a:moveTo>
                <a:lnTo>
                  <a:pt x="12" y="196"/>
                </a:lnTo>
                <a:cubicBezTo>
                  <a:pt x="9" y="196"/>
                  <a:pt x="6" y="194"/>
                  <a:pt x="4" y="192"/>
                </a:cubicBezTo>
                <a:cubicBezTo>
                  <a:pt x="0" y="187"/>
                  <a:pt x="0" y="180"/>
                  <a:pt x="5" y="176"/>
                </a:cubicBezTo>
                <a:cubicBezTo>
                  <a:pt x="67" y="122"/>
                  <a:pt x="126" y="65"/>
                  <a:pt x="182" y="5"/>
                </a:cubicBezTo>
                <a:cubicBezTo>
                  <a:pt x="186" y="0"/>
                  <a:pt x="193" y="0"/>
                  <a:pt x="198" y="4"/>
                </a:cubicBezTo>
                <a:cubicBezTo>
                  <a:pt x="202" y="8"/>
                  <a:pt x="203" y="15"/>
                  <a:pt x="198" y="20"/>
                </a:cubicBezTo>
                <a:cubicBezTo>
                  <a:pt x="142" y="81"/>
                  <a:pt x="82" y="139"/>
                  <a:pt x="20" y="193"/>
                </a:cubicBezTo>
                <a:cubicBezTo>
                  <a:pt x="18" y="195"/>
                  <a:pt x="15" y="196"/>
                  <a:pt x="12" y="196"/>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4" name="Freeform 113">
            <a:extLst>
              <a:ext uri="{FF2B5EF4-FFF2-40B4-BE49-F238E27FC236}">
                <a16:creationId xmlns:a16="http://schemas.microsoft.com/office/drawing/2014/main" id="{F3563821-175C-AFCA-2D88-659EC943EE06}"/>
              </a:ext>
            </a:extLst>
          </p:cNvPr>
          <p:cNvSpPr>
            <a:spLocks/>
          </p:cNvSpPr>
          <p:nvPr/>
        </p:nvSpPr>
        <p:spPr bwMode="auto">
          <a:xfrm>
            <a:off x="7473478" y="4650285"/>
            <a:ext cx="153072" cy="574818"/>
          </a:xfrm>
          <a:custGeom>
            <a:avLst/>
            <a:gdLst>
              <a:gd name="T0" fmla="*/ 13 w 224"/>
              <a:gd name="T1" fmla="*/ 929 h 929"/>
              <a:gd name="T2" fmla="*/ 13 w 224"/>
              <a:gd name="T3" fmla="*/ 929 h 929"/>
              <a:gd name="T4" fmla="*/ 8 w 224"/>
              <a:gd name="T5" fmla="*/ 928 h 929"/>
              <a:gd name="T6" fmla="*/ 3 w 224"/>
              <a:gd name="T7" fmla="*/ 913 h 929"/>
              <a:gd name="T8" fmla="*/ 142 w 224"/>
              <a:gd name="T9" fmla="*/ 511 h 929"/>
              <a:gd name="T10" fmla="*/ 186 w 224"/>
              <a:gd name="T11" fmla="*/ 263 h 929"/>
              <a:gd name="T12" fmla="*/ 202 w 224"/>
              <a:gd name="T13" fmla="*/ 11 h 929"/>
              <a:gd name="T14" fmla="*/ 213 w 224"/>
              <a:gd name="T15" fmla="*/ 0 h 929"/>
              <a:gd name="T16" fmla="*/ 213 w 224"/>
              <a:gd name="T17" fmla="*/ 0 h 929"/>
              <a:gd name="T18" fmla="*/ 224 w 224"/>
              <a:gd name="T19" fmla="*/ 11 h 929"/>
              <a:gd name="T20" fmla="*/ 209 w 224"/>
              <a:gd name="T21" fmla="*/ 266 h 929"/>
              <a:gd name="T22" fmla="*/ 164 w 224"/>
              <a:gd name="T23" fmla="*/ 516 h 929"/>
              <a:gd name="T24" fmla="*/ 23 w 224"/>
              <a:gd name="T25" fmla="*/ 922 h 929"/>
              <a:gd name="T26" fmla="*/ 13 w 224"/>
              <a:gd name="T27" fmla="*/ 929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4" h="929">
                <a:moveTo>
                  <a:pt x="13" y="929"/>
                </a:moveTo>
                <a:lnTo>
                  <a:pt x="13" y="929"/>
                </a:lnTo>
                <a:cubicBezTo>
                  <a:pt x="11" y="929"/>
                  <a:pt x="10" y="929"/>
                  <a:pt x="8" y="928"/>
                </a:cubicBezTo>
                <a:cubicBezTo>
                  <a:pt x="3" y="925"/>
                  <a:pt x="0" y="919"/>
                  <a:pt x="3" y="913"/>
                </a:cubicBezTo>
                <a:cubicBezTo>
                  <a:pt x="62" y="784"/>
                  <a:pt x="109" y="649"/>
                  <a:pt x="142" y="511"/>
                </a:cubicBezTo>
                <a:cubicBezTo>
                  <a:pt x="162" y="430"/>
                  <a:pt x="177" y="346"/>
                  <a:pt x="186" y="263"/>
                </a:cubicBezTo>
                <a:cubicBezTo>
                  <a:pt x="196" y="180"/>
                  <a:pt x="201" y="95"/>
                  <a:pt x="202" y="11"/>
                </a:cubicBezTo>
                <a:cubicBezTo>
                  <a:pt x="202" y="5"/>
                  <a:pt x="207" y="0"/>
                  <a:pt x="213" y="0"/>
                </a:cubicBezTo>
                <a:lnTo>
                  <a:pt x="213" y="0"/>
                </a:lnTo>
                <a:cubicBezTo>
                  <a:pt x="219" y="0"/>
                  <a:pt x="224" y="5"/>
                  <a:pt x="224" y="11"/>
                </a:cubicBezTo>
                <a:cubicBezTo>
                  <a:pt x="224" y="96"/>
                  <a:pt x="219" y="182"/>
                  <a:pt x="209" y="266"/>
                </a:cubicBezTo>
                <a:cubicBezTo>
                  <a:pt x="199" y="350"/>
                  <a:pt x="184" y="434"/>
                  <a:pt x="164" y="516"/>
                </a:cubicBezTo>
                <a:cubicBezTo>
                  <a:pt x="131" y="655"/>
                  <a:pt x="84" y="792"/>
                  <a:pt x="23" y="922"/>
                </a:cubicBezTo>
                <a:cubicBezTo>
                  <a:pt x="21" y="927"/>
                  <a:pt x="17" y="929"/>
                  <a:pt x="13" y="929"/>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5" name="Freeform 114">
            <a:extLst>
              <a:ext uri="{FF2B5EF4-FFF2-40B4-BE49-F238E27FC236}">
                <a16:creationId xmlns:a16="http://schemas.microsoft.com/office/drawing/2014/main" id="{BF60DBA8-E27F-B66B-65C0-4213485FF9C5}"/>
              </a:ext>
            </a:extLst>
          </p:cNvPr>
          <p:cNvSpPr>
            <a:spLocks/>
          </p:cNvSpPr>
          <p:nvPr/>
        </p:nvSpPr>
        <p:spPr bwMode="auto">
          <a:xfrm>
            <a:off x="7342498" y="3876274"/>
            <a:ext cx="170431" cy="266066"/>
          </a:xfrm>
          <a:custGeom>
            <a:avLst/>
            <a:gdLst>
              <a:gd name="T0" fmla="*/ 235 w 248"/>
              <a:gd name="T1" fmla="*/ 429 h 429"/>
              <a:gd name="T2" fmla="*/ 235 w 248"/>
              <a:gd name="T3" fmla="*/ 429 h 429"/>
              <a:gd name="T4" fmla="*/ 225 w 248"/>
              <a:gd name="T5" fmla="*/ 422 h 429"/>
              <a:gd name="T6" fmla="*/ 3 w 248"/>
              <a:gd name="T7" fmla="*/ 19 h 429"/>
              <a:gd name="T8" fmla="*/ 6 w 248"/>
              <a:gd name="T9" fmla="*/ 3 h 429"/>
              <a:gd name="T10" fmla="*/ 22 w 248"/>
              <a:gd name="T11" fmla="*/ 6 h 429"/>
              <a:gd name="T12" fmla="*/ 246 w 248"/>
              <a:gd name="T13" fmla="*/ 413 h 429"/>
              <a:gd name="T14" fmla="*/ 240 w 248"/>
              <a:gd name="T15" fmla="*/ 428 h 429"/>
              <a:gd name="T16" fmla="*/ 235 w 248"/>
              <a:gd name="T17"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8" h="429">
                <a:moveTo>
                  <a:pt x="235" y="429"/>
                </a:moveTo>
                <a:lnTo>
                  <a:pt x="235" y="429"/>
                </a:lnTo>
                <a:cubicBezTo>
                  <a:pt x="231" y="429"/>
                  <a:pt x="227" y="426"/>
                  <a:pt x="225" y="422"/>
                </a:cubicBezTo>
                <a:cubicBezTo>
                  <a:pt x="166" y="280"/>
                  <a:pt x="91" y="145"/>
                  <a:pt x="3" y="19"/>
                </a:cubicBezTo>
                <a:cubicBezTo>
                  <a:pt x="0" y="14"/>
                  <a:pt x="1" y="7"/>
                  <a:pt x="6" y="3"/>
                </a:cubicBezTo>
                <a:cubicBezTo>
                  <a:pt x="11" y="0"/>
                  <a:pt x="18" y="1"/>
                  <a:pt x="22" y="6"/>
                </a:cubicBezTo>
                <a:cubicBezTo>
                  <a:pt x="111" y="133"/>
                  <a:pt x="186" y="270"/>
                  <a:pt x="246" y="413"/>
                </a:cubicBezTo>
                <a:cubicBezTo>
                  <a:pt x="248" y="419"/>
                  <a:pt x="245" y="425"/>
                  <a:pt x="240" y="428"/>
                </a:cubicBezTo>
                <a:cubicBezTo>
                  <a:pt x="238" y="428"/>
                  <a:pt x="237" y="429"/>
                  <a:pt x="235" y="429"/>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6" name="Freeform 115">
            <a:extLst>
              <a:ext uri="{FF2B5EF4-FFF2-40B4-BE49-F238E27FC236}">
                <a16:creationId xmlns:a16="http://schemas.microsoft.com/office/drawing/2014/main" id="{FB754925-752F-496D-58A6-7B1514C87C53}"/>
              </a:ext>
            </a:extLst>
          </p:cNvPr>
          <p:cNvSpPr>
            <a:spLocks/>
          </p:cNvSpPr>
          <p:nvPr/>
        </p:nvSpPr>
        <p:spPr bwMode="auto">
          <a:xfrm>
            <a:off x="6386189" y="3321375"/>
            <a:ext cx="211461" cy="58336"/>
          </a:xfrm>
          <a:custGeom>
            <a:avLst/>
            <a:gdLst>
              <a:gd name="T0" fmla="*/ 294 w 307"/>
              <a:gd name="T1" fmla="*/ 95 h 95"/>
              <a:gd name="T2" fmla="*/ 294 w 307"/>
              <a:gd name="T3" fmla="*/ 95 h 95"/>
              <a:gd name="T4" fmla="*/ 291 w 307"/>
              <a:gd name="T5" fmla="*/ 94 h 95"/>
              <a:gd name="T6" fmla="*/ 10 w 307"/>
              <a:gd name="T7" fmla="*/ 24 h 95"/>
              <a:gd name="T8" fmla="*/ 1 w 307"/>
              <a:gd name="T9" fmla="*/ 11 h 95"/>
              <a:gd name="T10" fmla="*/ 14 w 307"/>
              <a:gd name="T11" fmla="*/ 1 h 95"/>
              <a:gd name="T12" fmla="*/ 298 w 307"/>
              <a:gd name="T13" fmla="*/ 73 h 95"/>
              <a:gd name="T14" fmla="*/ 305 w 307"/>
              <a:gd name="T15" fmla="*/ 87 h 95"/>
              <a:gd name="T16" fmla="*/ 294 w 307"/>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7" h="95">
                <a:moveTo>
                  <a:pt x="294" y="95"/>
                </a:moveTo>
                <a:lnTo>
                  <a:pt x="294" y="95"/>
                </a:lnTo>
                <a:cubicBezTo>
                  <a:pt x="293" y="95"/>
                  <a:pt x="292" y="95"/>
                  <a:pt x="291" y="94"/>
                </a:cubicBezTo>
                <a:cubicBezTo>
                  <a:pt x="199" y="65"/>
                  <a:pt x="105" y="41"/>
                  <a:pt x="10" y="24"/>
                </a:cubicBezTo>
                <a:cubicBezTo>
                  <a:pt x="4" y="23"/>
                  <a:pt x="0" y="17"/>
                  <a:pt x="1" y="11"/>
                </a:cubicBezTo>
                <a:cubicBezTo>
                  <a:pt x="2" y="4"/>
                  <a:pt x="8" y="0"/>
                  <a:pt x="14" y="1"/>
                </a:cubicBezTo>
                <a:cubicBezTo>
                  <a:pt x="110" y="19"/>
                  <a:pt x="205" y="43"/>
                  <a:pt x="298" y="73"/>
                </a:cubicBezTo>
                <a:cubicBezTo>
                  <a:pt x="304" y="75"/>
                  <a:pt x="307" y="81"/>
                  <a:pt x="305" y="87"/>
                </a:cubicBezTo>
                <a:cubicBezTo>
                  <a:pt x="303" y="92"/>
                  <a:pt x="299" y="95"/>
                  <a:pt x="294" y="95"/>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7" name="Freeform 116">
            <a:extLst>
              <a:ext uri="{FF2B5EF4-FFF2-40B4-BE49-F238E27FC236}">
                <a16:creationId xmlns:a16="http://schemas.microsoft.com/office/drawing/2014/main" id="{BAD34D48-7865-F66B-B893-9D57CA63C76A}"/>
              </a:ext>
            </a:extLst>
          </p:cNvPr>
          <p:cNvSpPr>
            <a:spLocks/>
          </p:cNvSpPr>
          <p:nvPr/>
        </p:nvSpPr>
        <p:spPr bwMode="auto">
          <a:xfrm>
            <a:off x="5570328" y="3218932"/>
            <a:ext cx="1519679" cy="303060"/>
          </a:xfrm>
          <a:custGeom>
            <a:avLst/>
            <a:gdLst>
              <a:gd name="T0" fmla="*/ 2203 w 2216"/>
              <a:gd name="T1" fmla="*/ 489 h 489"/>
              <a:gd name="T2" fmla="*/ 2203 w 2216"/>
              <a:gd name="T3" fmla="*/ 489 h 489"/>
              <a:gd name="T4" fmla="*/ 2197 w 2216"/>
              <a:gd name="T5" fmla="*/ 487 h 489"/>
              <a:gd name="T6" fmla="*/ 1865 w 2216"/>
              <a:gd name="T7" fmla="*/ 278 h 489"/>
              <a:gd name="T8" fmla="*/ 1695 w 2216"/>
              <a:gd name="T9" fmla="*/ 198 h 489"/>
              <a:gd name="T10" fmla="*/ 1520 w 2216"/>
              <a:gd name="T11" fmla="*/ 133 h 489"/>
              <a:gd name="T12" fmla="*/ 1221 w 2216"/>
              <a:gd name="T13" fmla="*/ 59 h 489"/>
              <a:gd name="T14" fmla="*/ 815 w 2216"/>
              <a:gd name="T15" fmla="*/ 22 h 489"/>
              <a:gd name="T16" fmla="*/ 531 w 2216"/>
              <a:gd name="T17" fmla="*/ 39 h 489"/>
              <a:gd name="T18" fmla="*/ 259 w 2216"/>
              <a:gd name="T19" fmla="*/ 89 h 489"/>
              <a:gd name="T20" fmla="*/ 17 w 2216"/>
              <a:gd name="T21" fmla="*/ 163 h 489"/>
              <a:gd name="T22" fmla="*/ 2 w 2216"/>
              <a:gd name="T23" fmla="*/ 156 h 489"/>
              <a:gd name="T24" fmla="*/ 9 w 2216"/>
              <a:gd name="T25" fmla="*/ 142 h 489"/>
              <a:gd name="T26" fmla="*/ 253 w 2216"/>
              <a:gd name="T27" fmla="*/ 67 h 489"/>
              <a:gd name="T28" fmla="*/ 528 w 2216"/>
              <a:gd name="T29" fmla="*/ 16 h 489"/>
              <a:gd name="T30" fmla="*/ 815 w 2216"/>
              <a:gd name="T31" fmla="*/ 0 h 489"/>
              <a:gd name="T32" fmla="*/ 1225 w 2216"/>
              <a:gd name="T33" fmla="*/ 36 h 489"/>
              <a:gd name="T34" fmla="*/ 1527 w 2216"/>
              <a:gd name="T35" fmla="*/ 112 h 489"/>
              <a:gd name="T36" fmla="*/ 1704 w 2216"/>
              <a:gd name="T37" fmla="*/ 177 h 489"/>
              <a:gd name="T38" fmla="*/ 1875 w 2216"/>
              <a:gd name="T39" fmla="*/ 257 h 489"/>
              <a:gd name="T40" fmla="*/ 2210 w 2216"/>
              <a:gd name="T41" fmla="*/ 469 h 489"/>
              <a:gd name="T42" fmla="*/ 2212 w 2216"/>
              <a:gd name="T43" fmla="*/ 485 h 489"/>
              <a:gd name="T44" fmla="*/ 2203 w 2216"/>
              <a:gd name="T45"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16" h="489">
                <a:moveTo>
                  <a:pt x="2203" y="489"/>
                </a:moveTo>
                <a:lnTo>
                  <a:pt x="2203" y="489"/>
                </a:lnTo>
                <a:cubicBezTo>
                  <a:pt x="2201" y="489"/>
                  <a:pt x="2199" y="488"/>
                  <a:pt x="2197" y="487"/>
                </a:cubicBezTo>
                <a:cubicBezTo>
                  <a:pt x="2092" y="408"/>
                  <a:pt x="1981" y="337"/>
                  <a:pt x="1865" y="278"/>
                </a:cubicBezTo>
                <a:cubicBezTo>
                  <a:pt x="1809" y="249"/>
                  <a:pt x="1752" y="222"/>
                  <a:pt x="1695" y="198"/>
                </a:cubicBezTo>
                <a:cubicBezTo>
                  <a:pt x="1638" y="174"/>
                  <a:pt x="1579" y="152"/>
                  <a:pt x="1520" y="133"/>
                </a:cubicBezTo>
                <a:cubicBezTo>
                  <a:pt x="1423" y="102"/>
                  <a:pt x="1322" y="77"/>
                  <a:pt x="1221" y="59"/>
                </a:cubicBezTo>
                <a:cubicBezTo>
                  <a:pt x="1088" y="35"/>
                  <a:pt x="951" y="22"/>
                  <a:pt x="815" y="22"/>
                </a:cubicBezTo>
                <a:cubicBezTo>
                  <a:pt x="720" y="22"/>
                  <a:pt x="624" y="28"/>
                  <a:pt x="531" y="39"/>
                </a:cubicBezTo>
                <a:cubicBezTo>
                  <a:pt x="439" y="50"/>
                  <a:pt x="348" y="67"/>
                  <a:pt x="259" y="89"/>
                </a:cubicBezTo>
                <a:cubicBezTo>
                  <a:pt x="177" y="109"/>
                  <a:pt x="96" y="134"/>
                  <a:pt x="17" y="163"/>
                </a:cubicBezTo>
                <a:cubicBezTo>
                  <a:pt x="11" y="165"/>
                  <a:pt x="4" y="162"/>
                  <a:pt x="2" y="156"/>
                </a:cubicBezTo>
                <a:cubicBezTo>
                  <a:pt x="0" y="150"/>
                  <a:pt x="3" y="144"/>
                  <a:pt x="9" y="142"/>
                </a:cubicBezTo>
                <a:cubicBezTo>
                  <a:pt x="89" y="112"/>
                  <a:pt x="171" y="87"/>
                  <a:pt x="253" y="67"/>
                </a:cubicBezTo>
                <a:cubicBezTo>
                  <a:pt x="343" y="45"/>
                  <a:pt x="436" y="28"/>
                  <a:pt x="528" y="16"/>
                </a:cubicBezTo>
                <a:cubicBezTo>
                  <a:pt x="623" y="5"/>
                  <a:pt x="719" y="0"/>
                  <a:pt x="815" y="0"/>
                </a:cubicBezTo>
                <a:cubicBezTo>
                  <a:pt x="953" y="1"/>
                  <a:pt x="1091" y="12"/>
                  <a:pt x="1225" y="36"/>
                </a:cubicBezTo>
                <a:cubicBezTo>
                  <a:pt x="1327" y="54"/>
                  <a:pt x="1429" y="80"/>
                  <a:pt x="1527" y="112"/>
                </a:cubicBezTo>
                <a:cubicBezTo>
                  <a:pt x="1586" y="131"/>
                  <a:pt x="1646" y="153"/>
                  <a:pt x="1704" y="177"/>
                </a:cubicBezTo>
                <a:cubicBezTo>
                  <a:pt x="1762" y="201"/>
                  <a:pt x="1819" y="228"/>
                  <a:pt x="1875" y="257"/>
                </a:cubicBezTo>
                <a:cubicBezTo>
                  <a:pt x="1992" y="318"/>
                  <a:pt x="2105" y="389"/>
                  <a:pt x="2210" y="469"/>
                </a:cubicBezTo>
                <a:cubicBezTo>
                  <a:pt x="2215" y="472"/>
                  <a:pt x="2216" y="480"/>
                  <a:pt x="2212" y="485"/>
                </a:cubicBezTo>
                <a:cubicBezTo>
                  <a:pt x="2210" y="488"/>
                  <a:pt x="2207" y="489"/>
                  <a:pt x="2203" y="489"/>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8" name="Freeform 117">
            <a:extLst>
              <a:ext uri="{FF2B5EF4-FFF2-40B4-BE49-F238E27FC236}">
                <a16:creationId xmlns:a16="http://schemas.microsoft.com/office/drawing/2014/main" id="{97554FB9-3516-65EA-4C15-76F43BCF2A7C}"/>
              </a:ext>
            </a:extLst>
          </p:cNvPr>
          <p:cNvSpPr>
            <a:spLocks/>
          </p:cNvSpPr>
          <p:nvPr/>
        </p:nvSpPr>
        <p:spPr bwMode="auto">
          <a:xfrm>
            <a:off x="4713437" y="3462234"/>
            <a:ext cx="536543" cy="537824"/>
          </a:xfrm>
          <a:custGeom>
            <a:avLst/>
            <a:gdLst>
              <a:gd name="T0" fmla="*/ 13 w 781"/>
              <a:gd name="T1" fmla="*/ 869 h 869"/>
              <a:gd name="T2" fmla="*/ 13 w 781"/>
              <a:gd name="T3" fmla="*/ 869 h 869"/>
              <a:gd name="T4" fmla="*/ 8 w 781"/>
              <a:gd name="T5" fmla="*/ 868 h 869"/>
              <a:gd name="T6" fmla="*/ 3 w 781"/>
              <a:gd name="T7" fmla="*/ 852 h 869"/>
              <a:gd name="T8" fmla="*/ 152 w 781"/>
              <a:gd name="T9" fmla="*/ 606 h 869"/>
              <a:gd name="T10" fmla="*/ 445 w 781"/>
              <a:gd name="T11" fmla="*/ 261 h 869"/>
              <a:gd name="T12" fmla="*/ 762 w 781"/>
              <a:gd name="T13" fmla="*/ 3 h 869"/>
              <a:gd name="T14" fmla="*/ 778 w 781"/>
              <a:gd name="T15" fmla="*/ 6 h 869"/>
              <a:gd name="T16" fmla="*/ 774 w 781"/>
              <a:gd name="T17" fmla="*/ 22 h 869"/>
              <a:gd name="T18" fmla="*/ 460 w 781"/>
              <a:gd name="T19" fmla="*/ 277 h 869"/>
              <a:gd name="T20" fmla="*/ 171 w 781"/>
              <a:gd name="T21" fmla="*/ 619 h 869"/>
              <a:gd name="T22" fmla="*/ 23 w 781"/>
              <a:gd name="T23" fmla="*/ 863 h 869"/>
              <a:gd name="T24" fmla="*/ 13 w 781"/>
              <a:gd name="T25" fmla="*/ 869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1" h="869">
                <a:moveTo>
                  <a:pt x="13" y="869"/>
                </a:moveTo>
                <a:lnTo>
                  <a:pt x="13" y="869"/>
                </a:lnTo>
                <a:cubicBezTo>
                  <a:pt x="11" y="869"/>
                  <a:pt x="9" y="869"/>
                  <a:pt x="8" y="868"/>
                </a:cubicBezTo>
                <a:cubicBezTo>
                  <a:pt x="2" y="865"/>
                  <a:pt x="0" y="858"/>
                  <a:pt x="3" y="852"/>
                </a:cubicBezTo>
                <a:cubicBezTo>
                  <a:pt x="47" y="768"/>
                  <a:pt x="97" y="685"/>
                  <a:pt x="152" y="606"/>
                </a:cubicBezTo>
                <a:cubicBezTo>
                  <a:pt x="238" y="482"/>
                  <a:pt x="336" y="366"/>
                  <a:pt x="445" y="261"/>
                </a:cubicBezTo>
                <a:cubicBezTo>
                  <a:pt x="542" y="166"/>
                  <a:pt x="649" y="79"/>
                  <a:pt x="762" y="3"/>
                </a:cubicBezTo>
                <a:cubicBezTo>
                  <a:pt x="767" y="0"/>
                  <a:pt x="774" y="1"/>
                  <a:pt x="778" y="6"/>
                </a:cubicBezTo>
                <a:cubicBezTo>
                  <a:pt x="781" y="11"/>
                  <a:pt x="780" y="18"/>
                  <a:pt x="774" y="22"/>
                </a:cubicBezTo>
                <a:cubicBezTo>
                  <a:pt x="663" y="97"/>
                  <a:pt x="557" y="183"/>
                  <a:pt x="460" y="277"/>
                </a:cubicBezTo>
                <a:cubicBezTo>
                  <a:pt x="353" y="381"/>
                  <a:pt x="256" y="496"/>
                  <a:pt x="171" y="619"/>
                </a:cubicBezTo>
                <a:cubicBezTo>
                  <a:pt x="117" y="697"/>
                  <a:pt x="67" y="779"/>
                  <a:pt x="23" y="863"/>
                </a:cubicBezTo>
                <a:cubicBezTo>
                  <a:pt x="21" y="867"/>
                  <a:pt x="17" y="869"/>
                  <a:pt x="13" y="869"/>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19" name="Freeform 118">
            <a:extLst>
              <a:ext uri="{FF2B5EF4-FFF2-40B4-BE49-F238E27FC236}">
                <a16:creationId xmlns:a16="http://schemas.microsoft.com/office/drawing/2014/main" id="{9C57AAEA-CC1C-0491-E3DE-28950E2553D8}"/>
              </a:ext>
            </a:extLst>
          </p:cNvPr>
          <p:cNvSpPr>
            <a:spLocks/>
          </p:cNvSpPr>
          <p:nvPr/>
        </p:nvSpPr>
        <p:spPr bwMode="auto">
          <a:xfrm>
            <a:off x="4691345" y="5264941"/>
            <a:ext cx="757472" cy="684375"/>
          </a:xfrm>
          <a:custGeom>
            <a:avLst/>
            <a:gdLst>
              <a:gd name="T0" fmla="*/ 1092 w 1105"/>
              <a:gd name="T1" fmla="*/ 1104 h 1104"/>
              <a:gd name="T2" fmla="*/ 1092 w 1105"/>
              <a:gd name="T3" fmla="*/ 1104 h 1104"/>
              <a:gd name="T4" fmla="*/ 1087 w 1105"/>
              <a:gd name="T5" fmla="*/ 1103 h 1104"/>
              <a:gd name="T6" fmla="*/ 795 w 1105"/>
              <a:gd name="T7" fmla="*/ 935 h 1104"/>
              <a:gd name="T8" fmla="*/ 542 w 1105"/>
              <a:gd name="T9" fmla="*/ 737 h 1104"/>
              <a:gd name="T10" fmla="*/ 338 w 1105"/>
              <a:gd name="T11" fmla="*/ 529 h 1104"/>
              <a:gd name="T12" fmla="*/ 168 w 1105"/>
              <a:gd name="T13" fmla="*/ 307 h 1104"/>
              <a:gd name="T14" fmla="*/ 3 w 1105"/>
              <a:gd name="T15" fmla="*/ 18 h 1104"/>
              <a:gd name="T16" fmla="*/ 8 w 1105"/>
              <a:gd name="T17" fmla="*/ 3 h 1104"/>
              <a:gd name="T18" fmla="*/ 23 w 1105"/>
              <a:gd name="T19" fmla="*/ 8 h 1104"/>
              <a:gd name="T20" fmla="*/ 187 w 1105"/>
              <a:gd name="T21" fmla="*/ 294 h 1104"/>
              <a:gd name="T22" fmla="*/ 355 w 1105"/>
              <a:gd name="T23" fmla="*/ 514 h 1104"/>
              <a:gd name="T24" fmla="*/ 558 w 1105"/>
              <a:gd name="T25" fmla="*/ 721 h 1104"/>
              <a:gd name="T26" fmla="*/ 807 w 1105"/>
              <a:gd name="T27" fmla="*/ 916 h 1104"/>
              <a:gd name="T28" fmla="*/ 1097 w 1105"/>
              <a:gd name="T29" fmla="*/ 1083 h 1104"/>
              <a:gd name="T30" fmla="*/ 1102 w 1105"/>
              <a:gd name="T31" fmla="*/ 1098 h 1104"/>
              <a:gd name="T32" fmla="*/ 1092 w 1105"/>
              <a:gd name="T33" fmla="*/ 1104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05" h="1104">
                <a:moveTo>
                  <a:pt x="1092" y="1104"/>
                </a:moveTo>
                <a:lnTo>
                  <a:pt x="1092" y="1104"/>
                </a:lnTo>
                <a:cubicBezTo>
                  <a:pt x="1091" y="1104"/>
                  <a:pt x="1089" y="1104"/>
                  <a:pt x="1087" y="1103"/>
                </a:cubicBezTo>
                <a:cubicBezTo>
                  <a:pt x="986" y="1055"/>
                  <a:pt x="888" y="998"/>
                  <a:pt x="795" y="935"/>
                </a:cubicBezTo>
                <a:cubicBezTo>
                  <a:pt x="707" y="875"/>
                  <a:pt x="622" y="809"/>
                  <a:pt x="542" y="737"/>
                </a:cubicBezTo>
                <a:cubicBezTo>
                  <a:pt x="470" y="673"/>
                  <a:pt x="402" y="603"/>
                  <a:pt x="338" y="529"/>
                </a:cubicBezTo>
                <a:cubicBezTo>
                  <a:pt x="277" y="459"/>
                  <a:pt x="220" y="384"/>
                  <a:pt x="168" y="307"/>
                </a:cubicBezTo>
                <a:cubicBezTo>
                  <a:pt x="106" y="215"/>
                  <a:pt x="51" y="118"/>
                  <a:pt x="3" y="18"/>
                </a:cubicBezTo>
                <a:cubicBezTo>
                  <a:pt x="0" y="12"/>
                  <a:pt x="2" y="6"/>
                  <a:pt x="8" y="3"/>
                </a:cubicBezTo>
                <a:cubicBezTo>
                  <a:pt x="14" y="0"/>
                  <a:pt x="20" y="2"/>
                  <a:pt x="23" y="8"/>
                </a:cubicBezTo>
                <a:cubicBezTo>
                  <a:pt x="71" y="107"/>
                  <a:pt x="126" y="203"/>
                  <a:pt x="187" y="294"/>
                </a:cubicBezTo>
                <a:cubicBezTo>
                  <a:pt x="239" y="371"/>
                  <a:pt x="295" y="445"/>
                  <a:pt x="355" y="514"/>
                </a:cubicBezTo>
                <a:cubicBezTo>
                  <a:pt x="418" y="587"/>
                  <a:pt x="486" y="656"/>
                  <a:pt x="558" y="721"/>
                </a:cubicBezTo>
                <a:cubicBezTo>
                  <a:pt x="636" y="791"/>
                  <a:pt x="720" y="857"/>
                  <a:pt x="807" y="916"/>
                </a:cubicBezTo>
                <a:cubicBezTo>
                  <a:pt x="900" y="978"/>
                  <a:pt x="997" y="1035"/>
                  <a:pt x="1097" y="1083"/>
                </a:cubicBezTo>
                <a:cubicBezTo>
                  <a:pt x="1103" y="1086"/>
                  <a:pt x="1105" y="1092"/>
                  <a:pt x="1102" y="1098"/>
                </a:cubicBezTo>
                <a:cubicBezTo>
                  <a:pt x="1101" y="1102"/>
                  <a:pt x="1096" y="1104"/>
                  <a:pt x="1092" y="1104"/>
                </a:cubicBezTo>
                <a:close/>
              </a:path>
            </a:pathLst>
          </a:custGeom>
          <a:solidFill>
            <a:sysClr val="window" lastClr="FFFFFF"/>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0" name="Freeform 119">
            <a:extLst>
              <a:ext uri="{FF2B5EF4-FFF2-40B4-BE49-F238E27FC236}">
                <a16:creationId xmlns:a16="http://schemas.microsoft.com/office/drawing/2014/main" id="{0CC0D035-F7C6-DF82-F9ED-946256E681C6}"/>
              </a:ext>
            </a:extLst>
          </p:cNvPr>
          <p:cNvSpPr>
            <a:spLocks/>
          </p:cNvSpPr>
          <p:nvPr/>
        </p:nvSpPr>
        <p:spPr bwMode="auto">
          <a:xfrm>
            <a:off x="6304129" y="5451330"/>
            <a:ext cx="1139365" cy="628884"/>
          </a:xfrm>
          <a:custGeom>
            <a:avLst/>
            <a:gdLst>
              <a:gd name="T0" fmla="*/ 12 w 1661"/>
              <a:gd name="T1" fmla="*/ 1017 h 1017"/>
              <a:gd name="T2" fmla="*/ 12 w 1661"/>
              <a:gd name="T3" fmla="*/ 1017 h 1017"/>
              <a:gd name="T4" fmla="*/ 1 w 1661"/>
              <a:gd name="T5" fmla="*/ 1006 h 1017"/>
              <a:gd name="T6" fmla="*/ 11 w 1661"/>
              <a:gd name="T7" fmla="*/ 994 h 1017"/>
              <a:gd name="T8" fmla="*/ 230 w 1661"/>
              <a:gd name="T9" fmla="*/ 958 h 1017"/>
              <a:gd name="T10" fmla="*/ 451 w 1661"/>
              <a:gd name="T11" fmla="*/ 898 h 1017"/>
              <a:gd name="T12" fmla="*/ 685 w 1661"/>
              <a:gd name="T13" fmla="*/ 807 h 1017"/>
              <a:gd name="T14" fmla="*/ 953 w 1661"/>
              <a:gd name="T15" fmla="*/ 664 h 1017"/>
              <a:gd name="T16" fmla="*/ 1247 w 1661"/>
              <a:gd name="T17" fmla="*/ 447 h 1017"/>
              <a:gd name="T18" fmla="*/ 1433 w 1661"/>
              <a:gd name="T19" fmla="*/ 266 h 1017"/>
              <a:gd name="T20" fmla="*/ 1639 w 1661"/>
              <a:gd name="T21" fmla="*/ 7 h 1017"/>
              <a:gd name="T22" fmla="*/ 1655 w 1661"/>
              <a:gd name="T23" fmla="*/ 4 h 1017"/>
              <a:gd name="T24" fmla="*/ 1658 w 1661"/>
              <a:gd name="T25" fmla="*/ 19 h 1017"/>
              <a:gd name="T26" fmla="*/ 1450 w 1661"/>
              <a:gd name="T27" fmla="*/ 281 h 1017"/>
              <a:gd name="T28" fmla="*/ 1262 w 1661"/>
              <a:gd name="T29" fmla="*/ 464 h 1017"/>
              <a:gd name="T30" fmla="*/ 965 w 1661"/>
              <a:gd name="T31" fmla="*/ 683 h 1017"/>
              <a:gd name="T32" fmla="*/ 695 w 1661"/>
              <a:gd name="T33" fmla="*/ 828 h 1017"/>
              <a:gd name="T34" fmla="*/ 458 w 1661"/>
              <a:gd name="T35" fmla="*/ 919 h 1017"/>
              <a:gd name="T36" fmla="*/ 234 w 1661"/>
              <a:gd name="T37" fmla="*/ 980 h 1017"/>
              <a:gd name="T38" fmla="*/ 14 w 1661"/>
              <a:gd name="T39" fmla="*/ 1016 h 1017"/>
              <a:gd name="T40" fmla="*/ 12 w 1661"/>
              <a:gd name="T41" fmla="*/ 101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61" h="1017">
                <a:moveTo>
                  <a:pt x="12" y="1017"/>
                </a:moveTo>
                <a:lnTo>
                  <a:pt x="12" y="1017"/>
                </a:lnTo>
                <a:cubicBezTo>
                  <a:pt x="7" y="1017"/>
                  <a:pt x="2" y="1012"/>
                  <a:pt x="1" y="1006"/>
                </a:cubicBezTo>
                <a:cubicBezTo>
                  <a:pt x="0" y="1000"/>
                  <a:pt x="5" y="995"/>
                  <a:pt x="11" y="994"/>
                </a:cubicBezTo>
                <a:cubicBezTo>
                  <a:pt x="84" y="985"/>
                  <a:pt x="158" y="973"/>
                  <a:pt x="230" y="958"/>
                </a:cubicBezTo>
                <a:cubicBezTo>
                  <a:pt x="304" y="941"/>
                  <a:pt x="378" y="921"/>
                  <a:pt x="451" y="898"/>
                </a:cubicBezTo>
                <a:cubicBezTo>
                  <a:pt x="530" y="872"/>
                  <a:pt x="609" y="842"/>
                  <a:pt x="685" y="807"/>
                </a:cubicBezTo>
                <a:cubicBezTo>
                  <a:pt x="777" y="766"/>
                  <a:pt x="867" y="717"/>
                  <a:pt x="953" y="664"/>
                </a:cubicBezTo>
                <a:cubicBezTo>
                  <a:pt x="1056" y="600"/>
                  <a:pt x="1155" y="527"/>
                  <a:pt x="1247" y="447"/>
                </a:cubicBezTo>
                <a:cubicBezTo>
                  <a:pt x="1312" y="390"/>
                  <a:pt x="1375" y="329"/>
                  <a:pt x="1433" y="266"/>
                </a:cubicBezTo>
                <a:cubicBezTo>
                  <a:pt x="1508" y="185"/>
                  <a:pt x="1577" y="98"/>
                  <a:pt x="1639" y="7"/>
                </a:cubicBezTo>
                <a:cubicBezTo>
                  <a:pt x="1642" y="1"/>
                  <a:pt x="1649" y="0"/>
                  <a:pt x="1655" y="4"/>
                </a:cubicBezTo>
                <a:cubicBezTo>
                  <a:pt x="1660" y="7"/>
                  <a:pt x="1661" y="14"/>
                  <a:pt x="1658" y="19"/>
                </a:cubicBezTo>
                <a:cubicBezTo>
                  <a:pt x="1595" y="111"/>
                  <a:pt x="1525" y="199"/>
                  <a:pt x="1450" y="281"/>
                </a:cubicBezTo>
                <a:cubicBezTo>
                  <a:pt x="1391" y="345"/>
                  <a:pt x="1327" y="407"/>
                  <a:pt x="1262" y="464"/>
                </a:cubicBezTo>
                <a:cubicBezTo>
                  <a:pt x="1169" y="545"/>
                  <a:pt x="1069" y="618"/>
                  <a:pt x="965" y="683"/>
                </a:cubicBezTo>
                <a:cubicBezTo>
                  <a:pt x="878" y="737"/>
                  <a:pt x="787" y="786"/>
                  <a:pt x="695" y="828"/>
                </a:cubicBezTo>
                <a:cubicBezTo>
                  <a:pt x="618" y="863"/>
                  <a:pt x="538" y="893"/>
                  <a:pt x="458" y="919"/>
                </a:cubicBezTo>
                <a:cubicBezTo>
                  <a:pt x="385" y="943"/>
                  <a:pt x="310" y="963"/>
                  <a:pt x="234" y="980"/>
                </a:cubicBezTo>
                <a:cubicBezTo>
                  <a:pt x="162" y="995"/>
                  <a:pt x="88" y="1008"/>
                  <a:pt x="14" y="1016"/>
                </a:cubicBezTo>
                <a:cubicBezTo>
                  <a:pt x="13" y="1016"/>
                  <a:pt x="13" y="1017"/>
                  <a:pt x="12" y="1017"/>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1" name="Freeform 120">
            <a:extLst>
              <a:ext uri="{FF2B5EF4-FFF2-40B4-BE49-F238E27FC236}">
                <a16:creationId xmlns:a16="http://schemas.microsoft.com/office/drawing/2014/main" id="{B8F8231E-6493-DD77-36F4-6B0A0F4C5FDA}"/>
              </a:ext>
            </a:extLst>
          </p:cNvPr>
          <p:cNvSpPr>
            <a:spLocks/>
          </p:cNvSpPr>
          <p:nvPr/>
        </p:nvSpPr>
        <p:spPr bwMode="auto">
          <a:xfrm>
            <a:off x="7415090" y="3827898"/>
            <a:ext cx="179899" cy="280295"/>
          </a:xfrm>
          <a:custGeom>
            <a:avLst/>
            <a:gdLst>
              <a:gd name="T0" fmla="*/ 251 w 263"/>
              <a:gd name="T1" fmla="*/ 454 h 454"/>
              <a:gd name="T2" fmla="*/ 251 w 263"/>
              <a:gd name="T3" fmla="*/ 454 h 454"/>
              <a:gd name="T4" fmla="*/ 240 w 263"/>
              <a:gd name="T5" fmla="*/ 447 h 454"/>
              <a:gd name="T6" fmla="*/ 4 w 263"/>
              <a:gd name="T7" fmla="*/ 19 h 454"/>
              <a:gd name="T8" fmla="*/ 7 w 263"/>
              <a:gd name="T9" fmla="*/ 3 h 454"/>
              <a:gd name="T10" fmla="*/ 22 w 263"/>
              <a:gd name="T11" fmla="*/ 6 h 454"/>
              <a:gd name="T12" fmla="*/ 261 w 263"/>
              <a:gd name="T13" fmla="*/ 438 h 454"/>
              <a:gd name="T14" fmla="*/ 255 w 263"/>
              <a:gd name="T15" fmla="*/ 453 h 454"/>
              <a:gd name="T16" fmla="*/ 251 w 263"/>
              <a:gd name="T17" fmla="*/ 454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454">
                <a:moveTo>
                  <a:pt x="251" y="454"/>
                </a:moveTo>
                <a:lnTo>
                  <a:pt x="251" y="454"/>
                </a:lnTo>
                <a:cubicBezTo>
                  <a:pt x="246" y="454"/>
                  <a:pt x="242" y="451"/>
                  <a:pt x="240" y="447"/>
                </a:cubicBezTo>
                <a:cubicBezTo>
                  <a:pt x="177" y="297"/>
                  <a:pt x="98" y="153"/>
                  <a:pt x="4" y="19"/>
                </a:cubicBezTo>
                <a:cubicBezTo>
                  <a:pt x="0" y="14"/>
                  <a:pt x="1" y="7"/>
                  <a:pt x="7" y="3"/>
                </a:cubicBezTo>
                <a:cubicBezTo>
                  <a:pt x="12" y="0"/>
                  <a:pt x="19" y="1"/>
                  <a:pt x="22" y="6"/>
                </a:cubicBezTo>
                <a:cubicBezTo>
                  <a:pt x="117" y="141"/>
                  <a:pt x="197" y="286"/>
                  <a:pt x="261" y="438"/>
                </a:cubicBezTo>
                <a:cubicBezTo>
                  <a:pt x="263" y="444"/>
                  <a:pt x="261" y="450"/>
                  <a:pt x="255" y="453"/>
                </a:cubicBezTo>
                <a:cubicBezTo>
                  <a:pt x="254" y="453"/>
                  <a:pt x="252" y="454"/>
                  <a:pt x="251" y="454"/>
                </a:cubicBezTo>
                <a:close/>
              </a:path>
            </a:pathLst>
          </a:custGeom>
          <a:solidFill>
            <a:srgbClr val="FFE600"/>
          </a:solidFill>
          <a:ln w="0">
            <a:noFill/>
            <a:prstDash val="solid"/>
            <a:round/>
            <a:headEnd/>
            <a:tailEnd/>
          </a:ln>
        </p:spPr>
        <p:txBody>
          <a:bodyPr vert="horz" wrap="square" lIns="91392" tIns="45696" rIns="91392" bIns="45696"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22" name="Oval 121">
            <a:extLst>
              <a:ext uri="{FF2B5EF4-FFF2-40B4-BE49-F238E27FC236}">
                <a16:creationId xmlns:a16="http://schemas.microsoft.com/office/drawing/2014/main" id="{D045BA4A-76A3-4504-4E25-8CDD76D0FBBC}"/>
              </a:ext>
            </a:extLst>
          </p:cNvPr>
          <p:cNvSpPr/>
          <p:nvPr/>
        </p:nvSpPr>
        <p:spPr>
          <a:xfrm>
            <a:off x="4051343" y="2805345"/>
            <a:ext cx="3983942" cy="3592000"/>
          </a:xfrm>
          <a:prstGeom prst="ellipse">
            <a:avLst/>
          </a:prstGeom>
          <a:noFill/>
          <a:ln w="12700" cap="flat" cmpd="sng" algn="ctr">
            <a:solidFill>
              <a:sysClr val="window" lastClr="FFFFFF">
                <a:lumMod val="9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ysClr val="windowText" lastClr="000000"/>
              </a:solidFill>
              <a:effectLst/>
              <a:uLnTx/>
              <a:uFillTx/>
            </a:endParaRPr>
          </a:p>
        </p:txBody>
      </p:sp>
      <p:sp>
        <p:nvSpPr>
          <p:cNvPr id="123" name="Oval 122">
            <a:extLst>
              <a:ext uri="{FF2B5EF4-FFF2-40B4-BE49-F238E27FC236}">
                <a16:creationId xmlns:a16="http://schemas.microsoft.com/office/drawing/2014/main" id="{08BCF41C-7F2C-7386-429F-39793AF75426}"/>
              </a:ext>
            </a:extLst>
          </p:cNvPr>
          <p:cNvSpPr/>
          <p:nvPr/>
        </p:nvSpPr>
        <p:spPr>
          <a:xfrm>
            <a:off x="3749712" y="5068818"/>
            <a:ext cx="867822" cy="782445"/>
          </a:xfrm>
          <a:prstGeom prst="ellipse">
            <a:avLst/>
          </a:prstGeom>
          <a:solidFill>
            <a:srgbClr val="747480"/>
          </a:solidFill>
          <a:ln w="15875" cap="flat" cmpd="sng" algn="ctr">
            <a:noFill/>
            <a:prstDash val="solid"/>
          </a:ln>
          <a:effectLst/>
        </p:spPr>
        <p:txBody>
          <a:bodyPr wrap="none" lIns="0" tIns="0" rIns="0" bIns="0" rtlCol="0" anchor="ctr"/>
          <a:lstStyle/>
          <a:p>
            <a:pPr algn="ctr">
              <a:defRPr/>
            </a:pPr>
            <a:r>
              <a:rPr lang="en-US" sz="900" b="1" kern="0">
                <a:solidFill>
                  <a:srgbClr val="FFFFFF"/>
                </a:solidFill>
                <a:ea typeface="Arial" charset="0"/>
                <a:cs typeface="Arial" charset="0"/>
              </a:rPr>
              <a:t>Reporting</a:t>
            </a:r>
          </a:p>
        </p:txBody>
      </p:sp>
      <p:sp>
        <p:nvSpPr>
          <p:cNvPr id="124" name="Oval 123">
            <a:extLst>
              <a:ext uri="{FF2B5EF4-FFF2-40B4-BE49-F238E27FC236}">
                <a16:creationId xmlns:a16="http://schemas.microsoft.com/office/drawing/2014/main" id="{65EA1674-90EE-121C-E639-F320123E682D}"/>
              </a:ext>
            </a:extLst>
          </p:cNvPr>
          <p:cNvSpPr/>
          <p:nvPr/>
        </p:nvSpPr>
        <p:spPr>
          <a:xfrm>
            <a:off x="3767559" y="3312942"/>
            <a:ext cx="867822" cy="782445"/>
          </a:xfrm>
          <a:prstGeom prst="ellipse">
            <a:avLst/>
          </a:prstGeom>
          <a:solidFill>
            <a:srgbClr val="747480"/>
          </a:solidFill>
          <a:ln w="15875" cap="flat" cmpd="sng" algn="ctr">
            <a:noFill/>
            <a:prstDash val="solid"/>
          </a:ln>
          <a:effectLst/>
        </p:spPr>
        <p:txBody>
          <a:bodyPr wrap="none" lIns="0" tIns="0" rIns="0" bIns="0" rtlCol="0" anchor="ctr"/>
          <a:lstStyle/>
          <a:p>
            <a:pPr algn="ctr">
              <a:defRPr/>
            </a:pPr>
            <a:endParaRPr lang="en-US" sz="900" b="1" kern="0">
              <a:solidFill>
                <a:srgbClr val="FFFFFF"/>
              </a:solidFill>
              <a:ea typeface="Arial" charset="0"/>
              <a:cs typeface="Arial" charset="0"/>
            </a:endParaRPr>
          </a:p>
          <a:p>
            <a:pPr algn="ctr">
              <a:defRPr/>
            </a:pPr>
            <a:r>
              <a:rPr lang="en-US" sz="900" b="1" kern="0">
                <a:solidFill>
                  <a:srgbClr val="FFFFFF"/>
                </a:solidFill>
                <a:ea typeface="Arial" charset="0"/>
                <a:cs typeface="Arial" charset="0"/>
              </a:rPr>
              <a:t>Intercompany</a:t>
            </a:r>
          </a:p>
          <a:p>
            <a:pPr algn="ctr">
              <a:defRPr/>
            </a:pPr>
            <a:endParaRPr lang="en-US" sz="900" b="1" kern="0">
              <a:solidFill>
                <a:srgbClr val="FFFFFF"/>
              </a:solidFill>
              <a:ea typeface="Arial" charset="0"/>
              <a:cs typeface="Arial" charset="0"/>
            </a:endParaRPr>
          </a:p>
        </p:txBody>
      </p:sp>
      <p:sp>
        <p:nvSpPr>
          <p:cNvPr id="125" name="Oval 124">
            <a:extLst>
              <a:ext uri="{FF2B5EF4-FFF2-40B4-BE49-F238E27FC236}">
                <a16:creationId xmlns:a16="http://schemas.microsoft.com/office/drawing/2014/main" id="{C0B3A0C6-AFBF-2152-D3F1-C0A310811FBA}"/>
              </a:ext>
            </a:extLst>
          </p:cNvPr>
          <p:cNvSpPr/>
          <p:nvPr/>
        </p:nvSpPr>
        <p:spPr>
          <a:xfrm>
            <a:off x="5661730" y="6090278"/>
            <a:ext cx="867822" cy="782445"/>
          </a:xfrm>
          <a:prstGeom prst="ellipse">
            <a:avLst/>
          </a:prstGeom>
          <a:solidFill>
            <a:srgbClr val="747480"/>
          </a:solidFill>
          <a:ln w="15875" cap="flat" cmpd="sng" algn="ctr">
            <a:noFill/>
            <a:prstDash val="solid"/>
          </a:ln>
          <a:effectLst/>
        </p:spPr>
        <p:txBody>
          <a:bodyPr wrap="none" lIns="0" tIns="0" rIns="0" bIns="0" rtlCol="0" anchor="ctr"/>
          <a:lstStyle/>
          <a:p>
            <a:pPr algn="ctr">
              <a:defRPr/>
            </a:pPr>
            <a:r>
              <a:rPr lang="en-US" sz="900" b="1" kern="0">
                <a:solidFill>
                  <a:srgbClr val="FFFFFF"/>
                </a:solidFill>
                <a:ea typeface="Arial" charset="0"/>
                <a:cs typeface="Arial" charset="0"/>
              </a:rPr>
              <a:t>Journal</a:t>
            </a:r>
          </a:p>
          <a:p>
            <a:pPr algn="ctr">
              <a:defRPr/>
            </a:pPr>
            <a:r>
              <a:rPr lang="en-US" sz="900" b="1" kern="0">
                <a:solidFill>
                  <a:srgbClr val="FFFFFF"/>
                </a:solidFill>
                <a:ea typeface="Arial" charset="0"/>
                <a:cs typeface="Arial" charset="0"/>
              </a:rPr>
              <a:t>entry</a:t>
            </a:r>
          </a:p>
        </p:txBody>
      </p:sp>
      <p:sp>
        <p:nvSpPr>
          <p:cNvPr id="126" name="Oval 125">
            <a:extLst>
              <a:ext uri="{FF2B5EF4-FFF2-40B4-BE49-F238E27FC236}">
                <a16:creationId xmlns:a16="http://schemas.microsoft.com/office/drawing/2014/main" id="{F008B334-C8B2-C353-648F-0B42CB133554}"/>
              </a:ext>
            </a:extLst>
          </p:cNvPr>
          <p:cNvSpPr/>
          <p:nvPr/>
        </p:nvSpPr>
        <p:spPr>
          <a:xfrm>
            <a:off x="5691896" y="2323635"/>
            <a:ext cx="867822" cy="782445"/>
          </a:xfrm>
          <a:prstGeom prst="ellipse">
            <a:avLst/>
          </a:prstGeom>
          <a:solidFill>
            <a:srgbClr val="747480"/>
          </a:solidFill>
          <a:ln w="15875" cap="flat" cmpd="sng" algn="ctr">
            <a:noFill/>
            <a:prstDash val="solid"/>
          </a:ln>
          <a:effectLst/>
        </p:spPr>
        <p:txBody>
          <a:bodyPr wrap="none" lIns="0" tIns="0" rIns="0" bIns="0" rtlCol="0" anchor="ctr"/>
          <a:lstStyle/>
          <a:p>
            <a:pPr algn="ctr">
              <a:defRPr/>
            </a:pPr>
            <a:r>
              <a:rPr lang="en-US" sz="900" b="1" kern="0">
                <a:solidFill>
                  <a:srgbClr val="FFFFFF"/>
                </a:solidFill>
                <a:ea typeface="Arial" charset="0"/>
                <a:cs typeface="Arial" charset="0"/>
              </a:rPr>
              <a:t>Reconciliation </a:t>
            </a:r>
          </a:p>
          <a:p>
            <a:pPr algn="ctr">
              <a:defRPr/>
            </a:pPr>
            <a:r>
              <a:rPr lang="en-US" sz="900" b="1" kern="0">
                <a:solidFill>
                  <a:srgbClr val="FFFFFF"/>
                </a:solidFill>
                <a:ea typeface="Arial" charset="0"/>
                <a:cs typeface="Arial" charset="0"/>
              </a:rPr>
              <a:t>Match</a:t>
            </a:r>
          </a:p>
        </p:txBody>
      </p:sp>
      <p:sp>
        <p:nvSpPr>
          <p:cNvPr id="127" name="Oval 126">
            <a:extLst>
              <a:ext uri="{FF2B5EF4-FFF2-40B4-BE49-F238E27FC236}">
                <a16:creationId xmlns:a16="http://schemas.microsoft.com/office/drawing/2014/main" id="{30E4250B-2083-264E-98B9-652361CF1903}"/>
              </a:ext>
            </a:extLst>
          </p:cNvPr>
          <p:cNvSpPr/>
          <p:nvPr/>
        </p:nvSpPr>
        <p:spPr>
          <a:xfrm>
            <a:off x="7622647" y="5042463"/>
            <a:ext cx="867822" cy="782445"/>
          </a:xfrm>
          <a:prstGeom prst="ellipse">
            <a:avLst/>
          </a:prstGeom>
          <a:solidFill>
            <a:srgbClr val="747480"/>
          </a:solidFill>
          <a:ln w="15875" cap="flat" cmpd="sng" algn="ctr">
            <a:noFill/>
            <a:prstDash val="solid"/>
          </a:ln>
          <a:effectLst/>
        </p:spPr>
        <p:txBody>
          <a:bodyPr wrap="none" lIns="0" tIns="0" rIns="0" bIns="0" rtlCol="0" anchor="ctr"/>
          <a:lstStyle/>
          <a:p>
            <a:pPr algn="ctr">
              <a:defRPr/>
            </a:pPr>
            <a:r>
              <a:rPr lang="en-US" sz="900" b="1" kern="0">
                <a:solidFill>
                  <a:srgbClr val="FFFFFF"/>
                </a:solidFill>
                <a:ea typeface="Arial" charset="0"/>
                <a:cs typeface="Arial" charset="0"/>
              </a:rPr>
              <a:t>Close</a:t>
            </a:r>
          </a:p>
          <a:p>
            <a:pPr algn="ctr">
              <a:defRPr/>
            </a:pPr>
            <a:r>
              <a:rPr lang="en-US" sz="900" b="1" kern="0">
                <a:solidFill>
                  <a:srgbClr val="FFFFFF"/>
                </a:solidFill>
                <a:ea typeface="Arial" charset="0"/>
                <a:cs typeface="Arial" charset="0"/>
              </a:rPr>
              <a:t>management</a:t>
            </a:r>
          </a:p>
        </p:txBody>
      </p:sp>
      <p:grpSp>
        <p:nvGrpSpPr>
          <p:cNvPr id="128" name="Group 127">
            <a:extLst>
              <a:ext uri="{FF2B5EF4-FFF2-40B4-BE49-F238E27FC236}">
                <a16:creationId xmlns:a16="http://schemas.microsoft.com/office/drawing/2014/main" id="{2DB33244-24C7-8C1B-93BE-24B43AC7CB79}"/>
              </a:ext>
            </a:extLst>
          </p:cNvPr>
          <p:cNvGrpSpPr/>
          <p:nvPr/>
        </p:nvGrpSpPr>
        <p:grpSpPr>
          <a:xfrm>
            <a:off x="5179017" y="3805117"/>
            <a:ext cx="1907348" cy="1659681"/>
            <a:chOff x="3626455" y="1636668"/>
            <a:chExt cx="1918749" cy="1851782"/>
          </a:xfrm>
        </p:grpSpPr>
        <p:sp>
          <p:nvSpPr>
            <p:cNvPr id="129" name="Oval 128">
              <a:extLst>
                <a:ext uri="{FF2B5EF4-FFF2-40B4-BE49-F238E27FC236}">
                  <a16:creationId xmlns:a16="http://schemas.microsoft.com/office/drawing/2014/main" id="{6E7AE4D9-33FE-6AED-36E4-274F894AD2CF}"/>
                </a:ext>
              </a:extLst>
            </p:cNvPr>
            <p:cNvSpPr/>
            <p:nvPr/>
          </p:nvSpPr>
          <p:spPr>
            <a:xfrm>
              <a:off x="3652903" y="1650255"/>
              <a:ext cx="1838196" cy="1838195"/>
            </a:xfrm>
            <a:prstGeom prst="ellipse">
              <a:avLst/>
            </a:prstGeom>
            <a:solidFill>
              <a:srgbClr val="FFE600"/>
            </a:solidFill>
            <a:ln w="381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ysClr val="windowText" lastClr="000000"/>
                </a:solidFill>
                <a:effectLst/>
                <a:uLnTx/>
                <a:uFillTx/>
              </a:endParaRPr>
            </a:p>
          </p:txBody>
        </p:sp>
        <p:sp>
          <p:nvSpPr>
            <p:cNvPr id="130" name="Rectangle 129">
              <a:extLst>
                <a:ext uri="{FF2B5EF4-FFF2-40B4-BE49-F238E27FC236}">
                  <a16:creationId xmlns:a16="http://schemas.microsoft.com/office/drawing/2014/main" id="{4039EB7B-3A8C-E7CE-B5B8-7D3A0F10CF6E}"/>
                </a:ext>
              </a:extLst>
            </p:cNvPr>
            <p:cNvSpPr/>
            <p:nvPr/>
          </p:nvSpPr>
          <p:spPr>
            <a:xfrm>
              <a:off x="3666566" y="2104118"/>
              <a:ext cx="1021878" cy="46334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Automation,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rules and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business logic</a:t>
              </a:r>
            </a:p>
          </p:txBody>
        </p:sp>
        <p:sp>
          <p:nvSpPr>
            <p:cNvPr id="131" name="Rectangle 130">
              <a:extLst>
                <a:ext uri="{FF2B5EF4-FFF2-40B4-BE49-F238E27FC236}">
                  <a16:creationId xmlns:a16="http://schemas.microsoft.com/office/drawing/2014/main" id="{ED097EA1-7883-CC7C-AA9E-4F25E9D45CFD}"/>
                </a:ext>
              </a:extLst>
            </p:cNvPr>
            <p:cNvSpPr/>
            <p:nvPr/>
          </p:nvSpPr>
          <p:spPr>
            <a:xfrm>
              <a:off x="4539463" y="2128303"/>
              <a:ext cx="825010" cy="463349"/>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Data warehouse and analytics</a:t>
              </a:r>
            </a:p>
          </p:txBody>
        </p:sp>
        <p:sp>
          <p:nvSpPr>
            <p:cNvPr id="132" name="Rectangle 131">
              <a:extLst>
                <a:ext uri="{FF2B5EF4-FFF2-40B4-BE49-F238E27FC236}">
                  <a16:creationId xmlns:a16="http://schemas.microsoft.com/office/drawing/2014/main" id="{EC4C0A27-67C9-63F2-A175-12B6635C8D27}"/>
                </a:ext>
              </a:extLst>
            </p:cNvPr>
            <p:cNvSpPr/>
            <p:nvPr/>
          </p:nvSpPr>
          <p:spPr>
            <a:xfrm>
              <a:off x="3831574" y="2934343"/>
              <a:ext cx="691387" cy="343222"/>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Standard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templates</a:t>
              </a:r>
            </a:p>
          </p:txBody>
        </p:sp>
        <p:sp>
          <p:nvSpPr>
            <p:cNvPr id="133" name="Rectangle 132">
              <a:extLst>
                <a:ext uri="{FF2B5EF4-FFF2-40B4-BE49-F238E27FC236}">
                  <a16:creationId xmlns:a16="http://schemas.microsoft.com/office/drawing/2014/main" id="{BD8782A4-716E-8C85-E5AE-D14DBFB4C17E}"/>
                </a:ext>
              </a:extLst>
            </p:cNvPr>
            <p:cNvSpPr/>
            <p:nvPr/>
          </p:nvSpPr>
          <p:spPr>
            <a:xfrm>
              <a:off x="4329314" y="2935230"/>
              <a:ext cx="1215890" cy="343222"/>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Workflow and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33333"/>
                  </a:solidFill>
                  <a:effectLst/>
                  <a:uLnTx/>
                  <a:uFillTx/>
                  <a:ea typeface="Arial" charset="0"/>
                  <a:cs typeface="Arial" charset="0"/>
                </a:rPr>
                <a:t>documents</a:t>
              </a:r>
            </a:p>
          </p:txBody>
        </p:sp>
        <p:cxnSp>
          <p:nvCxnSpPr>
            <p:cNvPr id="134" name="Straight Connector 133">
              <a:extLst>
                <a:ext uri="{FF2B5EF4-FFF2-40B4-BE49-F238E27FC236}">
                  <a16:creationId xmlns:a16="http://schemas.microsoft.com/office/drawing/2014/main" id="{0B22C666-1DD0-3AF2-F1E0-6F298D83DF1E}"/>
                </a:ext>
              </a:extLst>
            </p:cNvPr>
            <p:cNvCxnSpPr>
              <a:cxnSpLocks/>
              <a:endCxn id="129" idx="4"/>
            </p:cNvCxnSpPr>
            <p:nvPr/>
          </p:nvCxnSpPr>
          <p:spPr>
            <a:xfrm flipH="1">
              <a:off x="4572001" y="1636668"/>
              <a:ext cx="6069" cy="1851782"/>
            </a:xfrm>
            <a:prstGeom prst="line">
              <a:avLst/>
            </a:prstGeom>
            <a:noFill/>
            <a:ln w="12700" cap="flat" cmpd="sng" algn="ctr">
              <a:solidFill>
                <a:srgbClr val="333333"/>
              </a:solidFill>
              <a:prstDash val="solid"/>
            </a:ln>
            <a:effectLst/>
          </p:spPr>
        </p:cxnSp>
        <p:cxnSp>
          <p:nvCxnSpPr>
            <p:cNvPr id="135" name="Straight Connector 134">
              <a:extLst>
                <a:ext uri="{FF2B5EF4-FFF2-40B4-BE49-F238E27FC236}">
                  <a16:creationId xmlns:a16="http://schemas.microsoft.com/office/drawing/2014/main" id="{8C2B863A-CF9B-8B69-F335-40147BF10BF5}"/>
                </a:ext>
              </a:extLst>
            </p:cNvPr>
            <p:cNvCxnSpPr>
              <a:cxnSpLocks/>
            </p:cNvCxnSpPr>
            <p:nvPr/>
          </p:nvCxnSpPr>
          <p:spPr>
            <a:xfrm flipH="1">
              <a:off x="3626455" y="2583521"/>
              <a:ext cx="1864644" cy="0"/>
            </a:xfrm>
            <a:prstGeom prst="line">
              <a:avLst/>
            </a:prstGeom>
            <a:noFill/>
            <a:ln w="12700" cap="flat" cmpd="sng" algn="ctr">
              <a:solidFill>
                <a:srgbClr val="333333"/>
              </a:solidFill>
              <a:prstDash val="solid"/>
            </a:ln>
            <a:effectLst/>
          </p:spPr>
        </p:cxnSp>
      </p:grpSp>
      <p:sp>
        <p:nvSpPr>
          <p:cNvPr id="136" name="Oval 135">
            <a:extLst>
              <a:ext uri="{FF2B5EF4-FFF2-40B4-BE49-F238E27FC236}">
                <a16:creationId xmlns:a16="http://schemas.microsoft.com/office/drawing/2014/main" id="{7969BE0D-01FF-6147-B2AB-A202251586B8}"/>
              </a:ext>
            </a:extLst>
          </p:cNvPr>
          <p:cNvSpPr/>
          <p:nvPr/>
        </p:nvSpPr>
        <p:spPr>
          <a:xfrm>
            <a:off x="7562979" y="3310672"/>
            <a:ext cx="867822" cy="782445"/>
          </a:xfrm>
          <a:prstGeom prst="ellipse">
            <a:avLst/>
          </a:prstGeom>
          <a:solidFill>
            <a:srgbClr val="747480"/>
          </a:solidFill>
          <a:ln w="15875" cap="flat" cmpd="sng" algn="ctr">
            <a:noFill/>
            <a:prstDash val="solid"/>
          </a:ln>
          <a:effectLst/>
        </p:spPr>
        <p:txBody>
          <a:bodyPr wrap="none" lIns="0" tIns="0" rIns="0" bIns="0" rtlCol="0" anchor="ctr">
            <a:noAutofit/>
          </a:bodyPr>
          <a:lstStyle/>
          <a:p>
            <a:pPr algn="ctr">
              <a:defRPr/>
            </a:pPr>
            <a:endParaRPr lang="en-US" sz="900" b="1" kern="0">
              <a:solidFill>
                <a:srgbClr val="FFFFFF"/>
              </a:solidFill>
              <a:ea typeface="Arial" charset="0"/>
              <a:cs typeface="Arial" charset="0"/>
            </a:endParaRPr>
          </a:p>
          <a:p>
            <a:pPr algn="ctr">
              <a:defRPr/>
            </a:pPr>
            <a:r>
              <a:rPr lang="en-US" sz="900" b="1" kern="0">
                <a:solidFill>
                  <a:srgbClr val="FFFFFF"/>
                </a:solidFill>
                <a:ea typeface="Arial" charset="0"/>
                <a:cs typeface="Arial" charset="0"/>
              </a:rPr>
              <a:t>Reconciliations </a:t>
            </a:r>
          </a:p>
          <a:p>
            <a:pPr algn="ctr">
              <a:defRPr/>
            </a:pPr>
            <a:r>
              <a:rPr lang="en-US" sz="900" b="1" kern="0">
                <a:solidFill>
                  <a:srgbClr val="FFFFFF"/>
                </a:solidFill>
                <a:ea typeface="Arial" charset="0"/>
                <a:cs typeface="Arial" charset="0"/>
              </a:rPr>
              <a:t>Certify</a:t>
            </a:r>
          </a:p>
        </p:txBody>
      </p:sp>
      <p:grpSp>
        <p:nvGrpSpPr>
          <p:cNvPr id="137" name="Gruppieren 47">
            <a:extLst>
              <a:ext uri="{FF2B5EF4-FFF2-40B4-BE49-F238E27FC236}">
                <a16:creationId xmlns:a16="http://schemas.microsoft.com/office/drawing/2014/main" id="{BDFB013A-56FA-DF72-B7C8-A02191768E6E}"/>
              </a:ext>
            </a:extLst>
          </p:cNvPr>
          <p:cNvGrpSpPr/>
          <p:nvPr/>
        </p:nvGrpSpPr>
        <p:grpSpPr>
          <a:xfrm>
            <a:off x="5655782" y="4054662"/>
            <a:ext cx="141546" cy="197688"/>
            <a:chOff x="1665288" y="5127625"/>
            <a:chExt cx="242887" cy="376238"/>
          </a:xfrm>
          <a:solidFill>
            <a:srgbClr val="333333"/>
          </a:solidFill>
        </p:grpSpPr>
        <p:sp>
          <p:nvSpPr>
            <p:cNvPr id="138" name="Freeform 241">
              <a:extLst>
                <a:ext uri="{FF2B5EF4-FFF2-40B4-BE49-F238E27FC236}">
                  <a16:creationId xmlns:a16="http://schemas.microsoft.com/office/drawing/2014/main" id="{19F3C30F-6EB9-8F3F-238D-748B0F5D91A4}"/>
                </a:ext>
              </a:extLst>
            </p:cNvPr>
            <p:cNvSpPr>
              <a:spLocks noChangeArrowheads="1"/>
            </p:cNvSpPr>
            <p:nvPr/>
          </p:nvSpPr>
          <p:spPr bwMode="auto">
            <a:xfrm>
              <a:off x="1665288" y="5127625"/>
              <a:ext cx="242887" cy="293688"/>
            </a:xfrm>
            <a:custGeom>
              <a:avLst/>
              <a:gdLst>
                <a:gd name="T0" fmla="*/ 2147483647 w 674"/>
                <a:gd name="T1" fmla="*/ 2147483647 h 817"/>
                <a:gd name="T2" fmla="*/ 0 w 674"/>
                <a:gd name="T3" fmla="*/ 2147483647 h 817"/>
                <a:gd name="T4" fmla="*/ 2147483647 w 674"/>
                <a:gd name="T5" fmla="*/ 2147483647 h 817"/>
                <a:gd name="T6" fmla="*/ 2147483647 w 674"/>
                <a:gd name="T7" fmla="*/ 2147483647 h 817"/>
                <a:gd name="T8" fmla="*/ 2147483647 w 674"/>
                <a:gd name="T9" fmla="*/ 2147483647 h 817"/>
                <a:gd name="T10" fmla="*/ 2147483647 w 674"/>
                <a:gd name="T11" fmla="*/ 2147483647 h 817"/>
                <a:gd name="T12" fmla="*/ 2147483647 w 674"/>
                <a:gd name="T13" fmla="*/ 2147483647 h 817"/>
                <a:gd name="T14" fmla="*/ 2147483647 w 674"/>
                <a:gd name="T15" fmla="*/ 2147483647 h 817"/>
                <a:gd name="T16" fmla="*/ 2147483647 w 674"/>
                <a:gd name="T17" fmla="*/ 2147483647 h 817"/>
                <a:gd name="T18" fmla="*/ 2147483647 w 674"/>
                <a:gd name="T19" fmla="*/ 2147483647 h 817"/>
                <a:gd name="T20" fmla="*/ 2147483647 w 674"/>
                <a:gd name="T21" fmla="*/ 2147483647 h 817"/>
                <a:gd name="T22" fmla="*/ 2147483647 w 674"/>
                <a:gd name="T23" fmla="*/ 2147483647 h 817"/>
                <a:gd name="T24" fmla="*/ 2147483647 w 674"/>
                <a:gd name="T25" fmla="*/ 2147483647 h 817"/>
                <a:gd name="T26" fmla="*/ 2147483647 w 674"/>
                <a:gd name="T27" fmla="*/ 2147483647 h 817"/>
                <a:gd name="T28" fmla="*/ 2147483647 w 674"/>
                <a:gd name="T29" fmla="*/ 2147483647 h 817"/>
                <a:gd name="T30" fmla="*/ 2147483647 w 674"/>
                <a:gd name="T31" fmla="*/ 2147483647 h 817"/>
                <a:gd name="T32" fmla="*/ 2147483647 w 674"/>
                <a:gd name="T33" fmla="*/ 2147483647 h 817"/>
                <a:gd name="T34" fmla="*/ 2147483647 w 674"/>
                <a:gd name="T35" fmla="*/ 2147483647 h 817"/>
                <a:gd name="T36" fmla="*/ 2147483647 w 674"/>
                <a:gd name="T37" fmla="*/ 2147483647 h 817"/>
                <a:gd name="T38" fmla="*/ 2147483647 w 674"/>
                <a:gd name="T39" fmla="*/ 2147483647 h 817"/>
                <a:gd name="T40" fmla="*/ 2147483647 w 674"/>
                <a:gd name="T41" fmla="*/ 2147483647 h 817"/>
                <a:gd name="T42" fmla="*/ 2147483647 w 674"/>
                <a:gd name="T43" fmla="*/ 2147483647 h 817"/>
                <a:gd name="T44" fmla="*/ 2147483647 w 674"/>
                <a:gd name="T45" fmla="*/ 2147483647 h 817"/>
                <a:gd name="T46" fmla="*/ 2147483647 w 674"/>
                <a:gd name="T47" fmla="*/ 2147483647 h 817"/>
                <a:gd name="T48" fmla="*/ 2147483647 w 674"/>
                <a:gd name="T49" fmla="*/ 2147483647 h 817"/>
                <a:gd name="T50" fmla="*/ 2147483647 w 674"/>
                <a:gd name="T51" fmla="*/ 2147483647 h 817"/>
                <a:gd name="T52" fmla="*/ 2147483647 w 674"/>
                <a:gd name="T53" fmla="*/ 2147483647 h 817"/>
                <a:gd name="T54" fmla="*/ 2147483647 w 674"/>
                <a:gd name="T55" fmla="*/ 2147483647 h 817"/>
                <a:gd name="T56" fmla="*/ 2147483647 w 674"/>
                <a:gd name="T57" fmla="*/ 2147483647 h 817"/>
                <a:gd name="T58" fmla="*/ 2147483647 w 674"/>
                <a:gd name="T59" fmla="*/ 2147483647 h 817"/>
                <a:gd name="T60" fmla="*/ 2147483647 w 674"/>
                <a:gd name="T61" fmla="*/ 2147483647 h 817"/>
                <a:gd name="T62" fmla="*/ 2147483647 w 674"/>
                <a:gd name="T63" fmla="*/ 2147483647 h 817"/>
                <a:gd name="T64" fmla="*/ 2147483647 w 674"/>
                <a:gd name="T65" fmla="*/ 2147483647 h 817"/>
                <a:gd name="T66" fmla="*/ 2147483647 w 674"/>
                <a:gd name="T67" fmla="*/ 2147483647 h 817"/>
                <a:gd name="T68" fmla="*/ 2147483647 w 674"/>
                <a:gd name="T69" fmla="*/ 2147483647 h 817"/>
                <a:gd name="T70" fmla="*/ 2147483647 w 674"/>
                <a:gd name="T71" fmla="*/ 2147483647 h 817"/>
                <a:gd name="T72" fmla="*/ 2147483647 w 674"/>
                <a:gd name="T73" fmla="*/ 2147483647 h 817"/>
                <a:gd name="T74" fmla="*/ 2147483647 w 674"/>
                <a:gd name="T75" fmla="*/ 2147483647 h 817"/>
                <a:gd name="T76" fmla="*/ 2147483647 w 674"/>
                <a:gd name="T77" fmla="*/ 2147483647 h 817"/>
                <a:gd name="T78" fmla="*/ 2147483647 w 674"/>
                <a:gd name="T79" fmla="*/ 2147483647 h 817"/>
                <a:gd name="T80" fmla="*/ 2147483647 w 674"/>
                <a:gd name="T81" fmla="*/ 2147483647 h 817"/>
                <a:gd name="T82" fmla="*/ 2147483647 w 674"/>
                <a:gd name="T83" fmla="*/ 2147483647 h 817"/>
                <a:gd name="T84" fmla="*/ 2147483647 w 674"/>
                <a:gd name="T85" fmla="*/ 2147483647 h 817"/>
                <a:gd name="T86" fmla="*/ 2147483647 w 674"/>
                <a:gd name="T87" fmla="*/ 2147483647 h 817"/>
                <a:gd name="T88" fmla="*/ 2147483647 w 674"/>
                <a:gd name="T89" fmla="*/ 2147483647 h 8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674" h="817">
                  <a:moveTo>
                    <a:pt x="673" y="334"/>
                  </a:moveTo>
                  <a:lnTo>
                    <a:pt x="673" y="334"/>
                  </a:lnTo>
                  <a:cubicBezTo>
                    <a:pt x="673" y="150"/>
                    <a:pt x="523" y="0"/>
                    <a:pt x="340" y="0"/>
                  </a:cubicBezTo>
                  <a:cubicBezTo>
                    <a:pt x="150" y="0"/>
                    <a:pt x="0" y="150"/>
                    <a:pt x="0" y="334"/>
                  </a:cubicBezTo>
                  <a:cubicBezTo>
                    <a:pt x="0" y="346"/>
                    <a:pt x="0" y="359"/>
                    <a:pt x="0" y="366"/>
                  </a:cubicBezTo>
                  <a:cubicBezTo>
                    <a:pt x="0" y="372"/>
                    <a:pt x="6" y="503"/>
                    <a:pt x="138" y="667"/>
                  </a:cubicBezTo>
                  <a:cubicBezTo>
                    <a:pt x="170" y="719"/>
                    <a:pt x="157" y="816"/>
                    <a:pt x="157" y="816"/>
                  </a:cubicBezTo>
                  <a:cubicBezTo>
                    <a:pt x="209" y="816"/>
                    <a:pt x="261" y="816"/>
                    <a:pt x="313" y="816"/>
                  </a:cubicBezTo>
                  <a:cubicBezTo>
                    <a:pt x="327" y="816"/>
                    <a:pt x="346" y="816"/>
                    <a:pt x="360" y="816"/>
                  </a:cubicBezTo>
                  <a:cubicBezTo>
                    <a:pt x="412" y="816"/>
                    <a:pt x="464" y="816"/>
                    <a:pt x="517" y="816"/>
                  </a:cubicBezTo>
                  <a:cubicBezTo>
                    <a:pt x="517" y="816"/>
                    <a:pt x="503" y="719"/>
                    <a:pt x="543" y="667"/>
                  </a:cubicBezTo>
                  <a:cubicBezTo>
                    <a:pt x="666" y="503"/>
                    <a:pt x="673" y="372"/>
                    <a:pt x="673" y="366"/>
                  </a:cubicBezTo>
                  <a:cubicBezTo>
                    <a:pt x="673" y="359"/>
                    <a:pt x="673" y="346"/>
                    <a:pt x="673" y="334"/>
                  </a:cubicBezTo>
                  <a:close/>
                  <a:moveTo>
                    <a:pt x="301" y="758"/>
                  </a:moveTo>
                  <a:lnTo>
                    <a:pt x="301" y="758"/>
                  </a:lnTo>
                  <a:cubicBezTo>
                    <a:pt x="301" y="594"/>
                    <a:pt x="301" y="594"/>
                    <a:pt x="301" y="594"/>
                  </a:cubicBezTo>
                  <a:lnTo>
                    <a:pt x="295" y="588"/>
                  </a:lnTo>
                  <a:cubicBezTo>
                    <a:pt x="228" y="457"/>
                    <a:pt x="228" y="457"/>
                    <a:pt x="228" y="457"/>
                  </a:cubicBezTo>
                  <a:cubicBezTo>
                    <a:pt x="235" y="457"/>
                    <a:pt x="242" y="457"/>
                    <a:pt x="242" y="457"/>
                  </a:cubicBezTo>
                  <a:cubicBezTo>
                    <a:pt x="255" y="451"/>
                    <a:pt x="261" y="445"/>
                    <a:pt x="274" y="438"/>
                  </a:cubicBezTo>
                  <a:cubicBezTo>
                    <a:pt x="281" y="451"/>
                    <a:pt x="295" y="457"/>
                    <a:pt x="313" y="465"/>
                  </a:cubicBezTo>
                  <a:cubicBezTo>
                    <a:pt x="327" y="465"/>
                    <a:pt x="346" y="457"/>
                    <a:pt x="366" y="438"/>
                  </a:cubicBezTo>
                  <a:lnTo>
                    <a:pt x="372" y="445"/>
                  </a:lnTo>
                  <a:cubicBezTo>
                    <a:pt x="379" y="457"/>
                    <a:pt x="392" y="465"/>
                    <a:pt x="406" y="465"/>
                  </a:cubicBezTo>
                  <a:lnTo>
                    <a:pt x="412" y="465"/>
                  </a:lnTo>
                  <a:cubicBezTo>
                    <a:pt x="418" y="465"/>
                    <a:pt x="418" y="465"/>
                    <a:pt x="424" y="465"/>
                  </a:cubicBezTo>
                  <a:cubicBezTo>
                    <a:pt x="360" y="588"/>
                    <a:pt x="360" y="588"/>
                    <a:pt x="360" y="588"/>
                  </a:cubicBezTo>
                  <a:lnTo>
                    <a:pt x="360" y="594"/>
                  </a:lnTo>
                  <a:cubicBezTo>
                    <a:pt x="360" y="758"/>
                    <a:pt x="360" y="758"/>
                    <a:pt x="360" y="758"/>
                  </a:cubicBezTo>
                  <a:lnTo>
                    <a:pt x="301" y="758"/>
                  </a:lnTo>
                  <a:close/>
                  <a:moveTo>
                    <a:pt x="281" y="359"/>
                  </a:moveTo>
                  <a:lnTo>
                    <a:pt x="281" y="359"/>
                  </a:lnTo>
                  <a:cubicBezTo>
                    <a:pt x="287" y="366"/>
                    <a:pt x="287" y="366"/>
                    <a:pt x="287" y="372"/>
                  </a:cubicBezTo>
                  <a:cubicBezTo>
                    <a:pt x="287" y="378"/>
                    <a:pt x="287" y="392"/>
                    <a:pt x="281" y="406"/>
                  </a:cubicBezTo>
                  <a:cubicBezTo>
                    <a:pt x="274" y="386"/>
                    <a:pt x="274" y="366"/>
                    <a:pt x="281" y="359"/>
                  </a:cubicBezTo>
                  <a:close/>
                  <a:moveTo>
                    <a:pt x="372" y="359"/>
                  </a:moveTo>
                  <a:lnTo>
                    <a:pt x="372" y="359"/>
                  </a:lnTo>
                  <a:cubicBezTo>
                    <a:pt x="379" y="353"/>
                    <a:pt x="379" y="353"/>
                    <a:pt x="379" y="353"/>
                  </a:cubicBezTo>
                  <a:cubicBezTo>
                    <a:pt x="385" y="353"/>
                    <a:pt x="385" y="353"/>
                    <a:pt x="385" y="353"/>
                  </a:cubicBezTo>
                  <a:cubicBezTo>
                    <a:pt x="385" y="359"/>
                    <a:pt x="385" y="372"/>
                    <a:pt x="372" y="392"/>
                  </a:cubicBezTo>
                  <a:cubicBezTo>
                    <a:pt x="372" y="379"/>
                    <a:pt x="372" y="366"/>
                    <a:pt x="372" y="359"/>
                  </a:cubicBezTo>
                  <a:close/>
                  <a:moveTo>
                    <a:pt x="614" y="353"/>
                  </a:moveTo>
                  <a:lnTo>
                    <a:pt x="614" y="353"/>
                  </a:lnTo>
                  <a:cubicBezTo>
                    <a:pt x="614" y="392"/>
                    <a:pt x="614" y="392"/>
                    <a:pt x="614" y="392"/>
                  </a:cubicBezTo>
                  <a:cubicBezTo>
                    <a:pt x="608" y="424"/>
                    <a:pt x="582" y="517"/>
                    <a:pt x="497" y="634"/>
                  </a:cubicBezTo>
                  <a:cubicBezTo>
                    <a:pt x="464" y="667"/>
                    <a:pt x="457" y="719"/>
                    <a:pt x="457" y="758"/>
                  </a:cubicBezTo>
                  <a:cubicBezTo>
                    <a:pt x="398" y="758"/>
                    <a:pt x="398" y="758"/>
                    <a:pt x="398" y="758"/>
                  </a:cubicBezTo>
                  <a:cubicBezTo>
                    <a:pt x="398" y="602"/>
                    <a:pt x="398" y="602"/>
                    <a:pt x="398" y="602"/>
                  </a:cubicBezTo>
                  <a:cubicBezTo>
                    <a:pt x="477" y="451"/>
                    <a:pt x="477" y="451"/>
                    <a:pt x="477" y="451"/>
                  </a:cubicBezTo>
                  <a:cubicBezTo>
                    <a:pt x="477" y="445"/>
                    <a:pt x="477" y="432"/>
                    <a:pt x="464" y="424"/>
                  </a:cubicBezTo>
                  <a:cubicBezTo>
                    <a:pt x="457" y="418"/>
                    <a:pt x="444" y="424"/>
                    <a:pt x="438" y="432"/>
                  </a:cubicBezTo>
                  <a:cubicBezTo>
                    <a:pt x="431" y="438"/>
                    <a:pt x="418" y="445"/>
                    <a:pt x="406" y="445"/>
                  </a:cubicBezTo>
                  <a:cubicBezTo>
                    <a:pt x="398" y="445"/>
                    <a:pt x="392" y="438"/>
                    <a:pt x="385" y="432"/>
                  </a:cubicBezTo>
                  <a:cubicBezTo>
                    <a:pt x="385" y="432"/>
                    <a:pt x="385" y="424"/>
                    <a:pt x="379" y="418"/>
                  </a:cubicBezTo>
                  <a:cubicBezTo>
                    <a:pt x="398" y="399"/>
                    <a:pt x="412" y="359"/>
                    <a:pt x="406" y="346"/>
                  </a:cubicBezTo>
                  <a:cubicBezTo>
                    <a:pt x="398" y="334"/>
                    <a:pt x="392" y="334"/>
                    <a:pt x="379" y="334"/>
                  </a:cubicBezTo>
                  <a:cubicBezTo>
                    <a:pt x="372" y="334"/>
                    <a:pt x="360" y="340"/>
                    <a:pt x="353" y="346"/>
                  </a:cubicBezTo>
                  <a:cubicBezTo>
                    <a:pt x="346" y="366"/>
                    <a:pt x="346" y="392"/>
                    <a:pt x="360" y="418"/>
                  </a:cubicBezTo>
                  <a:cubicBezTo>
                    <a:pt x="346" y="432"/>
                    <a:pt x="327" y="445"/>
                    <a:pt x="313" y="438"/>
                  </a:cubicBezTo>
                  <a:cubicBezTo>
                    <a:pt x="307" y="438"/>
                    <a:pt x="295" y="432"/>
                    <a:pt x="287" y="424"/>
                  </a:cubicBezTo>
                  <a:cubicBezTo>
                    <a:pt x="301" y="406"/>
                    <a:pt x="313" y="386"/>
                    <a:pt x="307" y="372"/>
                  </a:cubicBezTo>
                  <a:cubicBezTo>
                    <a:pt x="307" y="359"/>
                    <a:pt x="301" y="346"/>
                    <a:pt x="287" y="340"/>
                  </a:cubicBezTo>
                  <a:cubicBezTo>
                    <a:pt x="281" y="340"/>
                    <a:pt x="268" y="340"/>
                    <a:pt x="261" y="346"/>
                  </a:cubicBezTo>
                  <a:cubicBezTo>
                    <a:pt x="249" y="359"/>
                    <a:pt x="249" y="386"/>
                    <a:pt x="261" y="412"/>
                  </a:cubicBezTo>
                  <a:lnTo>
                    <a:pt x="261" y="418"/>
                  </a:lnTo>
                  <a:cubicBezTo>
                    <a:pt x="255" y="424"/>
                    <a:pt x="249" y="432"/>
                    <a:pt x="235" y="438"/>
                  </a:cubicBezTo>
                  <a:cubicBezTo>
                    <a:pt x="228" y="438"/>
                    <a:pt x="222" y="438"/>
                    <a:pt x="222" y="438"/>
                  </a:cubicBezTo>
                  <a:cubicBezTo>
                    <a:pt x="216" y="432"/>
                    <a:pt x="216" y="432"/>
                    <a:pt x="216" y="432"/>
                  </a:cubicBezTo>
                  <a:cubicBezTo>
                    <a:pt x="216" y="424"/>
                    <a:pt x="202" y="418"/>
                    <a:pt x="196" y="424"/>
                  </a:cubicBezTo>
                  <a:cubicBezTo>
                    <a:pt x="190" y="424"/>
                    <a:pt x="190" y="424"/>
                    <a:pt x="190" y="424"/>
                  </a:cubicBezTo>
                  <a:cubicBezTo>
                    <a:pt x="176" y="432"/>
                    <a:pt x="176" y="445"/>
                    <a:pt x="184" y="451"/>
                  </a:cubicBezTo>
                  <a:cubicBezTo>
                    <a:pt x="255" y="602"/>
                    <a:pt x="255" y="602"/>
                    <a:pt x="255" y="602"/>
                  </a:cubicBezTo>
                  <a:cubicBezTo>
                    <a:pt x="255" y="758"/>
                    <a:pt x="255" y="758"/>
                    <a:pt x="255" y="758"/>
                  </a:cubicBezTo>
                  <a:cubicBezTo>
                    <a:pt x="216" y="758"/>
                    <a:pt x="216" y="758"/>
                    <a:pt x="216" y="758"/>
                  </a:cubicBezTo>
                  <a:cubicBezTo>
                    <a:pt x="216" y="719"/>
                    <a:pt x="209" y="667"/>
                    <a:pt x="184" y="634"/>
                  </a:cubicBezTo>
                  <a:cubicBezTo>
                    <a:pt x="91" y="517"/>
                    <a:pt x="72" y="424"/>
                    <a:pt x="65" y="392"/>
                  </a:cubicBezTo>
                  <a:cubicBezTo>
                    <a:pt x="59" y="353"/>
                    <a:pt x="59" y="353"/>
                    <a:pt x="59" y="353"/>
                  </a:cubicBezTo>
                  <a:cubicBezTo>
                    <a:pt x="59" y="346"/>
                    <a:pt x="59" y="340"/>
                    <a:pt x="59" y="334"/>
                  </a:cubicBezTo>
                  <a:cubicBezTo>
                    <a:pt x="59" y="184"/>
                    <a:pt x="184" y="59"/>
                    <a:pt x="340" y="59"/>
                  </a:cubicBezTo>
                  <a:cubicBezTo>
                    <a:pt x="490" y="59"/>
                    <a:pt x="614" y="184"/>
                    <a:pt x="614" y="334"/>
                  </a:cubicBezTo>
                  <a:cubicBezTo>
                    <a:pt x="614" y="340"/>
                    <a:pt x="614" y="346"/>
                    <a:pt x="614" y="3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599" b="0" i="0" u="none" strike="noStrike" kern="0" cap="none" spc="0" normalizeH="0" baseline="0" noProof="0">
                <a:ln>
                  <a:noFill/>
                </a:ln>
                <a:solidFill>
                  <a:srgbClr val="646464"/>
                </a:solidFill>
                <a:effectLst/>
                <a:uLnTx/>
                <a:uFillTx/>
              </a:endParaRPr>
            </a:p>
          </p:txBody>
        </p:sp>
        <p:sp>
          <p:nvSpPr>
            <p:cNvPr id="139" name="Freeform 242">
              <a:extLst>
                <a:ext uri="{FF2B5EF4-FFF2-40B4-BE49-F238E27FC236}">
                  <a16:creationId xmlns:a16="http://schemas.microsoft.com/office/drawing/2014/main" id="{A8A8F710-91A5-FABD-5CB1-A9279CF5E7BD}"/>
                </a:ext>
              </a:extLst>
            </p:cNvPr>
            <p:cNvSpPr>
              <a:spLocks noChangeArrowheads="1"/>
            </p:cNvSpPr>
            <p:nvPr/>
          </p:nvSpPr>
          <p:spPr bwMode="auto">
            <a:xfrm>
              <a:off x="1720850" y="5430838"/>
              <a:ext cx="130175" cy="73025"/>
            </a:xfrm>
            <a:custGeom>
              <a:avLst/>
              <a:gdLst>
                <a:gd name="T0" fmla="*/ 0 w 361"/>
                <a:gd name="T1" fmla="*/ 2147483647 h 203"/>
                <a:gd name="T2" fmla="*/ 0 w 361"/>
                <a:gd name="T3" fmla="*/ 2147483647 h 203"/>
                <a:gd name="T4" fmla="*/ 2147483647 w 361"/>
                <a:gd name="T5" fmla="*/ 2147483647 h 203"/>
                <a:gd name="T6" fmla="*/ 2147483647 w 361"/>
                <a:gd name="T7" fmla="*/ 2147483647 h 203"/>
                <a:gd name="T8" fmla="*/ 0 w 361"/>
                <a:gd name="T9" fmla="*/ 2147483647 h 203"/>
                <a:gd name="T10" fmla="*/ 0 w 361"/>
                <a:gd name="T11" fmla="*/ 2147483647 h 203"/>
                <a:gd name="T12" fmla="*/ 2147483647 w 361"/>
                <a:gd name="T13" fmla="*/ 2147483647 h 203"/>
                <a:gd name="T14" fmla="*/ 2147483647 w 361"/>
                <a:gd name="T15" fmla="*/ 2147483647 h 203"/>
                <a:gd name="T16" fmla="*/ 2147483647 w 361"/>
                <a:gd name="T17" fmla="*/ 2147483647 h 203"/>
                <a:gd name="T18" fmla="*/ 2147483647 w 361"/>
                <a:gd name="T19" fmla="*/ 2147483647 h 203"/>
                <a:gd name="T20" fmla="*/ 2147483647 w 361"/>
                <a:gd name="T21" fmla="*/ 2147483647 h 203"/>
                <a:gd name="T22" fmla="*/ 2147483647 w 361"/>
                <a:gd name="T23" fmla="*/ 2147483647 h 203"/>
                <a:gd name="T24" fmla="*/ 2147483647 w 361"/>
                <a:gd name="T25" fmla="*/ 2147483647 h 203"/>
                <a:gd name="T26" fmla="*/ 2147483647 w 361"/>
                <a:gd name="T27" fmla="*/ 2147483647 h 203"/>
                <a:gd name="T28" fmla="*/ 2147483647 w 361"/>
                <a:gd name="T29" fmla="*/ 2147483647 h 203"/>
                <a:gd name="T30" fmla="*/ 2147483647 w 361"/>
                <a:gd name="T31" fmla="*/ 2147483647 h 203"/>
                <a:gd name="T32" fmla="*/ 2147483647 w 361"/>
                <a:gd name="T33" fmla="*/ 2147483647 h 203"/>
                <a:gd name="T34" fmla="*/ 2147483647 w 361"/>
                <a:gd name="T35" fmla="*/ 2147483647 h 203"/>
                <a:gd name="T36" fmla="*/ 2147483647 w 361"/>
                <a:gd name="T37" fmla="*/ 2147483647 h 203"/>
                <a:gd name="T38" fmla="*/ 2147483647 w 361"/>
                <a:gd name="T39" fmla="*/ 2147483647 h 203"/>
                <a:gd name="T40" fmla="*/ 2147483647 w 361"/>
                <a:gd name="T41" fmla="*/ 2147483647 h 203"/>
                <a:gd name="T42" fmla="*/ 2147483647 w 361"/>
                <a:gd name="T43" fmla="*/ 0 h 203"/>
                <a:gd name="T44" fmla="*/ 0 w 361"/>
                <a:gd name="T45" fmla="*/ 0 h 203"/>
                <a:gd name="T46" fmla="*/ 0 w 361"/>
                <a:gd name="T47" fmla="*/ 2147483647 h 2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61" h="203">
                  <a:moveTo>
                    <a:pt x="0" y="32"/>
                  </a:moveTo>
                  <a:lnTo>
                    <a:pt x="0" y="32"/>
                  </a:lnTo>
                  <a:cubicBezTo>
                    <a:pt x="20" y="32"/>
                    <a:pt x="20" y="32"/>
                    <a:pt x="20" y="32"/>
                  </a:cubicBezTo>
                  <a:cubicBezTo>
                    <a:pt x="20" y="59"/>
                    <a:pt x="20" y="59"/>
                    <a:pt x="20" y="59"/>
                  </a:cubicBezTo>
                  <a:cubicBezTo>
                    <a:pt x="0" y="59"/>
                    <a:pt x="0" y="59"/>
                    <a:pt x="0" y="59"/>
                  </a:cubicBezTo>
                  <a:cubicBezTo>
                    <a:pt x="0" y="84"/>
                    <a:pt x="0" y="84"/>
                    <a:pt x="0" y="84"/>
                  </a:cubicBezTo>
                  <a:cubicBezTo>
                    <a:pt x="20" y="84"/>
                    <a:pt x="20" y="84"/>
                    <a:pt x="20" y="84"/>
                  </a:cubicBezTo>
                  <a:cubicBezTo>
                    <a:pt x="20" y="111"/>
                    <a:pt x="20" y="111"/>
                    <a:pt x="20" y="111"/>
                  </a:cubicBezTo>
                  <a:cubicBezTo>
                    <a:pt x="6" y="111"/>
                    <a:pt x="6" y="111"/>
                    <a:pt x="6" y="111"/>
                  </a:cubicBezTo>
                  <a:cubicBezTo>
                    <a:pt x="6" y="143"/>
                    <a:pt x="39" y="170"/>
                    <a:pt x="79" y="170"/>
                  </a:cubicBezTo>
                  <a:cubicBezTo>
                    <a:pt x="85" y="189"/>
                    <a:pt x="105" y="202"/>
                    <a:pt x="124" y="202"/>
                  </a:cubicBezTo>
                  <a:cubicBezTo>
                    <a:pt x="235" y="202"/>
                    <a:pt x="235" y="202"/>
                    <a:pt x="235" y="202"/>
                  </a:cubicBezTo>
                  <a:cubicBezTo>
                    <a:pt x="255" y="202"/>
                    <a:pt x="274" y="189"/>
                    <a:pt x="281" y="170"/>
                  </a:cubicBezTo>
                  <a:cubicBezTo>
                    <a:pt x="321" y="170"/>
                    <a:pt x="353" y="143"/>
                    <a:pt x="360" y="111"/>
                  </a:cubicBezTo>
                  <a:cubicBezTo>
                    <a:pt x="346" y="111"/>
                    <a:pt x="346" y="111"/>
                    <a:pt x="346" y="111"/>
                  </a:cubicBezTo>
                  <a:cubicBezTo>
                    <a:pt x="346" y="84"/>
                    <a:pt x="346" y="84"/>
                    <a:pt x="346" y="84"/>
                  </a:cubicBezTo>
                  <a:cubicBezTo>
                    <a:pt x="360" y="84"/>
                    <a:pt x="360" y="84"/>
                    <a:pt x="360" y="84"/>
                  </a:cubicBezTo>
                  <a:cubicBezTo>
                    <a:pt x="360" y="59"/>
                    <a:pt x="360" y="59"/>
                    <a:pt x="360" y="59"/>
                  </a:cubicBezTo>
                  <a:cubicBezTo>
                    <a:pt x="346" y="59"/>
                    <a:pt x="346" y="59"/>
                    <a:pt x="346" y="59"/>
                  </a:cubicBezTo>
                  <a:cubicBezTo>
                    <a:pt x="346" y="32"/>
                    <a:pt x="346" y="32"/>
                    <a:pt x="346" y="32"/>
                  </a:cubicBezTo>
                  <a:cubicBezTo>
                    <a:pt x="360" y="32"/>
                    <a:pt x="360" y="32"/>
                    <a:pt x="360" y="32"/>
                  </a:cubicBezTo>
                  <a:cubicBezTo>
                    <a:pt x="360" y="0"/>
                    <a:pt x="360" y="0"/>
                    <a:pt x="360" y="0"/>
                  </a:cubicBezTo>
                  <a:cubicBezTo>
                    <a:pt x="0" y="0"/>
                    <a:pt x="0" y="0"/>
                    <a:pt x="0" y="0"/>
                  </a:cubicBezTo>
                  <a:lnTo>
                    <a:pt x="0" y="32"/>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599" b="0" i="0" u="none" strike="noStrike" kern="0" cap="none" spc="0" normalizeH="0" baseline="0" noProof="0">
                <a:ln>
                  <a:noFill/>
                </a:ln>
                <a:solidFill>
                  <a:srgbClr val="646464"/>
                </a:solidFill>
                <a:effectLst/>
                <a:uLnTx/>
                <a:uFillTx/>
              </a:endParaRPr>
            </a:p>
          </p:txBody>
        </p:sp>
      </p:grpSp>
      <p:sp>
        <p:nvSpPr>
          <p:cNvPr id="140" name="Freeform 108">
            <a:extLst>
              <a:ext uri="{FF2B5EF4-FFF2-40B4-BE49-F238E27FC236}">
                <a16:creationId xmlns:a16="http://schemas.microsoft.com/office/drawing/2014/main" id="{733DD44E-0CC3-0476-E234-964D4E215977}"/>
              </a:ext>
            </a:extLst>
          </p:cNvPr>
          <p:cNvSpPr>
            <a:spLocks noEditPoints="1"/>
          </p:cNvSpPr>
          <p:nvPr/>
        </p:nvSpPr>
        <p:spPr bwMode="auto">
          <a:xfrm>
            <a:off x="6312704" y="4082564"/>
            <a:ext cx="311772" cy="188275"/>
          </a:xfrm>
          <a:custGeom>
            <a:avLst/>
            <a:gdLst>
              <a:gd name="T0" fmla="*/ 432 w 479"/>
              <a:gd name="T1" fmla="*/ 0 h 308"/>
              <a:gd name="T2" fmla="*/ 385 w 479"/>
              <a:gd name="T3" fmla="*/ 47 h 308"/>
              <a:gd name="T4" fmla="*/ 395 w 479"/>
              <a:gd name="T5" fmla="*/ 77 h 308"/>
              <a:gd name="T6" fmla="*/ 319 w 479"/>
              <a:gd name="T7" fmla="*/ 162 h 308"/>
              <a:gd name="T8" fmla="*/ 292 w 479"/>
              <a:gd name="T9" fmla="*/ 154 h 308"/>
              <a:gd name="T10" fmla="*/ 252 w 479"/>
              <a:gd name="T11" fmla="*/ 177 h 308"/>
              <a:gd name="T12" fmla="*/ 215 w 479"/>
              <a:gd name="T13" fmla="*/ 158 h 308"/>
              <a:gd name="T14" fmla="*/ 215 w 479"/>
              <a:gd name="T15" fmla="*/ 153 h 308"/>
              <a:gd name="T16" fmla="*/ 168 w 479"/>
              <a:gd name="T17" fmla="*/ 106 h 308"/>
              <a:gd name="T18" fmla="*/ 121 w 479"/>
              <a:gd name="T19" fmla="*/ 153 h 308"/>
              <a:gd name="T20" fmla="*/ 128 w 479"/>
              <a:gd name="T21" fmla="*/ 178 h 308"/>
              <a:gd name="T22" fmla="*/ 77 w 479"/>
              <a:gd name="T23" fmla="*/ 224 h 308"/>
              <a:gd name="T24" fmla="*/ 47 w 479"/>
              <a:gd name="T25" fmla="*/ 213 h 308"/>
              <a:gd name="T26" fmla="*/ 0 w 479"/>
              <a:gd name="T27" fmla="*/ 260 h 308"/>
              <a:gd name="T28" fmla="*/ 47 w 479"/>
              <a:gd name="T29" fmla="*/ 308 h 308"/>
              <a:gd name="T30" fmla="*/ 95 w 479"/>
              <a:gd name="T31" fmla="*/ 260 h 308"/>
              <a:gd name="T32" fmla="*/ 90 w 479"/>
              <a:gd name="T33" fmla="*/ 240 h 308"/>
              <a:gd name="T34" fmla="*/ 143 w 479"/>
              <a:gd name="T35" fmla="*/ 193 h 308"/>
              <a:gd name="T36" fmla="*/ 168 w 479"/>
              <a:gd name="T37" fmla="*/ 201 h 308"/>
              <a:gd name="T38" fmla="*/ 208 w 479"/>
              <a:gd name="T39" fmla="*/ 178 h 308"/>
              <a:gd name="T40" fmla="*/ 245 w 479"/>
              <a:gd name="T41" fmla="*/ 197 h 308"/>
              <a:gd name="T42" fmla="*/ 245 w 479"/>
              <a:gd name="T43" fmla="*/ 201 h 308"/>
              <a:gd name="T44" fmla="*/ 292 w 479"/>
              <a:gd name="T45" fmla="*/ 249 h 308"/>
              <a:gd name="T46" fmla="*/ 339 w 479"/>
              <a:gd name="T47" fmla="*/ 201 h 308"/>
              <a:gd name="T48" fmla="*/ 333 w 479"/>
              <a:gd name="T49" fmla="*/ 178 h 308"/>
              <a:gd name="T50" fmla="*/ 412 w 479"/>
              <a:gd name="T51" fmla="*/ 90 h 308"/>
              <a:gd name="T52" fmla="*/ 432 w 479"/>
              <a:gd name="T53" fmla="*/ 94 h 308"/>
              <a:gd name="T54" fmla="*/ 479 w 479"/>
              <a:gd name="T55" fmla="*/ 47 h 308"/>
              <a:gd name="T56" fmla="*/ 432 w 479"/>
              <a:gd name="T57" fmla="*/ 0 h 308"/>
              <a:gd name="T58" fmla="*/ 47 w 479"/>
              <a:gd name="T59" fmla="*/ 287 h 308"/>
              <a:gd name="T60" fmla="*/ 21 w 479"/>
              <a:gd name="T61" fmla="*/ 260 h 308"/>
              <a:gd name="T62" fmla="*/ 47 w 479"/>
              <a:gd name="T63" fmla="*/ 234 h 308"/>
              <a:gd name="T64" fmla="*/ 74 w 479"/>
              <a:gd name="T65" fmla="*/ 260 h 308"/>
              <a:gd name="T66" fmla="*/ 47 w 479"/>
              <a:gd name="T67" fmla="*/ 287 h 308"/>
              <a:gd name="T68" fmla="*/ 168 w 479"/>
              <a:gd name="T69" fmla="*/ 180 h 308"/>
              <a:gd name="T70" fmla="*/ 142 w 479"/>
              <a:gd name="T71" fmla="*/ 153 h 308"/>
              <a:gd name="T72" fmla="*/ 168 w 479"/>
              <a:gd name="T73" fmla="*/ 127 h 308"/>
              <a:gd name="T74" fmla="*/ 194 w 479"/>
              <a:gd name="T75" fmla="*/ 153 h 308"/>
              <a:gd name="T76" fmla="*/ 168 w 479"/>
              <a:gd name="T77" fmla="*/ 180 h 308"/>
              <a:gd name="T78" fmla="*/ 292 w 479"/>
              <a:gd name="T79" fmla="*/ 228 h 308"/>
              <a:gd name="T80" fmla="*/ 266 w 479"/>
              <a:gd name="T81" fmla="*/ 201 h 308"/>
              <a:gd name="T82" fmla="*/ 292 w 479"/>
              <a:gd name="T83" fmla="*/ 175 h 308"/>
              <a:gd name="T84" fmla="*/ 318 w 479"/>
              <a:gd name="T85" fmla="*/ 201 h 308"/>
              <a:gd name="T86" fmla="*/ 292 w 479"/>
              <a:gd name="T87" fmla="*/ 228 h 308"/>
              <a:gd name="T88" fmla="*/ 432 w 479"/>
              <a:gd name="T89" fmla="*/ 73 h 308"/>
              <a:gd name="T90" fmla="*/ 406 w 479"/>
              <a:gd name="T91" fmla="*/ 47 h 308"/>
              <a:gd name="T92" fmla="*/ 432 w 479"/>
              <a:gd name="T93" fmla="*/ 21 h 308"/>
              <a:gd name="T94" fmla="*/ 458 w 479"/>
              <a:gd name="T95" fmla="*/ 47 h 308"/>
              <a:gd name="T96" fmla="*/ 432 w 479"/>
              <a:gd name="T97" fmla="*/ 7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9" h="308">
                <a:moveTo>
                  <a:pt x="432" y="0"/>
                </a:moveTo>
                <a:cubicBezTo>
                  <a:pt x="406" y="0"/>
                  <a:pt x="385" y="21"/>
                  <a:pt x="385" y="47"/>
                </a:cubicBezTo>
                <a:cubicBezTo>
                  <a:pt x="385" y="58"/>
                  <a:pt x="389" y="69"/>
                  <a:pt x="395" y="77"/>
                </a:cubicBezTo>
                <a:cubicBezTo>
                  <a:pt x="319" y="162"/>
                  <a:pt x="319" y="162"/>
                  <a:pt x="319" y="162"/>
                </a:cubicBezTo>
                <a:cubicBezTo>
                  <a:pt x="311" y="157"/>
                  <a:pt x="302" y="154"/>
                  <a:pt x="292" y="154"/>
                </a:cubicBezTo>
                <a:cubicBezTo>
                  <a:pt x="275" y="154"/>
                  <a:pt x="260" y="163"/>
                  <a:pt x="252" y="177"/>
                </a:cubicBezTo>
                <a:cubicBezTo>
                  <a:pt x="215" y="158"/>
                  <a:pt x="215" y="158"/>
                  <a:pt x="215" y="158"/>
                </a:cubicBezTo>
                <a:cubicBezTo>
                  <a:pt x="215" y="156"/>
                  <a:pt x="215" y="155"/>
                  <a:pt x="215" y="153"/>
                </a:cubicBezTo>
                <a:cubicBezTo>
                  <a:pt x="215" y="127"/>
                  <a:pt x="194" y="106"/>
                  <a:pt x="168" y="106"/>
                </a:cubicBezTo>
                <a:cubicBezTo>
                  <a:pt x="142" y="106"/>
                  <a:pt x="121" y="127"/>
                  <a:pt x="121" y="153"/>
                </a:cubicBezTo>
                <a:cubicBezTo>
                  <a:pt x="121" y="163"/>
                  <a:pt x="123" y="171"/>
                  <a:pt x="128" y="178"/>
                </a:cubicBezTo>
                <a:cubicBezTo>
                  <a:pt x="77" y="224"/>
                  <a:pt x="77" y="224"/>
                  <a:pt x="77" y="224"/>
                </a:cubicBezTo>
                <a:cubicBezTo>
                  <a:pt x="69" y="217"/>
                  <a:pt x="59" y="213"/>
                  <a:pt x="47" y="213"/>
                </a:cubicBezTo>
                <a:cubicBezTo>
                  <a:pt x="21" y="213"/>
                  <a:pt x="0" y="234"/>
                  <a:pt x="0" y="260"/>
                </a:cubicBezTo>
                <a:cubicBezTo>
                  <a:pt x="0" y="287"/>
                  <a:pt x="21" y="308"/>
                  <a:pt x="47" y="308"/>
                </a:cubicBezTo>
                <a:cubicBezTo>
                  <a:pt x="74" y="308"/>
                  <a:pt x="95" y="287"/>
                  <a:pt x="95" y="260"/>
                </a:cubicBezTo>
                <a:cubicBezTo>
                  <a:pt x="95" y="253"/>
                  <a:pt x="93" y="246"/>
                  <a:pt x="90" y="240"/>
                </a:cubicBezTo>
                <a:cubicBezTo>
                  <a:pt x="143" y="193"/>
                  <a:pt x="143" y="193"/>
                  <a:pt x="143" y="193"/>
                </a:cubicBezTo>
                <a:cubicBezTo>
                  <a:pt x="150" y="198"/>
                  <a:pt x="159" y="201"/>
                  <a:pt x="168" y="201"/>
                </a:cubicBezTo>
                <a:cubicBezTo>
                  <a:pt x="185" y="201"/>
                  <a:pt x="200" y="192"/>
                  <a:pt x="208" y="178"/>
                </a:cubicBezTo>
                <a:cubicBezTo>
                  <a:pt x="245" y="197"/>
                  <a:pt x="245" y="197"/>
                  <a:pt x="245" y="197"/>
                </a:cubicBezTo>
                <a:cubicBezTo>
                  <a:pt x="245" y="198"/>
                  <a:pt x="245" y="200"/>
                  <a:pt x="245" y="201"/>
                </a:cubicBezTo>
                <a:cubicBezTo>
                  <a:pt x="245" y="227"/>
                  <a:pt x="266" y="249"/>
                  <a:pt x="292" y="249"/>
                </a:cubicBezTo>
                <a:cubicBezTo>
                  <a:pt x="318" y="249"/>
                  <a:pt x="339" y="227"/>
                  <a:pt x="339" y="201"/>
                </a:cubicBezTo>
                <a:cubicBezTo>
                  <a:pt x="339" y="193"/>
                  <a:pt x="337" y="185"/>
                  <a:pt x="333" y="178"/>
                </a:cubicBezTo>
                <a:cubicBezTo>
                  <a:pt x="412" y="90"/>
                  <a:pt x="412" y="90"/>
                  <a:pt x="412" y="90"/>
                </a:cubicBezTo>
                <a:cubicBezTo>
                  <a:pt x="418" y="93"/>
                  <a:pt x="425" y="94"/>
                  <a:pt x="432" y="94"/>
                </a:cubicBezTo>
                <a:cubicBezTo>
                  <a:pt x="458" y="94"/>
                  <a:pt x="479" y="73"/>
                  <a:pt x="479" y="47"/>
                </a:cubicBezTo>
                <a:cubicBezTo>
                  <a:pt x="479" y="21"/>
                  <a:pt x="458" y="0"/>
                  <a:pt x="432" y="0"/>
                </a:cubicBezTo>
                <a:close/>
                <a:moveTo>
                  <a:pt x="47" y="287"/>
                </a:moveTo>
                <a:cubicBezTo>
                  <a:pt x="33" y="287"/>
                  <a:pt x="21" y="275"/>
                  <a:pt x="21" y="260"/>
                </a:cubicBezTo>
                <a:cubicBezTo>
                  <a:pt x="21" y="246"/>
                  <a:pt x="33" y="234"/>
                  <a:pt x="47" y="234"/>
                </a:cubicBezTo>
                <a:cubicBezTo>
                  <a:pt x="62" y="234"/>
                  <a:pt x="74" y="246"/>
                  <a:pt x="74" y="260"/>
                </a:cubicBezTo>
                <a:cubicBezTo>
                  <a:pt x="74" y="275"/>
                  <a:pt x="62" y="287"/>
                  <a:pt x="47" y="287"/>
                </a:cubicBezTo>
                <a:close/>
                <a:moveTo>
                  <a:pt x="168" y="180"/>
                </a:moveTo>
                <a:cubicBezTo>
                  <a:pt x="154" y="180"/>
                  <a:pt x="142" y="168"/>
                  <a:pt x="142" y="153"/>
                </a:cubicBezTo>
                <a:cubicBezTo>
                  <a:pt x="142" y="139"/>
                  <a:pt x="154" y="127"/>
                  <a:pt x="168" y="127"/>
                </a:cubicBezTo>
                <a:cubicBezTo>
                  <a:pt x="183" y="127"/>
                  <a:pt x="194" y="139"/>
                  <a:pt x="194" y="153"/>
                </a:cubicBezTo>
                <a:cubicBezTo>
                  <a:pt x="194" y="168"/>
                  <a:pt x="183" y="180"/>
                  <a:pt x="168" y="180"/>
                </a:cubicBezTo>
                <a:close/>
                <a:moveTo>
                  <a:pt x="292" y="228"/>
                </a:moveTo>
                <a:cubicBezTo>
                  <a:pt x="277" y="228"/>
                  <a:pt x="266" y="216"/>
                  <a:pt x="266" y="201"/>
                </a:cubicBezTo>
                <a:cubicBezTo>
                  <a:pt x="266" y="187"/>
                  <a:pt x="277" y="175"/>
                  <a:pt x="292" y="175"/>
                </a:cubicBezTo>
                <a:cubicBezTo>
                  <a:pt x="306" y="175"/>
                  <a:pt x="318" y="187"/>
                  <a:pt x="318" y="201"/>
                </a:cubicBezTo>
                <a:cubicBezTo>
                  <a:pt x="318" y="216"/>
                  <a:pt x="306" y="228"/>
                  <a:pt x="292" y="228"/>
                </a:cubicBezTo>
                <a:close/>
                <a:moveTo>
                  <a:pt x="432" y="73"/>
                </a:moveTo>
                <a:cubicBezTo>
                  <a:pt x="417" y="73"/>
                  <a:pt x="406" y="62"/>
                  <a:pt x="406" y="47"/>
                </a:cubicBezTo>
                <a:cubicBezTo>
                  <a:pt x="406" y="33"/>
                  <a:pt x="417" y="21"/>
                  <a:pt x="432" y="21"/>
                </a:cubicBezTo>
                <a:cubicBezTo>
                  <a:pt x="446" y="21"/>
                  <a:pt x="458" y="33"/>
                  <a:pt x="458" y="47"/>
                </a:cubicBezTo>
                <a:cubicBezTo>
                  <a:pt x="458" y="62"/>
                  <a:pt x="446" y="73"/>
                  <a:pt x="432" y="73"/>
                </a:cubicBezTo>
                <a:close/>
              </a:path>
            </a:pathLst>
          </a:custGeom>
          <a:solidFill>
            <a:srgbClr val="333333"/>
          </a:solidFill>
          <a:ln>
            <a:noFill/>
          </a:ln>
        </p:spPr>
        <p:txBody>
          <a:bodyPr vert="horz" wrap="square" lIns="78150" tIns="39075" rIns="78150" bIns="39075" numCol="1"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IE" sz="1367" b="0" i="0" u="none" strike="noStrike" kern="0" cap="none" spc="0" normalizeH="0" baseline="0" noProof="0">
              <a:ln>
                <a:noFill/>
              </a:ln>
              <a:solidFill>
                <a:srgbClr val="646464"/>
              </a:solidFill>
              <a:effectLst/>
              <a:uLnTx/>
              <a:uFillTx/>
            </a:endParaRPr>
          </a:p>
        </p:txBody>
      </p:sp>
      <p:sp>
        <p:nvSpPr>
          <p:cNvPr id="141" name="Freeform 83">
            <a:extLst>
              <a:ext uri="{FF2B5EF4-FFF2-40B4-BE49-F238E27FC236}">
                <a16:creationId xmlns:a16="http://schemas.microsoft.com/office/drawing/2014/main" id="{ACB4B2E7-9112-EF32-D101-21205C01DC14}"/>
              </a:ext>
            </a:extLst>
          </p:cNvPr>
          <p:cNvSpPr>
            <a:spLocks noChangeAspect="1" noEditPoints="1"/>
          </p:cNvSpPr>
          <p:nvPr/>
        </p:nvSpPr>
        <p:spPr bwMode="auto">
          <a:xfrm>
            <a:off x="5580281" y="4778340"/>
            <a:ext cx="307238" cy="176429"/>
          </a:xfrm>
          <a:custGeom>
            <a:avLst/>
            <a:gdLst>
              <a:gd name="T0" fmla="*/ 2147483647 w 6736"/>
              <a:gd name="T1" fmla="*/ 2147483647 h 3999"/>
              <a:gd name="T2" fmla="*/ 2147483647 w 6736"/>
              <a:gd name="T3" fmla="*/ 2147483647 h 3999"/>
              <a:gd name="T4" fmla="*/ 2147483647 w 6736"/>
              <a:gd name="T5" fmla="*/ 2147483647 h 3999"/>
              <a:gd name="T6" fmla="*/ 2147483647 w 6736"/>
              <a:gd name="T7" fmla="*/ 0 h 3999"/>
              <a:gd name="T8" fmla="*/ 2147483647 w 6736"/>
              <a:gd name="T9" fmla="*/ 2147483647 h 3999"/>
              <a:gd name="T10" fmla="*/ 2147483647 w 6736"/>
              <a:gd name="T11" fmla="*/ 2147483647 h 3999"/>
              <a:gd name="T12" fmla="*/ 2147483647 w 6736"/>
              <a:gd name="T13" fmla="*/ 2147483647 h 3999"/>
              <a:gd name="T14" fmla="*/ 2147483647 w 6736"/>
              <a:gd name="T15" fmla="*/ 2147483647 h 3999"/>
              <a:gd name="T16" fmla="*/ 2147483647 w 6736"/>
              <a:gd name="T17" fmla="*/ 2147483647 h 3999"/>
              <a:gd name="T18" fmla="*/ 2147483647 w 6736"/>
              <a:gd name="T19" fmla="*/ 2147483647 h 3999"/>
              <a:gd name="T20" fmla="*/ 2147483647 w 6736"/>
              <a:gd name="T21" fmla="*/ 2147483647 h 3999"/>
              <a:gd name="T22" fmla="*/ 2147483647 w 6736"/>
              <a:gd name="T23" fmla="*/ 2147483647 h 3999"/>
              <a:gd name="T24" fmla="*/ 2147483647 w 6736"/>
              <a:gd name="T25" fmla="*/ 2147483647 h 3999"/>
              <a:gd name="T26" fmla="*/ 2147483647 w 6736"/>
              <a:gd name="T27" fmla="*/ 2147483647 h 3999"/>
              <a:gd name="T28" fmla="*/ 2147483647 w 6736"/>
              <a:gd name="T29" fmla="*/ 2147483647 h 3999"/>
              <a:gd name="T30" fmla="*/ 2147483647 w 6736"/>
              <a:gd name="T31" fmla="*/ 2147483647 h 3999"/>
              <a:gd name="T32" fmla="*/ 2147483647 w 6736"/>
              <a:gd name="T33" fmla="*/ 2147483647 h 3999"/>
              <a:gd name="T34" fmla="*/ 2147483647 w 6736"/>
              <a:gd name="T35" fmla="*/ 2147483647 h 3999"/>
              <a:gd name="T36" fmla="*/ 2147483647 w 6736"/>
              <a:gd name="T37" fmla="*/ 2147483647 h 3999"/>
              <a:gd name="T38" fmla="*/ 2147483647 w 6736"/>
              <a:gd name="T39" fmla="*/ 2147483647 h 3999"/>
              <a:gd name="T40" fmla="*/ 2147483647 w 6736"/>
              <a:gd name="T41" fmla="*/ 2147483647 h 3999"/>
              <a:gd name="T42" fmla="*/ 2147483647 w 6736"/>
              <a:gd name="T43" fmla="*/ 2147483647 h 3999"/>
              <a:gd name="T44" fmla="*/ 2147483647 w 6736"/>
              <a:gd name="T45" fmla="*/ 2147483647 h 3999"/>
              <a:gd name="T46" fmla="*/ 2147483647 w 6736"/>
              <a:gd name="T47" fmla="*/ 2147483647 h 3999"/>
              <a:gd name="T48" fmla="*/ 2147483647 w 6736"/>
              <a:gd name="T49" fmla="*/ 2147483647 h 3999"/>
              <a:gd name="T50" fmla="*/ 2147483647 w 6736"/>
              <a:gd name="T51" fmla="*/ 2147483647 h 3999"/>
              <a:gd name="T52" fmla="*/ 2147483647 w 6736"/>
              <a:gd name="T53" fmla="*/ 2147483647 h 3999"/>
              <a:gd name="T54" fmla="*/ 2147483647 w 6736"/>
              <a:gd name="T55" fmla="*/ 2147483647 h 3999"/>
              <a:gd name="T56" fmla="*/ 2147483647 w 6736"/>
              <a:gd name="T57" fmla="*/ 2147483647 h 3999"/>
              <a:gd name="T58" fmla="*/ 2147483647 w 6736"/>
              <a:gd name="T59" fmla="*/ 2147483647 h 3999"/>
              <a:gd name="T60" fmla="*/ 2147483647 w 6736"/>
              <a:gd name="T61" fmla="*/ 2147483647 h 3999"/>
              <a:gd name="T62" fmla="*/ 2147483647 w 6736"/>
              <a:gd name="T63" fmla="*/ 2147483647 h 3999"/>
              <a:gd name="T64" fmla="*/ 2147483647 w 6736"/>
              <a:gd name="T65" fmla="*/ 2147483647 h 3999"/>
              <a:gd name="T66" fmla="*/ 2147483647 w 6736"/>
              <a:gd name="T67" fmla="*/ 2147483647 h 3999"/>
              <a:gd name="T68" fmla="*/ 2147483647 w 6736"/>
              <a:gd name="T69" fmla="*/ 2147483647 h 3999"/>
              <a:gd name="T70" fmla="*/ 2147483647 w 6736"/>
              <a:gd name="T71" fmla="*/ 2147483647 h 3999"/>
              <a:gd name="T72" fmla="*/ 2147483647 w 6736"/>
              <a:gd name="T73" fmla="*/ 2147483647 h 3999"/>
              <a:gd name="T74" fmla="*/ 2147483647 w 6736"/>
              <a:gd name="T75" fmla="*/ 2147483647 h 3999"/>
              <a:gd name="T76" fmla="*/ 2147483647 w 6736"/>
              <a:gd name="T77" fmla="*/ 2147483647 h 3999"/>
              <a:gd name="T78" fmla="*/ 2147483647 w 6736"/>
              <a:gd name="T79" fmla="*/ 2147483647 h 3999"/>
              <a:gd name="T80" fmla="*/ 2147483647 w 6736"/>
              <a:gd name="T81" fmla="*/ 2147483647 h 3999"/>
              <a:gd name="T82" fmla="*/ 2147483647 w 6736"/>
              <a:gd name="T83" fmla="*/ 2147483647 h 3999"/>
              <a:gd name="T84" fmla="*/ 2147483647 w 6736"/>
              <a:gd name="T85" fmla="*/ 2147483647 h 3999"/>
              <a:gd name="T86" fmla="*/ 2147483647 w 6736"/>
              <a:gd name="T87" fmla="*/ 2147483647 h 3999"/>
              <a:gd name="T88" fmla="*/ 2147483647 w 6736"/>
              <a:gd name="T89" fmla="*/ 2147483647 h 3999"/>
              <a:gd name="T90" fmla="*/ 2147483647 w 6736"/>
              <a:gd name="T91" fmla="*/ 2147483647 h 3999"/>
              <a:gd name="T92" fmla="*/ 2147483647 w 6736"/>
              <a:gd name="T93" fmla="*/ 2147483647 h 3999"/>
              <a:gd name="T94" fmla="*/ 0 w 6736"/>
              <a:gd name="T95" fmla="*/ 2147483647 h 3999"/>
              <a:gd name="T96" fmla="*/ 2147483647 w 6736"/>
              <a:gd name="T97" fmla="*/ 2147483647 h 3999"/>
              <a:gd name="T98" fmla="*/ 2147483647 w 6736"/>
              <a:gd name="T99" fmla="*/ 2147483647 h 3999"/>
              <a:gd name="T100" fmla="*/ 2147483647 w 6736"/>
              <a:gd name="T101" fmla="*/ 2147483647 h 3999"/>
              <a:gd name="T102" fmla="*/ 2147483647 w 6736"/>
              <a:gd name="T103" fmla="*/ 2147483647 h 3999"/>
              <a:gd name="T104" fmla="*/ 2147483647 w 6736"/>
              <a:gd name="T105" fmla="*/ 2147483647 h 3999"/>
              <a:gd name="T106" fmla="*/ 2147483647 w 6736"/>
              <a:gd name="T107" fmla="*/ 0 h 399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736"/>
              <a:gd name="T163" fmla="*/ 0 h 3999"/>
              <a:gd name="T164" fmla="*/ 6736 w 6736"/>
              <a:gd name="T165" fmla="*/ 3999 h 399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736" h="3999">
                <a:moveTo>
                  <a:pt x="5298" y="3708"/>
                </a:moveTo>
                <a:lnTo>
                  <a:pt x="6445" y="3708"/>
                </a:lnTo>
                <a:lnTo>
                  <a:pt x="6445" y="2774"/>
                </a:lnTo>
                <a:lnTo>
                  <a:pt x="5298" y="2774"/>
                </a:lnTo>
                <a:lnTo>
                  <a:pt x="5298" y="3708"/>
                </a:lnTo>
                <a:close/>
                <a:moveTo>
                  <a:pt x="2794" y="3708"/>
                </a:moveTo>
                <a:lnTo>
                  <a:pt x="3942" y="3708"/>
                </a:lnTo>
                <a:lnTo>
                  <a:pt x="3942" y="2774"/>
                </a:lnTo>
                <a:lnTo>
                  <a:pt x="2794" y="2774"/>
                </a:lnTo>
                <a:lnTo>
                  <a:pt x="2794" y="3708"/>
                </a:lnTo>
                <a:close/>
                <a:moveTo>
                  <a:pt x="291" y="3708"/>
                </a:moveTo>
                <a:lnTo>
                  <a:pt x="1438" y="3708"/>
                </a:lnTo>
                <a:lnTo>
                  <a:pt x="1438" y="2774"/>
                </a:lnTo>
                <a:lnTo>
                  <a:pt x="291" y="2774"/>
                </a:lnTo>
                <a:lnTo>
                  <a:pt x="291" y="3708"/>
                </a:lnTo>
                <a:close/>
                <a:moveTo>
                  <a:pt x="2794" y="1225"/>
                </a:moveTo>
                <a:lnTo>
                  <a:pt x="3942" y="1225"/>
                </a:lnTo>
                <a:lnTo>
                  <a:pt x="3942" y="291"/>
                </a:lnTo>
                <a:lnTo>
                  <a:pt x="2794" y="291"/>
                </a:lnTo>
                <a:lnTo>
                  <a:pt x="2794" y="1225"/>
                </a:lnTo>
                <a:close/>
                <a:moveTo>
                  <a:pt x="2715" y="0"/>
                </a:moveTo>
                <a:lnTo>
                  <a:pt x="4021" y="0"/>
                </a:lnTo>
                <a:lnTo>
                  <a:pt x="4042" y="0"/>
                </a:lnTo>
                <a:lnTo>
                  <a:pt x="4062" y="4"/>
                </a:lnTo>
                <a:lnTo>
                  <a:pt x="4084" y="9"/>
                </a:lnTo>
                <a:lnTo>
                  <a:pt x="4102" y="16"/>
                </a:lnTo>
                <a:lnTo>
                  <a:pt x="4122" y="25"/>
                </a:lnTo>
                <a:lnTo>
                  <a:pt x="4139" y="36"/>
                </a:lnTo>
                <a:lnTo>
                  <a:pt x="4155" y="49"/>
                </a:lnTo>
                <a:lnTo>
                  <a:pt x="4171" y="62"/>
                </a:lnTo>
                <a:lnTo>
                  <a:pt x="4184" y="76"/>
                </a:lnTo>
                <a:lnTo>
                  <a:pt x="4197" y="93"/>
                </a:lnTo>
                <a:lnTo>
                  <a:pt x="4208" y="111"/>
                </a:lnTo>
                <a:lnTo>
                  <a:pt x="4217" y="129"/>
                </a:lnTo>
                <a:lnTo>
                  <a:pt x="4224" y="149"/>
                </a:lnTo>
                <a:lnTo>
                  <a:pt x="4228" y="169"/>
                </a:lnTo>
                <a:lnTo>
                  <a:pt x="4231" y="191"/>
                </a:lnTo>
                <a:lnTo>
                  <a:pt x="4233" y="213"/>
                </a:lnTo>
                <a:lnTo>
                  <a:pt x="4233" y="685"/>
                </a:lnTo>
                <a:lnTo>
                  <a:pt x="5945" y="685"/>
                </a:lnTo>
                <a:lnTo>
                  <a:pt x="5945" y="2483"/>
                </a:lnTo>
                <a:lnTo>
                  <a:pt x="6523" y="2483"/>
                </a:lnTo>
                <a:lnTo>
                  <a:pt x="6545" y="2485"/>
                </a:lnTo>
                <a:lnTo>
                  <a:pt x="6567" y="2487"/>
                </a:lnTo>
                <a:lnTo>
                  <a:pt x="6587" y="2492"/>
                </a:lnTo>
                <a:lnTo>
                  <a:pt x="6607" y="2499"/>
                </a:lnTo>
                <a:lnTo>
                  <a:pt x="6625" y="2508"/>
                </a:lnTo>
                <a:lnTo>
                  <a:pt x="6643" y="2519"/>
                </a:lnTo>
                <a:lnTo>
                  <a:pt x="6660" y="2532"/>
                </a:lnTo>
                <a:lnTo>
                  <a:pt x="6674" y="2545"/>
                </a:lnTo>
                <a:lnTo>
                  <a:pt x="6689" y="2561"/>
                </a:lnTo>
                <a:lnTo>
                  <a:pt x="6700" y="2578"/>
                </a:lnTo>
                <a:lnTo>
                  <a:pt x="6711" y="2594"/>
                </a:lnTo>
                <a:lnTo>
                  <a:pt x="6720" y="2614"/>
                </a:lnTo>
                <a:lnTo>
                  <a:pt x="6727" y="2632"/>
                </a:lnTo>
                <a:lnTo>
                  <a:pt x="6732" y="2652"/>
                </a:lnTo>
                <a:lnTo>
                  <a:pt x="6736" y="2674"/>
                </a:lnTo>
                <a:lnTo>
                  <a:pt x="6736" y="2696"/>
                </a:lnTo>
                <a:lnTo>
                  <a:pt x="6736" y="3786"/>
                </a:lnTo>
                <a:lnTo>
                  <a:pt x="6736" y="3808"/>
                </a:lnTo>
                <a:lnTo>
                  <a:pt x="6732" y="3830"/>
                </a:lnTo>
                <a:lnTo>
                  <a:pt x="6727" y="3850"/>
                </a:lnTo>
                <a:lnTo>
                  <a:pt x="6720" y="3868"/>
                </a:lnTo>
                <a:lnTo>
                  <a:pt x="6711" y="3888"/>
                </a:lnTo>
                <a:lnTo>
                  <a:pt x="6700" y="3904"/>
                </a:lnTo>
                <a:lnTo>
                  <a:pt x="6689" y="3921"/>
                </a:lnTo>
                <a:lnTo>
                  <a:pt x="6674" y="3937"/>
                </a:lnTo>
                <a:lnTo>
                  <a:pt x="6660" y="3950"/>
                </a:lnTo>
                <a:lnTo>
                  <a:pt x="6643" y="3963"/>
                </a:lnTo>
                <a:lnTo>
                  <a:pt x="6625" y="3974"/>
                </a:lnTo>
                <a:lnTo>
                  <a:pt x="6607" y="3983"/>
                </a:lnTo>
                <a:lnTo>
                  <a:pt x="6587" y="3990"/>
                </a:lnTo>
                <a:lnTo>
                  <a:pt x="6567" y="3995"/>
                </a:lnTo>
                <a:lnTo>
                  <a:pt x="6545" y="3997"/>
                </a:lnTo>
                <a:lnTo>
                  <a:pt x="6523" y="3999"/>
                </a:lnTo>
                <a:lnTo>
                  <a:pt x="5220" y="3999"/>
                </a:lnTo>
                <a:lnTo>
                  <a:pt x="5198" y="3997"/>
                </a:lnTo>
                <a:lnTo>
                  <a:pt x="5177" y="3995"/>
                </a:lnTo>
                <a:lnTo>
                  <a:pt x="5157" y="3990"/>
                </a:lnTo>
                <a:lnTo>
                  <a:pt x="5137" y="3983"/>
                </a:lnTo>
                <a:lnTo>
                  <a:pt x="5118" y="3974"/>
                </a:lnTo>
                <a:lnTo>
                  <a:pt x="5102" y="3963"/>
                </a:lnTo>
                <a:lnTo>
                  <a:pt x="5086" y="3950"/>
                </a:lnTo>
                <a:lnTo>
                  <a:pt x="5069" y="3937"/>
                </a:lnTo>
                <a:lnTo>
                  <a:pt x="5057" y="3921"/>
                </a:lnTo>
                <a:lnTo>
                  <a:pt x="5044" y="3904"/>
                </a:lnTo>
                <a:lnTo>
                  <a:pt x="5033" y="3888"/>
                </a:lnTo>
                <a:lnTo>
                  <a:pt x="5024" y="3868"/>
                </a:lnTo>
                <a:lnTo>
                  <a:pt x="5017" y="3850"/>
                </a:lnTo>
                <a:lnTo>
                  <a:pt x="5011" y="3830"/>
                </a:lnTo>
                <a:lnTo>
                  <a:pt x="5009" y="3808"/>
                </a:lnTo>
                <a:lnTo>
                  <a:pt x="5007" y="3786"/>
                </a:lnTo>
                <a:lnTo>
                  <a:pt x="5007" y="2696"/>
                </a:lnTo>
                <a:lnTo>
                  <a:pt x="5009" y="2674"/>
                </a:lnTo>
                <a:lnTo>
                  <a:pt x="5011" y="2652"/>
                </a:lnTo>
                <a:lnTo>
                  <a:pt x="5017" y="2632"/>
                </a:lnTo>
                <a:lnTo>
                  <a:pt x="5024" y="2614"/>
                </a:lnTo>
                <a:lnTo>
                  <a:pt x="5033" y="2594"/>
                </a:lnTo>
                <a:lnTo>
                  <a:pt x="5044" y="2578"/>
                </a:lnTo>
                <a:lnTo>
                  <a:pt x="5057" y="2561"/>
                </a:lnTo>
                <a:lnTo>
                  <a:pt x="5069" y="2545"/>
                </a:lnTo>
                <a:lnTo>
                  <a:pt x="5086" y="2532"/>
                </a:lnTo>
                <a:lnTo>
                  <a:pt x="5102" y="2519"/>
                </a:lnTo>
                <a:lnTo>
                  <a:pt x="5118" y="2508"/>
                </a:lnTo>
                <a:lnTo>
                  <a:pt x="5137" y="2499"/>
                </a:lnTo>
                <a:lnTo>
                  <a:pt x="5157" y="2492"/>
                </a:lnTo>
                <a:lnTo>
                  <a:pt x="5177" y="2487"/>
                </a:lnTo>
                <a:lnTo>
                  <a:pt x="5198" y="2485"/>
                </a:lnTo>
                <a:lnTo>
                  <a:pt x="5220" y="2483"/>
                </a:lnTo>
                <a:lnTo>
                  <a:pt x="5800" y="2483"/>
                </a:lnTo>
                <a:lnTo>
                  <a:pt x="5800" y="831"/>
                </a:lnTo>
                <a:lnTo>
                  <a:pt x="4233" y="831"/>
                </a:lnTo>
                <a:lnTo>
                  <a:pt x="4233" y="1303"/>
                </a:lnTo>
                <a:lnTo>
                  <a:pt x="4231" y="1325"/>
                </a:lnTo>
                <a:lnTo>
                  <a:pt x="4228" y="1345"/>
                </a:lnTo>
                <a:lnTo>
                  <a:pt x="4224" y="1367"/>
                </a:lnTo>
                <a:lnTo>
                  <a:pt x="4217" y="1385"/>
                </a:lnTo>
                <a:lnTo>
                  <a:pt x="4208" y="1405"/>
                </a:lnTo>
                <a:lnTo>
                  <a:pt x="4197" y="1421"/>
                </a:lnTo>
                <a:lnTo>
                  <a:pt x="4184" y="1438"/>
                </a:lnTo>
                <a:lnTo>
                  <a:pt x="4171" y="1452"/>
                </a:lnTo>
                <a:lnTo>
                  <a:pt x="4155" y="1467"/>
                </a:lnTo>
                <a:lnTo>
                  <a:pt x="4139" y="1480"/>
                </a:lnTo>
                <a:lnTo>
                  <a:pt x="4122" y="1491"/>
                </a:lnTo>
                <a:lnTo>
                  <a:pt x="4102" y="1500"/>
                </a:lnTo>
                <a:lnTo>
                  <a:pt x="4084" y="1507"/>
                </a:lnTo>
                <a:lnTo>
                  <a:pt x="4062" y="1511"/>
                </a:lnTo>
                <a:lnTo>
                  <a:pt x="4042" y="1514"/>
                </a:lnTo>
                <a:lnTo>
                  <a:pt x="4021" y="1516"/>
                </a:lnTo>
                <a:lnTo>
                  <a:pt x="3441" y="1516"/>
                </a:lnTo>
                <a:lnTo>
                  <a:pt x="3441" y="2483"/>
                </a:lnTo>
                <a:lnTo>
                  <a:pt x="4021" y="2483"/>
                </a:lnTo>
                <a:lnTo>
                  <a:pt x="4042" y="2485"/>
                </a:lnTo>
                <a:lnTo>
                  <a:pt x="4062" y="2487"/>
                </a:lnTo>
                <a:lnTo>
                  <a:pt x="4084" y="2492"/>
                </a:lnTo>
                <a:lnTo>
                  <a:pt x="4102" y="2499"/>
                </a:lnTo>
                <a:lnTo>
                  <a:pt x="4122" y="2508"/>
                </a:lnTo>
                <a:lnTo>
                  <a:pt x="4139" y="2519"/>
                </a:lnTo>
                <a:lnTo>
                  <a:pt x="4155" y="2532"/>
                </a:lnTo>
                <a:lnTo>
                  <a:pt x="4171" y="2545"/>
                </a:lnTo>
                <a:lnTo>
                  <a:pt x="4184" y="2561"/>
                </a:lnTo>
                <a:lnTo>
                  <a:pt x="4197" y="2578"/>
                </a:lnTo>
                <a:lnTo>
                  <a:pt x="4208" y="2594"/>
                </a:lnTo>
                <a:lnTo>
                  <a:pt x="4217" y="2614"/>
                </a:lnTo>
                <a:lnTo>
                  <a:pt x="4224" y="2632"/>
                </a:lnTo>
                <a:lnTo>
                  <a:pt x="4228" y="2652"/>
                </a:lnTo>
                <a:lnTo>
                  <a:pt x="4231" y="2674"/>
                </a:lnTo>
                <a:lnTo>
                  <a:pt x="4233" y="2696"/>
                </a:lnTo>
                <a:lnTo>
                  <a:pt x="4233" y="3786"/>
                </a:lnTo>
                <a:lnTo>
                  <a:pt x="4231" y="3808"/>
                </a:lnTo>
                <a:lnTo>
                  <a:pt x="4228" y="3830"/>
                </a:lnTo>
                <a:lnTo>
                  <a:pt x="4224" y="3850"/>
                </a:lnTo>
                <a:lnTo>
                  <a:pt x="4217" y="3868"/>
                </a:lnTo>
                <a:lnTo>
                  <a:pt x="4208" y="3888"/>
                </a:lnTo>
                <a:lnTo>
                  <a:pt x="4197" y="3904"/>
                </a:lnTo>
                <a:lnTo>
                  <a:pt x="4184" y="3921"/>
                </a:lnTo>
                <a:lnTo>
                  <a:pt x="4171" y="3937"/>
                </a:lnTo>
                <a:lnTo>
                  <a:pt x="4155" y="3950"/>
                </a:lnTo>
                <a:lnTo>
                  <a:pt x="4139" y="3963"/>
                </a:lnTo>
                <a:lnTo>
                  <a:pt x="4122" y="3974"/>
                </a:lnTo>
                <a:lnTo>
                  <a:pt x="4102" y="3983"/>
                </a:lnTo>
                <a:lnTo>
                  <a:pt x="4084" y="3990"/>
                </a:lnTo>
                <a:lnTo>
                  <a:pt x="4062" y="3995"/>
                </a:lnTo>
                <a:lnTo>
                  <a:pt x="4042" y="3997"/>
                </a:lnTo>
                <a:lnTo>
                  <a:pt x="4021" y="3999"/>
                </a:lnTo>
                <a:lnTo>
                  <a:pt x="2715" y="3999"/>
                </a:lnTo>
                <a:lnTo>
                  <a:pt x="2694" y="3997"/>
                </a:lnTo>
                <a:lnTo>
                  <a:pt x="2674" y="3995"/>
                </a:lnTo>
                <a:lnTo>
                  <a:pt x="2654" y="3990"/>
                </a:lnTo>
                <a:lnTo>
                  <a:pt x="2634" y="3983"/>
                </a:lnTo>
                <a:lnTo>
                  <a:pt x="2616" y="3974"/>
                </a:lnTo>
                <a:lnTo>
                  <a:pt x="2597" y="3963"/>
                </a:lnTo>
                <a:lnTo>
                  <a:pt x="2581" y="3950"/>
                </a:lnTo>
                <a:lnTo>
                  <a:pt x="2566" y="3937"/>
                </a:lnTo>
                <a:lnTo>
                  <a:pt x="2552" y="3921"/>
                </a:lnTo>
                <a:lnTo>
                  <a:pt x="2539" y="3904"/>
                </a:lnTo>
                <a:lnTo>
                  <a:pt x="2530" y="3888"/>
                </a:lnTo>
                <a:lnTo>
                  <a:pt x="2521" y="3868"/>
                </a:lnTo>
                <a:lnTo>
                  <a:pt x="2514" y="3850"/>
                </a:lnTo>
                <a:lnTo>
                  <a:pt x="2508" y="3830"/>
                </a:lnTo>
                <a:lnTo>
                  <a:pt x="2505" y="3808"/>
                </a:lnTo>
                <a:lnTo>
                  <a:pt x="2503" y="3786"/>
                </a:lnTo>
                <a:lnTo>
                  <a:pt x="2503" y="2696"/>
                </a:lnTo>
                <a:lnTo>
                  <a:pt x="2505" y="2674"/>
                </a:lnTo>
                <a:lnTo>
                  <a:pt x="2508" y="2652"/>
                </a:lnTo>
                <a:lnTo>
                  <a:pt x="2514" y="2632"/>
                </a:lnTo>
                <a:lnTo>
                  <a:pt x="2521" y="2614"/>
                </a:lnTo>
                <a:lnTo>
                  <a:pt x="2530" y="2594"/>
                </a:lnTo>
                <a:lnTo>
                  <a:pt x="2539" y="2578"/>
                </a:lnTo>
                <a:lnTo>
                  <a:pt x="2552" y="2561"/>
                </a:lnTo>
                <a:lnTo>
                  <a:pt x="2566" y="2545"/>
                </a:lnTo>
                <a:lnTo>
                  <a:pt x="2581" y="2532"/>
                </a:lnTo>
                <a:lnTo>
                  <a:pt x="2597" y="2519"/>
                </a:lnTo>
                <a:lnTo>
                  <a:pt x="2616" y="2508"/>
                </a:lnTo>
                <a:lnTo>
                  <a:pt x="2634" y="2499"/>
                </a:lnTo>
                <a:lnTo>
                  <a:pt x="2654" y="2492"/>
                </a:lnTo>
                <a:lnTo>
                  <a:pt x="2674" y="2487"/>
                </a:lnTo>
                <a:lnTo>
                  <a:pt x="2694" y="2485"/>
                </a:lnTo>
                <a:lnTo>
                  <a:pt x="2715" y="2483"/>
                </a:lnTo>
                <a:lnTo>
                  <a:pt x="3295" y="2483"/>
                </a:lnTo>
                <a:lnTo>
                  <a:pt x="3295" y="1516"/>
                </a:lnTo>
                <a:lnTo>
                  <a:pt x="2715" y="1516"/>
                </a:lnTo>
                <a:lnTo>
                  <a:pt x="2694" y="1514"/>
                </a:lnTo>
                <a:lnTo>
                  <a:pt x="2674" y="1511"/>
                </a:lnTo>
                <a:lnTo>
                  <a:pt x="2654" y="1507"/>
                </a:lnTo>
                <a:lnTo>
                  <a:pt x="2634" y="1500"/>
                </a:lnTo>
                <a:lnTo>
                  <a:pt x="2616" y="1491"/>
                </a:lnTo>
                <a:lnTo>
                  <a:pt x="2597" y="1480"/>
                </a:lnTo>
                <a:lnTo>
                  <a:pt x="2581" y="1467"/>
                </a:lnTo>
                <a:lnTo>
                  <a:pt x="2566" y="1452"/>
                </a:lnTo>
                <a:lnTo>
                  <a:pt x="2552" y="1438"/>
                </a:lnTo>
                <a:lnTo>
                  <a:pt x="2539" y="1421"/>
                </a:lnTo>
                <a:lnTo>
                  <a:pt x="2530" y="1405"/>
                </a:lnTo>
                <a:lnTo>
                  <a:pt x="2521" y="1385"/>
                </a:lnTo>
                <a:lnTo>
                  <a:pt x="2514" y="1367"/>
                </a:lnTo>
                <a:lnTo>
                  <a:pt x="2508" y="1345"/>
                </a:lnTo>
                <a:lnTo>
                  <a:pt x="2505" y="1325"/>
                </a:lnTo>
                <a:lnTo>
                  <a:pt x="2503" y="1303"/>
                </a:lnTo>
                <a:lnTo>
                  <a:pt x="2503" y="831"/>
                </a:lnTo>
                <a:lnTo>
                  <a:pt x="936" y="831"/>
                </a:lnTo>
                <a:lnTo>
                  <a:pt x="936" y="2483"/>
                </a:lnTo>
                <a:lnTo>
                  <a:pt x="1516" y="2483"/>
                </a:lnTo>
                <a:lnTo>
                  <a:pt x="1538" y="2485"/>
                </a:lnTo>
                <a:lnTo>
                  <a:pt x="1559" y="2487"/>
                </a:lnTo>
                <a:lnTo>
                  <a:pt x="1579" y="2492"/>
                </a:lnTo>
                <a:lnTo>
                  <a:pt x="1599" y="2499"/>
                </a:lnTo>
                <a:lnTo>
                  <a:pt x="1618" y="2508"/>
                </a:lnTo>
                <a:lnTo>
                  <a:pt x="1636" y="2519"/>
                </a:lnTo>
                <a:lnTo>
                  <a:pt x="1652" y="2532"/>
                </a:lnTo>
                <a:lnTo>
                  <a:pt x="1667" y="2545"/>
                </a:lnTo>
                <a:lnTo>
                  <a:pt x="1679" y="2561"/>
                </a:lnTo>
                <a:lnTo>
                  <a:pt x="1692" y="2578"/>
                </a:lnTo>
                <a:lnTo>
                  <a:pt x="1703" y="2594"/>
                </a:lnTo>
                <a:lnTo>
                  <a:pt x="1712" y="2614"/>
                </a:lnTo>
                <a:lnTo>
                  <a:pt x="1719" y="2632"/>
                </a:lnTo>
                <a:lnTo>
                  <a:pt x="1725" y="2652"/>
                </a:lnTo>
                <a:lnTo>
                  <a:pt x="1729" y="2674"/>
                </a:lnTo>
                <a:lnTo>
                  <a:pt x="1729" y="2696"/>
                </a:lnTo>
                <a:lnTo>
                  <a:pt x="1729" y="3786"/>
                </a:lnTo>
                <a:lnTo>
                  <a:pt x="1729" y="3808"/>
                </a:lnTo>
                <a:lnTo>
                  <a:pt x="1725" y="3830"/>
                </a:lnTo>
                <a:lnTo>
                  <a:pt x="1719" y="3850"/>
                </a:lnTo>
                <a:lnTo>
                  <a:pt x="1712" y="3868"/>
                </a:lnTo>
                <a:lnTo>
                  <a:pt x="1703" y="3888"/>
                </a:lnTo>
                <a:lnTo>
                  <a:pt x="1692" y="3904"/>
                </a:lnTo>
                <a:lnTo>
                  <a:pt x="1679" y="3921"/>
                </a:lnTo>
                <a:lnTo>
                  <a:pt x="1667" y="3937"/>
                </a:lnTo>
                <a:lnTo>
                  <a:pt x="1652" y="3950"/>
                </a:lnTo>
                <a:lnTo>
                  <a:pt x="1636" y="3963"/>
                </a:lnTo>
                <a:lnTo>
                  <a:pt x="1618" y="3974"/>
                </a:lnTo>
                <a:lnTo>
                  <a:pt x="1599" y="3983"/>
                </a:lnTo>
                <a:lnTo>
                  <a:pt x="1579" y="3990"/>
                </a:lnTo>
                <a:lnTo>
                  <a:pt x="1559" y="3995"/>
                </a:lnTo>
                <a:lnTo>
                  <a:pt x="1538" y="3997"/>
                </a:lnTo>
                <a:lnTo>
                  <a:pt x="1516" y="3999"/>
                </a:lnTo>
                <a:lnTo>
                  <a:pt x="213" y="3999"/>
                </a:lnTo>
                <a:lnTo>
                  <a:pt x="191" y="3997"/>
                </a:lnTo>
                <a:lnTo>
                  <a:pt x="169" y="3995"/>
                </a:lnTo>
                <a:lnTo>
                  <a:pt x="149" y="3990"/>
                </a:lnTo>
                <a:lnTo>
                  <a:pt x="129" y="3983"/>
                </a:lnTo>
                <a:lnTo>
                  <a:pt x="111" y="3974"/>
                </a:lnTo>
                <a:lnTo>
                  <a:pt x="93" y="3963"/>
                </a:lnTo>
                <a:lnTo>
                  <a:pt x="76" y="3950"/>
                </a:lnTo>
                <a:lnTo>
                  <a:pt x="62" y="3937"/>
                </a:lnTo>
                <a:lnTo>
                  <a:pt x="49" y="3921"/>
                </a:lnTo>
                <a:lnTo>
                  <a:pt x="36" y="3904"/>
                </a:lnTo>
                <a:lnTo>
                  <a:pt x="25" y="3888"/>
                </a:lnTo>
                <a:lnTo>
                  <a:pt x="16" y="3868"/>
                </a:lnTo>
                <a:lnTo>
                  <a:pt x="9" y="3850"/>
                </a:lnTo>
                <a:lnTo>
                  <a:pt x="4" y="3830"/>
                </a:lnTo>
                <a:lnTo>
                  <a:pt x="0" y="3808"/>
                </a:lnTo>
                <a:lnTo>
                  <a:pt x="0" y="3786"/>
                </a:lnTo>
                <a:lnTo>
                  <a:pt x="0" y="2696"/>
                </a:lnTo>
                <a:lnTo>
                  <a:pt x="0" y="2674"/>
                </a:lnTo>
                <a:lnTo>
                  <a:pt x="4" y="2652"/>
                </a:lnTo>
                <a:lnTo>
                  <a:pt x="9" y="2632"/>
                </a:lnTo>
                <a:lnTo>
                  <a:pt x="16" y="2614"/>
                </a:lnTo>
                <a:lnTo>
                  <a:pt x="25" y="2594"/>
                </a:lnTo>
                <a:lnTo>
                  <a:pt x="36" y="2578"/>
                </a:lnTo>
                <a:lnTo>
                  <a:pt x="49" y="2561"/>
                </a:lnTo>
                <a:lnTo>
                  <a:pt x="62" y="2545"/>
                </a:lnTo>
                <a:lnTo>
                  <a:pt x="76" y="2532"/>
                </a:lnTo>
                <a:lnTo>
                  <a:pt x="93" y="2519"/>
                </a:lnTo>
                <a:lnTo>
                  <a:pt x="111" y="2508"/>
                </a:lnTo>
                <a:lnTo>
                  <a:pt x="129" y="2499"/>
                </a:lnTo>
                <a:lnTo>
                  <a:pt x="149" y="2492"/>
                </a:lnTo>
                <a:lnTo>
                  <a:pt x="169" y="2487"/>
                </a:lnTo>
                <a:lnTo>
                  <a:pt x="191" y="2485"/>
                </a:lnTo>
                <a:lnTo>
                  <a:pt x="213" y="2483"/>
                </a:lnTo>
                <a:lnTo>
                  <a:pt x="791" y="2483"/>
                </a:lnTo>
                <a:lnTo>
                  <a:pt x="791" y="685"/>
                </a:lnTo>
                <a:lnTo>
                  <a:pt x="2503" y="685"/>
                </a:lnTo>
                <a:lnTo>
                  <a:pt x="2503" y="213"/>
                </a:lnTo>
                <a:lnTo>
                  <a:pt x="2505" y="191"/>
                </a:lnTo>
                <a:lnTo>
                  <a:pt x="2508" y="169"/>
                </a:lnTo>
                <a:lnTo>
                  <a:pt x="2514" y="149"/>
                </a:lnTo>
                <a:lnTo>
                  <a:pt x="2521" y="129"/>
                </a:lnTo>
                <a:lnTo>
                  <a:pt x="2530" y="111"/>
                </a:lnTo>
                <a:lnTo>
                  <a:pt x="2539" y="93"/>
                </a:lnTo>
                <a:lnTo>
                  <a:pt x="2552" y="76"/>
                </a:lnTo>
                <a:lnTo>
                  <a:pt x="2566" y="62"/>
                </a:lnTo>
                <a:lnTo>
                  <a:pt x="2581" y="49"/>
                </a:lnTo>
                <a:lnTo>
                  <a:pt x="2597" y="36"/>
                </a:lnTo>
                <a:lnTo>
                  <a:pt x="2616" y="25"/>
                </a:lnTo>
                <a:lnTo>
                  <a:pt x="2634" y="16"/>
                </a:lnTo>
                <a:lnTo>
                  <a:pt x="2654" y="9"/>
                </a:lnTo>
                <a:lnTo>
                  <a:pt x="2674" y="4"/>
                </a:lnTo>
                <a:lnTo>
                  <a:pt x="2694" y="0"/>
                </a:lnTo>
                <a:lnTo>
                  <a:pt x="2715" y="0"/>
                </a:lnTo>
                <a:close/>
              </a:path>
            </a:pathLst>
          </a:custGeom>
          <a:solidFill>
            <a:srgbClr val="333333"/>
          </a:solidFill>
          <a:ln w="9525">
            <a:noFill/>
            <a:round/>
            <a:headEnd/>
            <a:tailEnd/>
          </a:ln>
        </p:spPr>
        <p:txBody>
          <a:bodyPr vert="horz" wrap="square" lIns="91392" tIns="45696" rIns="91392" bIns="45696" anchor="t"/>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de-DE" sz="1938" b="0" i="0" u="none" strike="noStrike" kern="0" cap="none" spc="0" normalizeH="0" baseline="0" noProof="0">
              <a:ln>
                <a:noFill/>
              </a:ln>
              <a:solidFill>
                <a:srgbClr val="FFFFFF"/>
              </a:solidFill>
              <a:effectLst/>
              <a:uLnTx/>
              <a:uFillTx/>
            </a:endParaRPr>
          </a:p>
        </p:txBody>
      </p:sp>
      <p:sp>
        <p:nvSpPr>
          <p:cNvPr id="142" name="Freeform 50">
            <a:extLst>
              <a:ext uri="{FF2B5EF4-FFF2-40B4-BE49-F238E27FC236}">
                <a16:creationId xmlns:a16="http://schemas.microsoft.com/office/drawing/2014/main" id="{CC1D26D7-6ECF-7FDD-187D-B1C446E3D118}"/>
              </a:ext>
            </a:extLst>
          </p:cNvPr>
          <p:cNvSpPr>
            <a:spLocks noChangeAspect="1" noEditPoints="1"/>
          </p:cNvSpPr>
          <p:nvPr/>
        </p:nvSpPr>
        <p:spPr bwMode="auto">
          <a:xfrm>
            <a:off x="6412327" y="4775006"/>
            <a:ext cx="191408" cy="222484"/>
          </a:xfrm>
          <a:custGeom>
            <a:avLst/>
            <a:gdLst>
              <a:gd name="T0" fmla="*/ 2147483647 w 3704"/>
              <a:gd name="T1" fmla="*/ 2147483647 h 4763"/>
              <a:gd name="T2" fmla="*/ 2147483647 w 3704"/>
              <a:gd name="T3" fmla="*/ 2147483647 h 4763"/>
              <a:gd name="T4" fmla="*/ 2147483647 w 3704"/>
              <a:gd name="T5" fmla="*/ 2147483647 h 4763"/>
              <a:gd name="T6" fmla="*/ 2147483647 w 3704"/>
              <a:gd name="T7" fmla="*/ 2147483647 h 4763"/>
              <a:gd name="T8" fmla="*/ 2147483647 w 3704"/>
              <a:gd name="T9" fmla="*/ 0 h 4763"/>
              <a:gd name="T10" fmla="*/ 2147483647 w 3704"/>
              <a:gd name="T11" fmla="*/ 2147483647 h 4763"/>
              <a:gd name="T12" fmla="*/ 2147483647 w 3704"/>
              <a:gd name="T13" fmla="*/ 2147483647 h 4763"/>
              <a:gd name="T14" fmla="*/ 2147483647 w 3704"/>
              <a:gd name="T15" fmla="*/ 2147483647 h 4763"/>
              <a:gd name="T16" fmla="*/ 2147483647 w 3704"/>
              <a:gd name="T17" fmla="*/ 2147483647 h 4763"/>
              <a:gd name="T18" fmla="*/ 2147483647 w 3704"/>
              <a:gd name="T19" fmla="*/ 2147483647 h 4763"/>
              <a:gd name="T20" fmla="*/ 2147483647 w 3704"/>
              <a:gd name="T21" fmla="*/ 2147483647 h 4763"/>
              <a:gd name="T22" fmla="*/ 2147483647 w 3704"/>
              <a:gd name="T23" fmla="*/ 2147483647 h 4763"/>
              <a:gd name="T24" fmla="*/ 2147483647 w 3704"/>
              <a:gd name="T25" fmla="*/ 2147483647 h 4763"/>
              <a:gd name="T26" fmla="*/ 2147483647 w 3704"/>
              <a:gd name="T27" fmla="*/ 2147483647 h 4763"/>
              <a:gd name="T28" fmla="*/ 2147483647 w 3704"/>
              <a:gd name="T29" fmla="*/ 2147483647 h 4763"/>
              <a:gd name="T30" fmla="*/ 2147483647 w 3704"/>
              <a:gd name="T31" fmla="*/ 2147483647 h 4763"/>
              <a:gd name="T32" fmla="*/ 2147483647 w 3704"/>
              <a:gd name="T33" fmla="*/ 2147483647 h 4763"/>
              <a:gd name="T34" fmla="*/ 2147483647 w 3704"/>
              <a:gd name="T35" fmla="*/ 2147483647 h 4763"/>
              <a:gd name="T36" fmla="*/ 2147483647 w 3704"/>
              <a:gd name="T37" fmla="*/ 2147483647 h 4763"/>
              <a:gd name="T38" fmla="*/ 2147483647 w 3704"/>
              <a:gd name="T39" fmla="*/ 2147483647 h 4763"/>
              <a:gd name="T40" fmla="*/ 2147483647 w 3704"/>
              <a:gd name="T41" fmla="*/ 2147483647 h 4763"/>
              <a:gd name="T42" fmla="*/ 2147483647 w 3704"/>
              <a:gd name="T43" fmla="*/ 2147483647 h 4763"/>
              <a:gd name="T44" fmla="*/ 2147483647 w 3704"/>
              <a:gd name="T45" fmla="*/ 2147483647 h 4763"/>
              <a:gd name="T46" fmla="*/ 2147483647 w 3704"/>
              <a:gd name="T47" fmla="*/ 2147483647 h 4763"/>
              <a:gd name="T48" fmla="*/ 2147483647 w 3704"/>
              <a:gd name="T49" fmla="*/ 2147483647 h 4763"/>
              <a:gd name="T50" fmla="*/ 2147483647 w 3704"/>
              <a:gd name="T51" fmla="*/ 2147483647 h 4763"/>
              <a:gd name="T52" fmla="*/ 2147483647 w 3704"/>
              <a:gd name="T53" fmla="*/ 2147483647 h 4763"/>
              <a:gd name="T54" fmla="*/ 2147483647 w 3704"/>
              <a:gd name="T55" fmla="*/ 2147483647 h 4763"/>
              <a:gd name="T56" fmla="*/ 2147483647 w 3704"/>
              <a:gd name="T57" fmla="*/ 2147483647 h 4763"/>
              <a:gd name="T58" fmla="*/ 2147483647 w 3704"/>
              <a:gd name="T59" fmla="*/ 2147483647 h 4763"/>
              <a:gd name="T60" fmla="*/ 2147483647 w 3704"/>
              <a:gd name="T61" fmla="*/ 2147483647 h 4763"/>
              <a:gd name="T62" fmla="*/ 2147483647 w 3704"/>
              <a:gd name="T63" fmla="*/ 2147483647 h 4763"/>
              <a:gd name="T64" fmla="*/ 2147483647 w 3704"/>
              <a:gd name="T65" fmla="*/ 2147483647 h 4763"/>
              <a:gd name="T66" fmla="*/ 2147483647 w 3704"/>
              <a:gd name="T67" fmla="*/ 2147483647 h 4763"/>
              <a:gd name="T68" fmla="*/ 2147483647 w 3704"/>
              <a:gd name="T69" fmla="*/ 2147483647 h 4763"/>
              <a:gd name="T70" fmla="*/ 2147483647 w 3704"/>
              <a:gd name="T71" fmla="*/ 2147483647 h 4763"/>
              <a:gd name="T72" fmla="*/ 2147483647 w 3704"/>
              <a:gd name="T73" fmla="*/ 2147483647 h 4763"/>
              <a:gd name="T74" fmla="*/ 2147483647 w 3704"/>
              <a:gd name="T75" fmla="*/ 2147483647 h 4763"/>
              <a:gd name="T76" fmla="*/ 2147483647 w 3704"/>
              <a:gd name="T77" fmla="*/ 2147483647 h 4763"/>
              <a:gd name="T78" fmla="*/ 2147483647 w 3704"/>
              <a:gd name="T79" fmla="*/ 2147483647 h 4763"/>
              <a:gd name="T80" fmla="*/ 2147483647 w 3704"/>
              <a:gd name="T81" fmla="*/ 2147483647 h 4763"/>
              <a:gd name="T82" fmla="*/ 2147483647 w 3704"/>
              <a:gd name="T83" fmla="*/ 2147483647 h 4763"/>
              <a:gd name="T84" fmla="*/ 2147483647 w 3704"/>
              <a:gd name="T85" fmla="*/ 2147483647 h 4763"/>
              <a:gd name="T86" fmla="*/ 2147483647 w 3704"/>
              <a:gd name="T87" fmla="*/ 2147483647 h 4763"/>
              <a:gd name="T88" fmla="*/ 2147483647 w 3704"/>
              <a:gd name="T89" fmla="*/ 2147483647 h 4763"/>
              <a:gd name="T90" fmla="*/ 2147483647 w 3704"/>
              <a:gd name="T91" fmla="*/ 2147483647 h 4763"/>
              <a:gd name="T92" fmla="*/ 2147483647 w 3704"/>
              <a:gd name="T93" fmla="*/ 2147483647 h 4763"/>
              <a:gd name="T94" fmla="*/ 2147483647 w 3704"/>
              <a:gd name="T95" fmla="*/ 2147483647 h 4763"/>
              <a:gd name="T96" fmla="*/ 2147483647 w 3704"/>
              <a:gd name="T97" fmla="*/ 2147483647 h 4763"/>
              <a:gd name="T98" fmla="*/ 2147483647 w 3704"/>
              <a:gd name="T99" fmla="*/ 2147483647 h 4763"/>
              <a:gd name="T100" fmla="*/ 2147483647 w 3704"/>
              <a:gd name="T101" fmla="*/ 2147483647 h 4763"/>
              <a:gd name="T102" fmla="*/ 2147483647 w 3704"/>
              <a:gd name="T103" fmla="*/ 2147483647 h 4763"/>
              <a:gd name="T104" fmla="*/ 2147483647 w 3704"/>
              <a:gd name="T105" fmla="*/ 2147483647 h 4763"/>
              <a:gd name="T106" fmla="*/ 2147483647 w 3704"/>
              <a:gd name="T107" fmla="*/ 2147483647 h 4763"/>
              <a:gd name="T108" fmla="*/ 2147483647 w 3704"/>
              <a:gd name="T109" fmla="*/ 2147483647 h 4763"/>
              <a:gd name="T110" fmla="*/ 2147483647 w 3704"/>
              <a:gd name="T111" fmla="*/ 2147483647 h 476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04"/>
              <a:gd name="T169" fmla="*/ 0 h 4763"/>
              <a:gd name="T170" fmla="*/ 3704 w 3704"/>
              <a:gd name="T171" fmla="*/ 4763 h 476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04" h="4763">
                <a:moveTo>
                  <a:pt x="0" y="654"/>
                </a:moveTo>
                <a:lnTo>
                  <a:pt x="0" y="4763"/>
                </a:lnTo>
                <a:lnTo>
                  <a:pt x="2962" y="4763"/>
                </a:lnTo>
                <a:lnTo>
                  <a:pt x="2964" y="1718"/>
                </a:lnTo>
                <a:lnTo>
                  <a:pt x="2769" y="1718"/>
                </a:lnTo>
                <a:lnTo>
                  <a:pt x="2768" y="4568"/>
                </a:lnTo>
                <a:lnTo>
                  <a:pt x="195" y="4568"/>
                </a:lnTo>
                <a:lnTo>
                  <a:pt x="195" y="849"/>
                </a:lnTo>
                <a:lnTo>
                  <a:pt x="2003" y="849"/>
                </a:lnTo>
                <a:lnTo>
                  <a:pt x="2003" y="1621"/>
                </a:lnTo>
                <a:lnTo>
                  <a:pt x="2964" y="1621"/>
                </a:lnTo>
                <a:lnTo>
                  <a:pt x="2965" y="1428"/>
                </a:lnTo>
                <a:lnTo>
                  <a:pt x="2190" y="654"/>
                </a:lnTo>
                <a:lnTo>
                  <a:pt x="0" y="654"/>
                </a:lnTo>
                <a:close/>
                <a:moveTo>
                  <a:pt x="2198" y="945"/>
                </a:moveTo>
                <a:lnTo>
                  <a:pt x="2685" y="1426"/>
                </a:lnTo>
                <a:lnTo>
                  <a:pt x="2198" y="1426"/>
                </a:lnTo>
                <a:lnTo>
                  <a:pt x="2198" y="945"/>
                </a:lnTo>
                <a:close/>
                <a:moveTo>
                  <a:pt x="577" y="554"/>
                </a:moveTo>
                <a:lnTo>
                  <a:pt x="675" y="554"/>
                </a:lnTo>
                <a:lnTo>
                  <a:pt x="675" y="435"/>
                </a:lnTo>
                <a:lnTo>
                  <a:pt x="3229" y="435"/>
                </a:lnTo>
                <a:lnTo>
                  <a:pt x="3229" y="4115"/>
                </a:lnTo>
                <a:lnTo>
                  <a:pt x="3074" y="4115"/>
                </a:lnTo>
                <a:lnTo>
                  <a:pt x="3074" y="4213"/>
                </a:lnTo>
                <a:lnTo>
                  <a:pt x="3327" y="4213"/>
                </a:lnTo>
                <a:lnTo>
                  <a:pt x="3327" y="337"/>
                </a:lnTo>
                <a:lnTo>
                  <a:pt x="577" y="337"/>
                </a:lnTo>
                <a:lnTo>
                  <a:pt x="577" y="554"/>
                </a:lnTo>
                <a:close/>
                <a:moveTo>
                  <a:pt x="964" y="0"/>
                </a:moveTo>
                <a:lnTo>
                  <a:pt x="964" y="218"/>
                </a:lnTo>
                <a:lnTo>
                  <a:pt x="1062" y="218"/>
                </a:lnTo>
                <a:lnTo>
                  <a:pt x="1062" y="97"/>
                </a:lnTo>
                <a:lnTo>
                  <a:pt x="3607" y="97"/>
                </a:lnTo>
                <a:lnTo>
                  <a:pt x="3607" y="3799"/>
                </a:lnTo>
                <a:lnTo>
                  <a:pt x="3452" y="3799"/>
                </a:lnTo>
                <a:lnTo>
                  <a:pt x="3452" y="3896"/>
                </a:lnTo>
                <a:lnTo>
                  <a:pt x="3704" y="3896"/>
                </a:lnTo>
                <a:lnTo>
                  <a:pt x="3704" y="0"/>
                </a:lnTo>
                <a:lnTo>
                  <a:pt x="964" y="0"/>
                </a:lnTo>
                <a:close/>
                <a:moveTo>
                  <a:pt x="2434" y="3265"/>
                </a:moveTo>
                <a:lnTo>
                  <a:pt x="1014" y="3265"/>
                </a:lnTo>
                <a:lnTo>
                  <a:pt x="1014" y="3363"/>
                </a:lnTo>
                <a:lnTo>
                  <a:pt x="2434" y="3363"/>
                </a:lnTo>
                <a:lnTo>
                  <a:pt x="2434" y="3265"/>
                </a:lnTo>
                <a:close/>
                <a:moveTo>
                  <a:pt x="2434" y="2737"/>
                </a:moveTo>
                <a:lnTo>
                  <a:pt x="1014" y="2737"/>
                </a:lnTo>
                <a:lnTo>
                  <a:pt x="1014" y="2834"/>
                </a:lnTo>
                <a:lnTo>
                  <a:pt x="2434" y="2834"/>
                </a:lnTo>
                <a:lnTo>
                  <a:pt x="2434" y="2737"/>
                </a:lnTo>
                <a:close/>
                <a:moveTo>
                  <a:pt x="1014" y="3891"/>
                </a:moveTo>
                <a:lnTo>
                  <a:pt x="2020" y="3891"/>
                </a:lnTo>
                <a:lnTo>
                  <a:pt x="2020" y="3794"/>
                </a:lnTo>
                <a:lnTo>
                  <a:pt x="1014" y="3794"/>
                </a:lnTo>
                <a:lnTo>
                  <a:pt x="1014" y="3891"/>
                </a:lnTo>
                <a:close/>
                <a:moveTo>
                  <a:pt x="659" y="2655"/>
                </a:moveTo>
                <a:lnTo>
                  <a:pt x="659" y="2655"/>
                </a:lnTo>
                <a:lnTo>
                  <a:pt x="645" y="2657"/>
                </a:lnTo>
                <a:lnTo>
                  <a:pt x="633" y="2658"/>
                </a:lnTo>
                <a:lnTo>
                  <a:pt x="620" y="2662"/>
                </a:lnTo>
                <a:lnTo>
                  <a:pt x="609" y="2665"/>
                </a:lnTo>
                <a:lnTo>
                  <a:pt x="597" y="2671"/>
                </a:lnTo>
                <a:lnTo>
                  <a:pt x="586" y="2677"/>
                </a:lnTo>
                <a:lnTo>
                  <a:pt x="576" y="2686"/>
                </a:lnTo>
                <a:lnTo>
                  <a:pt x="566" y="2693"/>
                </a:lnTo>
                <a:lnTo>
                  <a:pt x="559" y="2703"/>
                </a:lnTo>
                <a:lnTo>
                  <a:pt x="550" y="2713"/>
                </a:lnTo>
                <a:lnTo>
                  <a:pt x="544" y="2724"/>
                </a:lnTo>
                <a:lnTo>
                  <a:pt x="538" y="2736"/>
                </a:lnTo>
                <a:lnTo>
                  <a:pt x="535" y="2747"/>
                </a:lnTo>
                <a:lnTo>
                  <a:pt x="531" y="2760"/>
                </a:lnTo>
                <a:lnTo>
                  <a:pt x="530" y="2772"/>
                </a:lnTo>
                <a:lnTo>
                  <a:pt x="528" y="2786"/>
                </a:lnTo>
                <a:lnTo>
                  <a:pt x="530" y="2799"/>
                </a:lnTo>
                <a:lnTo>
                  <a:pt x="531" y="2813"/>
                </a:lnTo>
                <a:lnTo>
                  <a:pt x="535" y="2825"/>
                </a:lnTo>
                <a:lnTo>
                  <a:pt x="538" y="2837"/>
                </a:lnTo>
                <a:lnTo>
                  <a:pt x="544" y="2849"/>
                </a:lnTo>
                <a:lnTo>
                  <a:pt x="550" y="2859"/>
                </a:lnTo>
                <a:lnTo>
                  <a:pt x="559" y="2870"/>
                </a:lnTo>
                <a:lnTo>
                  <a:pt x="566" y="2878"/>
                </a:lnTo>
                <a:lnTo>
                  <a:pt x="576" y="2887"/>
                </a:lnTo>
                <a:lnTo>
                  <a:pt x="586" y="2894"/>
                </a:lnTo>
                <a:lnTo>
                  <a:pt x="597" y="2901"/>
                </a:lnTo>
                <a:lnTo>
                  <a:pt x="609" y="2906"/>
                </a:lnTo>
                <a:lnTo>
                  <a:pt x="620" y="2911"/>
                </a:lnTo>
                <a:lnTo>
                  <a:pt x="633" y="2915"/>
                </a:lnTo>
                <a:lnTo>
                  <a:pt x="645" y="2916"/>
                </a:lnTo>
                <a:lnTo>
                  <a:pt x="659" y="2917"/>
                </a:lnTo>
                <a:lnTo>
                  <a:pt x="672" y="2916"/>
                </a:lnTo>
                <a:lnTo>
                  <a:pt x="686" y="2915"/>
                </a:lnTo>
                <a:lnTo>
                  <a:pt x="698" y="2911"/>
                </a:lnTo>
                <a:lnTo>
                  <a:pt x="710" y="2906"/>
                </a:lnTo>
                <a:lnTo>
                  <a:pt x="722" y="2901"/>
                </a:lnTo>
                <a:lnTo>
                  <a:pt x="732" y="2894"/>
                </a:lnTo>
                <a:lnTo>
                  <a:pt x="743" y="2887"/>
                </a:lnTo>
                <a:lnTo>
                  <a:pt x="751" y="2878"/>
                </a:lnTo>
                <a:lnTo>
                  <a:pt x="760" y="2870"/>
                </a:lnTo>
                <a:lnTo>
                  <a:pt x="767" y="2859"/>
                </a:lnTo>
                <a:lnTo>
                  <a:pt x="774" y="2849"/>
                </a:lnTo>
                <a:lnTo>
                  <a:pt x="779" y="2837"/>
                </a:lnTo>
                <a:lnTo>
                  <a:pt x="784" y="2825"/>
                </a:lnTo>
                <a:lnTo>
                  <a:pt x="788" y="2813"/>
                </a:lnTo>
                <a:lnTo>
                  <a:pt x="789" y="2799"/>
                </a:lnTo>
                <a:lnTo>
                  <a:pt x="790" y="2786"/>
                </a:lnTo>
                <a:lnTo>
                  <a:pt x="789" y="2772"/>
                </a:lnTo>
                <a:lnTo>
                  <a:pt x="788" y="2760"/>
                </a:lnTo>
                <a:lnTo>
                  <a:pt x="784" y="2747"/>
                </a:lnTo>
                <a:lnTo>
                  <a:pt x="779" y="2736"/>
                </a:lnTo>
                <a:lnTo>
                  <a:pt x="774" y="2724"/>
                </a:lnTo>
                <a:lnTo>
                  <a:pt x="767" y="2713"/>
                </a:lnTo>
                <a:lnTo>
                  <a:pt x="760" y="2703"/>
                </a:lnTo>
                <a:lnTo>
                  <a:pt x="751" y="2693"/>
                </a:lnTo>
                <a:lnTo>
                  <a:pt x="743" y="2686"/>
                </a:lnTo>
                <a:lnTo>
                  <a:pt x="732" y="2677"/>
                </a:lnTo>
                <a:lnTo>
                  <a:pt x="722" y="2671"/>
                </a:lnTo>
                <a:lnTo>
                  <a:pt x="710" y="2665"/>
                </a:lnTo>
                <a:lnTo>
                  <a:pt x="698" y="2662"/>
                </a:lnTo>
                <a:lnTo>
                  <a:pt x="686" y="2658"/>
                </a:lnTo>
                <a:lnTo>
                  <a:pt x="672" y="2657"/>
                </a:lnTo>
                <a:lnTo>
                  <a:pt x="659" y="2655"/>
                </a:lnTo>
                <a:close/>
                <a:moveTo>
                  <a:pt x="659" y="2127"/>
                </a:moveTo>
                <a:lnTo>
                  <a:pt x="659" y="2127"/>
                </a:lnTo>
                <a:lnTo>
                  <a:pt x="645" y="2128"/>
                </a:lnTo>
                <a:lnTo>
                  <a:pt x="633" y="2129"/>
                </a:lnTo>
                <a:lnTo>
                  <a:pt x="620" y="2133"/>
                </a:lnTo>
                <a:lnTo>
                  <a:pt x="609" y="2137"/>
                </a:lnTo>
                <a:lnTo>
                  <a:pt x="597" y="2143"/>
                </a:lnTo>
                <a:lnTo>
                  <a:pt x="586" y="2149"/>
                </a:lnTo>
                <a:lnTo>
                  <a:pt x="576" y="2157"/>
                </a:lnTo>
                <a:lnTo>
                  <a:pt x="566" y="2165"/>
                </a:lnTo>
                <a:lnTo>
                  <a:pt x="559" y="2175"/>
                </a:lnTo>
                <a:lnTo>
                  <a:pt x="550" y="2184"/>
                </a:lnTo>
                <a:lnTo>
                  <a:pt x="544" y="2195"/>
                </a:lnTo>
                <a:lnTo>
                  <a:pt x="538" y="2207"/>
                </a:lnTo>
                <a:lnTo>
                  <a:pt x="535" y="2218"/>
                </a:lnTo>
                <a:lnTo>
                  <a:pt x="531" y="2232"/>
                </a:lnTo>
                <a:lnTo>
                  <a:pt x="530" y="2244"/>
                </a:lnTo>
                <a:lnTo>
                  <a:pt x="528" y="2257"/>
                </a:lnTo>
                <a:lnTo>
                  <a:pt x="530" y="2271"/>
                </a:lnTo>
                <a:lnTo>
                  <a:pt x="531" y="2284"/>
                </a:lnTo>
                <a:lnTo>
                  <a:pt x="535" y="2296"/>
                </a:lnTo>
                <a:lnTo>
                  <a:pt x="538" y="2308"/>
                </a:lnTo>
                <a:lnTo>
                  <a:pt x="544" y="2321"/>
                </a:lnTo>
                <a:lnTo>
                  <a:pt x="550" y="2330"/>
                </a:lnTo>
                <a:lnTo>
                  <a:pt x="559" y="2341"/>
                </a:lnTo>
                <a:lnTo>
                  <a:pt x="566" y="2350"/>
                </a:lnTo>
                <a:lnTo>
                  <a:pt x="576" y="2358"/>
                </a:lnTo>
                <a:lnTo>
                  <a:pt x="586" y="2366"/>
                </a:lnTo>
                <a:lnTo>
                  <a:pt x="597" y="2373"/>
                </a:lnTo>
                <a:lnTo>
                  <a:pt x="609" y="2378"/>
                </a:lnTo>
                <a:lnTo>
                  <a:pt x="620" y="2383"/>
                </a:lnTo>
                <a:lnTo>
                  <a:pt x="633" y="2386"/>
                </a:lnTo>
                <a:lnTo>
                  <a:pt x="645" y="2388"/>
                </a:lnTo>
                <a:lnTo>
                  <a:pt x="659" y="2389"/>
                </a:lnTo>
                <a:lnTo>
                  <a:pt x="672" y="2388"/>
                </a:lnTo>
                <a:lnTo>
                  <a:pt x="686" y="2386"/>
                </a:lnTo>
                <a:lnTo>
                  <a:pt x="698" y="2383"/>
                </a:lnTo>
                <a:lnTo>
                  <a:pt x="710" y="2378"/>
                </a:lnTo>
                <a:lnTo>
                  <a:pt x="722" y="2373"/>
                </a:lnTo>
                <a:lnTo>
                  <a:pt x="732" y="2366"/>
                </a:lnTo>
                <a:lnTo>
                  <a:pt x="743" y="2358"/>
                </a:lnTo>
                <a:lnTo>
                  <a:pt x="751" y="2350"/>
                </a:lnTo>
                <a:lnTo>
                  <a:pt x="760" y="2341"/>
                </a:lnTo>
                <a:lnTo>
                  <a:pt x="767" y="2330"/>
                </a:lnTo>
                <a:lnTo>
                  <a:pt x="774" y="2321"/>
                </a:lnTo>
                <a:lnTo>
                  <a:pt x="779" y="2308"/>
                </a:lnTo>
                <a:lnTo>
                  <a:pt x="784" y="2296"/>
                </a:lnTo>
                <a:lnTo>
                  <a:pt x="788" y="2284"/>
                </a:lnTo>
                <a:lnTo>
                  <a:pt x="789" y="2271"/>
                </a:lnTo>
                <a:lnTo>
                  <a:pt x="790" y="2257"/>
                </a:lnTo>
                <a:lnTo>
                  <a:pt x="789" y="2244"/>
                </a:lnTo>
                <a:lnTo>
                  <a:pt x="788" y="2232"/>
                </a:lnTo>
                <a:lnTo>
                  <a:pt x="784" y="2218"/>
                </a:lnTo>
                <a:lnTo>
                  <a:pt x="779" y="2207"/>
                </a:lnTo>
                <a:lnTo>
                  <a:pt x="774" y="2195"/>
                </a:lnTo>
                <a:lnTo>
                  <a:pt x="767" y="2184"/>
                </a:lnTo>
                <a:lnTo>
                  <a:pt x="760" y="2175"/>
                </a:lnTo>
                <a:lnTo>
                  <a:pt x="751" y="2165"/>
                </a:lnTo>
                <a:lnTo>
                  <a:pt x="743" y="2157"/>
                </a:lnTo>
                <a:lnTo>
                  <a:pt x="732" y="2149"/>
                </a:lnTo>
                <a:lnTo>
                  <a:pt x="722" y="2143"/>
                </a:lnTo>
                <a:lnTo>
                  <a:pt x="710" y="2137"/>
                </a:lnTo>
                <a:lnTo>
                  <a:pt x="698" y="2133"/>
                </a:lnTo>
                <a:lnTo>
                  <a:pt x="686" y="2129"/>
                </a:lnTo>
                <a:lnTo>
                  <a:pt x="672" y="2128"/>
                </a:lnTo>
                <a:lnTo>
                  <a:pt x="659" y="2127"/>
                </a:lnTo>
                <a:close/>
                <a:moveTo>
                  <a:pt x="659" y="3184"/>
                </a:moveTo>
                <a:lnTo>
                  <a:pt x="659" y="3184"/>
                </a:lnTo>
                <a:lnTo>
                  <a:pt x="645" y="3185"/>
                </a:lnTo>
                <a:lnTo>
                  <a:pt x="633" y="3186"/>
                </a:lnTo>
                <a:lnTo>
                  <a:pt x="620" y="3190"/>
                </a:lnTo>
                <a:lnTo>
                  <a:pt x="609" y="3194"/>
                </a:lnTo>
                <a:lnTo>
                  <a:pt x="597" y="3200"/>
                </a:lnTo>
                <a:lnTo>
                  <a:pt x="586" y="3206"/>
                </a:lnTo>
                <a:lnTo>
                  <a:pt x="576" y="3214"/>
                </a:lnTo>
                <a:lnTo>
                  <a:pt x="566" y="3222"/>
                </a:lnTo>
                <a:lnTo>
                  <a:pt x="559" y="3231"/>
                </a:lnTo>
                <a:lnTo>
                  <a:pt x="550" y="3241"/>
                </a:lnTo>
                <a:lnTo>
                  <a:pt x="544" y="3252"/>
                </a:lnTo>
                <a:lnTo>
                  <a:pt x="538" y="3264"/>
                </a:lnTo>
                <a:lnTo>
                  <a:pt x="535" y="3275"/>
                </a:lnTo>
                <a:lnTo>
                  <a:pt x="531" y="3289"/>
                </a:lnTo>
                <a:lnTo>
                  <a:pt x="530" y="3301"/>
                </a:lnTo>
                <a:lnTo>
                  <a:pt x="528" y="3314"/>
                </a:lnTo>
                <a:lnTo>
                  <a:pt x="530" y="3328"/>
                </a:lnTo>
                <a:lnTo>
                  <a:pt x="531" y="3341"/>
                </a:lnTo>
                <a:lnTo>
                  <a:pt x="535" y="3353"/>
                </a:lnTo>
                <a:lnTo>
                  <a:pt x="538" y="3365"/>
                </a:lnTo>
                <a:lnTo>
                  <a:pt x="544" y="3377"/>
                </a:lnTo>
                <a:lnTo>
                  <a:pt x="550" y="3387"/>
                </a:lnTo>
                <a:lnTo>
                  <a:pt x="559" y="3398"/>
                </a:lnTo>
                <a:lnTo>
                  <a:pt x="566" y="3407"/>
                </a:lnTo>
                <a:lnTo>
                  <a:pt x="576" y="3415"/>
                </a:lnTo>
                <a:lnTo>
                  <a:pt x="586" y="3424"/>
                </a:lnTo>
                <a:lnTo>
                  <a:pt x="597" y="3430"/>
                </a:lnTo>
                <a:lnTo>
                  <a:pt x="609" y="3435"/>
                </a:lnTo>
                <a:lnTo>
                  <a:pt x="620" y="3440"/>
                </a:lnTo>
                <a:lnTo>
                  <a:pt x="633" y="3443"/>
                </a:lnTo>
                <a:lnTo>
                  <a:pt x="645" y="3444"/>
                </a:lnTo>
                <a:lnTo>
                  <a:pt x="659" y="3446"/>
                </a:lnTo>
                <a:lnTo>
                  <a:pt x="672" y="3444"/>
                </a:lnTo>
                <a:lnTo>
                  <a:pt x="686" y="3443"/>
                </a:lnTo>
                <a:lnTo>
                  <a:pt x="698" y="3440"/>
                </a:lnTo>
                <a:lnTo>
                  <a:pt x="710" y="3435"/>
                </a:lnTo>
                <a:lnTo>
                  <a:pt x="722" y="3430"/>
                </a:lnTo>
                <a:lnTo>
                  <a:pt x="732" y="3424"/>
                </a:lnTo>
                <a:lnTo>
                  <a:pt x="743" y="3415"/>
                </a:lnTo>
                <a:lnTo>
                  <a:pt x="751" y="3407"/>
                </a:lnTo>
                <a:lnTo>
                  <a:pt x="760" y="3398"/>
                </a:lnTo>
                <a:lnTo>
                  <a:pt x="767" y="3387"/>
                </a:lnTo>
                <a:lnTo>
                  <a:pt x="774" y="3377"/>
                </a:lnTo>
                <a:lnTo>
                  <a:pt x="779" y="3365"/>
                </a:lnTo>
                <a:lnTo>
                  <a:pt x="784" y="3353"/>
                </a:lnTo>
                <a:lnTo>
                  <a:pt x="788" y="3341"/>
                </a:lnTo>
                <a:lnTo>
                  <a:pt x="789" y="3328"/>
                </a:lnTo>
                <a:lnTo>
                  <a:pt x="790" y="3314"/>
                </a:lnTo>
                <a:lnTo>
                  <a:pt x="789" y="3301"/>
                </a:lnTo>
                <a:lnTo>
                  <a:pt x="788" y="3289"/>
                </a:lnTo>
                <a:lnTo>
                  <a:pt x="784" y="3275"/>
                </a:lnTo>
                <a:lnTo>
                  <a:pt x="779" y="3264"/>
                </a:lnTo>
                <a:lnTo>
                  <a:pt x="774" y="3252"/>
                </a:lnTo>
                <a:lnTo>
                  <a:pt x="767" y="3241"/>
                </a:lnTo>
                <a:lnTo>
                  <a:pt x="760" y="3231"/>
                </a:lnTo>
                <a:lnTo>
                  <a:pt x="751" y="3222"/>
                </a:lnTo>
                <a:lnTo>
                  <a:pt x="743" y="3214"/>
                </a:lnTo>
                <a:lnTo>
                  <a:pt x="732" y="3206"/>
                </a:lnTo>
                <a:lnTo>
                  <a:pt x="722" y="3200"/>
                </a:lnTo>
                <a:lnTo>
                  <a:pt x="710" y="3194"/>
                </a:lnTo>
                <a:lnTo>
                  <a:pt x="698" y="3190"/>
                </a:lnTo>
                <a:lnTo>
                  <a:pt x="686" y="3186"/>
                </a:lnTo>
                <a:lnTo>
                  <a:pt x="672" y="3185"/>
                </a:lnTo>
                <a:lnTo>
                  <a:pt x="659" y="3184"/>
                </a:lnTo>
                <a:close/>
                <a:moveTo>
                  <a:pt x="659" y="3712"/>
                </a:moveTo>
                <a:lnTo>
                  <a:pt x="659" y="3712"/>
                </a:lnTo>
                <a:lnTo>
                  <a:pt x="645" y="3713"/>
                </a:lnTo>
                <a:lnTo>
                  <a:pt x="633" y="3715"/>
                </a:lnTo>
                <a:lnTo>
                  <a:pt x="620" y="3718"/>
                </a:lnTo>
                <a:lnTo>
                  <a:pt x="609" y="3722"/>
                </a:lnTo>
                <a:lnTo>
                  <a:pt x="597" y="3728"/>
                </a:lnTo>
                <a:lnTo>
                  <a:pt x="586" y="3734"/>
                </a:lnTo>
                <a:lnTo>
                  <a:pt x="576" y="3743"/>
                </a:lnTo>
                <a:lnTo>
                  <a:pt x="566" y="3750"/>
                </a:lnTo>
                <a:lnTo>
                  <a:pt x="559" y="3760"/>
                </a:lnTo>
                <a:lnTo>
                  <a:pt x="550" y="3769"/>
                </a:lnTo>
                <a:lnTo>
                  <a:pt x="544" y="3780"/>
                </a:lnTo>
                <a:lnTo>
                  <a:pt x="538" y="3793"/>
                </a:lnTo>
                <a:lnTo>
                  <a:pt x="535" y="3805"/>
                </a:lnTo>
                <a:lnTo>
                  <a:pt x="531" y="3817"/>
                </a:lnTo>
                <a:lnTo>
                  <a:pt x="530" y="3829"/>
                </a:lnTo>
                <a:lnTo>
                  <a:pt x="528" y="3843"/>
                </a:lnTo>
                <a:lnTo>
                  <a:pt x="530" y="3856"/>
                </a:lnTo>
                <a:lnTo>
                  <a:pt x="531" y="3869"/>
                </a:lnTo>
                <a:lnTo>
                  <a:pt x="535" y="3882"/>
                </a:lnTo>
                <a:lnTo>
                  <a:pt x="538" y="3894"/>
                </a:lnTo>
                <a:lnTo>
                  <a:pt x="544" y="3906"/>
                </a:lnTo>
                <a:lnTo>
                  <a:pt x="550" y="3917"/>
                </a:lnTo>
                <a:lnTo>
                  <a:pt x="559" y="3927"/>
                </a:lnTo>
                <a:lnTo>
                  <a:pt x="566" y="3935"/>
                </a:lnTo>
                <a:lnTo>
                  <a:pt x="576" y="3944"/>
                </a:lnTo>
                <a:lnTo>
                  <a:pt x="586" y="3952"/>
                </a:lnTo>
                <a:lnTo>
                  <a:pt x="597" y="3958"/>
                </a:lnTo>
                <a:lnTo>
                  <a:pt x="609" y="3963"/>
                </a:lnTo>
                <a:lnTo>
                  <a:pt x="620" y="3968"/>
                </a:lnTo>
                <a:lnTo>
                  <a:pt x="633" y="3972"/>
                </a:lnTo>
                <a:lnTo>
                  <a:pt x="645" y="3973"/>
                </a:lnTo>
                <a:lnTo>
                  <a:pt x="659" y="3974"/>
                </a:lnTo>
                <a:lnTo>
                  <a:pt x="672" y="3973"/>
                </a:lnTo>
                <a:lnTo>
                  <a:pt x="686" y="3972"/>
                </a:lnTo>
                <a:lnTo>
                  <a:pt x="698" y="3968"/>
                </a:lnTo>
                <a:lnTo>
                  <a:pt x="710" y="3963"/>
                </a:lnTo>
                <a:lnTo>
                  <a:pt x="722" y="3958"/>
                </a:lnTo>
                <a:lnTo>
                  <a:pt x="732" y="3952"/>
                </a:lnTo>
                <a:lnTo>
                  <a:pt x="743" y="3944"/>
                </a:lnTo>
                <a:lnTo>
                  <a:pt x="751" y="3935"/>
                </a:lnTo>
                <a:lnTo>
                  <a:pt x="760" y="3927"/>
                </a:lnTo>
                <a:lnTo>
                  <a:pt x="767" y="3917"/>
                </a:lnTo>
                <a:lnTo>
                  <a:pt x="774" y="3906"/>
                </a:lnTo>
                <a:lnTo>
                  <a:pt x="779" y="3894"/>
                </a:lnTo>
                <a:lnTo>
                  <a:pt x="784" y="3882"/>
                </a:lnTo>
                <a:lnTo>
                  <a:pt x="788" y="3869"/>
                </a:lnTo>
                <a:lnTo>
                  <a:pt x="789" y="3856"/>
                </a:lnTo>
                <a:lnTo>
                  <a:pt x="790" y="3843"/>
                </a:lnTo>
                <a:lnTo>
                  <a:pt x="789" y="3829"/>
                </a:lnTo>
                <a:lnTo>
                  <a:pt x="788" y="3817"/>
                </a:lnTo>
                <a:lnTo>
                  <a:pt x="784" y="3805"/>
                </a:lnTo>
                <a:lnTo>
                  <a:pt x="779" y="3793"/>
                </a:lnTo>
                <a:lnTo>
                  <a:pt x="774" y="3780"/>
                </a:lnTo>
                <a:lnTo>
                  <a:pt x="767" y="3769"/>
                </a:lnTo>
                <a:lnTo>
                  <a:pt x="760" y="3760"/>
                </a:lnTo>
                <a:lnTo>
                  <a:pt x="751" y="3750"/>
                </a:lnTo>
                <a:lnTo>
                  <a:pt x="743" y="3743"/>
                </a:lnTo>
                <a:lnTo>
                  <a:pt x="732" y="3734"/>
                </a:lnTo>
                <a:lnTo>
                  <a:pt x="722" y="3728"/>
                </a:lnTo>
                <a:lnTo>
                  <a:pt x="710" y="3722"/>
                </a:lnTo>
                <a:lnTo>
                  <a:pt x="698" y="3718"/>
                </a:lnTo>
                <a:lnTo>
                  <a:pt x="686" y="3715"/>
                </a:lnTo>
                <a:lnTo>
                  <a:pt x="672" y="3713"/>
                </a:lnTo>
                <a:lnTo>
                  <a:pt x="659" y="3712"/>
                </a:lnTo>
                <a:close/>
                <a:moveTo>
                  <a:pt x="2434" y="2209"/>
                </a:moveTo>
                <a:lnTo>
                  <a:pt x="1014" y="2209"/>
                </a:lnTo>
                <a:lnTo>
                  <a:pt x="1014" y="2306"/>
                </a:lnTo>
                <a:lnTo>
                  <a:pt x="2434" y="2306"/>
                </a:lnTo>
                <a:lnTo>
                  <a:pt x="2434" y="2209"/>
                </a:lnTo>
                <a:close/>
              </a:path>
            </a:pathLst>
          </a:custGeom>
          <a:solidFill>
            <a:srgbClr val="333333"/>
          </a:solidFill>
          <a:ln w="9525">
            <a:noFill/>
            <a:round/>
            <a:headEnd/>
            <a:tailEnd/>
          </a:ln>
        </p:spPr>
        <p:txBody>
          <a:bodyPr vert="horz" wrap="square" lIns="91392" tIns="45696" rIns="91392" bIns="45696" anchor="t"/>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de-DE" sz="1938" b="0" i="0" u="none" strike="noStrike" kern="0" cap="none" spc="0" normalizeH="0" baseline="0" noProof="0">
              <a:ln>
                <a:noFill/>
              </a:ln>
              <a:solidFill>
                <a:srgbClr val="646464"/>
              </a:solidFill>
              <a:effectLst/>
              <a:uLnTx/>
              <a:uFillTx/>
            </a:endParaRPr>
          </a:p>
        </p:txBody>
      </p:sp>
      <p:sp>
        <p:nvSpPr>
          <p:cNvPr id="143" name="Rectangle 142">
            <a:extLst>
              <a:ext uri="{FF2B5EF4-FFF2-40B4-BE49-F238E27FC236}">
                <a16:creationId xmlns:a16="http://schemas.microsoft.com/office/drawing/2014/main" id="{2A9EA969-A489-FF9F-11D5-F20C3756E91F}"/>
              </a:ext>
            </a:extLst>
          </p:cNvPr>
          <p:cNvSpPr/>
          <p:nvPr/>
        </p:nvSpPr>
        <p:spPr>
          <a:xfrm>
            <a:off x="708168" y="3207111"/>
            <a:ext cx="1029211" cy="30761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9" b="1" i="0" u="none" strike="noStrike" kern="0" cap="none" spc="0" normalizeH="0" baseline="0" noProof="0">
                <a:ln>
                  <a:noFill/>
                </a:ln>
                <a:solidFill>
                  <a:srgbClr val="FFFFFF"/>
                </a:solidFill>
                <a:effectLst/>
                <a:uLnTx/>
                <a:uFillTx/>
              </a:rPr>
              <a:t>Data</a:t>
            </a:r>
          </a:p>
        </p:txBody>
      </p:sp>
      <p:sp>
        <p:nvSpPr>
          <p:cNvPr id="144" name="Rectangle: Rounded Corners 143">
            <a:extLst>
              <a:ext uri="{FF2B5EF4-FFF2-40B4-BE49-F238E27FC236}">
                <a16:creationId xmlns:a16="http://schemas.microsoft.com/office/drawing/2014/main" id="{AB48386C-298F-0F0D-2D68-EAA8E92CF3CC}"/>
              </a:ext>
            </a:extLst>
          </p:cNvPr>
          <p:cNvSpPr/>
          <p:nvPr/>
        </p:nvSpPr>
        <p:spPr>
          <a:xfrm>
            <a:off x="9047880" y="3143504"/>
            <a:ext cx="2517142" cy="429361"/>
          </a:xfrm>
          <a:prstGeom prst="roundRect">
            <a:avLst>
              <a:gd name="adj" fmla="val 4274"/>
            </a:avLst>
          </a:prstGeom>
          <a:solidFill>
            <a:srgbClr val="2DB757"/>
          </a:solidFill>
          <a:ln w="9525" cap="flat" cmpd="sng" algn="ctr">
            <a:solidFill>
              <a:srgbClr val="2C973E"/>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effectLst/>
              <a:uLnTx/>
              <a:uFillTx/>
              <a:latin typeface="EYInterstate Light"/>
              <a:ea typeface="+mn-ea"/>
              <a:cs typeface="+mn-cs"/>
            </a:endParaRPr>
          </a:p>
        </p:txBody>
      </p:sp>
      <p:sp>
        <p:nvSpPr>
          <p:cNvPr id="145" name="Rectangle 144">
            <a:extLst>
              <a:ext uri="{FF2B5EF4-FFF2-40B4-BE49-F238E27FC236}">
                <a16:creationId xmlns:a16="http://schemas.microsoft.com/office/drawing/2014/main" id="{490623AA-8618-36B9-583E-C2A72020913C}"/>
              </a:ext>
            </a:extLst>
          </p:cNvPr>
          <p:cNvSpPr/>
          <p:nvPr/>
        </p:nvSpPr>
        <p:spPr>
          <a:xfrm>
            <a:off x="9152601" y="2317371"/>
            <a:ext cx="2869800" cy="307617"/>
          </a:xfrm>
          <a:prstGeom prst="rect">
            <a:avLst/>
          </a:prstGeom>
          <a:ln>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9" b="1" i="0" u="none" strike="noStrike" kern="0" cap="none" spc="0" normalizeH="0" baseline="0" noProof="0">
                <a:ln>
                  <a:noFill/>
                </a:ln>
                <a:solidFill>
                  <a:srgbClr val="FFFFFF"/>
                </a:solidFill>
                <a:effectLst/>
                <a:uLnTx/>
                <a:uFillTx/>
              </a:rPr>
              <a:t>Agile accounting</a:t>
            </a:r>
          </a:p>
        </p:txBody>
      </p:sp>
      <p:sp>
        <p:nvSpPr>
          <p:cNvPr id="146" name="Rectangle 145">
            <a:extLst>
              <a:ext uri="{FF2B5EF4-FFF2-40B4-BE49-F238E27FC236}">
                <a16:creationId xmlns:a16="http://schemas.microsoft.com/office/drawing/2014/main" id="{1552A915-E18C-0BA2-6472-FAA806BC9FE5}"/>
              </a:ext>
            </a:extLst>
          </p:cNvPr>
          <p:cNvSpPr/>
          <p:nvPr/>
        </p:nvSpPr>
        <p:spPr>
          <a:xfrm>
            <a:off x="602937" y="3571296"/>
            <a:ext cx="2511963" cy="2663621"/>
          </a:xfrm>
          <a:prstGeom prst="rect">
            <a:avLst/>
          </a:prstGeom>
          <a:noFill/>
          <a:ln w="25400" cap="flat" cmpd="sng" algn="ctr">
            <a:solidFill>
              <a:srgbClr val="C981B2"/>
            </a:solidFill>
            <a:prstDash val="solid"/>
            <a:tailEnd type="none"/>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EYInterstate Light"/>
              <a:ea typeface="+mn-ea"/>
              <a:cs typeface="+mn-cs"/>
            </a:endParaRPr>
          </a:p>
        </p:txBody>
      </p:sp>
      <p:sp>
        <p:nvSpPr>
          <p:cNvPr id="147" name="Rectangle 146">
            <a:extLst>
              <a:ext uri="{FF2B5EF4-FFF2-40B4-BE49-F238E27FC236}">
                <a16:creationId xmlns:a16="http://schemas.microsoft.com/office/drawing/2014/main" id="{F115A183-D83B-EDD8-B960-313D210DA87D}"/>
              </a:ext>
            </a:extLst>
          </p:cNvPr>
          <p:cNvSpPr/>
          <p:nvPr/>
        </p:nvSpPr>
        <p:spPr>
          <a:xfrm>
            <a:off x="9065592" y="3572864"/>
            <a:ext cx="2511963" cy="2650833"/>
          </a:xfrm>
          <a:prstGeom prst="rect">
            <a:avLst/>
          </a:prstGeom>
          <a:noFill/>
          <a:ln w="25400" cap="flat" cmpd="sng" algn="ctr">
            <a:solidFill>
              <a:srgbClr val="8CE8AD"/>
            </a:solidFill>
            <a:prstDash val="solid"/>
            <a:tailEnd type="none"/>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FFFFFF"/>
              </a:solidFill>
              <a:effectLst/>
              <a:uLnTx/>
              <a:uFillTx/>
              <a:latin typeface="EYInterstate Light"/>
              <a:ea typeface="+mn-ea"/>
              <a:cs typeface="+mn-cs"/>
            </a:endParaRPr>
          </a:p>
        </p:txBody>
      </p:sp>
      <p:sp>
        <p:nvSpPr>
          <p:cNvPr id="148" name="Content Placeholder 2">
            <a:extLst>
              <a:ext uri="{FF2B5EF4-FFF2-40B4-BE49-F238E27FC236}">
                <a16:creationId xmlns:a16="http://schemas.microsoft.com/office/drawing/2014/main" id="{A7C93046-D7E4-A4C5-6628-CF5D152A64E1}"/>
              </a:ext>
            </a:extLst>
          </p:cNvPr>
          <p:cNvSpPr txBox="1">
            <a:spLocks/>
          </p:cNvSpPr>
          <p:nvPr/>
        </p:nvSpPr>
        <p:spPr>
          <a:xfrm>
            <a:off x="548262" y="1353751"/>
            <a:ext cx="11170871" cy="835521"/>
          </a:xfrm>
          <a:prstGeom prst="rect">
            <a:avLst/>
          </a:prstGeom>
        </p:spPr>
        <p:txBody>
          <a:bodyPr/>
          <a:lstStyle>
            <a:lvl1pPr marL="356616"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2400" kern="1200">
                <a:solidFill>
                  <a:schemeClr val="bg1"/>
                </a:solidFill>
                <a:latin typeface="EYInterstate Light" panose="02000506000000020004" pitchFamily="2" charset="0"/>
                <a:ea typeface="+mn-ea"/>
                <a:cs typeface="Arial" pitchFamily="34" charset="0"/>
              </a:defRPr>
            </a:lvl1pPr>
            <a:lvl2pPr marL="713232"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2000" kern="1200">
                <a:solidFill>
                  <a:schemeClr val="bg1"/>
                </a:solidFill>
                <a:latin typeface="EYInterstate Light" panose="02000506000000020004" pitchFamily="2" charset="0"/>
                <a:ea typeface="+mn-ea"/>
                <a:cs typeface="Arial" pitchFamily="34" charset="0"/>
              </a:defRPr>
            </a:lvl2pPr>
            <a:lvl3pPr marL="1069848"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1800" kern="1200">
                <a:solidFill>
                  <a:schemeClr val="bg1"/>
                </a:solidFill>
                <a:latin typeface="EYInterstate Light" panose="02000506000000020004" pitchFamily="2" charset="0"/>
                <a:ea typeface="+mn-ea"/>
                <a:cs typeface="Arial" pitchFamily="34" charset="0"/>
              </a:defRPr>
            </a:lvl3pPr>
            <a:lvl4pPr marL="1426464"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1600" kern="1200">
                <a:solidFill>
                  <a:schemeClr val="bg1"/>
                </a:solidFill>
                <a:latin typeface="EYInterstate Light" panose="02000506000000020004" pitchFamily="2" charset="0"/>
                <a:ea typeface="+mn-ea"/>
                <a:cs typeface="Arial" pitchFamily="34" charset="0"/>
              </a:defRPr>
            </a:lvl4pPr>
            <a:lvl5pPr marL="1783080" indent="-356616" algn="l" defTabSz="914400" rtl="0" eaLnBrk="1" latinLnBrk="0" hangingPunct="1">
              <a:spcBef>
                <a:spcPts val="0"/>
              </a:spcBef>
              <a:spcAft>
                <a:spcPts val="600"/>
              </a:spcAft>
              <a:buClr>
                <a:schemeClr val="accent2"/>
              </a:buClr>
              <a:buSzPct val="100000"/>
              <a:buFont typeface="EYInterstate" panose="02000503020000020004" pitchFamily="2" charset="0"/>
              <a:buChar char="•"/>
              <a:defRPr sz="1600" kern="1200">
                <a:solidFill>
                  <a:schemeClr val="bg1"/>
                </a:solidFill>
                <a:latin typeface="EYInterstate Light" panose="02000506000000020004" pitchFamily="2"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0"/>
              </a:spcBef>
              <a:spcAft>
                <a:spcPct val="0"/>
              </a:spcAft>
              <a:buClr>
                <a:srgbClr val="000066"/>
              </a:buClr>
              <a:buSzPct val="75000"/>
              <a:buFont typeface="EYInterstate" panose="02000503020000020004" pitchFamily="2" charset="0"/>
              <a:buNone/>
              <a:tabLst/>
              <a:defRPr/>
            </a:pPr>
            <a:r>
              <a:rPr kumimoji="0" lang="en-US" sz="1400" b="0" i="0" u="none" strike="noStrike" kern="1200" cap="none" spc="0" normalizeH="0" baseline="0" noProof="0" dirty="0">
                <a:ln>
                  <a:noFill/>
                </a:ln>
                <a:effectLst/>
                <a:uLnTx/>
                <a:uFillTx/>
                <a:latin typeface="EYInterstate Light" panose="02000506000000020004" pitchFamily="2" charset="0"/>
                <a:ea typeface="+mn-ea"/>
                <a:cs typeface="Arial" pitchFamily="34" charset="0"/>
              </a:rPr>
              <a:t>Trintech a modular, cloud-based solution to automate and monitor critical month-end financial close processes. </a:t>
            </a:r>
            <a:r>
              <a:rPr kumimoji="0" lang="en-US" sz="1400" b="0" i="0" u="none" strike="noStrike" kern="0" cap="none" spc="0" normalizeH="0" baseline="0" noProof="0" dirty="0">
                <a:ln>
                  <a:noFill/>
                </a:ln>
                <a:effectLst/>
                <a:uLnTx/>
                <a:uFillTx/>
                <a:latin typeface="EYInterstate Light" panose="02000506000000020004" pitchFamily="2" charset="0"/>
                <a:ea typeface="+mn-ea"/>
                <a:cs typeface="Arial" charset="0"/>
              </a:rPr>
              <a:t>Trintech modules help to automate and control the close process while providing visibility and risk mitigation. Each module can be used independently or can be integrated together for greater efficiencies and control. </a:t>
            </a:r>
          </a:p>
        </p:txBody>
      </p:sp>
    </p:spTree>
    <p:extLst>
      <p:ext uri="{BB962C8B-B14F-4D97-AF65-F5344CB8AC3E}">
        <p14:creationId xmlns:p14="http://schemas.microsoft.com/office/powerpoint/2010/main" val="29729323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A13BF-30C6-017A-01E7-5C4E7F68F812}"/>
              </a:ext>
            </a:extLst>
          </p:cNvPr>
          <p:cNvSpPr>
            <a:spLocks noGrp="1"/>
          </p:cNvSpPr>
          <p:nvPr>
            <p:ph type="title"/>
          </p:nvPr>
        </p:nvSpPr>
        <p:spPr/>
        <p:txBody>
          <a:bodyPr/>
          <a:lstStyle/>
          <a:p>
            <a:r>
              <a:rPr lang="en-IN" dirty="0"/>
              <a:t>Trintech - Capabilities</a:t>
            </a:r>
          </a:p>
        </p:txBody>
      </p:sp>
      <p:sp>
        <p:nvSpPr>
          <p:cNvPr id="5" name="Slide Number Placeholder 4">
            <a:extLst>
              <a:ext uri="{FF2B5EF4-FFF2-40B4-BE49-F238E27FC236}">
                <a16:creationId xmlns:a16="http://schemas.microsoft.com/office/drawing/2014/main" id="{57527D9B-A92D-B1C0-A606-C1A46587787E}"/>
              </a:ext>
            </a:extLst>
          </p:cNvPr>
          <p:cNvSpPr>
            <a:spLocks noGrp="1"/>
          </p:cNvSpPr>
          <p:nvPr>
            <p:ph type="sldNum" sz="quarter" idx="12"/>
          </p:nvPr>
        </p:nvSpPr>
        <p:spPr/>
        <p:txBody>
          <a:bodyPr/>
          <a:lstStyle/>
          <a:p>
            <a:fld id="{94FCA0F3-9F3A-694B-99BB-0E592A797735}" type="slidenum">
              <a:rPr lang="en-US" smtClean="0"/>
              <a:t>53</a:t>
            </a:fld>
            <a:endParaRPr lang="en-US"/>
          </a:p>
        </p:txBody>
      </p:sp>
      <p:sp>
        <p:nvSpPr>
          <p:cNvPr id="6" name="Date Placeholder 5">
            <a:extLst>
              <a:ext uri="{FF2B5EF4-FFF2-40B4-BE49-F238E27FC236}">
                <a16:creationId xmlns:a16="http://schemas.microsoft.com/office/drawing/2014/main" id="{0C8BF3CD-4735-9D26-2A55-7EEDCEF27E67}"/>
              </a:ext>
            </a:extLst>
          </p:cNvPr>
          <p:cNvSpPr>
            <a:spLocks noGrp="1"/>
          </p:cNvSpPr>
          <p:nvPr>
            <p:ph type="dt" sz="half" idx="10"/>
          </p:nvPr>
        </p:nvSpPr>
        <p:spPr/>
        <p:txBody>
          <a:bodyPr/>
          <a:lstStyle/>
          <a:p>
            <a:fld id="{DDDA5BA9-908B-471C-8AF9-C1BCF8DADEE8}" type="datetime1">
              <a:rPr lang="en-US" smtClean="0"/>
              <a:t>11/28/2025</a:t>
            </a:fld>
            <a:endParaRPr lang="en-US"/>
          </a:p>
        </p:txBody>
      </p:sp>
      <p:sp>
        <p:nvSpPr>
          <p:cNvPr id="8" name="SmartArt Placeholder 7">
            <a:extLst>
              <a:ext uri="{FF2B5EF4-FFF2-40B4-BE49-F238E27FC236}">
                <a16:creationId xmlns:a16="http://schemas.microsoft.com/office/drawing/2014/main" id="{C4ED4779-5E27-47B4-DAB4-3EC2D1D94B65}"/>
              </a:ext>
            </a:extLst>
          </p:cNvPr>
          <p:cNvSpPr>
            <a:spLocks noGrp="1"/>
          </p:cNvSpPr>
          <p:nvPr>
            <p:ph type="dgm" sz="quarter" idx="17"/>
          </p:nvPr>
        </p:nvSpPr>
        <p:spPr/>
        <p:txBody>
          <a:bodyPr/>
          <a:lstStyle/>
          <a:p>
            <a:endParaRPr lang="en-IN"/>
          </a:p>
        </p:txBody>
      </p:sp>
      <p:sp>
        <p:nvSpPr>
          <p:cNvPr id="9" name="object 6">
            <a:extLst>
              <a:ext uri="{FF2B5EF4-FFF2-40B4-BE49-F238E27FC236}">
                <a16:creationId xmlns:a16="http://schemas.microsoft.com/office/drawing/2014/main" id="{70520834-F1DE-DB0F-7172-2458E9DE5683}"/>
              </a:ext>
            </a:extLst>
          </p:cNvPr>
          <p:cNvSpPr/>
          <p:nvPr/>
        </p:nvSpPr>
        <p:spPr>
          <a:xfrm>
            <a:off x="7412854" y="2230336"/>
            <a:ext cx="1122347" cy="62453"/>
          </a:xfrm>
          <a:custGeom>
            <a:avLst/>
            <a:gdLst/>
            <a:ahLst/>
            <a:cxnLst/>
            <a:rect l="l" t="t" r="r" b="b"/>
            <a:pathLst>
              <a:path w="1919604"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359" y="47244"/>
                </a:lnTo>
                <a:lnTo>
                  <a:pt x="38100" y="47244"/>
                </a:lnTo>
                <a:lnTo>
                  <a:pt x="38100" y="28956"/>
                </a:lnTo>
                <a:lnTo>
                  <a:pt x="74359" y="28956"/>
                </a:lnTo>
                <a:lnTo>
                  <a:pt x="73211" y="23252"/>
                </a:lnTo>
                <a:lnTo>
                  <a:pt x="65055" y="11144"/>
                </a:lnTo>
                <a:lnTo>
                  <a:pt x="52947" y="2988"/>
                </a:lnTo>
                <a:lnTo>
                  <a:pt x="38100" y="0"/>
                </a:lnTo>
                <a:close/>
              </a:path>
              <a:path w="1919604" h="76200">
                <a:moveTo>
                  <a:pt x="74359" y="28956"/>
                </a:moveTo>
                <a:lnTo>
                  <a:pt x="38100" y="28956"/>
                </a:lnTo>
                <a:lnTo>
                  <a:pt x="38100" y="47244"/>
                </a:lnTo>
                <a:lnTo>
                  <a:pt x="74359" y="47244"/>
                </a:lnTo>
                <a:lnTo>
                  <a:pt x="76200" y="38100"/>
                </a:lnTo>
                <a:lnTo>
                  <a:pt x="74359" y="28956"/>
                </a:lnTo>
                <a:close/>
              </a:path>
              <a:path w="1919604" h="76200">
                <a:moveTo>
                  <a:pt x="1919223" y="28956"/>
                </a:moveTo>
                <a:lnTo>
                  <a:pt x="74359" y="28956"/>
                </a:lnTo>
                <a:lnTo>
                  <a:pt x="76200" y="38100"/>
                </a:lnTo>
                <a:lnTo>
                  <a:pt x="74359" y="47244"/>
                </a:lnTo>
                <a:lnTo>
                  <a:pt x="1919223" y="47244"/>
                </a:lnTo>
                <a:lnTo>
                  <a:pt x="1919223" y="28956"/>
                </a:lnTo>
                <a:close/>
              </a:path>
            </a:pathLst>
          </a:custGeom>
          <a:solidFill>
            <a:srgbClr val="FFE6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10" name="object 7">
            <a:extLst>
              <a:ext uri="{FF2B5EF4-FFF2-40B4-BE49-F238E27FC236}">
                <a16:creationId xmlns:a16="http://schemas.microsoft.com/office/drawing/2014/main" id="{0AA52991-CE74-B552-7ABE-E87144580440}"/>
              </a:ext>
            </a:extLst>
          </p:cNvPr>
          <p:cNvSpPr/>
          <p:nvPr/>
        </p:nvSpPr>
        <p:spPr>
          <a:xfrm>
            <a:off x="8507411" y="1668115"/>
            <a:ext cx="10795" cy="1861820"/>
          </a:xfrm>
          <a:custGeom>
            <a:avLst/>
            <a:gdLst/>
            <a:ahLst/>
            <a:cxnLst/>
            <a:rect l="l" t="t" r="r" b="b"/>
            <a:pathLst>
              <a:path w="10795" h="1861820">
                <a:moveTo>
                  <a:pt x="0" y="0"/>
                </a:moveTo>
                <a:lnTo>
                  <a:pt x="10668" y="1861312"/>
                </a:lnTo>
              </a:path>
            </a:pathLst>
          </a:custGeom>
          <a:ln w="18288">
            <a:solidFill>
              <a:srgbClr val="FFE6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11" name="TextBox 10">
            <a:extLst>
              <a:ext uri="{FF2B5EF4-FFF2-40B4-BE49-F238E27FC236}">
                <a16:creationId xmlns:a16="http://schemas.microsoft.com/office/drawing/2014/main" id="{8EE2890C-3C72-D6C2-22AC-15E3D1CE45F3}"/>
              </a:ext>
            </a:extLst>
          </p:cNvPr>
          <p:cNvSpPr txBox="1"/>
          <p:nvPr/>
        </p:nvSpPr>
        <p:spPr>
          <a:xfrm>
            <a:off x="8620217" y="1733187"/>
            <a:ext cx="2379215" cy="138961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400" b="1" i="0" u="sng" strike="noStrike" kern="0" cap="none" spc="0" normalizeH="0" baseline="0" noProof="0">
                <a:ln>
                  <a:noFill/>
                </a:ln>
                <a:solidFill>
                  <a:schemeClr val="bg1"/>
                </a:solidFill>
                <a:effectLst/>
                <a:uLnTx/>
                <a:uFillTx/>
              </a:rPr>
              <a:t>Key Value Drivers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Risk Mitigation</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Process Standardization</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Reduce Write- Offs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Audit Readiness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Clear Insights</a:t>
            </a:r>
          </a:p>
        </p:txBody>
      </p:sp>
      <p:sp>
        <p:nvSpPr>
          <p:cNvPr id="12" name="object 6">
            <a:extLst>
              <a:ext uri="{FF2B5EF4-FFF2-40B4-BE49-F238E27FC236}">
                <a16:creationId xmlns:a16="http://schemas.microsoft.com/office/drawing/2014/main" id="{30DA3149-4C97-FD21-2DB4-77E2A298DE51}"/>
              </a:ext>
            </a:extLst>
          </p:cNvPr>
          <p:cNvSpPr/>
          <p:nvPr/>
        </p:nvSpPr>
        <p:spPr>
          <a:xfrm flipV="1">
            <a:off x="7661429" y="5101987"/>
            <a:ext cx="848618" cy="49102"/>
          </a:xfrm>
          <a:custGeom>
            <a:avLst/>
            <a:gdLst/>
            <a:ahLst/>
            <a:cxnLst/>
            <a:rect l="l" t="t" r="r" b="b"/>
            <a:pathLst>
              <a:path w="1919604"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359" y="47244"/>
                </a:lnTo>
                <a:lnTo>
                  <a:pt x="38100" y="47244"/>
                </a:lnTo>
                <a:lnTo>
                  <a:pt x="38100" y="28956"/>
                </a:lnTo>
                <a:lnTo>
                  <a:pt x="74359" y="28956"/>
                </a:lnTo>
                <a:lnTo>
                  <a:pt x="73211" y="23252"/>
                </a:lnTo>
                <a:lnTo>
                  <a:pt x="65055" y="11144"/>
                </a:lnTo>
                <a:lnTo>
                  <a:pt x="52947" y="2988"/>
                </a:lnTo>
                <a:lnTo>
                  <a:pt x="38100" y="0"/>
                </a:lnTo>
                <a:close/>
              </a:path>
              <a:path w="1919604" h="76200">
                <a:moveTo>
                  <a:pt x="74359" y="28956"/>
                </a:moveTo>
                <a:lnTo>
                  <a:pt x="38100" y="28956"/>
                </a:lnTo>
                <a:lnTo>
                  <a:pt x="38100" y="47244"/>
                </a:lnTo>
                <a:lnTo>
                  <a:pt x="74359" y="47244"/>
                </a:lnTo>
                <a:lnTo>
                  <a:pt x="76200" y="38100"/>
                </a:lnTo>
                <a:lnTo>
                  <a:pt x="74359" y="28956"/>
                </a:lnTo>
                <a:close/>
              </a:path>
              <a:path w="1919604" h="76200">
                <a:moveTo>
                  <a:pt x="1919223" y="28956"/>
                </a:moveTo>
                <a:lnTo>
                  <a:pt x="74359" y="28956"/>
                </a:lnTo>
                <a:lnTo>
                  <a:pt x="76200" y="38100"/>
                </a:lnTo>
                <a:lnTo>
                  <a:pt x="74359" y="47244"/>
                </a:lnTo>
                <a:lnTo>
                  <a:pt x="1919223" y="47244"/>
                </a:lnTo>
                <a:lnTo>
                  <a:pt x="1919223" y="28956"/>
                </a:lnTo>
                <a:close/>
              </a:path>
            </a:pathLst>
          </a:custGeom>
          <a:solidFill>
            <a:srgbClr val="FFE6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13" name="object 7">
            <a:extLst>
              <a:ext uri="{FF2B5EF4-FFF2-40B4-BE49-F238E27FC236}">
                <a16:creationId xmlns:a16="http://schemas.microsoft.com/office/drawing/2014/main" id="{1410237B-A10F-4E79-37CD-6FA30ADCA7A4}"/>
              </a:ext>
            </a:extLst>
          </p:cNvPr>
          <p:cNvSpPr/>
          <p:nvPr/>
        </p:nvSpPr>
        <p:spPr>
          <a:xfrm>
            <a:off x="8491129" y="4723519"/>
            <a:ext cx="10795" cy="1861820"/>
          </a:xfrm>
          <a:custGeom>
            <a:avLst/>
            <a:gdLst/>
            <a:ahLst/>
            <a:cxnLst/>
            <a:rect l="l" t="t" r="r" b="b"/>
            <a:pathLst>
              <a:path w="10795" h="1861820">
                <a:moveTo>
                  <a:pt x="0" y="0"/>
                </a:moveTo>
                <a:lnTo>
                  <a:pt x="10668" y="1861312"/>
                </a:lnTo>
              </a:path>
            </a:pathLst>
          </a:custGeom>
          <a:ln w="18288">
            <a:solidFill>
              <a:srgbClr val="FFE6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14" name="TextBox 13">
            <a:extLst>
              <a:ext uri="{FF2B5EF4-FFF2-40B4-BE49-F238E27FC236}">
                <a16:creationId xmlns:a16="http://schemas.microsoft.com/office/drawing/2014/main" id="{0BDE73EF-3096-ACF7-41A7-A1D08FE8480D}"/>
              </a:ext>
            </a:extLst>
          </p:cNvPr>
          <p:cNvSpPr txBox="1"/>
          <p:nvPr/>
        </p:nvSpPr>
        <p:spPr>
          <a:xfrm>
            <a:off x="8559547" y="4841857"/>
            <a:ext cx="2379215" cy="138961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400" b="1" i="0" u="sng" strike="noStrike" kern="0" cap="none" spc="0" normalizeH="0" baseline="0" noProof="0">
                <a:ln>
                  <a:noFill/>
                </a:ln>
                <a:solidFill>
                  <a:schemeClr val="bg1"/>
                </a:solidFill>
                <a:effectLst/>
                <a:uLnTx/>
                <a:uFillTx/>
              </a:rPr>
              <a:t>Key Value Drivers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Less Preparation</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Ease of Audit</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Diminished Review Time</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Key Controls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Automatic Routing</a:t>
            </a:r>
          </a:p>
        </p:txBody>
      </p:sp>
      <p:pic>
        <p:nvPicPr>
          <p:cNvPr id="15" name="Picture 14">
            <a:extLst>
              <a:ext uri="{FF2B5EF4-FFF2-40B4-BE49-F238E27FC236}">
                <a16:creationId xmlns:a16="http://schemas.microsoft.com/office/drawing/2014/main" id="{D57F2A17-25C9-A7BB-B6AA-C1DE6D75BE08}"/>
              </a:ext>
            </a:extLst>
          </p:cNvPr>
          <p:cNvPicPr>
            <a:picLocks noChangeAspect="1"/>
          </p:cNvPicPr>
          <p:nvPr/>
        </p:nvPicPr>
        <p:blipFill>
          <a:blip r:embed="rId2"/>
          <a:stretch>
            <a:fillRect/>
          </a:stretch>
        </p:blipFill>
        <p:spPr>
          <a:xfrm>
            <a:off x="10756548" y="4934428"/>
            <a:ext cx="1040674" cy="1264228"/>
          </a:xfrm>
          <a:prstGeom prst="rect">
            <a:avLst/>
          </a:prstGeom>
        </p:spPr>
      </p:pic>
      <p:sp>
        <p:nvSpPr>
          <p:cNvPr id="16" name="object 7">
            <a:extLst>
              <a:ext uri="{FF2B5EF4-FFF2-40B4-BE49-F238E27FC236}">
                <a16:creationId xmlns:a16="http://schemas.microsoft.com/office/drawing/2014/main" id="{40A98EEF-6128-8DCF-22C0-8193862BBC13}"/>
              </a:ext>
            </a:extLst>
          </p:cNvPr>
          <p:cNvSpPr/>
          <p:nvPr/>
        </p:nvSpPr>
        <p:spPr>
          <a:xfrm>
            <a:off x="3546273" y="1705104"/>
            <a:ext cx="10795" cy="1861820"/>
          </a:xfrm>
          <a:custGeom>
            <a:avLst/>
            <a:gdLst/>
            <a:ahLst/>
            <a:cxnLst/>
            <a:rect l="l" t="t" r="r" b="b"/>
            <a:pathLst>
              <a:path w="10795" h="1861820">
                <a:moveTo>
                  <a:pt x="0" y="0"/>
                </a:moveTo>
                <a:lnTo>
                  <a:pt x="10668" y="1861312"/>
                </a:lnTo>
              </a:path>
            </a:pathLst>
          </a:custGeom>
          <a:ln w="18288">
            <a:solidFill>
              <a:srgbClr val="FFE6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17" name="TextBox 16">
            <a:extLst>
              <a:ext uri="{FF2B5EF4-FFF2-40B4-BE49-F238E27FC236}">
                <a16:creationId xmlns:a16="http://schemas.microsoft.com/office/drawing/2014/main" id="{5ECE029D-32C9-DE93-5265-254E64CC5EC7}"/>
              </a:ext>
            </a:extLst>
          </p:cNvPr>
          <p:cNvSpPr txBox="1"/>
          <p:nvPr/>
        </p:nvSpPr>
        <p:spPr>
          <a:xfrm>
            <a:off x="1279865" y="1867830"/>
            <a:ext cx="2379215" cy="138961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400" b="1" i="0" u="sng" strike="noStrike" kern="0" cap="none" spc="0" normalizeH="0" baseline="0" noProof="0">
                <a:ln>
                  <a:noFill/>
                </a:ln>
                <a:solidFill>
                  <a:schemeClr val="bg1"/>
                </a:solidFill>
                <a:effectLst/>
                <a:uLnTx/>
                <a:uFillTx/>
              </a:rPr>
              <a:t>Key Value Drivers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Process Standardization</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Risk Mitigation</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Audit Readiness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Clear Insights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Reduce Write- Offs</a:t>
            </a:r>
          </a:p>
        </p:txBody>
      </p:sp>
      <p:pic>
        <p:nvPicPr>
          <p:cNvPr id="18" name="Picture 17">
            <a:extLst>
              <a:ext uri="{FF2B5EF4-FFF2-40B4-BE49-F238E27FC236}">
                <a16:creationId xmlns:a16="http://schemas.microsoft.com/office/drawing/2014/main" id="{92C9C633-1C15-4E9B-C4A1-5D0FCC13A607}"/>
              </a:ext>
            </a:extLst>
          </p:cNvPr>
          <p:cNvPicPr>
            <a:picLocks noChangeAspect="1"/>
          </p:cNvPicPr>
          <p:nvPr/>
        </p:nvPicPr>
        <p:blipFill>
          <a:blip r:embed="rId3"/>
          <a:stretch>
            <a:fillRect/>
          </a:stretch>
        </p:blipFill>
        <p:spPr>
          <a:xfrm>
            <a:off x="201740" y="2037879"/>
            <a:ext cx="916847" cy="1142011"/>
          </a:xfrm>
          <a:prstGeom prst="rect">
            <a:avLst/>
          </a:prstGeom>
        </p:spPr>
      </p:pic>
      <p:pic>
        <p:nvPicPr>
          <p:cNvPr id="19" name="Picture 18">
            <a:extLst>
              <a:ext uri="{FF2B5EF4-FFF2-40B4-BE49-F238E27FC236}">
                <a16:creationId xmlns:a16="http://schemas.microsoft.com/office/drawing/2014/main" id="{C96BE81D-25EC-6DD8-3485-146A93CC1AD0}"/>
              </a:ext>
            </a:extLst>
          </p:cNvPr>
          <p:cNvPicPr>
            <a:picLocks noChangeAspect="1"/>
          </p:cNvPicPr>
          <p:nvPr/>
        </p:nvPicPr>
        <p:blipFill>
          <a:blip r:embed="rId4"/>
          <a:stretch>
            <a:fillRect/>
          </a:stretch>
        </p:blipFill>
        <p:spPr>
          <a:xfrm>
            <a:off x="10751773" y="1861279"/>
            <a:ext cx="1038697" cy="1336724"/>
          </a:xfrm>
          <a:prstGeom prst="rect">
            <a:avLst/>
          </a:prstGeom>
        </p:spPr>
      </p:pic>
      <p:sp>
        <p:nvSpPr>
          <p:cNvPr id="20" name="object 6">
            <a:extLst>
              <a:ext uri="{FF2B5EF4-FFF2-40B4-BE49-F238E27FC236}">
                <a16:creationId xmlns:a16="http://schemas.microsoft.com/office/drawing/2014/main" id="{DBB1069B-729C-465A-925D-1CD6B5D7D9E3}"/>
              </a:ext>
            </a:extLst>
          </p:cNvPr>
          <p:cNvSpPr/>
          <p:nvPr/>
        </p:nvSpPr>
        <p:spPr>
          <a:xfrm rot="10800000">
            <a:off x="3582392" y="5051528"/>
            <a:ext cx="856443" cy="64051"/>
          </a:xfrm>
          <a:custGeom>
            <a:avLst/>
            <a:gdLst/>
            <a:ahLst/>
            <a:cxnLst/>
            <a:rect l="l" t="t" r="r" b="b"/>
            <a:pathLst>
              <a:path w="1919604"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359" y="47244"/>
                </a:lnTo>
                <a:lnTo>
                  <a:pt x="38100" y="47244"/>
                </a:lnTo>
                <a:lnTo>
                  <a:pt x="38100" y="28956"/>
                </a:lnTo>
                <a:lnTo>
                  <a:pt x="74359" y="28956"/>
                </a:lnTo>
                <a:lnTo>
                  <a:pt x="73211" y="23252"/>
                </a:lnTo>
                <a:lnTo>
                  <a:pt x="65055" y="11144"/>
                </a:lnTo>
                <a:lnTo>
                  <a:pt x="52947" y="2988"/>
                </a:lnTo>
                <a:lnTo>
                  <a:pt x="38100" y="0"/>
                </a:lnTo>
                <a:close/>
              </a:path>
              <a:path w="1919604" h="76200">
                <a:moveTo>
                  <a:pt x="74359" y="28956"/>
                </a:moveTo>
                <a:lnTo>
                  <a:pt x="38100" y="28956"/>
                </a:lnTo>
                <a:lnTo>
                  <a:pt x="38100" y="47244"/>
                </a:lnTo>
                <a:lnTo>
                  <a:pt x="74359" y="47244"/>
                </a:lnTo>
                <a:lnTo>
                  <a:pt x="76200" y="38100"/>
                </a:lnTo>
                <a:lnTo>
                  <a:pt x="74359" y="28956"/>
                </a:lnTo>
                <a:close/>
              </a:path>
              <a:path w="1919604" h="76200">
                <a:moveTo>
                  <a:pt x="1919223" y="28956"/>
                </a:moveTo>
                <a:lnTo>
                  <a:pt x="74359" y="28956"/>
                </a:lnTo>
                <a:lnTo>
                  <a:pt x="76200" y="38100"/>
                </a:lnTo>
                <a:lnTo>
                  <a:pt x="74359" y="47244"/>
                </a:lnTo>
                <a:lnTo>
                  <a:pt x="1919223" y="47244"/>
                </a:lnTo>
                <a:lnTo>
                  <a:pt x="1919223" y="28956"/>
                </a:lnTo>
                <a:close/>
              </a:path>
            </a:pathLst>
          </a:custGeom>
          <a:solidFill>
            <a:srgbClr val="FFE6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21" name="object 7">
            <a:extLst>
              <a:ext uri="{FF2B5EF4-FFF2-40B4-BE49-F238E27FC236}">
                <a16:creationId xmlns:a16="http://schemas.microsoft.com/office/drawing/2014/main" id="{25AC390F-A087-5FAC-7FB2-3D22CD963277}"/>
              </a:ext>
            </a:extLst>
          </p:cNvPr>
          <p:cNvSpPr/>
          <p:nvPr/>
        </p:nvSpPr>
        <p:spPr>
          <a:xfrm>
            <a:off x="3565507" y="4574076"/>
            <a:ext cx="10795" cy="1861820"/>
          </a:xfrm>
          <a:custGeom>
            <a:avLst/>
            <a:gdLst/>
            <a:ahLst/>
            <a:cxnLst/>
            <a:rect l="l" t="t" r="r" b="b"/>
            <a:pathLst>
              <a:path w="10795" h="1861820">
                <a:moveTo>
                  <a:pt x="0" y="0"/>
                </a:moveTo>
                <a:lnTo>
                  <a:pt x="10668" y="1861312"/>
                </a:lnTo>
              </a:path>
            </a:pathLst>
          </a:custGeom>
          <a:ln w="18288">
            <a:solidFill>
              <a:srgbClr val="FFE6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
        <p:nvSpPr>
          <p:cNvPr id="22" name="TextBox 21">
            <a:extLst>
              <a:ext uri="{FF2B5EF4-FFF2-40B4-BE49-F238E27FC236}">
                <a16:creationId xmlns:a16="http://schemas.microsoft.com/office/drawing/2014/main" id="{3D3570F6-093B-8BB0-FBCC-A87C75E01D98}"/>
              </a:ext>
            </a:extLst>
          </p:cNvPr>
          <p:cNvSpPr txBox="1"/>
          <p:nvPr/>
        </p:nvSpPr>
        <p:spPr>
          <a:xfrm>
            <a:off x="1263588" y="4754558"/>
            <a:ext cx="2379215" cy="138961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400" b="1" i="0" u="sng" strike="noStrike" kern="0" cap="none" spc="0" normalizeH="0" baseline="0" noProof="0">
                <a:ln>
                  <a:noFill/>
                </a:ln>
                <a:solidFill>
                  <a:schemeClr val="bg1"/>
                </a:solidFill>
                <a:effectLst/>
                <a:uLnTx/>
                <a:uFillTx/>
              </a:rPr>
              <a:t>Key Value Drivers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Workflow Visibility</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Dynamic Process</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Audit Ease</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ERP Integration</a:t>
            </a:r>
          </a:p>
          <a:p>
            <a:pPr marL="171450" marR="0" lvl="0" indent="-171450" defTabSz="914400" eaLnBrk="1" fontAlgn="auto" latinLnBrk="0" hangingPunct="1">
              <a:lnSpc>
                <a:spcPct val="85000"/>
              </a:lnSpc>
              <a:spcBef>
                <a:spcPts val="0"/>
              </a:spcBef>
              <a:spcAft>
                <a:spcPts val="600"/>
              </a:spcAft>
              <a:buClr>
                <a:srgbClr val="FFE600"/>
              </a:buClr>
              <a:buSzPct val="70000"/>
              <a:buFont typeface="Arial" panose="020B0604020202020204" pitchFamily="34" charset="0"/>
              <a:buChar char="•"/>
              <a:tabLst/>
              <a:defRPr/>
            </a:pPr>
            <a:r>
              <a:rPr kumimoji="0" lang="en-IN" sz="1200" b="0" i="0" u="none" strike="noStrike" kern="0" cap="none" spc="0" normalizeH="0" baseline="0" noProof="0">
                <a:ln>
                  <a:noFill/>
                </a:ln>
                <a:solidFill>
                  <a:schemeClr val="bg1"/>
                </a:solidFill>
                <a:effectLst/>
                <a:uLnTx/>
                <a:uFillTx/>
              </a:rPr>
              <a:t>Process Clarity</a:t>
            </a:r>
          </a:p>
        </p:txBody>
      </p:sp>
      <p:pic>
        <p:nvPicPr>
          <p:cNvPr id="23" name="Picture 22">
            <a:extLst>
              <a:ext uri="{FF2B5EF4-FFF2-40B4-BE49-F238E27FC236}">
                <a16:creationId xmlns:a16="http://schemas.microsoft.com/office/drawing/2014/main" id="{E3C196F7-B312-C632-1382-FFC0529AD976}"/>
              </a:ext>
            </a:extLst>
          </p:cNvPr>
          <p:cNvPicPr>
            <a:picLocks noChangeAspect="1"/>
          </p:cNvPicPr>
          <p:nvPr/>
        </p:nvPicPr>
        <p:blipFill>
          <a:blip r:embed="rId5"/>
          <a:stretch>
            <a:fillRect/>
          </a:stretch>
        </p:blipFill>
        <p:spPr>
          <a:xfrm>
            <a:off x="167223" y="4954867"/>
            <a:ext cx="942485" cy="1166109"/>
          </a:xfrm>
          <a:prstGeom prst="rect">
            <a:avLst/>
          </a:prstGeom>
        </p:spPr>
      </p:pic>
      <p:sp>
        <p:nvSpPr>
          <p:cNvPr id="24" name="Freeform: Shape 23">
            <a:extLst>
              <a:ext uri="{FF2B5EF4-FFF2-40B4-BE49-F238E27FC236}">
                <a16:creationId xmlns:a16="http://schemas.microsoft.com/office/drawing/2014/main" id="{0E94C27F-8614-B818-B9EC-B8CD13A28F06}"/>
              </a:ext>
            </a:extLst>
          </p:cNvPr>
          <p:cNvSpPr/>
          <p:nvPr/>
        </p:nvSpPr>
        <p:spPr>
          <a:xfrm>
            <a:off x="4049107" y="1814757"/>
            <a:ext cx="1964050" cy="1964050"/>
          </a:xfrm>
          <a:custGeom>
            <a:avLst/>
            <a:gdLst>
              <a:gd name="connsiteX0" fmla="*/ 0 w 1964050"/>
              <a:gd name="connsiteY0" fmla="*/ 1964050 h 1964050"/>
              <a:gd name="connsiteX1" fmla="*/ 1964050 w 1964050"/>
              <a:gd name="connsiteY1" fmla="*/ 0 h 1964050"/>
              <a:gd name="connsiteX2" fmla="*/ 1964050 w 1964050"/>
              <a:gd name="connsiteY2" fmla="*/ 1964050 h 1964050"/>
              <a:gd name="connsiteX3" fmla="*/ 0 w 1964050"/>
              <a:gd name="connsiteY3" fmla="*/ 1964050 h 1964050"/>
            </a:gdLst>
            <a:ahLst/>
            <a:cxnLst>
              <a:cxn ang="0">
                <a:pos x="connsiteX0" y="connsiteY0"/>
              </a:cxn>
              <a:cxn ang="0">
                <a:pos x="connsiteX1" y="connsiteY1"/>
              </a:cxn>
              <a:cxn ang="0">
                <a:pos x="connsiteX2" y="connsiteY2"/>
              </a:cxn>
              <a:cxn ang="0">
                <a:pos x="connsiteX3" y="connsiteY3"/>
              </a:cxn>
            </a:cxnLst>
            <a:rect l="l" t="t" r="r" b="b"/>
            <a:pathLst>
              <a:path w="1964050" h="1964050">
                <a:moveTo>
                  <a:pt x="0" y="1964050"/>
                </a:moveTo>
                <a:cubicBezTo>
                  <a:pt x="0" y="879335"/>
                  <a:pt x="879335" y="0"/>
                  <a:pt x="1964050" y="0"/>
                </a:cubicBezTo>
                <a:lnTo>
                  <a:pt x="1964050" y="1964050"/>
                </a:lnTo>
                <a:lnTo>
                  <a:pt x="0" y="1964050"/>
                </a:lnTo>
                <a:close/>
              </a:path>
            </a:pathLst>
          </a:custGeom>
          <a:noFill/>
          <a:ln w="25400" cap="flat" cmpd="sng" algn="ctr">
            <a:solidFill>
              <a:srgbClr val="FFE600"/>
            </a:solidFill>
            <a:prstDash val="solid"/>
          </a:ln>
          <a:effectLst/>
        </p:spPr>
        <p:txBody>
          <a:bodyPr spcFirstLastPara="0" vert="horz" wrap="square" lIns="674825" tIns="674825" rIns="99568" bIns="99568" numCol="1" spcCol="1270" anchor="ctr" anchorCtr="0">
            <a:noAutofit/>
          </a:bodyPr>
          <a:lstStyle/>
          <a:p>
            <a:pPr marL="0" marR="0" lvl="0" indent="0" algn="r" defTabSz="622300" eaLnBrk="1" fontAlgn="auto" latinLnBrk="0" hangingPunct="1">
              <a:lnSpc>
                <a:spcPct val="100000"/>
              </a:lnSpc>
              <a:spcBef>
                <a:spcPct val="0"/>
              </a:spcBef>
              <a:spcAft>
                <a:spcPct val="35000"/>
              </a:spcAft>
              <a:buClrTx/>
              <a:buSzTx/>
              <a:buFontTx/>
              <a:buNone/>
              <a:tabLst/>
              <a:defRPr/>
            </a:pPr>
            <a:endParaRPr kumimoji="0" lang="en-IN" sz="2000" b="0" i="0" u="none" strike="noStrike" kern="0" cap="none" spc="-100" normalizeH="0" baseline="0" noProof="0">
              <a:ln>
                <a:noFill/>
              </a:ln>
              <a:solidFill>
                <a:prstClr val="white"/>
              </a:solidFill>
              <a:effectLst/>
              <a:uLnTx/>
              <a:uFillTx/>
              <a:latin typeface="EYInterstate Light"/>
              <a:ea typeface="+mn-ea"/>
              <a:cs typeface="+mn-cs"/>
            </a:endParaRPr>
          </a:p>
        </p:txBody>
      </p:sp>
      <p:sp>
        <p:nvSpPr>
          <p:cNvPr id="25" name="Freeform: Shape 24">
            <a:extLst>
              <a:ext uri="{FF2B5EF4-FFF2-40B4-BE49-F238E27FC236}">
                <a16:creationId xmlns:a16="http://schemas.microsoft.com/office/drawing/2014/main" id="{572E2BCB-241F-8EA8-C501-04552204E818}"/>
              </a:ext>
            </a:extLst>
          </p:cNvPr>
          <p:cNvSpPr/>
          <p:nvPr/>
        </p:nvSpPr>
        <p:spPr>
          <a:xfrm>
            <a:off x="6103876" y="1814757"/>
            <a:ext cx="1964050" cy="1964050"/>
          </a:xfrm>
          <a:custGeom>
            <a:avLst/>
            <a:gdLst>
              <a:gd name="connsiteX0" fmla="*/ 0 w 1964050"/>
              <a:gd name="connsiteY0" fmla="*/ 1964050 h 1964050"/>
              <a:gd name="connsiteX1" fmla="*/ 1964050 w 1964050"/>
              <a:gd name="connsiteY1" fmla="*/ 0 h 1964050"/>
              <a:gd name="connsiteX2" fmla="*/ 1964050 w 1964050"/>
              <a:gd name="connsiteY2" fmla="*/ 1964050 h 1964050"/>
              <a:gd name="connsiteX3" fmla="*/ 0 w 1964050"/>
              <a:gd name="connsiteY3" fmla="*/ 1964050 h 1964050"/>
            </a:gdLst>
            <a:ahLst/>
            <a:cxnLst>
              <a:cxn ang="0">
                <a:pos x="connsiteX0" y="connsiteY0"/>
              </a:cxn>
              <a:cxn ang="0">
                <a:pos x="connsiteX1" y="connsiteY1"/>
              </a:cxn>
              <a:cxn ang="0">
                <a:pos x="connsiteX2" y="connsiteY2"/>
              </a:cxn>
              <a:cxn ang="0">
                <a:pos x="connsiteX3" y="connsiteY3"/>
              </a:cxn>
            </a:cxnLst>
            <a:rect l="l" t="t" r="r" b="b"/>
            <a:pathLst>
              <a:path w="1964050" h="1964050">
                <a:moveTo>
                  <a:pt x="0" y="0"/>
                </a:moveTo>
                <a:cubicBezTo>
                  <a:pt x="1084715" y="0"/>
                  <a:pt x="1964050" y="879335"/>
                  <a:pt x="1964050" y="1964050"/>
                </a:cubicBezTo>
                <a:lnTo>
                  <a:pt x="0" y="1964050"/>
                </a:lnTo>
                <a:lnTo>
                  <a:pt x="0" y="0"/>
                </a:lnTo>
                <a:close/>
              </a:path>
            </a:pathLst>
          </a:custGeom>
          <a:noFill/>
          <a:ln w="25400" cap="flat" cmpd="sng" algn="ctr">
            <a:solidFill>
              <a:srgbClr val="FFE600"/>
            </a:solidFill>
            <a:prstDash val="solid"/>
          </a:ln>
          <a:effectLst/>
        </p:spPr>
        <p:txBody>
          <a:bodyPr spcFirstLastPara="0" vert="horz" wrap="square" lIns="142240" tIns="717497" rIns="717497" bIns="142240" numCol="1" spcCol="1270" anchor="ctr" anchorCtr="0">
            <a:noAutofit/>
          </a:bodyPr>
          <a:lstStyle/>
          <a:p>
            <a:pPr marL="0" marR="0" lvl="0" indent="0" algn="ctr" defTabSz="889000" eaLnBrk="1" fontAlgn="auto" latinLnBrk="0" hangingPunct="1">
              <a:lnSpc>
                <a:spcPct val="90000"/>
              </a:lnSpc>
              <a:spcBef>
                <a:spcPct val="0"/>
              </a:spcBef>
              <a:spcAft>
                <a:spcPct val="35000"/>
              </a:spcAft>
              <a:buClrTx/>
              <a:buSzTx/>
              <a:buFontTx/>
              <a:buNone/>
              <a:tabLst/>
              <a:defRPr/>
            </a:pPr>
            <a:endParaRPr kumimoji="0" lang="en-IN" sz="2000" b="0" i="0" u="none" strike="noStrike" kern="0" cap="none" spc="0" normalizeH="0" baseline="0" noProof="0">
              <a:ln>
                <a:noFill/>
              </a:ln>
              <a:solidFill>
                <a:prstClr val="white"/>
              </a:solidFill>
              <a:effectLst/>
              <a:uLnTx/>
              <a:uFillTx/>
              <a:latin typeface="EYInterstate Light"/>
              <a:ea typeface="+mn-ea"/>
              <a:cs typeface="+mn-cs"/>
            </a:endParaRPr>
          </a:p>
        </p:txBody>
      </p:sp>
      <p:sp>
        <p:nvSpPr>
          <p:cNvPr id="26" name="Freeform: Shape 25">
            <a:extLst>
              <a:ext uri="{FF2B5EF4-FFF2-40B4-BE49-F238E27FC236}">
                <a16:creationId xmlns:a16="http://schemas.microsoft.com/office/drawing/2014/main" id="{D77DB919-52B2-33A7-2080-4E1FAA0CBB5D}"/>
              </a:ext>
            </a:extLst>
          </p:cNvPr>
          <p:cNvSpPr/>
          <p:nvPr/>
        </p:nvSpPr>
        <p:spPr>
          <a:xfrm>
            <a:off x="6103876" y="3869525"/>
            <a:ext cx="1964050" cy="1964051"/>
          </a:xfrm>
          <a:custGeom>
            <a:avLst/>
            <a:gdLst>
              <a:gd name="connsiteX0" fmla="*/ 0 w 1964050"/>
              <a:gd name="connsiteY0" fmla="*/ 1964050 h 1964050"/>
              <a:gd name="connsiteX1" fmla="*/ 1964050 w 1964050"/>
              <a:gd name="connsiteY1" fmla="*/ 0 h 1964050"/>
              <a:gd name="connsiteX2" fmla="*/ 1964050 w 1964050"/>
              <a:gd name="connsiteY2" fmla="*/ 1964050 h 1964050"/>
              <a:gd name="connsiteX3" fmla="*/ 0 w 1964050"/>
              <a:gd name="connsiteY3" fmla="*/ 1964050 h 1964050"/>
            </a:gdLst>
            <a:ahLst/>
            <a:cxnLst>
              <a:cxn ang="0">
                <a:pos x="connsiteX0" y="connsiteY0"/>
              </a:cxn>
              <a:cxn ang="0">
                <a:pos x="connsiteX1" y="connsiteY1"/>
              </a:cxn>
              <a:cxn ang="0">
                <a:pos x="connsiteX2" y="connsiteY2"/>
              </a:cxn>
              <a:cxn ang="0">
                <a:pos x="connsiteX3" y="connsiteY3"/>
              </a:cxn>
            </a:cxnLst>
            <a:rect l="l" t="t" r="r" b="b"/>
            <a:pathLst>
              <a:path w="1964050" h="1964050">
                <a:moveTo>
                  <a:pt x="1964050" y="0"/>
                </a:moveTo>
                <a:cubicBezTo>
                  <a:pt x="1964050" y="1084715"/>
                  <a:pt x="1084715" y="1964050"/>
                  <a:pt x="0" y="1964050"/>
                </a:cubicBezTo>
                <a:lnTo>
                  <a:pt x="0" y="0"/>
                </a:lnTo>
                <a:lnTo>
                  <a:pt x="1964050" y="0"/>
                </a:lnTo>
                <a:close/>
              </a:path>
            </a:pathLst>
          </a:custGeom>
          <a:noFill/>
          <a:ln w="25400" cap="flat" cmpd="sng" algn="ctr">
            <a:solidFill>
              <a:srgbClr val="FFE600"/>
            </a:solidFill>
            <a:prstDash val="solid"/>
          </a:ln>
          <a:effectLst/>
        </p:spPr>
        <p:txBody>
          <a:bodyPr spcFirstLastPara="0" vert="horz" wrap="square" lIns="99568" tIns="99569" rIns="674825" bIns="674825" numCol="1" spcCol="1270" anchor="ctr" anchorCtr="0">
            <a:noAutofit/>
          </a:bodyPr>
          <a:lstStyle/>
          <a:p>
            <a:pPr marL="0" marR="0" lvl="0" indent="0" algn="ctr" defTabSz="622300" eaLnBrk="1" fontAlgn="auto" latinLnBrk="0" hangingPunct="1">
              <a:lnSpc>
                <a:spcPct val="90000"/>
              </a:lnSpc>
              <a:spcBef>
                <a:spcPct val="0"/>
              </a:spcBef>
              <a:spcAft>
                <a:spcPct val="35000"/>
              </a:spcAft>
              <a:buClrTx/>
              <a:buSzTx/>
              <a:buFontTx/>
              <a:buNone/>
              <a:tabLst/>
              <a:defRPr/>
            </a:pPr>
            <a:endParaRPr kumimoji="0" lang="en-IN" sz="1400" b="0" i="0" u="none" strike="noStrike" kern="0" cap="none" spc="0" normalizeH="0" baseline="0" noProof="0">
              <a:ln>
                <a:noFill/>
              </a:ln>
              <a:solidFill>
                <a:prstClr val="white"/>
              </a:solidFill>
              <a:effectLst/>
              <a:uLnTx/>
              <a:uFillTx/>
              <a:latin typeface="EYInterstate Light"/>
              <a:ea typeface="+mn-ea"/>
              <a:cs typeface="+mn-cs"/>
            </a:endParaRPr>
          </a:p>
        </p:txBody>
      </p:sp>
      <p:sp>
        <p:nvSpPr>
          <p:cNvPr id="27" name="Freeform: Shape 26">
            <a:extLst>
              <a:ext uri="{FF2B5EF4-FFF2-40B4-BE49-F238E27FC236}">
                <a16:creationId xmlns:a16="http://schemas.microsoft.com/office/drawing/2014/main" id="{FAE2A329-D92D-F785-26E1-52483FE51FE2}"/>
              </a:ext>
            </a:extLst>
          </p:cNvPr>
          <p:cNvSpPr/>
          <p:nvPr/>
        </p:nvSpPr>
        <p:spPr>
          <a:xfrm>
            <a:off x="4049107" y="3869526"/>
            <a:ext cx="1964050" cy="1964050"/>
          </a:xfrm>
          <a:custGeom>
            <a:avLst/>
            <a:gdLst>
              <a:gd name="connsiteX0" fmla="*/ 0 w 1964050"/>
              <a:gd name="connsiteY0" fmla="*/ 1964050 h 1964050"/>
              <a:gd name="connsiteX1" fmla="*/ 1964050 w 1964050"/>
              <a:gd name="connsiteY1" fmla="*/ 0 h 1964050"/>
              <a:gd name="connsiteX2" fmla="*/ 1964050 w 1964050"/>
              <a:gd name="connsiteY2" fmla="*/ 1964050 h 1964050"/>
              <a:gd name="connsiteX3" fmla="*/ 0 w 1964050"/>
              <a:gd name="connsiteY3" fmla="*/ 1964050 h 1964050"/>
            </a:gdLst>
            <a:ahLst/>
            <a:cxnLst>
              <a:cxn ang="0">
                <a:pos x="connsiteX0" y="connsiteY0"/>
              </a:cxn>
              <a:cxn ang="0">
                <a:pos x="connsiteX1" y="connsiteY1"/>
              </a:cxn>
              <a:cxn ang="0">
                <a:pos x="connsiteX2" y="connsiteY2"/>
              </a:cxn>
              <a:cxn ang="0">
                <a:pos x="connsiteX3" y="connsiteY3"/>
              </a:cxn>
            </a:cxnLst>
            <a:rect l="l" t="t" r="r" b="b"/>
            <a:pathLst>
              <a:path w="1964050" h="1964050">
                <a:moveTo>
                  <a:pt x="1964050" y="1964050"/>
                </a:moveTo>
                <a:cubicBezTo>
                  <a:pt x="879335" y="1964050"/>
                  <a:pt x="0" y="1084715"/>
                  <a:pt x="0" y="0"/>
                </a:cubicBezTo>
                <a:lnTo>
                  <a:pt x="1964050" y="0"/>
                </a:lnTo>
                <a:lnTo>
                  <a:pt x="1964050" y="1964050"/>
                </a:lnTo>
                <a:close/>
              </a:path>
            </a:pathLst>
          </a:custGeom>
          <a:noFill/>
          <a:ln w="25400" cap="flat" cmpd="sng" algn="ctr">
            <a:solidFill>
              <a:srgbClr val="FFE600"/>
            </a:solidFill>
            <a:prstDash val="solid"/>
          </a:ln>
          <a:effectLst/>
        </p:spPr>
        <p:txBody>
          <a:bodyPr spcFirstLastPara="0" vert="horz" wrap="square" lIns="674825" tIns="99568" rIns="99568" bIns="674825" numCol="1" spcCol="1270" anchor="ctr" anchorCtr="0">
            <a:noAutofit/>
          </a:bodyPr>
          <a:lstStyle/>
          <a:p>
            <a:pPr marL="0" marR="0" lvl="0" indent="0" algn="ctr" defTabSz="622300" eaLnBrk="1" fontAlgn="auto" latinLnBrk="0" hangingPunct="1">
              <a:lnSpc>
                <a:spcPct val="90000"/>
              </a:lnSpc>
              <a:spcBef>
                <a:spcPct val="0"/>
              </a:spcBef>
              <a:spcAft>
                <a:spcPct val="35000"/>
              </a:spcAft>
              <a:buClrTx/>
              <a:buSzTx/>
              <a:buFontTx/>
              <a:buNone/>
              <a:tabLst/>
              <a:defRPr/>
            </a:pPr>
            <a:endParaRPr kumimoji="0" lang="en-IN" sz="1400" b="0" i="0" u="none" strike="noStrike" kern="0" cap="none" spc="0" normalizeH="0" baseline="0" noProof="0">
              <a:ln>
                <a:noFill/>
              </a:ln>
              <a:solidFill>
                <a:prstClr val="white"/>
              </a:solidFill>
              <a:effectLst/>
              <a:uLnTx/>
              <a:uFillTx/>
              <a:latin typeface="EYInterstate Light"/>
              <a:ea typeface="+mn-ea"/>
              <a:cs typeface="+mn-cs"/>
            </a:endParaRPr>
          </a:p>
        </p:txBody>
      </p:sp>
      <p:sp>
        <p:nvSpPr>
          <p:cNvPr id="28" name="Flowchart: Connector 27">
            <a:extLst>
              <a:ext uri="{FF2B5EF4-FFF2-40B4-BE49-F238E27FC236}">
                <a16:creationId xmlns:a16="http://schemas.microsoft.com/office/drawing/2014/main" id="{D766EEFC-6CCD-F542-621C-748528E32738}"/>
              </a:ext>
            </a:extLst>
          </p:cNvPr>
          <p:cNvSpPr/>
          <p:nvPr/>
        </p:nvSpPr>
        <p:spPr>
          <a:xfrm rot="10800000">
            <a:off x="5415378" y="3132410"/>
            <a:ext cx="1278383" cy="1308469"/>
          </a:xfrm>
          <a:prstGeom prst="flowChartConnector">
            <a:avLst/>
          </a:prstGeom>
          <a:solidFill>
            <a:srgbClr val="FFE600"/>
          </a:solidFill>
          <a:ln w="25400" cap="flat" cmpd="sng" algn="ctr">
            <a:solidFill>
              <a:srgbClr val="FFE600"/>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hueOff val="0"/>
                  <a:satOff val="0"/>
                  <a:lumOff val="0"/>
                  <a:alphaOff val="0"/>
                </a:srgbClr>
              </a:solidFill>
              <a:effectLst/>
              <a:uLnTx/>
              <a:uFillTx/>
              <a:latin typeface="EYInterstate Light"/>
              <a:ea typeface="+mn-ea"/>
              <a:cs typeface="+mn-cs"/>
            </a:endParaRPr>
          </a:p>
        </p:txBody>
      </p:sp>
      <p:sp>
        <p:nvSpPr>
          <p:cNvPr id="29" name="TextBox 28">
            <a:extLst>
              <a:ext uri="{FF2B5EF4-FFF2-40B4-BE49-F238E27FC236}">
                <a16:creationId xmlns:a16="http://schemas.microsoft.com/office/drawing/2014/main" id="{75EDC830-70E9-B071-4FE2-7D52B04D9A1F}"/>
              </a:ext>
            </a:extLst>
          </p:cNvPr>
          <p:cNvSpPr txBox="1"/>
          <p:nvPr/>
        </p:nvSpPr>
        <p:spPr>
          <a:xfrm>
            <a:off x="5388746" y="3535355"/>
            <a:ext cx="1322772" cy="50783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800" b="0" i="0" u="none" strike="noStrike" kern="0" cap="none" spc="0" normalizeH="0" baseline="0" noProof="0">
                <a:ln>
                  <a:noFill/>
                </a:ln>
                <a:solidFill>
                  <a:sysClr val="windowText" lastClr="000000"/>
                </a:solidFill>
                <a:effectLst/>
                <a:uLnTx/>
                <a:uFillTx/>
              </a:rPr>
              <a:t>Module Capabilities</a:t>
            </a:r>
          </a:p>
        </p:txBody>
      </p:sp>
      <p:sp>
        <p:nvSpPr>
          <p:cNvPr id="30" name="TextBox 29">
            <a:extLst>
              <a:ext uri="{FF2B5EF4-FFF2-40B4-BE49-F238E27FC236}">
                <a16:creationId xmlns:a16="http://schemas.microsoft.com/office/drawing/2014/main" id="{DA95E904-D79F-9E08-78D0-B828A00187AC}"/>
              </a:ext>
            </a:extLst>
          </p:cNvPr>
          <p:cNvSpPr txBox="1"/>
          <p:nvPr/>
        </p:nvSpPr>
        <p:spPr>
          <a:xfrm rot="18324737">
            <a:off x="4275131" y="2453485"/>
            <a:ext cx="1593215" cy="50783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800" b="0" i="0" u="none" strike="noStrike" kern="0" cap="none" spc="0" normalizeH="0" baseline="0" noProof="0">
                <a:ln>
                  <a:noFill/>
                </a:ln>
                <a:solidFill>
                  <a:schemeClr val="bg1"/>
                </a:solidFill>
                <a:effectLst/>
                <a:uLnTx/>
                <a:uFillTx/>
              </a:rPr>
              <a:t>Account Reconciliation</a:t>
            </a:r>
          </a:p>
        </p:txBody>
      </p:sp>
      <p:sp>
        <p:nvSpPr>
          <p:cNvPr id="31" name="TextBox 30">
            <a:extLst>
              <a:ext uri="{FF2B5EF4-FFF2-40B4-BE49-F238E27FC236}">
                <a16:creationId xmlns:a16="http://schemas.microsoft.com/office/drawing/2014/main" id="{CE8D9DC8-FBC7-08FD-8F05-E708600E31EF}"/>
              </a:ext>
            </a:extLst>
          </p:cNvPr>
          <p:cNvSpPr txBox="1"/>
          <p:nvPr/>
        </p:nvSpPr>
        <p:spPr>
          <a:xfrm rot="3215108">
            <a:off x="6194187" y="2525985"/>
            <a:ext cx="1593215" cy="50783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800" b="0" i="0" u="none" strike="noStrike" kern="0" cap="none" spc="0" normalizeH="0" baseline="0" noProof="0">
                <a:ln>
                  <a:noFill/>
                </a:ln>
                <a:solidFill>
                  <a:schemeClr val="bg1"/>
                </a:solidFill>
                <a:effectLst/>
                <a:uLnTx/>
                <a:uFillTx/>
              </a:rPr>
              <a:t>Transaction Matching</a:t>
            </a:r>
          </a:p>
        </p:txBody>
      </p:sp>
      <p:sp>
        <p:nvSpPr>
          <p:cNvPr id="32" name="TextBox 31">
            <a:extLst>
              <a:ext uri="{FF2B5EF4-FFF2-40B4-BE49-F238E27FC236}">
                <a16:creationId xmlns:a16="http://schemas.microsoft.com/office/drawing/2014/main" id="{6562E912-E734-B7B2-8B25-3FFB351D5F82}"/>
              </a:ext>
            </a:extLst>
          </p:cNvPr>
          <p:cNvSpPr txBox="1"/>
          <p:nvPr/>
        </p:nvSpPr>
        <p:spPr>
          <a:xfrm rot="19041831">
            <a:off x="6257812" y="4571643"/>
            <a:ext cx="1593215" cy="272382"/>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800" b="0" i="0" u="none" strike="noStrike" kern="0" cap="none" spc="0" normalizeH="0" baseline="0" noProof="0">
                <a:ln>
                  <a:noFill/>
                </a:ln>
                <a:solidFill>
                  <a:schemeClr val="bg1"/>
                </a:solidFill>
                <a:effectLst/>
                <a:uLnTx/>
                <a:uFillTx/>
              </a:rPr>
              <a:t>Journal Entry</a:t>
            </a:r>
          </a:p>
        </p:txBody>
      </p:sp>
      <p:sp>
        <p:nvSpPr>
          <p:cNvPr id="33" name="TextBox 32">
            <a:extLst>
              <a:ext uri="{FF2B5EF4-FFF2-40B4-BE49-F238E27FC236}">
                <a16:creationId xmlns:a16="http://schemas.microsoft.com/office/drawing/2014/main" id="{FE2F3898-A343-F32A-25BA-89464DC3775F}"/>
              </a:ext>
            </a:extLst>
          </p:cNvPr>
          <p:cNvSpPr txBox="1"/>
          <p:nvPr/>
        </p:nvSpPr>
        <p:spPr>
          <a:xfrm rot="2455748">
            <a:off x="4235181" y="4517544"/>
            <a:ext cx="1593215" cy="507831"/>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27ACAA"/>
              </a:buClr>
              <a:buSzPct val="70000"/>
              <a:buFontTx/>
              <a:buNone/>
              <a:tabLst/>
              <a:defRPr/>
            </a:pPr>
            <a:r>
              <a:rPr kumimoji="0" lang="en-IN" sz="1800" b="0" i="0" u="none" strike="noStrike" kern="0" cap="none" spc="0" normalizeH="0" baseline="0" noProof="0">
                <a:ln>
                  <a:noFill/>
                </a:ln>
                <a:solidFill>
                  <a:schemeClr val="bg1"/>
                </a:solidFill>
                <a:effectLst/>
                <a:uLnTx/>
                <a:uFillTx/>
              </a:rPr>
              <a:t>Smart Close &amp; Compliance</a:t>
            </a:r>
          </a:p>
        </p:txBody>
      </p:sp>
      <p:sp>
        <p:nvSpPr>
          <p:cNvPr id="34" name="Circle: Hollow 33">
            <a:extLst>
              <a:ext uri="{FF2B5EF4-FFF2-40B4-BE49-F238E27FC236}">
                <a16:creationId xmlns:a16="http://schemas.microsoft.com/office/drawing/2014/main" id="{353C30E6-A4C4-3FCF-C23C-2364B7901D30}"/>
              </a:ext>
            </a:extLst>
          </p:cNvPr>
          <p:cNvSpPr/>
          <p:nvPr/>
        </p:nvSpPr>
        <p:spPr>
          <a:xfrm>
            <a:off x="3622089" y="1413591"/>
            <a:ext cx="4864964" cy="4864964"/>
          </a:xfrm>
          <a:prstGeom prst="donut">
            <a:avLst>
              <a:gd name="adj" fmla="val 4223"/>
            </a:avLst>
          </a:prstGeom>
          <a:solidFill>
            <a:srgbClr val="FFE600"/>
          </a:solidFill>
          <a:ln w="9525" cap="flat" cmpd="sng" algn="ctr">
            <a:solidFill>
              <a:srgbClr val="2DB757"/>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a:ln>
                <a:noFill/>
              </a:ln>
              <a:solidFill>
                <a:schemeClr val="bg1"/>
              </a:solidFill>
              <a:effectLst/>
              <a:uLnTx/>
              <a:uFillTx/>
              <a:latin typeface="EYInterstate Light"/>
              <a:ea typeface="+mn-ea"/>
              <a:cs typeface="+mn-cs"/>
            </a:endParaRPr>
          </a:p>
        </p:txBody>
      </p:sp>
      <p:sp>
        <p:nvSpPr>
          <p:cNvPr id="35" name="object 6">
            <a:extLst>
              <a:ext uri="{FF2B5EF4-FFF2-40B4-BE49-F238E27FC236}">
                <a16:creationId xmlns:a16="http://schemas.microsoft.com/office/drawing/2014/main" id="{F9965E93-BA66-7B14-EC84-885CE5D9EC91}"/>
              </a:ext>
            </a:extLst>
          </p:cNvPr>
          <p:cNvSpPr/>
          <p:nvPr/>
        </p:nvSpPr>
        <p:spPr>
          <a:xfrm rot="10800000">
            <a:off x="3536525" y="2377866"/>
            <a:ext cx="1053230" cy="47779"/>
          </a:xfrm>
          <a:custGeom>
            <a:avLst/>
            <a:gdLst/>
            <a:ahLst/>
            <a:cxnLst/>
            <a:rect l="l" t="t" r="r" b="b"/>
            <a:pathLst>
              <a:path w="1919604"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359" y="47244"/>
                </a:lnTo>
                <a:lnTo>
                  <a:pt x="38100" y="47244"/>
                </a:lnTo>
                <a:lnTo>
                  <a:pt x="38100" y="28956"/>
                </a:lnTo>
                <a:lnTo>
                  <a:pt x="74359" y="28956"/>
                </a:lnTo>
                <a:lnTo>
                  <a:pt x="73211" y="23252"/>
                </a:lnTo>
                <a:lnTo>
                  <a:pt x="65055" y="11144"/>
                </a:lnTo>
                <a:lnTo>
                  <a:pt x="52947" y="2988"/>
                </a:lnTo>
                <a:lnTo>
                  <a:pt x="38100" y="0"/>
                </a:lnTo>
                <a:close/>
              </a:path>
              <a:path w="1919604" h="76200">
                <a:moveTo>
                  <a:pt x="74359" y="28956"/>
                </a:moveTo>
                <a:lnTo>
                  <a:pt x="38100" y="28956"/>
                </a:lnTo>
                <a:lnTo>
                  <a:pt x="38100" y="47244"/>
                </a:lnTo>
                <a:lnTo>
                  <a:pt x="74359" y="47244"/>
                </a:lnTo>
                <a:lnTo>
                  <a:pt x="76200" y="38100"/>
                </a:lnTo>
                <a:lnTo>
                  <a:pt x="74359" y="28956"/>
                </a:lnTo>
                <a:close/>
              </a:path>
              <a:path w="1919604" h="76200">
                <a:moveTo>
                  <a:pt x="1919223" y="28956"/>
                </a:moveTo>
                <a:lnTo>
                  <a:pt x="74359" y="28956"/>
                </a:lnTo>
                <a:lnTo>
                  <a:pt x="76200" y="38100"/>
                </a:lnTo>
                <a:lnTo>
                  <a:pt x="74359" y="47244"/>
                </a:lnTo>
                <a:lnTo>
                  <a:pt x="1919223" y="47244"/>
                </a:lnTo>
                <a:lnTo>
                  <a:pt x="1919223" y="28956"/>
                </a:lnTo>
                <a:close/>
              </a:path>
            </a:pathLst>
          </a:custGeom>
          <a:solidFill>
            <a:srgbClr val="FFE6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2E2E38"/>
              </a:solidFill>
              <a:effectLst/>
              <a:uLnTx/>
              <a:uFillTx/>
            </a:endParaRPr>
          </a:p>
        </p:txBody>
      </p:sp>
    </p:spTree>
    <p:extLst>
      <p:ext uri="{BB962C8B-B14F-4D97-AF65-F5344CB8AC3E}">
        <p14:creationId xmlns:p14="http://schemas.microsoft.com/office/powerpoint/2010/main" val="6315298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15329-2D2C-71D9-D2A4-A3EDB9844798}"/>
              </a:ext>
            </a:extLst>
          </p:cNvPr>
          <p:cNvSpPr>
            <a:spLocks noGrp="1"/>
          </p:cNvSpPr>
          <p:nvPr>
            <p:ph type="title"/>
          </p:nvPr>
        </p:nvSpPr>
        <p:spPr/>
        <p:txBody>
          <a:bodyPr/>
          <a:lstStyle/>
          <a:p>
            <a:r>
              <a:rPr lang="en-US"/>
              <a:t>Account Reconciliation Cloud Service (ARCS) Overview</a:t>
            </a:r>
            <a:endParaRPr lang="en-IN"/>
          </a:p>
        </p:txBody>
      </p:sp>
      <p:sp>
        <p:nvSpPr>
          <p:cNvPr id="5" name="Slide Number Placeholder 4">
            <a:extLst>
              <a:ext uri="{FF2B5EF4-FFF2-40B4-BE49-F238E27FC236}">
                <a16:creationId xmlns:a16="http://schemas.microsoft.com/office/drawing/2014/main" id="{3515110B-B7BB-7094-A095-3547FEC98279}"/>
              </a:ext>
            </a:extLst>
          </p:cNvPr>
          <p:cNvSpPr>
            <a:spLocks noGrp="1"/>
          </p:cNvSpPr>
          <p:nvPr>
            <p:ph type="sldNum" sz="quarter" idx="12"/>
          </p:nvPr>
        </p:nvSpPr>
        <p:spPr/>
        <p:txBody>
          <a:bodyPr/>
          <a:lstStyle/>
          <a:p>
            <a:fld id="{94FCA0F3-9F3A-694B-99BB-0E592A797735}" type="slidenum">
              <a:rPr lang="en-US" smtClean="0"/>
              <a:t>54</a:t>
            </a:fld>
            <a:endParaRPr lang="en-US"/>
          </a:p>
        </p:txBody>
      </p:sp>
      <p:sp>
        <p:nvSpPr>
          <p:cNvPr id="6" name="Date Placeholder 5">
            <a:extLst>
              <a:ext uri="{FF2B5EF4-FFF2-40B4-BE49-F238E27FC236}">
                <a16:creationId xmlns:a16="http://schemas.microsoft.com/office/drawing/2014/main" id="{5988127B-D91A-A38C-7679-45984317A837}"/>
              </a:ext>
            </a:extLst>
          </p:cNvPr>
          <p:cNvSpPr>
            <a:spLocks noGrp="1"/>
          </p:cNvSpPr>
          <p:nvPr>
            <p:ph type="dt" sz="half" idx="10"/>
          </p:nvPr>
        </p:nvSpPr>
        <p:spPr/>
        <p:txBody>
          <a:bodyPr/>
          <a:lstStyle/>
          <a:p>
            <a:fld id="{3DE08BB9-041A-450A-A2E4-B53FF4BFBC5C}" type="datetime1">
              <a:rPr lang="en-US" smtClean="0"/>
              <a:t>11/28/2025</a:t>
            </a:fld>
            <a:endParaRPr lang="en-US"/>
          </a:p>
        </p:txBody>
      </p:sp>
      <p:sp>
        <p:nvSpPr>
          <p:cNvPr id="8" name="SmartArt Placeholder 7">
            <a:extLst>
              <a:ext uri="{FF2B5EF4-FFF2-40B4-BE49-F238E27FC236}">
                <a16:creationId xmlns:a16="http://schemas.microsoft.com/office/drawing/2014/main" id="{02ABFE0A-1F58-574D-4D2F-B379AB495D37}"/>
              </a:ext>
            </a:extLst>
          </p:cNvPr>
          <p:cNvSpPr>
            <a:spLocks noGrp="1"/>
          </p:cNvSpPr>
          <p:nvPr>
            <p:ph type="dgm" sz="quarter" idx="17"/>
          </p:nvPr>
        </p:nvSpPr>
        <p:spPr/>
        <p:txBody>
          <a:bodyPr/>
          <a:lstStyle/>
          <a:p>
            <a:endParaRPr lang="en-IN"/>
          </a:p>
        </p:txBody>
      </p:sp>
      <p:grpSp>
        <p:nvGrpSpPr>
          <p:cNvPr id="27" name="Group 26">
            <a:extLst>
              <a:ext uri="{FF2B5EF4-FFF2-40B4-BE49-F238E27FC236}">
                <a16:creationId xmlns:a16="http://schemas.microsoft.com/office/drawing/2014/main" id="{C5629551-1099-F6FF-E602-E2EED2DFB50D}"/>
              </a:ext>
            </a:extLst>
          </p:cNvPr>
          <p:cNvGrpSpPr/>
          <p:nvPr/>
        </p:nvGrpSpPr>
        <p:grpSpPr>
          <a:xfrm>
            <a:off x="4468306" y="2306582"/>
            <a:ext cx="3294256" cy="2524892"/>
            <a:chOff x="4604766" y="2601012"/>
            <a:chExt cx="3081977" cy="2524892"/>
          </a:xfrm>
          <a:scene3d>
            <a:camera prst="orthographicFront">
              <a:rot lat="0" lon="0" rev="0"/>
            </a:camera>
            <a:lightRig rig="soft" dir="t">
              <a:rot lat="0" lon="0" rev="0"/>
            </a:lightRig>
          </a:scene3d>
        </p:grpSpPr>
        <p:grpSp>
          <p:nvGrpSpPr>
            <p:cNvPr id="28" name="Group 27">
              <a:extLst>
                <a:ext uri="{FF2B5EF4-FFF2-40B4-BE49-F238E27FC236}">
                  <a16:creationId xmlns:a16="http://schemas.microsoft.com/office/drawing/2014/main" id="{7CB78DB3-9BC7-DCB1-CDEC-6420D835461A}"/>
                </a:ext>
              </a:extLst>
            </p:cNvPr>
            <p:cNvGrpSpPr/>
            <p:nvPr/>
          </p:nvGrpSpPr>
          <p:grpSpPr>
            <a:xfrm>
              <a:off x="4604766" y="2601012"/>
              <a:ext cx="3081977" cy="2524892"/>
              <a:chOff x="4641851" y="2676428"/>
              <a:chExt cx="1884650" cy="1991687"/>
            </a:xfrm>
          </p:grpSpPr>
          <p:sp>
            <p:nvSpPr>
              <p:cNvPr id="32" name="Freeform 3">
                <a:extLst>
                  <a:ext uri="{FF2B5EF4-FFF2-40B4-BE49-F238E27FC236}">
                    <a16:creationId xmlns:a16="http://schemas.microsoft.com/office/drawing/2014/main" id="{6F9074EC-5EB0-E583-A544-B6C4A62434C0}"/>
                  </a:ext>
                </a:extLst>
              </p:cNvPr>
              <p:cNvSpPr>
                <a:spLocks/>
              </p:cNvSpPr>
              <p:nvPr/>
            </p:nvSpPr>
            <p:spPr bwMode="gray">
              <a:xfrm>
                <a:off x="4641851" y="2676428"/>
                <a:ext cx="1200150" cy="976313"/>
              </a:xfrm>
              <a:custGeom>
                <a:avLst/>
                <a:gdLst>
                  <a:gd name="T0" fmla="*/ 0 w 806"/>
                  <a:gd name="T1" fmla="*/ 0 h 583"/>
                  <a:gd name="T2" fmla="*/ 0 w 806"/>
                  <a:gd name="T3" fmla="*/ 2147483647 h 583"/>
                  <a:gd name="T4" fmla="*/ 2147483647 w 806"/>
                  <a:gd name="T5" fmla="*/ 2147483647 h 583"/>
                  <a:gd name="T6" fmla="*/ 2147483647 w 806"/>
                  <a:gd name="T7" fmla="*/ 2147483647 h 583"/>
                  <a:gd name="T8" fmla="*/ 2147483647 w 806"/>
                  <a:gd name="T9" fmla="*/ 2147483647 h 583"/>
                  <a:gd name="T10" fmla="*/ 2147483647 w 806"/>
                  <a:gd name="T11" fmla="*/ 2147483647 h 583"/>
                  <a:gd name="T12" fmla="*/ 2147483647 w 806"/>
                  <a:gd name="T13" fmla="*/ 2147483647 h 583"/>
                  <a:gd name="T14" fmla="*/ 2147483647 w 806"/>
                  <a:gd name="T15" fmla="*/ 2147483647 h 583"/>
                  <a:gd name="T16" fmla="*/ 2147483647 w 806"/>
                  <a:gd name="T17" fmla="*/ 2147483647 h 583"/>
                  <a:gd name="T18" fmla="*/ 2147483647 w 806"/>
                  <a:gd name="T19" fmla="*/ 2147483647 h 583"/>
                  <a:gd name="T20" fmla="*/ 2147483647 w 806"/>
                  <a:gd name="T21" fmla="*/ 2147483647 h 583"/>
                  <a:gd name="T22" fmla="*/ 2147483647 w 806"/>
                  <a:gd name="T23" fmla="*/ 2147483647 h 583"/>
                  <a:gd name="T24" fmla="*/ 2147483647 w 806"/>
                  <a:gd name="T25" fmla="*/ 2147483647 h 583"/>
                  <a:gd name="T26" fmla="*/ 2147483647 w 806"/>
                  <a:gd name="T27" fmla="*/ 2147483647 h 583"/>
                  <a:gd name="T28" fmla="*/ 2147483647 w 806"/>
                  <a:gd name="T29" fmla="*/ 2147483647 h 583"/>
                  <a:gd name="T30" fmla="*/ 2147483647 w 806"/>
                  <a:gd name="T31" fmla="*/ 2147483647 h 583"/>
                  <a:gd name="T32" fmla="*/ 2147483647 w 806"/>
                  <a:gd name="T33" fmla="*/ 2147483647 h 583"/>
                  <a:gd name="T34" fmla="*/ 2147483647 w 806"/>
                  <a:gd name="T35" fmla="*/ 2147483647 h 583"/>
                  <a:gd name="T36" fmla="*/ 2147483647 w 806"/>
                  <a:gd name="T37" fmla="*/ 2147483647 h 583"/>
                  <a:gd name="T38" fmla="*/ 2147483647 w 806"/>
                  <a:gd name="T39" fmla="*/ 2147483647 h 583"/>
                  <a:gd name="T40" fmla="*/ 2147483647 w 806"/>
                  <a:gd name="T41" fmla="*/ 2147483647 h 583"/>
                  <a:gd name="T42" fmla="*/ 2147483647 w 806"/>
                  <a:gd name="T43" fmla="*/ 2147483647 h 583"/>
                  <a:gd name="T44" fmla="*/ 2147483647 w 806"/>
                  <a:gd name="T45" fmla="*/ 2147483647 h 583"/>
                  <a:gd name="T46" fmla="*/ 2147483647 w 806"/>
                  <a:gd name="T47" fmla="*/ 2147483647 h 583"/>
                  <a:gd name="T48" fmla="*/ 2147483647 w 806"/>
                  <a:gd name="T49" fmla="*/ 2147483647 h 583"/>
                  <a:gd name="T50" fmla="*/ 2147483647 w 806"/>
                  <a:gd name="T51" fmla="*/ 2147483647 h 583"/>
                  <a:gd name="T52" fmla="*/ 2147483647 w 806"/>
                  <a:gd name="T53" fmla="*/ 2147483647 h 583"/>
                  <a:gd name="T54" fmla="*/ 2147483647 w 806"/>
                  <a:gd name="T55" fmla="*/ 2147483647 h 583"/>
                  <a:gd name="T56" fmla="*/ 2147483647 w 806"/>
                  <a:gd name="T57" fmla="*/ 2147483647 h 583"/>
                  <a:gd name="T58" fmla="*/ 2147483647 w 806"/>
                  <a:gd name="T59" fmla="*/ 2147483647 h 583"/>
                  <a:gd name="T60" fmla="*/ 2147483647 w 806"/>
                  <a:gd name="T61" fmla="*/ 2147483647 h 583"/>
                  <a:gd name="T62" fmla="*/ 2147483647 w 806"/>
                  <a:gd name="T63" fmla="*/ 2147483647 h 583"/>
                  <a:gd name="T64" fmla="*/ 2147483647 w 806"/>
                  <a:gd name="T65" fmla="*/ 2147483647 h 583"/>
                  <a:gd name="T66" fmla="*/ 2147483647 w 806"/>
                  <a:gd name="T67" fmla="*/ 2147483647 h 583"/>
                  <a:gd name="T68" fmla="*/ 2147483647 w 806"/>
                  <a:gd name="T69" fmla="*/ 2147483647 h 583"/>
                  <a:gd name="T70" fmla="*/ 2147483647 w 806"/>
                  <a:gd name="T71" fmla="*/ 2147483647 h 583"/>
                  <a:gd name="T72" fmla="*/ 2147483647 w 806"/>
                  <a:gd name="T73" fmla="*/ 0 h 583"/>
                  <a:gd name="T74" fmla="*/ 0 w 806"/>
                  <a:gd name="T75" fmla="*/ 0 h 58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06"/>
                  <a:gd name="T115" fmla="*/ 0 h 583"/>
                  <a:gd name="T116" fmla="*/ 806 w 806"/>
                  <a:gd name="T117" fmla="*/ 583 h 58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06" h="583">
                    <a:moveTo>
                      <a:pt x="0" y="0"/>
                    </a:moveTo>
                    <a:lnTo>
                      <a:pt x="0" y="582"/>
                    </a:lnTo>
                    <a:lnTo>
                      <a:pt x="225" y="582"/>
                    </a:lnTo>
                    <a:lnTo>
                      <a:pt x="225" y="574"/>
                    </a:lnTo>
                    <a:lnTo>
                      <a:pt x="225" y="558"/>
                    </a:lnTo>
                    <a:lnTo>
                      <a:pt x="225" y="526"/>
                    </a:lnTo>
                    <a:lnTo>
                      <a:pt x="225" y="494"/>
                    </a:lnTo>
                    <a:lnTo>
                      <a:pt x="234" y="470"/>
                    </a:lnTo>
                    <a:lnTo>
                      <a:pt x="251" y="454"/>
                    </a:lnTo>
                    <a:lnTo>
                      <a:pt x="268" y="438"/>
                    </a:lnTo>
                    <a:lnTo>
                      <a:pt x="294" y="430"/>
                    </a:lnTo>
                    <a:lnTo>
                      <a:pt x="338" y="430"/>
                    </a:lnTo>
                    <a:lnTo>
                      <a:pt x="381" y="446"/>
                    </a:lnTo>
                    <a:lnTo>
                      <a:pt x="407" y="470"/>
                    </a:lnTo>
                    <a:lnTo>
                      <a:pt x="416" y="486"/>
                    </a:lnTo>
                    <a:lnTo>
                      <a:pt x="416" y="502"/>
                    </a:lnTo>
                    <a:lnTo>
                      <a:pt x="416" y="518"/>
                    </a:lnTo>
                    <a:lnTo>
                      <a:pt x="416" y="534"/>
                    </a:lnTo>
                    <a:lnTo>
                      <a:pt x="407" y="558"/>
                    </a:lnTo>
                    <a:lnTo>
                      <a:pt x="416" y="582"/>
                    </a:lnTo>
                    <a:lnTo>
                      <a:pt x="640" y="582"/>
                    </a:lnTo>
                    <a:lnTo>
                      <a:pt x="640" y="375"/>
                    </a:lnTo>
                    <a:lnTo>
                      <a:pt x="640" y="367"/>
                    </a:lnTo>
                    <a:lnTo>
                      <a:pt x="657" y="359"/>
                    </a:lnTo>
                    <a:lnTo>
                      <a:pt x="683" y="367"/>
                    </a:lnTo>
                    <a:lnTo>
                      <a:pt x="718" y="367"/>
                    </a:lnTo>
                    <a:lnTo>
                      <a:pt x="752" y="359"/>
                    </a:lnTo>
                    <a:lnTo>
                      <a:pt x="778" y="335"/>
                    </a:lnTo>
                    <a:lnTo>
                      <a:pt x="796" y="311"/>
                    </a:lnTo>
                    <a:lnTo>
                      <a:pt x="805" y="271"/>
                    </a:lnTo>
                    <a:lnTo>
                      <a:pt x="787" y="239"/>
                    </a:lnTo>
                    <a:lnTo>
                      <a:pt x="761" y="207"/>
                    </a:lnTo>
                    <a:lnTo>
                      <a:pt x="726" y="191"/>
                    </a:lnTo>
                    <a:lnTo>
                      <a:pt x="692" y="191"/>
                    </a:lnTo>
                    <a:lnTo>
                      <a:pt x="657" y="199"/>
                    </a:lnTo>
                    <a:lnTo>
                      <a:pt x="640" y="191"/>
                    </a:lnTo>
                    <a:lnTo>
                      <a:pt x="640" y="0"/>
                    </a:lnTo>
                    <a:lnTo>
                      <a:pt x="0" y="0"/>
                    </a:lnTo>
                  </a:path>
                </a:pathLst>
              </a:custGeom>
              <a:solidFill>
                <a:srgbClr val="808080"/>
              </a:solidFill>
              <a:ln w="6350" cap="rnd">
                <a:noFill/>
                <a:round/>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ndParaRPr>
              </a:p>
            </p:txBody>
          </p:sp>
          <p:sp>
            <p:nvSpPr>
              <p:cNvPr id="33" name="Freeform 5">
                <a:extLst>
                  <a:ext uri="{FF2B5EF4-FFF2-40B4-BE49-F238E27FC236}">
                    <a16:creationId xmlns:a16="http://schemas.microsoft.com/office/drawing/2014/main" id="{AD8FBED2-4821-911E-DCC0-490561D42467}"/>
                  </a:ext>
                </a:extLst>
              </p:cNvPr>
              <p:cNvSpPr>
                <a:spLocks/>
              </p:cNvSpPr>
              <p:nvPr/>
            </p:nvSpPr>
            <p:spPr bwMode="gray">
              <a:xfrm>
                <a:off x="4641851" y="3386138"/>
                <a:ext cx="955675" cy="1281977"/>
              </a:xfrm>
              <a:custGeom>
                <a:avLst/>
                <a:gdLst>
                  <a:gd name="T0" fmla="*/ 2147483647 w 642"/>
                  <a:gd name="T1" fmla="*/ 2147483647 h 736"/>
                  <a:gd name="T2" fmla="*/ 2147483647 w 642"/>
                  <a:gd name="T3" fmla="*/ 2147483647 h 736"/>
                  <a:gd name="T4" fmla="*/ 2147483647 w 642"/>
                  <a:gd name="T5" fmla="*/ 2147483647 h 736"/>
                  <a:gd name="T6" fmla="*/ 2147483647 w 642"/>
                  <a:gd name="T7" fmla="*/ 2147483647 h 736"/>
                  <a:gd name="T8" fmla="*/ 2147483647 w 642"/>
                  <a:gd name="T9" fmla="*/ 2147483647 h 736"/>
                  <a:gd name="T10" fmla="*/ 2147483647 w 642"/>
                  <a:gd name="T11" fmla="*/ 2147483647 h 736"/>
                  <a:gd name="T12" fmla="*/ 2147483647 w 642"/>
                  <a:gd name="T13" fmla="*/ 2147483647 h 736"/>
                  <a:gd name="T14" fmla="*/ 2147483647 w 642"/>
                  <a:gd name="T15" fmla="*/ 2147483647 h 736"/>
                  <a:gd name="T16" fmla="*/ 2147483647 w 642"/>
                  <a:gd name="T17" fmla="*/ 2147483647 h 736"/>
                  <a:gd name="T18" fmla="*/ 2147483647 w 642"/>
                  <a:gd name="T19" fmla="*/ 2147483647 h 736"/>
                  <a:gd name="T20" fmla="*/ 2147483647 w 642"/>
                  <a:gd name="T21" fmla="*/ 2147483647 h 736"/>
                  <a:gd name="T22" fmla="*/ 2147483647 w 642"/>
                  <a:gd name="T23" fmla="*/ 2147483647 h 736"/>
                  <a:gd name="T24" fmla="*/ 2147483647 w 642"/>
                  <a:gd name="T25" fmla="*/ 2147483647 h 736"/>
                  <a:gd name="T26" fmla="*/ 2147483647 w 642"/>
                  <a:gd name="T27" fmla="*/ 2147483647 h 736"/>
                  <a:gd name="T28" fmla="*/ 2147483647 w 642"/>
                  <a:gd name="T29" fmla="*/ 2147483647 h 736"/>
                  <a:gd name="T30" fmla="*/ 2147483647 w 642"/>
                  <a:gd name="T31" fmla="*/ 2147483647 h 736"/>
                  <a:gd name="T32" fmla="*/ 2147483647 w 642"/>
                  <a:gd name="T33" fmla="*/ 2147483647 h 736"/>
                  <a:gd name="T34" fmla="*/ 2147483647 w 642"/>
                  <a:gd name="T35" fmla="*/ 2147483647 h 736"/>
                  <a:gd name="T36" fmla="*/ 2147483647 w 642"/>
                  <a:gd name="T37" fmla="*/ 2147483647 h 736"/>
                  <a:gd name="T38" fmla="*/ 2147483647 w 642"/>
                  <a:gd name="T39" fmla="*/ 2147483647 h 736"/>
                  <a:gd name="T40" fmla="*/ 2147483647 w 642"/>
                  <a:gd name="T41" fmla="*/ 2147483647 h 736"/>
                  <a:gd name="T42" fmla="*/ 2147483647 w 642"/>
                  <a:gd name="T43" fmla="*/ 2147483647 h 736"/>
                  <a:gd name="T44" fmla="*/ 2147483647 w 642"/>
                  <a:gd name="T45" fmla="*/ 2147483647 h 736"/>
                  <a:gd name="T46" fmla="*/ 2147483647 w 642"/>
                  <a:gd name="T47" fmla="*/ 2147483647 h 736"/>
                  <a:gd name="T48" fmla="*/ 2147483647 w 642"/>
                  <a:gd name="T49" fmla="*/ 2147483647 h 736"/>
                  <a:gd name="T50" fmla="*/ 2147483647 w 642"/>
                  <a:gd name="T51" fmla="*/ 2147483647 h 736"/>
                  <a:gd name="T52" fmla="*/ 2147483647 w 642"/>
                  <a:gd name="T53" fmla="*/ 2147483647 h 736"/>
                  <a:gd name="T54" fmla="*/ 2147483647 w 642"/>
                  <a:gd name="T55" fmla="*/ 2147483647 h 736"/>
                  <a:gd name="T56" fmla="*/ 2147483647 w 642"/>
                  <a:gd name="T57" fmla="*/ 0 h 736"/>
                  <a:gd name="T58" fmla="*/ 2147483647 w 642"/>
                  <a:gd name="T59" fmla="*/ 0 h 736"/>
                  <a:gd name="T60" fmla="*/ 2147483647 w 642"/>
                  <a:gd name="T61" fmla="*/ 2147483647 h 736"/>
                  <a:gd name="T62" fmla="*/ 2147483647 w 642"/>
                  <a:gd name="T63" fmla="*/ 2147483647 h 736"/>
                  <a:gd name="T64" fmla="*/ 2147483647 w 642"/>
                  <a:gd name="T65" fmla="*/ 2147483647 h 736"/>
                  <a:gd name="T66" fmla="*/ 2147483647 w 642"/>
                  <a:gd name="T67" fmla="*/ 2147483647 h 736"/>
                  <a:gd name="T68" fmla="*/ 2147483647 w 642"/>
                  <a:gd name="T69" fmla="*/ 2147483647 h 736"/>
                  <a:gd name="T70" fmla="*/ 2147483647 w 642"/>
                  <a:gd name="T71" fmla="*/ 2147483647 h 736"/>
                  <a:gd name="T72" fmla="*/ 2147483647 w 642"/>
                  <a:gd name="T73" fmla="*/ 2147483647 h 736"/>
                  <a:gd name="T74" fmla="*/ 2147483647 w 642"/>
                  <a:gd name="T75" fmla="*/ 2147483647 h 736"/>
                  <a:gd name="T76" fmla="*/ 0 w 642"/>
                  <a:gd name="T77" fmla="*/ 2147483647 h 736"/>
                  <a:gd name="T78" fmla="*/ 2147483647 w 642"/>
                  <a:gd name="T79" fmla="*/ 2147483647 h 7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2"/>
                  <a:gd name="T121" fmla="*/ 0 h 736"/>
                  <a:gd name="T122" fmla="*/ 642 w 642"/>
                  <a:gd name="T123" fmla="*/ 736 h 7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2" h="736">
                    <a:moveTo>
                      <a:pt x="8" y="735"/>
                    </a:moveTo>
                    <a:lnTo>
                      <a:pt x="641" y="735"/>
                    </a:lnTo>
                    <a:lnTo>
                      <a:pt x="641" y="535"/>
                    </a:lnTo>
                    <a:lnTo>
                      <a:pt x="632" y="527"/>
                    </a:lnTo>
                    <a:lnTo>
                      <a:pt x="616" y="527"/>
                    </a:lnTo>
                    <a:lnTo>
                      <a:pt x="581" y="535"/>
                    </a:lnTo>
                    <a:lnTo>
                      <a:pt x="546" y="527"/>
                    </a:lnTo>
                    <a:lnTo>
                      <a:pt x="503" y="511"/>
                    </a:lnTo>
                    <a:lnTo>
                      <a:pt x="485" y="487"/>
                    </a:lnTo>
                    <a:lnTo>
                      <a:pt x="477" y="463"/>
                    </a:lnTo>
                    <a:lnTo>
                      <a:pt x="477" y="423"/>
                    </a:lnTo>
                    <a:lnTo>
                      <a:pt x="494" y="391"/>
                    </a:lnTo>
                    <a:lnTo>
                      <a:pt x="503" y="375"/>
                    </a:lnTo>
                    <a:lnTo>
                      <a:pt x="520" y="367"/>
                    </a:lnTo>
                    <a:lnTo>
                      <a:pt x="537" y="359"/>
                    </a:lnTo>
                    <a:lnTo>
                      <a:pt x="555" y="352"/>
                    </a:lnTo>
                    <a:lnTo>
                      <a:pt x="572" y="352"/>
                    </a:lnTo>
                    <a:lnTo>
                      <a:pt x="590" y="352"/>
                    </a:lnTo>
                    <a:lnTo>
                      <a:pt x="616" y="367"/>
                    </a:lnTo>
                    <a:lnTo>
                      <a:pt x="632" y="359"/>
                    </a:lnTo>
                    <a:lnTo>
                      <a:pt x="641" y="352"/>
                    </a:lnTo>
                    <a:lnTo>
                      <a:pt x="641" y="152"/>
                    </a:lnTo>
                    <a:lnTo>
                      <a:pt x="416" y="152"/>
                    </a:lnTo>
                    <a:lnTo>
                      <a:pt x="407" y="128"/>
                    </a:lnTo>
                    <a:lnTo>
                      <a:pt x="416" y="112"/>
                    </a:lnTo>
                    <a:lnTo>
                      <a:pt x="416" y="80"/>
                    </a:lnTo>
                    <a:lnTo>
                      <a:pt x="407" y="40"/>
                    </a:lnTo>
                    <a:lnTo>
                      <a:pt x="381" y="16"/>
                    </a:lnTo>
                    <a:lnTo>
                      <a:pt x="347" y="0"/>
                    </a:lnTo>
                    <a:lnTo>
                      <a:pt x="303" y="0"/>
                    </a:lnTo>
                    <a:lnTo>
                      <a:pt x="268" y="8"/>
                    </a:lnTo>
                    <a:lnTo>
                      <a:pt x="242" y="32"/>
                    </a:lnTo>
                    <a:lnTo>
                      <a:pt x="225" y="48"/>
                    </a:lnTo>
                    <a:lnTo>
                      <a:pt x="216" y="72"/>
                    </a:lnTo>
                    <a:lnTo>
                      <a:pt x="216" y="96"/>
                    </a:lnTo>
                    <a:lnTo>
                      <a:pt x="225" y="128"/>
                    </a:lnTo>
                    <a:lnTo>
                      <a:pt x="225" y="144"/>
                    </a:lnTo>
                    <a:lnTo>
                      <a:pt x="216" y="152"/>
                    </a:lnTo>
                    <a:lnTo>
                      <a:pt x="0" y="152"/>
                    </a:lnTo>
                    <a:lnTo>
                      <a:pt x="8" y="735"/>
                    </a:lnTo>
                  </a:path>
                </a:pathLst>
              </a:custGeom>
              <a:solidFill>
                <a:srgbClr val="FFE600"/>
              </a:solidFill>
              <a:ln w="6350" cap="rnd">
                <a:noFill/>
                <a:round/>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D200"/>
                  </a:solidFill>
                  <a:effectLst/>
                  <a:uLnTx/>
                  <a:uFillTx/>
                </a:endParaRPr>
              </a:p>
            </p:txBody>
          </p:sp>
          <p:sp>
            <p:nvSpPr>
              <p:cNvPr id="34" name="Freeform 7">
                <a:extLst>
                  <a:ext uri="{FF2B5EF4-FFF2-40B4-BE49-F238E27FC236}">
                    <a16:creationId xmlns:a16="http://schemas.microsoft.com/office/drawing/2014/main" id="{7EB234BA-552F-43F2-D0E6-13A19FE16D21}"/>
                  </a:ext>
                </a:extLst>
              </p:cNvPr>
              <p:cNvSpPr>
                <a:spLocks/>
              </p:cNvSpPr>
              <p:nvPr/>
            </p:nvSpPr>
            <p:spPr bwMode="gray">
              <a:xfrm>
                <a:off x="5583109" y="2676428"/>
                <a:ext cx="941388" cy="1230313"/>
              </a:xfrm>
              <a:custGeom>
                <a:avLst/>
                <a:gdLst>
                  <a:gd name="T0" fmla="*/ 2147483647 w 633"/>
                  <a:gd name="T1" fmla="*/ 0 h 735"/>
                  <a:gd name="T2" fmla="*/ 0 w 633"/>
                  <a:gd name="T3" fmla="*/ 0 h 735"/>
                  <a:gd name="T4" fmla="*/ 0 w 633"/>
                  <a:gd name="T5" fmla="*/ 2147483647 h 735"/>
                  <a:gd name="T6" fmla="*/ 0 w 633"/>
                  <a:gd name="T7" fmla="*/ 2147483647 h 735"/>
                  <a:gd name="T8" fmla="*/ 2147483647 w 633"/>
                  <a:gd name="T9" fmla="*/ 2147483647 h 735"/>
                  <a:gd name="T10" fmla="*/ 2147483647 w 633"/>
                  <a:gd name="T11" fmla="*/ 2147483647 h 735"/>
                  <a:gd name="T12" fmla="*/ 2147483647 w 633"/>
                  <a:gd name="T13" fmla="*/ 2147483647 h 735"/>
                  <a:gd name="T14" fmla="*/ 2147483647 w 633"/>
                  <a:gd name="T15" fmla="*/ 2147483647 h 735"/>
                  <a:gd name="T16" fmla="*/ 2147483647 w 633"/>
                  <a:gd name="T17" fmla="*/ 2147483647 h 735"/>
                  <a:gd name="T18" fmla="*/ 2147483647 w 633"/>
                  <a:gd name="T19" fmla="*/ 2147483647 h 735"/>
                  <a:gd name="T20" fmla="*/ 2147483647 w 633"/>
                  <a:gd name="T21" fmla="*/ 2147483647 h 735"/>
                  <a:gd name="T22" fmla="*/ 2147483647 w 633"/>
                  <a:gd name="T23" fmla="*/ 2147483647 h 735"/>
                  <a:gd name="T24" fmla="*/ 2147483647 w 633"/>
                  <a:gd name="T25" fmla="*/ 2147483647 h 735"/>
                  <a:gd name="T26" fmla="*/ 2147483647 w 633"/>
                  <a:gd name="T27" fmla="*/ 2147483647 h 735"/>
                  <a:gd name="T28" fmla="*/ 2147483647 w 633"/>
                  <a:gd name="T29" fmla="*/ 2147483647 h 735"/>
                  <a:gd name="T30" fmla="*/ 2147483647 w 633"/>
                  <a:gd name="T31" fmla="*/ 2147483647 h 735"/>
                  <a:gd name="T32" fmla="*/ 2147483647 w 633"/>
                  <a:gd name="T33" fmla="*/ 2147483647 h 735"/>
                  <a:gd name="T34" fmla="*/ 2147483647 w 633"/>
                  <a:gd name="T35" fmla="*/ 2147483647 h 735"/>
                  <a:gd name="T36" fmla="*/ 2147483647 w 633"/>
                  <a:gd name="T37" fmla="*/ 2147483647 h 735"/>
                  <a:gd name="T38" fmla="*/ 2147483647 w 633"/>
                  <a:gd name="T39" fmla="*/ 2147483647 h 735"/>
                  <a:gd name="T40" fmla="*/ 0 w 633"/>
                  <a:gd name="T41" fmla="*/ 2147483647 h 735"/>
                  <a:gd name="T42" fmla="*/ 0 w 633"/>
                  <a:gd name="T43" fmla="*/ 2147483647 h 735"/>
                  <a:gd name="T44" fmla="*/ 0 w 633"/>
                  <a:gd name="T45" fmla="*/ 2147483647 h 735"/>
                  <a:gd name="T46" fmla="*/ 2147483647 w 633"/>
                  <a:gd name="T47" fmla="*/ 2147483647 h 735"/>
                  <a:gd name="T48" fmla="*/ 2147483647 w 633"/>
                  <a:gd name="T49" fmla="*/ 2147483647 h 735"/>
                  <a:gd name="T50" fmla="*/ 2147483647 w 633"/>
                  <a:gd name="T51" fmla="*/ 2147483647 h 735"/>
                  <a:gd name="T52" fmla="*/ 2147483647 w 633"/>
                  <a:gd name="T53" fmla="*/ 2147483647 h 735"/>
                  <a:gd name="T54" fmla="*/ 2147483647 w 633"/>
                  <a:gd name="T55" fmla="*/ 2147483647 h 735"/>
                  <a:gd name="T56" fmla="*/ 2147483647 w 633"/>
                  <a:gd name="T57" fmla="*/ 2147483647 h 735"/>
                  <a:gd name="T58" fmla="*/ 2147483647 w 633"/>
                  <a:gd name="T59" fmla="*/ 2147483647 h 735"/>
                  <a:gd name="T60" fmla="*/ 2147483647 w 633"/>
                  <a:gd name="T61" fmla="*/ 2147483647 h 735"/>
                  <a:gd name="T62" fmla="*/ 2147483647 w 633"/>
                  <a:gd name="T63" fmla="*/ 2147483647 h 735"/>
                  <a:gd name="T64" fmla="*/ 2147483647 w 633"/>
                  <a:gd name="T65" fmla="*/ 2147483647 h 735"/>
                  <a:gd name="T66" fmla="*/ 2147483647 w 633"/>
                  <a:gd name="T67" fmla="*/ 2147483647 h 735"/>
                  <a:gd name="T68" fmla="*/ 2147483647 w 633"/>
                  <a:gd name="T69" fmla="*/ 2147483647 h 735"/>
                  <a:gd name="T70" fmla="*/ 2147483647 w 633"/>
                  <a:gd name="T71" fmla="*/ 2147483647 h 735"/>
                  <a:gd name="T72" fmla="*/ 2147483647 w 633"/>
                  <a:gd name="T73" fmla="*/ 2147483647 h 735"/>
                  <a:gd name="T74" fmla="*/ 2147483647 w 633"/>
                  <a:gd name="T75" fmla="*/ 2147483647 h 735"/>
                  <a:gd name="T76" fmla="*/ 2147483647 w 633"/>
                  <a:gd name="T77" fmla="*/ 2147483647 h 735"/>
                  <a:gd name="T78" fmla="*/ 2147483647 w 633"/>
                  <a:gd name="T79" fmla="*/ 2147483647 h 735"/>
                  <a:gd name="T80" fmla="*/ 2147483647 w 633"/>
                  <a:gd name="T81" fmla="*/ 0 h 73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33"/>
                  <a:gd name="T124" fmla="*/ 0 h 735"/>
                  <a:gd name="T125" fmla="*/ 633 w 633"/>
                  <a:gd name="T126" fmla="*/ 735 h 73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33" h="735">
                    <a:moveTo>
                      <a:pt x="632" y="0"/>
                    </a:moveTo>
                    <a:lnTo>
                      <a:pt x="0" y="0"/>
                    </a:lnTo>
                    <a:lnTo>
                      <a:pt x="0" y="191"/>
                    </a:lnTo>
                    <a:lnTo>
                      <a:pt x="0" y="199"/>
                    </a:lnTo>
                    <a:lnTo>
                      <a:pt x="26" y="199"/>
                    </a:lnTo>
                    <a:lnTo>
                      <a:pt x="60" y="191"/>
                    </a:lnTo>
                    <a:lnTo>
                      <a:pt x="95" y="199"/>
                    </a:lnTo>
                    <a:lnTo>
                      <a:pt x="112" y="207"/>
                    </a:lnTo>
                    <a:lnTo>
                      <a:pt x="130" y="223"/>
                    </a:lnTo>
                    <a:lnTo>
                      <a:pt x="147" y="239"/>
                    </a:lnTo>
                    <a:lnTo>
                      <a:pt x="156" y="263"/>
                    </a:lnTo>
                    <a:lnTo>
                      <a:pt x="156" y="303"/>
                    </a:lnTo>
                    <a:lnTo>
                      <a:pt x="147" y="319"/>
                    </a:lnTo>
                    <a:lnTo>
                      <a:pt x="138" y="335"/>
                    </a:lnTo>
                    <a:lnTo>
                      <a:pt x="112" y="359"/>
                    </a:lnTo>
                    <a:lnTo>
                      <a:pt x="78" y="375"/>
                    </a:lnTo>
                    <a:lnTo>
                      <a:pt x="52" y="375"/>
                    </a:lnTo>
                    <a:lnTo>
                      <a:pt x="34" y="367"/>
                    </a:lnTo>
                    <a:lnTo>
                      <a:pt x="26" y="367"/>
                    </a:lnTo>
                    <a:lnTo>
                      <a:pt x="17" y="367"/>
                    </a:lnTo>
                    <a:lnTo>
                      <a:pt x="0" y="367"/>
                    </a:lnTo>
                    <a:lnTo>
                      <a:pt x="0" y="375"/>
                    </a:lnTo>
                    <a:lnTo>
                      <a:pt x="0" y="582"/>
                    </a:lnTo>
                    <a:lnTo>
                      <a:pt x="225" y="582"/>
                    </a:lnTo>
                    <a:lnTo>
                      <a:pt x="234" y="582"/>
                    </a:lnTo>
                    <a:lnTo>
                      <a:pt x="234" y="598"/>
                    </a:lnTo>
                    <a:lnTo>
                      <a:pt x="225" y="622"/>
                    </a:lnTo>
                    <a:lnTo>
                      <a:pt x="225" y="654"/>
                    </a:lnTo>
                    <a:lnTo>
                      <a:pt x="241" y="686"/>
                    </a:lnTo>
                    <a:lnTo>
                      <a:pt x="259" y="710"/>
                    </a:lnTo>
                    <a:lnTo>
                      <a:pt x="293" y="726"/>
                    </a:lnTo>
                    <a:lnTo>
                      <a:pt x="337" y="734"/>
                    </a:lnTo>
                    <a:lnTo>
                      <a:pt x="371" y="718"/>
                    </a:lnTo>
                    <a:lnTo>
                      <a:pt x="397" y="694"/>
                    </a:lnTo>
                    <a:lnTo>
                      <a:pt x="423" y="662"/>
                    </a:lnTo>
                    <a:lnTo>
                      <a:pt x="423" y="630"/>
                    </a:lnTo>
                    <a:lnTo>
                      <a:pt x="415" y="598"/>
                    </a:lnTo>
                    <a:lnTo>
                      <a:pt x="415" y="590"/>
                    </a:lnTo>
                    <a:lnTo>
                      <a:pt x="423" y="582"/>
                    </a:lnTo>
                    <a:lnTo>
                      <a:pt x="632" y="582"/>
                    </a:lnTo>
                    <a:lnTo>
                      <a:pt x="632" y="0"/>
                    </a:lnTo>
                  </a:path>
                </a:pathLst>
              </a:custGeom>
              <a:solidFill>
                <a:srgbClr val="FFE600"/>
              </a:solidFill>
              <a:ln w="6350" cap="rnd">
                <a:noFill/>
                <a:round/>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endParaRPr>
              </a:p>
            </p:txBody>
          </p:sp>
          <p:sp>
            <p:nvSpPr>
              <p:cNvPr id="35" name="Freeform 8">
                <a:extLst>
                  <a:ext uri="{FF2B5EF4-FFF2-40B4-BE49-F238E27FC236}">
                    <a16:creationId xmlns:a16="http://schemas.microsoft.com/office/drawing/2014/main" id="{287E9606-A451-96B3-E255-1CC8713FBABC}"/>
                  </a:ext>
                </a:extLst>
              </p:cNvPr>
              <p:cNvSpPr>
                <a:spLocks/>
              </p:cNvSpPr>
              <p:nvPr/>
            </p:nvSpPr>
            <p:spPr bwMode="gray">
              <a:xfrm>
                <a:off x="5339051" y="3636865"/>
                <a:ext cx="1187450" cy="1031250"/>
              </a:xfrm>
              <a:custGeom>
                <a:avLst/>
                <a:gdLst>
                  <a:gd name="T0" fmla="*/ 2147483647 w 797"/>
                  <a:gd name="T1" fmla="*/ 2147483647 h 599"/>
                  <a:gd name="T2" fmla="*/ 2147483647 w 797"/>
                  <a:gd name="T3" fmla="*/ 0 h 599"/>
                  <a:gd name="T4" fmla="*/ 2147483647 w 797"/>
                  <a:gd name="T5" fmla="*/ 0 h 599"/>
                  <a:gd name="T6" fmla="*/ 2147483647 w 797"/>
                  <a:gd name="T7" fmla="*/ 2147483647 h 599"/>
                  <a:gd name="T8" fmla="*/ 2147483647 w 797"/>
                  <a:gd name="T9" fmla="*/ 2147483647 h 599"/>
                  <a:gd name="T10" fmla="*/ 2147483647 w 797"/>
                  <a:gd name="T11" fmla="*/ 2147483647 h 599"/>
                  <a:gd name="T12" fmla="*/ 2147483647 w 797"/>
                  <a:gd name="T13" fmla="*/ 2147483647 h 599"/>
                  <a:gd name="T14" fmla="*/ 2147483647 w 797"/>
                  <a:gd name="T15" fmla="*/ 2147483647 h 599"/>
                  <a:gd name="T16" fmla="*/ 2147483647 w 797"/>
                  <a:gd name="T17" fmla="*/ 2147483647 h 599"/>
                  <a:gd name="T18" fmla="*/ 2147483647 w 797"/>
                  <a:gd name="T19" fmla="*/ 2147483647 h 599"/>
                  <a:gd name="T20" fmla="*/ 2147483647 w 797"/>
                  <a:gd name="T21" fmla="*/ 2147483647 h 599"/>
                  <a:gd name="T22" fmla="*/ 2147483647 w 797"/>
                  <a:gd name="T23" fmla="*/ 2147483647 h 599"/>
                  <a:gd name="T24" fmla="*/ 2147483647 w 797"/>
                  <a:gd name="T25" fmla="*/ 2147483647 h 599"/>
                  <a:gd name="T26" fmla="*/ 2147483647 w 797"/>
                  <a:gd name="T27" fmla="*/ 2147483647 h 599"/>
                  <a:gd name="T28" fmla="*/ 2147483647 w 797"/>
                  <a:gd name="T29" fmla="*/ 2147483647 h 599"/>
                  <a:gd name="T30" fmla="*/ 2147483647 w 797"/>
                  <a:gd name="T31" fmla="*/ 2147483647 h 599"/>
                  <a:gd name="T32" fmla="*/ 2147483647 w 797"/>
                  <a:gd name="T33" fmla="*/ 2147483647 h 599"/>
                  <a:gd name="T34" fmla="*/ 2147483647 w 797"/>
                  <a:gd name="T35" fmla="*/ 2147483647 h 599"/>
                  <a:gd name="T36" fmla="*/ 2147483647 w 797"/>
                  <a:gd name="T37" fmla="*/ 2147483647 h 599"/>
                  <a:gd name="T38" fmla="*/ 2147483647 w 797"/>
                  <a:gd name="T39" fmla="*/ 2147483647 h 599"/>
                  <a:gd name="T40" fmla="*/ 2147483647 w 797"/>
                  <a:gd name="T41" fmla="*/ 2147483647 h 599"/>
                  <a:gd name="T42" fmla="*/ 2147483647 w 797"/>
                  <a:gd name="T43" fmla="*/ 2147483647 h 599"/>
                  <a:gd name="T44" fmla="*/ 2147483647 w 797"/>
                  <a:gd name="T45" fmla="*/ 2147483647 h 599"/>
                  <a:gd name="T46" fmla="*/ 2147483647 w 797"/>
                  <a:gd name="T47" fmla="*/ 2147483647 h 599"/>
                  <a:gd name="T48" fmla="*/ 2147483647 w 797"/>
                  <a:gd name="T49" fmla="*/ 2147483647 h 599"/>
                  <a:gd name="T50" fmla="*/ 2147483647 w 797"/>
                  <a:gd name="T51" fmla="*/ 2147483647 h 599"/>
                  <a:gd name="T52" fmla="*/ 2147483647 w 797"/>
                  <a:gd name="T53" fmla="*/ 2147483647 h 599"/>
                  <a:gd name="T54" fmla="*/ 2147483647 w 797"/>
                  <a:gd name="T55" fmla="*/ 2147483647 h 599"/>
                  <a:gd name="T56" fmla="*/ 2147483647 w 797"/>
                  <a:gd name="T57" fmla="*/ 2147483647 h 599"/>
                  <a:gd name="T58" fmla="*/ 0 w 797"/>
                  <a:gd name="T59" fmla="*/ 2147483647 h 599"/>
                  <a:gd name="T60" fmla="*/ 2147483647 w 797"/>
                  <a:gd name="T61" fmla="*/ 2147483647 h 599"/>
                  <a:gd name="T62" fmla="*/ 2147483647 w 797"/>
                  <a:gd name="T63" fmla="*/ 2147483647 h 599"/>
                  <a:gd name="T64" fmla="*/ 2147483647 w 797"/>
                  <a:gd name="T65" fmla="*/ 2147483647 h 599"/>
                  <a:gd name="T66" fmla="*/ 2147483647 w 797"/>
                  <a:gd name="T67" fmla="*/ 2147483647 h 599"/>
                  <a:gd name="T68" fmla="*/ 2147483647 w 797"/>
                  <a:gd name="T69" fmla="*/ 2147483647 h 599"/>
                  <a:gd name="T70" fmla="*/ 2147483647 w 797"/>
                  <a:gd name="T71" fmla="*/ 2147483647 h 599"/>
                  <a:gd name="T72" fmla="*/ 2147483647 w 797"/>
                  <a:gd name="T73" fmla="*/ 2147483647 h 599"/>
                  <a:gd name="T74" fmla="*/ 2147483647 w 797"/>
                  <a:gd name="T75" fmla="*/ 2147483647 h 599"/>
                  <a:gd name="T76" fmla="*/ 2147483647 w 797"/>
                  <a:gd name="T77" fmla="*/ 2147483647 h 599"/>
                  <a:gd name="T78" fmla="*/ 2147483647 w 797"/>
                  <a:gd name="T79" fmla="*/ 2147483647 h 5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97"/>
                  <a:gd name="T121" fmla="*/ 0 h 599"/>
                  <a:gd name="T122" fmla="*/ 797 w 797"/>
                  <a:gd name="T123" fmla="*/ 599 h 59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97" h="599">
                    <a:moveTo>
                      <a:pt x="796" y="591"/>
                    </a:moveTo>
                    <a:lnTo>
                      <a:pt x="796" y="0"/>
                    </a:lnTo>
                    <a:lnTo>
                      <a:pt x="588" y="0"/>
                    </a:lnTo>
                    <a:lnTo>
                      <a:pt x="579" y="8"/>
                    </a:lnTo>
                    <a:lnTo>
                      <a:pt x="579" y="32"/>
                    </a:lnTo>
                    <a:lnTo>
                      <a:pt x="588" y="64"/>
                    </a:lnTo>
                    <a:lnTo>
                      <a:pt x="579" y="96"/>
                    </a:lnTo>
                    <a:lnTo>
                      <a:pt x="562" y="128"/>
                    </a:lnTo>
                    <a:lnTo>
                      <a:pt x="536" y="144"/>
                    </a:lnTo>
                    <a:lnTo>
                      <a:pt x="510" y="152"/>
                    </a:lnTo>
                    <a:lnTo>
                      <a:pt x="466" y="152"/>
                    </a:lnTo>
                    <a:lnTo>
                      <a:pt x="449" y="144"/>
                    </a:lnTo>
                    <a:lnTo>
                      <a:pt x="432" y="136"/>
                    </a:lnTo>
                    <a:lnTo>
                      <a:pt x="406" y="112"/>
                    </a:lnTo>
                    <a:lnTo>
                      <a:pt x="398" y="80"/>
                    </a:lnTo>
                    <a:lnTo>
                      <a:pt x="389" y="56"/>
                    </a:lnTo>
                    <a:lnTo>
                      <a:pt x="389" y="40"/>
                    </a:lnTo>
                    <a:lnTo>
                      <a:pt x="398" y="32"/>
                    </a:lnTo>
                    <a:lnTo>
                      <a:pt x="406" y="24"/>
                    </a:lnTo>
                    <a:lnTo>
                      <a:pt x="398" y="8"/>
                    </a:lnTo>
                    <a:lnTo>
                      <a:pt x="389" y="8"/>
                    </a:lnTo>
                    <a:lnTo>
                      <a:pt x="164" y="8"/>
                    </a:lnTo>
                    <a:lnTo>
                      <a:pt x="164" y="208"/>
                    </a:lnTo>
                    <a:lnTo>
                      <a:pt x="147" y="215"/>
                    </a:lnTo>
                    <a:lnTo>
                      <a:pt x="121" y="208"/>
                    </a:lnTo>
                    <a:lnTo>
                      <a:pt x="86" y="208"/>
                    </a:lnTo>
                    <a:lnTo>
                      <a:pt x="51" y="215"/>
                    </a:lnTo>
                    <a:lnTo>
                      <a:pt x="25" y="239"/>
                    </a:lnTo>
                    <a:lnTo>
                      <a:pt x="8" y="271"/>
                    </a:lnTo>
                    <a:lnTo>
                      <a:pt x="0" y="303"/>
                    </a:lnTo>
                    <a:lnTo>
                      <a:pt x="17" y="343"/>
                    </a:lnTo>
                    <a:lnTo>
                      <a:pt x="25" y="351"/>
                    </a:lnTo>
                    <a:lnTo>
                      <a:pt x="43" y="367"/>
                    </a:lnTo>
                    <a:lnTo>
                      <a:pt x="77" y="383"/>
                    </a:lnTo>
                    <a:lnTo>
                      <a:pt x="112" y="391"/>
                    </a:lnTo>
                    <a:lnTo>
                      <a:pt x="147" y="375"/>
                    </a:lnTo>
                    <a:lnTo>
                      <a:pt x="155" y="383"/>
                    </a:lnTo>
                    <a:lnTo>
                      <a:pt x="164" y="391"/>
                    </a:lnTo>
                    <a:lnTo>
                      <a:pt x="164" y="598"/>
                    </a:lnTo>
                    <a:lnTo>
                      <a:pt x="796" y="591"/>
                    </a:lnTo>
                  </a:path>
                </a:pathLst>
              </a:custGeom>
              <a:solidFill>
                <a:srgbClr val="808080"/>
              </a:solidFill>
              <a:ln w="6350" cap="rnd">
                <a:noFill/>
                <a:round/>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endParaRPr>
              </a:p>
            </p:txBody>
          </p:sp>
          <p:sp>
            <p:nvSpPr>
              <p:cNvPr id="36" name="Text Box 15">
                <a:extLst>
                  <a:ext uri="{FF2B5EF4-FFF2-40B4-BE49-F238E27FC236}">
                    <a16:creationId xmlns:a16="http://schemas.microsoft.com/office/drawing/2014/main" id="{A4524BCC-F0F5-E7F7-4ED1-D68C33F7FCE3}"/>
                  </a:ext>
                </a:extLst>
              </p:cNvPr>
              <p:cNvSpPr txBox="1">
                <a:spLocks noChangeArrowheads="1"/>
              </p:cNvSpPr>
              <p:nvPr/>
            </p:nvSpPr>
            <p:spPr bwMode="gray">
              <a:xfrm>
                <a:off x="5724813" y="4051203"/>
                <a:ext cx="767175" cy="292100"/>
              </a:xfrm>
              <a:prstGeom prst="rect">
                <a:avLst/>
              </a:prstGeom>
              <a:noFill/>
              <a:ln w="63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rPr>
                  <a:t>Reconciliations   &amp;             Matching</a:t>
                </a:r>
              </a:p>
            </p:txBody>
          </p:sp>
        </p:grpSp>
        <p:sp>
          <p:nvSpPr>
            <p:cNvPr id="29" name="Text Box 15">
              <a:extLst>
                <a:ext uri="{FF2B5EF4-FFF2-40B4-BE49-F238E27FC236}">
                  <a16:creationId xmlns:a16="http://schemas.microsoft.com/office/drawing/2014/main" id="{C51A1299-A3BB-618A-B7F0-0699F2015345}"/>
                </a:ext>
              </a:extLst>
            </p:cNvPr>
            <p:cNvSpPr txBox="1">
              <a:spLocks noChangeArrowheads="1"/>
            </p:cNvSpPr>
            <p:nvPr/>
          </p:nvSpPr>
          <p:spPr bwMode="gray">
            <a:xfrm>
              <a:off x="6508813" y="3058700"/>
              <a:ext cx="1121492" cy="370300"/>
            </a:xfrm>
            <a:prstGeom prst="rect">
              <a:avLst/>
            </a:prstGeom>
            <a:noFill/>
            <a:ln w="63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333333"/>
                  </a:solidFill>
                  <a:effectLst/>
                  <a:uLnTx/>
                  <a:uFillTx/>
                </a:rPr>
                <a:t>Collaboration &amp; Workflow</a:t>
              </a:r>
            </a:p>
          </p:txBody>
        </p:sp>
        <p:sp>
          <p:nvSpPr>
            <p:cNvPr id="30" name="Text Box 15">
              <a:extLst>
                <a:ext uri="{FF2B5EF4-FFF2-40B4-BE49-F238E27FC236}">
                  <a16:creationId xmlns:a16="http://schemas.microsoft.com/office/drawing/2014/main" id="{D36AAE01-C5B0-7AEB-E324-0706E464F01D}"/>
                </a:ext>
              </a:extLst>
            </p:cNvPr>
            <p:cNvSpPr txBox="1">
              <a:spLocks noChangeArrowheads="1"/>
            </p:cNvSpPr>
            <p:nvPr/>
          </p:nvSpPr>
          <p:spPr bwMode="gray">
            <a:xfrm>
              <a:off x="4747571" y="3058700"/>
              <a:ext cx="1121492" cy="370300"/>
            </a:xfrm>
            <a:prstGeom prst="rect">
              <a:avLst/>
            </a:prstGeom>
            <a:noFill/>
            <a:ln w="63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rPr>
                <a:t>Integration</a:t>
              </a:r>
            </a:p>
          </p:txBody>
        </p:sp>
        <p:sp>
          <p:nvSpPr>
            <p:cNvPr id="31" name="Text Box 15">
              <a:extLst>
                <a:ext uri="{FF2B5EF4-FFF2-40B4-BE49-F238E27FC236}">
                  <a16:creationId xmlns:a16="http://schemas.microsoft.com/office/drawing/2014/main" id="{3AF1C3F8-4F1D-17D1-3BFE-697FDA1EF54E}"/>
                </a:ext>
              </a:extLst>
            </p:cNvPr>
            <p:cNvSpPr txBox="1">
              <a:spLocks noChangeArrowheads="1"/>
            </p:cNvSpPr>
            <p:nvPr/>
          </p:nvSpPr>
          <p:spPr bwMode="gray">
            <a:xfrm>
              <a:off x="4706322" y="4419252"/>
              <a:ext cx="1121492" cy="370300"/>
            </a:xfrm>
            <a:prstGeom prst="rect">
              <a:avLst/>
            </a:prstGeom>
            <a:noFill/>
            <a:ln w="63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lIns="45720" rIns="45720" anchor="ctr"/>
            <a:lstStyle/>
            <a:p>
              <a:pPr marL="0" marR="0" lvl="0" indent="0" algn="ctr" defTabSz="914400" eaLnBrk="0" fontAlgn="auto" latinLnBrk="0" hangingPunct="0">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333333"/>
                  </a:solidFill>
                  <a:effectLst/>
                  <a:uLnTx/>
                  <a:uFillTx/>
                </a:rPr>
                <a:t>User Experience</a:t>
              </a:r>
            </a:p>
          </p:txBody>
        </p:sp>
      </p:grpSp>
      <p:cxnSp>
        <p:nvCxnSpPr>
          <p:cNvPr id="37" name="Connector: Elbow 36">
            <a:extLst>
              <a:ext uri="{FF2B5EF4-FFF2-40B4-BE49-F238E27FC236}">
                <a16:creationId xmlns:a16="http://schemas.microsoft.com/office/drawing/2014/main" id="{5A2E702A-503B-1CDA-04EC-BB6EE66A21F3}"/>
              </a:ext>
            </a:extLst>
          </p:cNvPr>
          <p:cNvCxnSpPr>
            <a:cxnSpLocks/>
            <a:stCxn id="40" idx="3"/>
          </p:cNvCxnSpPr>
          <p:nvPr/>
        </p:nvCxnSpPr>
        <p:spPr>
          <a:xfrm>
            <a:off x="3135399" y="2115305"/>
            <a:ext cx="1318417" cy="934578"/>
          </a:xfrm>
          <a:prstGeom prst="bentConnector3">
            <a:avLst/>
          </a:prstGeom>
          <a:noFill/>
          <a:ln w="57150" cap="flat" cmpd="sng" algn="ctr">
            <a:solidFill>
              <a:srgbClr val="808080"/>
            </a:solidFill>
            <a:prstDash val="solid"/>
            <a:tailEnd type="none"/>
          </a:ln>
          <a:effectLst/>
        </p:spPr>
      </p:cxnSp>
      <p:cxnSp>
        <p:nvCxnSpPr>
          <p:cNvPr id="38" name="Connector: Elbow 37">
            <a:extLst>
              <a:ext uri="{FF2B5EF4-FFF2-40B4-BE49-F238E27FC236}">
                <a16:creationId xmlns:a16="http://schemas.microsoft.com/office/drawing/2014/main" id="{23A85914-8F77-A45F-10FE-DE6873499DA6}"/>
              </a:ext>
            </a:extLst>
          </p:cNvPr>
          <p:cNvCxnSpPr>
            <a:cxnSpLocks/>
            <a:endCxn id="44" idx="1"/>
          </p:cNvCxnSpPr>
          <p:nvPr/>
        </p:nvCxnSpPr>
        <p:spPr>
          <a:xfrm flipV="1">
            <a:off x="7796997" y="2115305"/>
            <a:ext cx="1229302" cy="888055"/>
          </a:xfrm>
          <a:prstGeom prst="bentConnector3">
            <a:avLst>
              <a:gd name="adj1" fmla="val 50000"/>
            </a:avLst>
          </a:prstGeom>
          <a:noFill/>
          <a:ln w="38100" cap="flat" cmpd="sng" algn="ctr">
            <a:solidFill>
              <a:srgbClr val="FFD200"/>
            </a:solidFill>
            <a:prstDash val="solid"/>
            <a:tailEnd type="none"/>
          </a:ln>
          <a:effectLst>
            <a:outerShdw blurRad="40000" dist="23000" dir="5400000" rotWithShape="0">
              <a:srgbClr val="000000">
                <a:alpha val="35000"/>
              </a:srgbClr>
            </a:outerShdw>
          </a:effectLst>
        </p:spPr>
      </p:cxnSp>
      <p:sp>
        <p:nvSpPr>
          <p:cNvPr id="39" name="TextBox 38">
            <a:extLst>
              <a:ext uri="{FF2B5EF4-FFF2-40B4-BE49-F238E27FC236}">
                <a16:creationId xmlns:a16="http://schemas.microsoft.com/office/drawing/2014/main" id="{0119110A-E350-53C1-CAC7-158CDACD3512}"/>
              </a:ext>
            </a:extLst>
          </p:cNvPr>
          <p:cNvSpPr txBox="1"/>
          <p:nvPr/>
        </p:nvSpPr>
        <p:spPr>
          <a:xfrm>
            <a:off x="8801139" y="4026007"/>
            <a:ext cx="2650133" cy="2011680"/>
          </a:xfrm>
          <a:prstGeom prst="rect">
            <a:avLst/>
          </a:prstGeom>
          <a:noFill/>
          <a:ln>
            <a:noFill/>
          </a:ln>
          <a:effectLst/>
        </p:spPr>
        <p:txBody>
          <a:bodyPr wrap="square" lIns="91440" tIns="45720" rIns="91440" bIns="45720" rtlCol="0" anchor="ctr" anchorCtr="0">
            <a:noAutofit/>
          </a:bodyPr>
          <a:lstStyle/>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noProof="0">
                <a:ln>
                  <a:noFill/>
                </a:ln>
                <a:solidFill>
                  <a:schemeClr val="bg1"/>
                </a:solidFill>
                <a:uLnTx/>
                <a:uFillTx/>
              </a:rPr>
              <a:t>Comprehensive Formats – Leverage prebuilt reconciliation formats</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noProof="0">
                <a:ln>
                  <a:noFill/>
                </a:ln>
                <a:solidFill>
                  <a:schemeClr val="bg1"/>
                </a:solidFill>
                <a:uLnTx/>
                <a:uFillTx/>
              </a:rPr>
              <a:t>Automatic Reconciliations – Use flexible auto reconciliation routines</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noProof="0">
                <a:ln>
                  <a:noFill/>
                </a:ln>
                <a:solidFill>
                  <a:schemeClr val="bg1"/>
                </a:solidFill>
                <a:uLnTx/>
                <a:uFillTx/>
              </a:rPr>
              <a:t>Compliance–Driven Framework – Utilize rule-based thresholds</a:t>
            </a:r>
          </a:p>
        </p:txBody>
      </p:sp>
      <p:sp>
        <p:nvSpPr>
          <p:cNvPr id="40" name="TextBox 39">
            <a:extLst>
              <a:ext uri="{FF2B5EF4-FFF2-40B4-BE49-F238E27FC236}">
                <a16:creationId xmlns:a16="http://schemas.microsoft.com/office/drawing/2014/main" id="{69185B9C-D6A7-3350-FB2C-5616FDCA6D2A}"/>
              </a:ext>
            </a:extLst>
          </p:cNvPr>
          <p:cNvSpPr txBox="1"/>
          <p:nvPr/>
        </p:nvSpPr>
        <p:spPr>
          <a:xfrm>
            <a:off x="483639" y="1429505"/>
            <a:ext cx="2651760" cy="1371600"/>
          </a:xfrm>
          <a:prstGeom prst="rect">
            <a:avLst/>
          </a:prstGeom>
          <a:noFill/>
          <a:ln>
            <a:noFill/>
          </a:ln>
          <a:effectLst/>
        </p:spPr>
        <p:txBody>
          <a:bodyPr wrap="square" lIns="91440" tIns="45720" rIns="91440" bIns="45720" rtlCol="0" anchor="ctr" anchorCtr="0">
            <a:noAutofit/>
          </a:bodyPr>
          <a:lstStyle/>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Application Integration</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Easy </a:t>
            </a:r>
            <a:r>
              <a:rPr kumimoji="0" lang="en-IN" sz="1200" i="0" u="none" strike="noStrike" kern="0" cap="none" spc="0" normalizeH="0" baseline="0" noProof="0">
                <a:ln>
                  <a:noFill/>
                </a:ln>
                <a:solidFill>
                  <a:schemeClr val="bg1"/>
                </a:solidFill>
                <a:uLnTx/>
                <a:uFillTx/>
              </a:rPr>
              <a:t>Integration</a:t>
            </a:r>
            <a:r>
              <a:rPr kumimoji="0" lang="en-IN" sz="1200" i="0" u="none" strike="noStrike" kern="0" cap="none" spc="0" normalizeH="0" baseline="0" noProof="0">
                <a:ln>
                  <a:noFill/>
                </a:ln>
                <a:solidFill>
                  <a:schemeClr val="bg1"/>
                </a:solidFill>
                <a:effectLst/>
                <a:uLnTx/>
                <a:uFillTx/>
              </a:rPr>
              <a:t> with Oracle &amp; Other Source &amp; Outbound Systems</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Enterprise Awareness</a:t>
            </a:r>
          </a:p>
        </p:txBody>
      </p:sp>
      <p:cxnSp>
        <p:nvCxnSpPr>
          <p:cNvPr id="41" name="Connector: Elbow 40">
            <a:extLst>
              <a:ext uri="{FF2B5EF4-FFF2-40B4-BE49-F238E27FC236}">
                <a16:creationId xmlns:a16="http://schemas.microsoft.com/office/drawing/2014/main" id="{93F6C513-2BF6-2781-A61F-9E22FBF8309C}"/>
              </a:ext>
            </a:extLst>
          </p:cNvPr>
          <p:cNvCxnSpPr>
            <a:cxnSpLocks/>
            <a:endCxn id="39" idx="1"/>
          </p:cNvCxnSpPr>
          <p:nvPr/>
        </p:nvCxnSpPr>
        <p:spPr>
          <a:xfrm>
            <a:off x="7796997" y="4245688"/>
            <a:ext cx="1004142" cy="786159"/>
          </a:xfrm>
          <a:prstGeom prst="bentConnector3">
            <a:avLst/>
          </a:prstGeom>
          <a:noFill/>
          <a:ln w="57150" cap="flat" cmpd="sng" algn="ctr">
            <a:solidFill>
              <a:srgbClr val="808080"/>
            </a:solidFill>
            <a:prstDash val="solid"/>
            <a:tailEnd type="none"/>
          </a:ln>
          <a:effectLst/>
        </p:spPr>
      </p:cxnSp>
      <p:cxnSp>
        <p:nvCxnSpPr>
          <p:cNvPr id="42" name="Connector: Elbow 41">
            <a:extLst>
              <a:ext uri="{FF2B5EF4-FFF2-40B4-BE49-F238E27FC236}">
                <a16:creationId xmlns:a16="http://schemas.microsoft.com/office/drawing/2014/main" id="{B3EF3BAD-7C5E-57BB-14B8-B6B891111AC4}"/>
              </a:ext>
            </a:extLst>
          </p:cNvPr>
          <p:cNvCxnSpPr>
            <a:cxnSpLocks/>
            <a:stCxn id="43" idx="3"/>
          </p:cNvCxnSpPr>
          <p:nvPr/>
        </p:nvCxnSpPr>
        <p:spPr>
          <a:xfrm flipV="1">
            <a:off x="3135399" y="4172380"/>
            <a:ext cx="1298470" cy="859467"/>
          </a:xfrm>
          <a:prstGeom prst="bentConnector3">
            <a:avLst>
              <a:gd name="adj1" fmla="val 50000"/>
            </a:avLst>
          </a:prstGeom>
          <a:noFill/>
          <a:ln w="38100" cap="flat" cmpd="sng" algn="ctr">
            <a:solidFill>
              <a:srgbClr val="FFD200"/>
            </a:solidFill>
            <a:prstDash val="solid"/>
            <a:tailEnd type="none"/>
          </a:ln>
          <a:effectLst>
            <a:outerShdw blurRad="40000" dist="23000" dir="5400000" rotWithShape="0">
              <a:srgbClr val="000000">
                <a:alpha val="35000"/>
              </a:srgbClr>
            </a:outerShdw>
          </a:effectLst>
        </p:spPr>
      </p:cxnSp>
      <p:sp>
        <p:nvSpPr>
          <p:cNvPr id="43" name="TextBox 42">
            <a:extLst>
              <a:ext uri="{FF2B5EF4-FFF2-40B4-BE49-F238E27FC236}">
                <a16:creationId xmlns:a16="http://schemas.microsoft.com/office/drawing/2014/main" id="{72EE5217-A488-5992-5162-308FB87ACD79}"/>
              </a:ext>
            </a:extLst>
          </p:cNvPr>
          <p:cNvSpPr txBox="1"/>
          <p:nvPr/>
        </p:nvSpPr>
        <p:spPr>
          <a:xfrm>
            <a:off x="485266" y="4026007"/>
            <a:ext cx="2650133" cy="2011680"/>
          </a:xfrm>
          <a:prstGeom prst="rect">
            <a:avLst/>
          </a:prstGeom>
          <a:noFill/>
          <a:ln>
            <a:noFill/>
          </a:ln>
          <a:effectLst/>
        </p:spPr>
        <p:txBody>
          <a:bodyPr wrap="square" lIns="91440" tIns="45720" rIns="91440" bIns="45720" rtlCol="0" anchor="ctr" anchorCtr="0">
            <a:noAutofit/>
          </a:bodyPr>
          <a:lstStyle/>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Intuitive, Role-Based User Interface</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Role-Based Tasks and Work Areas</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Interactive Dashboards  - Real time analysis of reconciliation processes</a:t>
            </a:r>
          </a:p>
        </p:txBody>
      </p:sp>
      <p:sp>
        <p:nvSpPr>
          <p:cNvPr id="44" name="TextBox 43">
            <a:extLst>
              <a:ext uri="{FF2B5EF4-FFF2-40B4-BE49-F238E27FC236}">
                <a16:creationId xmlns:a16="http://schemas.microsoft.com/office/drawing/2014/main" id="{158F636F-1835-6070-5117-85315E851E60}"/>
              </a:ext>
            </a:extLst>
          </p:cNvPr>
          <p:cNvSpPr txBox="1"/>
          <p:nvPr/>
        </p:nvSpPr>
        <p:spPr>
          <a:xfrm>
            <a:off x="9026299" y="1429505"/>
            <a:ext cx="2650132" cy="1371600"/>
          </a:xfrm>
          <a:prstGeom prst="rect">
            <a:avLst/>
          </a:prstGeom>
          <a:noFill/>
          <a:ln>
            <a:noFill/>
          </a:ln>
          <a:effectLst/>
        </p:spPr>
        <p:txBody>
          <a:bodyPr wrap="square" lIns="91440" tIns="45720" rIns="91440" bIns="45720" rtlCol="0" anchor="ctr" anchorCtr="0">
            <a:noAutofit/>
          </a:bodyPr>
          <a:lstStyle/>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Task-Driven Processing</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Sign off’s and Approvals</a:t>
            </a:r>
          </a:p>
          <a:p>
            <a:pPr marL="182880" marR="0" lvl="0" indent="-182880" defTabSz="914400" eaLnBrk="1" fontAlgn="auto" latinLnBrk="0" hangingPunct="1">
              <a:spcBef>
                <a:spcPts val="600"/>
              </a:spcBef>
              <a:buClr>
                <a:srgbClr val="FFE600"/>
              </a:buClr>
              <a:buSzPct val="100000"/>
              <a:buFont typeface="Wingdings" panose="05000000000000000000" pitchFamily="2" charset="2"/>
              <a:buChar char="Ø"/>
              <a:tabLst/>
              <a:defRPr/>
            </a:pPr>
            <a:r>
              <a:rPr kumimoji="0" lang="en-IN" sz="1200" i="0" u="none" strike="noStrike" kern="0" cap="none" spc="0" normalizeH="0" baseline="0" noProof="0">
                <a:ln>
                  <a:noFill/>
                </a:ln>
                <a:solidFill>
                  <a:schemeClr val="bg1"/>
                </a:solidFill>
                <a:effectLst/>
                <a:uLnTx/>
                <a:uFillTx/>
              </a:rPr>
              <a:t>Compliance – Leverage audit controls for all activities</a:t>
            </a:r>
          </a:p>
        </p:txBody>
      </p:sp>
    </p:spTree>
    <p:extLst>
      <p:ext uri="{BB962C8B-B14F-4D97-AF65-F5344CB8AC3E}">
        <p14:creationId xmlns:p14="http://schemas.microsoft.com/office/powerpoint/2010/main" val="4261412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7ECD4-A7D7-9DB2-54F3-FEC47C0857F8}"/>
              </a:ext>
            </a:extLst>
          </p:cNvPr>
          <p:cNvSpPr>
            <a:spLocks noGrp="1"/>
          </p:cNvSpPr>
          <p:nvPr>
            <p:ph type="title"/>
          </p:nvPr>
        </p:nvSpPr>
        <p:spPr/>
        <p:txBody>
          <a:bodyPr/>
          <a:lstStyle/>
          <a:p>
            <a:r>
              <a:rPr lang="en-US"/>
              <a:t>Account Reconciliation Cloud Service (ARCS) Architecture</a:t>
            </a:r>
            <a:endParaRPr lang="en-IN"/>
          </a:p>
        </p:txBody>
      </p:sp>
      <p:sp>
        <p:nvSpPr>
          <p:cNvPr id="5" name="Slide Number Placeholder 4">
            <a:extLst>
              <a:ext uri="{FF2B5EF4-FFF2-40B4-BE49-F238E27FC236}">
                <a16:creationId xmlns:a16="http://schemas.microsoft.com/office/drawing/2014/main" id="{ABD95715-632D-7219-260D-91A920197FF5}"/>
              </a:ext>
            </a:extLst>
          </p:cNvPr>
          <p:cNvSpPr>
            <a:spLocks noGrp="1"/>
          </p:cNvSpPr>
          <p:nvPr>
            <p:ph type="sldNum" sz="quarter" idx="12"/>
          </p:nvPr>
        </p:nvSpPr>
        <p:spPr/>
        <p:txBody>
          <a:bodyPr/>
          <a:lstStyle/>
          <a:p>
            <a:fld id="{94FCA0F3-9F3A-694B-99BB-0E592A797735}" type="slidenum">
              <a:rPr lang="en-US" smtClean="0"/>
              <a:t>55</a:t>
            </a:fld>
            <a:endParaRPr lang="en-US"/>
          </a:p>
        </p:txBody>
      </p:sp>
      <p:sp>
        <p:nvSpPr>
          <p:cNvPr id="6" name="Date Placeholder 5">
            <a:extLst>
              <a:ext uri="{FF2B5EF4-FFF2-40B4-BE49-F238E27FC236}">
                <a16:creationId xmlns:a16="http://schemas.microsoft.com/office/drawing/2014/main" id="{4F13E7E5-7F09-F3FA-FBDA-7699E2161F51}"/>
              </a:ext>
            </a:extLst>
          </p:cNvPr>
          <p:cNvSpPr>
            <a:spLocks noGrp="1"/>
          </p:cNvSpPr>
          <p:nvPr>
            <p:ph type="dt" sz="half" idx="10"/>
          </p:nvPr>
        </p:nvSpPr>
        <p:spPr/>
        <p:txBody>
          <a:bodyPr/>
          <a:lstStyle/>
          <a:p>
            <a:fld id="{541568E5-6A3A-4036-A4DE-2E696BD51C86}" type="datetime1">
              <a:rPr lang="en-US" smtClean="0"/>
              <a:t>11/28/2025</a:t>
            </a:fld>
            <a:endParaRPr lang="en-US"/>
          </a:p>
        </p:txBody>
      </p:sp>
      <p:sp>
        <p:nvSpPr>
          <p:cNvPr id="8" name="SmartArt Placeholder 7">
            <a:extLst>
              <a:ext uri="{FF2B5EF4-FFF2-40B4-BE49-F238E27FC236}">
                <a16:creationId xmlns:a16="http://schemas.microsoft.com/office/drawing/2014/main" id="{13D2D36E-D0B1-9A01-F6C2-3B389220D977}"/>
              </a:ext>
            </a:extLst>
          </p:cNvPr>
          <p:cNvSpPr>
            <a:spLocks noGrp="1"/>
          </p:cNvSpPr>
          <p:nvPr>
            <p:ph type="dgm" sz="quarter" idx="17"/>
          </p:nvPr>
        </p:nvSpPr>
        <p:spPr/>
        <p:txBody>
          <a:bodyPr/>
          <a:lstStyle/>
          <a:p>
            <a:endParaRPr lang="en-IN"/>
          </a:p>
        </p:txBody>
      </p:sp>
      <p:sp>
        <p:nvSpPr>
          <p:cNvPr id="9" name="Rectangle 8">
            <a:extLst>
              <a:ext uri="{FF2B5EF4-FFF2-40B4-BE49-F238E27FC236}">
                <a16:creationId xmlns:a16="http://schemas.microsoft.com/office/drawing/2014/main" id="{C49A2CE8-2C26-B772-1A46-2B222C361CCF}"/>
              </a:ext>
            </a:extLst>
          </p:cNvPr>
          <p:cNvSpPr/>
          <p:nvPr/>
        </p:nvSpPr>
        <p:spPr>
          <a:xfrm>
            <a:off x="513942" y="1387100"/>
            <a:ext cx="11085582"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
                <a:srgbClr val="C00000"/>
              </a:buClr>
              <a:buSzPct val="75000"/>
              <a:buFontTx/>
              <a:buNone/>
              <a:tabLst/>
              <a:defRPr/>
            </a:pPr>
            <a:r>
              <a:rPr kumimoji="0" lang="en-US" sz="1400" b="1" i="0" u="none" strike="noStrike" kern="0" cap="none" spc="0" normalizeH="0" baseline="0" noProof="0">
                <a:ln>
                  <a:noFill/>
                </a:ln>
                <a:solidFill>
                  <a:schemeClr val="bg1"/>
                </a:solidFill>
                <a:effectLst/>
                <a:uLnTx/>
                <a:uFillTx/>
              </a:rPr>
              <a:t>Account Reconciliation Cloud Service (ARCS) </a:t>
            </a:r>
            <a:r>
              <a:rPr kumimoji="0" lang="en-US" sz="1400" b="0" i="0" u="none" strike="noStrike" kern="0" cap="none" spc="0" normalizeH="0" baseline="0" noProof="0">
                <a:ln>
                  <a:noFill/>
                </a:ln>
                <a:solidFill>
                  <a:schemeClr val="bg1"/>
                </a:solidFill>
                <a:effectLst/>
                <a:uLnTx/>
                <a:uFillTx/>
              </a:rPr>
              <a:t>is a web-based, centralized reconciliation tool that allows controlled management of Balance Sheet GL account reconciliations with real-time access to status dashboards and reporting.</a:t>
            </a:r>
            <a:endParaRPr kumimoji="0" lang="en-US" sz="1400" b="0" i="0" u="none" strike="noStrike" kern="0" cap="none" spc="0" normalizeH="0" baseline="0" noProof="0">
              <a:ln>
                <a:noFill/>
              </a:ln>
              <a:solidFill>
                <a:schemeClr val="bg1"/>
              </a:solidFill>
              <a:effectLst/>
              <a:uLnTx/>
              <a:uFillTx/>
              <a:cs typeface="Arial" panose="020B0604020202020204" pitchFamily="34" charset="0"/>
            </a:endParaRPr>
          </a:p>
        </p:txBody>
      </p:sp>
      <p:grpSp>
        <p:nvGrpSpPr>
          <p:cNvPr id="10" name="Group 9">
            <a:extLst>
              <a:ext uri="{FF2B5EF4-FFF2-40B4-BE49-F238E27FC236}">
                <a16:creationId xmlns:a16="http://schemas.microsoft.com/office/drawing/2014/main" id="{2E4B46E2-CFC2-527D-E809-FA90EF963942}"/>
              </a:ext>
            </a:extLst>
          </p:cNvPr>
          <p:cNvGrpSpPr/>
          <p:nvPr/>
        </p:nvGrpSpPr>
        <p:grpSpPr>
          <a:xfrm>
            <a:off x="876693" y="2004512"/>
            <a:ext cx="10303495" cy="4498675"/>
            <a:chOff x="1660436" y="1684472"/>
            <a:chExt cx="8235454" cy="4498675"/>
          </a:xfrm>
        </p:grpSpPr>
        <p:sp>
          <p:nvSpPr>
            <p:cNvPr id="11" name="Rectangle 10">
              <a:extLst>
                <a:ext uri="{FF2B5EF4-FFF2-40B4-BE49-F238E27FC236}">
                  <a16:creationId xmlns:a16="http://schemas.microsoft.com/office/drawing/2014/main" id="{A862B91E-FEFD-D56B-6BCE-7F16189E7A0E}"/>
                </a:ext>
              </a:extLst>
            </p:cNvPr>
            <p:cNvSpPr/>
            <p:nvPr/>
          </p:nvSpPr>
          <p:spPr>
            <a:xfrm>
              <a:off x="8093596" y="1684472"/>
              <a:ext cx="1799239" cy="215314"/>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Control Points</a:t>
              </a:r>
            </a:p>
          </p:txBody>
        </p:sp>
        <p:sp>
          <p:nvSpPr>
            <p:cNvPr id="12" name="Rectangle 11">
              <a:extLst>
                <a:ext uri="{FF2B5EF4-FFF2-40B4-BE49-F238E27FC236}">
                  <a16:creationId xmlns:a16="http://schemas.microsoft.com/office/drawing/2014/main" id="{2A6BACD3-48E6-E8C8-7698-B160FCFEB0AD}"/>
                </a:ext>
              </a:extLst>
            </p:cNvPr>
            <p:cNvSpPr/>
            <p:nvPr/>
          </p:nvSpPr>
          <p:spPr bwMode="auto">
            <a:xfrm>
              <a:off x="2048476" y="3469661"/>
              <a:ext cx="6193806" cy="1502083"/>
            </a:xfrm>
            <a:prstGeom prst="rect">
              <a:avLst/>
            </a:prstGeom>
            <a:solidFill>
              <a:srgbClr val="333333"/>
            </a:solidFill>
            <a:ln w="9525" cap="flat" cmpd="sng" algn="ctr">
              <a:solidFill>
                <a:srgbClr val="FFFFFF">
                  <a:lumMod val="50000"/>
                </a:srgbClr>
              </a:solidFill>
              <a:prstDash val="solid"/>
              <a:round/>
              <a:headEnd type="none" w="med" len="med"/>
              <a:tailEnd type="none" w="med" len="med"/>
            </a:ln>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000000"/>
                </a:solidFill>
                <a:effectLst/>
                <a:uLnTx/>
                <a:uFillTx/>
              </a:endParaRPr>
            </a:p>
          </p:txBody>
        </p:sp>
        <p:sp>
          <p:nvSpPr>
            <p:cNvPr id="13" name="Rectangle 12">
              <a:extLst>
                <a:ext uri="{FF2B5EF4-FFF2-40B4-BE49-F238E27FC236}">
                  <a16:creationId xmlns:a16="http://schemas.microsoft.com/office/drawing/2014/main" id="{41383A49-32BB-9BCB-FB18-D38859C976F9}"/>
                </a:ext>
              </a:extLst>
            </p:cNvPr>
            <p:cNvSpPr/>
            <p:nvPr/>
          </p:nvSpPr>
          <p:spPr bwMode="auto">
            <a:xfrm>
              <a:off x="2048476" y="1898695"/>
              <a:ext cx="6193806" cy="1570966"/>
            </a:xfrm>
            <a:prstGeom prst="rect">
              <a:avLst/>
            </a:prstGeom>
            <a:solidFill>
              <a:srgbClr val="333333"/>
            </a:solidFill>
            <a:ln w="9525" cap="flat" cmpd="sng" algn="ctr">
              <a:solidFill>
                <a:srgbClr val="FFFFFF">
                  <a:lumMod val="50000"/>
                </a:srgbClr>
              </a:solidFill>
              <a:prstDash val="solid"/>
              <a:round/>
              <a:headEnd type="none" w="med" len="med"/>
              <a:tailEnd type="none" w="med" len="med"/>
            </a:ln>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000000"/>
                </a:solidFill>
                <a:effectLst/>
                <a:uLnTx/>
                <a:uFillTx/>
              </a:endParaRPr>
            </a:p>
          </p:txBody>
        </p:sp>
        <p:grpSp>
          <p:nvGrpSpPr>
            <p:cNvPr id="14" name="Group 13">
              <a:extLst>
                <a:ext uri="{FF2B5EF4-FFF2-40B4-BE49-F238E27FC236}">
                  <a16:creationId xmlns:a16="http://schemas.microsoft.com/office/drawing/2014/main" id="{12C07E9D-3D13-C19E-BCD4-C6A8B0810C9F}"/>
                </a:ext>
              </a:extLst>
            </p:cNvPr>
            <p:cNvGrpSpPr/>
            <p:nvPr/>
          </p:nvGrpSpPr>
          <p:grpSpPr>
            <a:xfrm>
              <a:off x="1660436" y="1898696"/>
              <a:ext cx="388038" cy="4280203"/>
              <a:chOff x="433245" y="1744585"/>
              <a:chExt cx="560540" cy="4280203"/>
            </a:xfrm>
          </p:grpSpPr>
          <p:sp>
            <p:nvSpPr>
              <p:cNvPr id="63" name="TextBox 108">
                <a:extLst>
                  <a:ext uri="{FF2B5EF4-FFF2-40B4-BE49-F238E27FC236}">
                    <a16:creationId xmlns:a16="http://schemas.microsoft.com/office/drawing/2014/main" id="{76D718AA-F8DB-F5CB-860D-51F9305C66D5}"/>
                  </a:ext>
                </a:extLst>
              </p:cNvPr>
              <p:cNvSpPr txBox="1">
                <a:spLocks noChangeArrowheads="1"/>
              </p:cNvSpPr>
              <p:nvPr/>
            </p:nvSpPr>
            <p:spPr bwMode="auto">
              <a:xfrm rot="16200000">
                <a:off x="-71968" y="2249798"/>
                <a:ext cx="1570966" cy="560539"/>
              </a:xfrm>
              <a:prstGeom prst="rect">
                <a:avLst/>
              </a:prstGeom>
              <a:solidFill>
                <a:srgbClr val="404040"/>
              </a:solidFill>
              <a:ln w="9525">
                <a:solidFill>
                  <a:srgbClr val="FFFFFF">
                    <a:lumMod val="95000"/>
                  </a:srgbClr>
                </a:solidFill>
                <a:miter lim="800000"/>
                <a:headEnd/>
                <a:tailEnd/>
              </a:ln>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rPr>
                  <a:t>Workflow</a:t>
                </a:r>
              </a:p>
            </p:txBody>
          </p:sp>
          <p:sp>
            <p:nvSpPr>
              <p:cNvPr id="64" name="TextBox 109">
                <a:extLst>
                  <a:ext uri="{FF2B5EF4-FFF2-40B4-BE49-F238E27FC236}">
                    <a16:creationId xmlns:a16="http://schemas.microsoft.com/office/drawing/2014/main" id="{DD2229D7-EB4F-77A8-C98A-1EBFB3893BA4}"/>
                  </a:ext>
                </a:extLst>
              </p:cNvPr>
              <p:cNvSpPr txBox="1">
                <a:spLocks noChangeArrowheads="1"/>
              </p:cNvSpPr>
              <p:nvPr/>
            </p:nvSpPr>
            <p:spPr bwMode="auto">
              <a:xfrm rot="16200000">
                <a:off x="-37526" y="3786323"/>
                <a:ext cx="1502083" cy="560539"/>
              </a:xfrm>
              <a:prstGeom prst="rect">
                <a:avLst/>
              </a:prstGeom>
              <a:solidFill>
                <a:srgbClr val="404040"/>
              </a:solidFill>
              <a:ln w="9525">
                <a:solidFill>
                  <a:srgbClr val="FFFFFF">
                    <a:lumMod val="95000"/>
                  </a:srgbClr>
                </a:solidFill>
                <a:miter lim="800000"/>
                <a:headEnd/>
                <a:tailEnd/>
              </a:ln>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rPr>
                  <a:t>Admin &amp; Data Loads</a:t>
                </a:r>
              </a:p>
            </p:txBody>
          </p:sp>
          <p:sp>
            <p:nvSpPr>
              <p:cNvPr id="65" name="TextBox 110">
                <a:extLst>
                  <a:ext uri="{FF2B5EF4-FFF2-40B4-BE49-F238E27FC236}">
                    <a16:creationId xmlns:a16="http://schemas.microsoft.com/office/drawing/2014/main" id="{66842AE4-3E2C-F992-354F-BB4BA7DF1DD7}"/>
                  </a:ext>
                </a:extLst>
              </p:cNvPr>
              <p:cNvSpPr txBox="1">
                <a:spLocks noChangeArrowheads="1"/>
              </p:cNvSpPr>
              <p:nvPr/>
            </p:nvSpPr>
            <p:spPr bwMode="auto">
              <a:xfrm rot="16200000">
                <a:off x="108278" y="5139282"/>
                <a:ext cx="1210473" cy="560539"/>
              </a:xfrm>
              <a:prstGeom prst="rect">
                <a:avLst/>
              </a:prstGeom>
              <a:solidFill>
                <a:srgbClr val="404040"/>
              </a:solidFill>
              <a:ln w="9525">
                <a:solidFill>
                  <a:srgbClr val="FFFFFF">
                    <a:lumMod val="95000"/>
                  </a:srgbClr>
                </a:solidFill>
                <a:miter lim="800000"/>
                <a:headEnd/>
                <a:tailEnd/>
              </a:ln>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rPr>
                  <a:t>Governance &amp; Reporting</a:t>
                </a:r>
              </a:p>
            </p:txBody>
          </p:sp>
        </p:grpSp>
        <p:sp>
          <p:nvSpPr>
            <p:cNvPr id="15" name="Rectangle 14">
              <a:extLst>
                <a:ext uri="{FF2B5EF4-FFF2-40B4-BE49-F238E27FC236}">
                  <a16:creationId xmlns:a16="http://schemas.microsoft.com/office/drawing/2014/main" id="{BBFE2AAF-8350-576B-05E7-8CC28C0E8B47}"/>
                </a:ext>
              </a:extLst>
            </p:cNvPr>
            <p:cNvSpPr/>
            <p:nvPr/>
          </p:nvSpPr>
          <p:spPr bwMode="auto">
            <a:xfrm>
              <a:off x="2042365" y="4971884"/>
              <a:ext cx="6193806" cy="1207012"/>
            </a:xfrm>
            <a:prstGeom prst="rect">
              <a:avLst/>
            </a:prstGeom>
            <a:solidFill>
              <a:srgbClr val="333333"/>
            </a:solidFill>
            <a:ln w="9525" cap="flat" cmpd="sng" algn="ctr">
              <a:solidFill>
                <a:srgbClr val="FFFFFF">
                  <a:lumMod val="50000"/>
                </a:srgbClr>
              </a:solidFill>
              <a:prstDash val="solid"/>
              <a:round/>
              <a:headEnd type="none" w="med" len="med"/>
              <a:tailEnd type="none" w="med" len="med"/>
            </a:ln>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000000"/>
                </a:solidFill>
                <a:effectLst/>
                <a:uLnTx/>
                <a:uFillTx/>
              </a:endParaRPr>
            </a:p>
          </p:txBody>
        </p:sp>
        <p:grpSp>
          <p:nvGrpSpPr>
            <p:cNvPr id="16" name="Group 47">
              <a:extLst>
                <a:ext uri="{FF2B5EF4-FFF2-40B4-BE49-F238E27FC236}">
                  <a16:creationId xmlns:a16="http://schemas.microsoft.com/office/drawing/2014/main" id="{A75CABA1-1DEE-0B7E-B083-CB4339928F20}"/>
                </a:ext>
              </a:extLst>
            </p:cNvPr>
            <p:cNvGrpSpPr>
              <a:grpSpLocks/>
            </p:cNvGrpSpPr>
            <p:nvPr/>
          </p:nvGrpSpPr>
          <p:grpSpPr bwMode="auto">
            <a:xfrm>
              <a:off x="2159230" y="2238286"/>
              <a:ext cx="1160925" cy="831635"/>
              <a:chOff x="762161" y="1804225"/>
              <a:chExt cx="1271383" cy="1114061"/>
            </a:xfrm>
          </p:grpSpPr>
          <p:sp>
            <p:nvSpPr>
              <p:cNvPr id="61" name="Rectangle 9">
                <a:extLst>
                  <a:ext uri="{FF2B5EF4-FFF2-40B4-BE49-F238E27FC236}">
                    <a16:creationId xmlns:a16="http://schemas.microsoft.com/office/drawing/2014/main" id="{AF60F06C-2DCB-7C6B-94A0-DC8B41BC4622}"/>
                  </a:ext>
                </a:extLst>
              </p:cNvPr>
              <p:cNvSpPr>
                <a:spLocks noChangeArrowheads="1"/>
              </p:cNvSpPr>
              <p:nvPr/>
            </p:nvSpPr>
            <p:spPr bwMode="auto">
              <a:xfrm>
                <a:off x="762161" y="2057319"/>
                <a:ext cx="1271383" cy="860967"/>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Prepare Recon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using standard web form templates</a:t>
                </a:r>
              </a:p>
            </p:txBody>
          </p:sp>
          <p:sp>
            <p:nvSpPr>
              <p:cNvPr id="62" name="Rectangle 9">
                <a:extLst>
                  <a:ext uri="{FF2B5EF4-FFF2-40B4-BE49-F238E27FC236}">
                    <a16:creationId xmlns:a16="http://schemas.microsoft.com/office/drawing/2014/main" id="{1747FC99-DB41-780A-5963-FD05A4D7192F}"/>
                  </a:ext>
                </a:extLst>
              </p:cNvPr>
              <p:cNvSpPr>
                <a:spLocks noChangeArrowheads="1"/>
              </p:cNvSpPr>
              <p:nvPr/>
            </p:nvSpPr>
            <p:spPr bwMode="auto">
              <a:xfrm>
                <a:off x="762161" y="1804225"/>
                <a:ext cx="1271383" cy="253094"/>
              </a:xfrm>
              <a:prstGeom prst="rect">
                <a:avLst/>
              </a:prstGeom>
              <a:solidFill>
                <a:srgbClr val="FFE600"/>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333333"/>
                    </a:solidFill>
                    <a:effectLst/>
                    <a:uLnTx/>
                    <a:uFillTx/>
                  </a:rPr>
                  <a:t>Preparer</a:t>
                </a:r>
              </a:p>
            </p:txBody>
          </p:sp>
        </p:grpSp>
        <p:grpSp>
          <p:nvGrpSpPr>
            <p:cNvPr id="17" name="Group 69">
              <a:extLst>
                <a:ext uri="{FF2B5EF4-FFF2-40B4-BE49-F238E27FC236}">
                  <a16:creationId xmlns:a16="http://schemas.microsoft.com/office/drawing/2014/main" id="{A0E9F9FC-E8C0-98D1-5D97-5B41FF631337}"/>
                </a:ext>
              </a:extLst>
            </p:cNvPr>
            <p:cNvGrpSpPr>
              <a:grpSpLocks/>
            </p:cNvGrpSpPr>
            <p:nvPr/>
          </p:nvGrpSpPr>
          <p:grpSpPr bwMode="auto">
            <a:xfrm>
              <a:off x="3745859" y="2237670"/>
              <a:ext cx="1162162" cy="834939"/>
              <a:chOff x="760850" y="1803400"/>
              <a:chExt cx="1272738" cy="1118487"/>
            </a:xfrm>
          </p:grpSpPr>
          <p:sp>
            <p:nvSpPr>
              <p:cNvPr id="59" name="Rectangle 9">
                <a:extLst>
                  <a:ext uri="{FF2B5EF4-FFF2-40B4-BE49-F238E27FC236}">
                    <a16:creationId xmlns:a16="http://schemas.microsoft.com/office/drawing/2014/main" id="{8AC718B8-4792-94AE-49F9-E7CBAF69674C}"/>
                  </a:ext>
                </a:extLst>
              </p:cNvPr>
              <p:cNvSpPr>
                <a:spLocks noChangeArrowheads="1"/>
              </p:cNvSpPr>
              <p:nvPr/>
            </p:nvSpPr>
            <p:spPr bwMode="auto">
              <a:xfrm>
                <a:off x="760850" y="2057319"/>
                <a:ext cx="1272621" cy="864568"/>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Attach supporting documentation and add comments</a:t>
                </a:r>
              </a:p>
            </p:txBody>
          </p:sp>
          <p:sp>
            <p:nvSpPr>
              <p:cNvPr id="60" name="Rectangle 9">
                <a:extLst>
                  <a:ext uri="{FF2B5EF4-FFF2-40B4-BE49-F238E27FC236}">
                    <a16:creationId xmlns:a16="http://schemas.microsoft.com/office/drawing/2014/main" id="{9733DDA6-72E7-D20B-A9F7-B25A28EA2FD1}"/>
                  </a:ext>
                </a:extLst>
              </p:cNvPr>
              <p:cNvSpPr>
                <a:spLocks noChangeArrowheads="1"/>
              </p:cNvSpPr>
              <p:nvPr/>
            </p:nvSpPr>
            <p:spPr bwMode="auto">
              <a:xfrm>
                <a:off x="762000" y="1803400"/>
                <a:ext cx="1271588" cy="254000"/>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Preparer</a:t>
                </a:r>
              </a:p>
            </p:txBody>
          </p:sp>
        </p:grpSp>
        <p:grpSp>
          <p:nvGrpSpPr>
            <p:cNvPr id="18" name="Group 92">
              <a:extLst>
                <a:ext uri="{FF2B5EF4-FFF2-40B4-BE49-F238E27FC236}">
                  <a16:creationId xmlns:a16="http://schemas.microsoft.com/office/drawing/2014/main" id="{701DB1D0-25AA-C362-E685-6413C4654173}"/>
                </a:ext>
              </a:extLst>
            </p:cNvPr>
            <p:cNvGrpSpPr>
              <a:grpSpLocks/>
            </p:cNvGrpSpPr>
            <p:nvPr/>
          </p:nvGrpSpPr>
          <p:grpSpPr bwMode="auto">
            <a:xfrm>
              <a:off x="5293331" y="2235884"/>
              <a:ext cx="1320831" cy="831628"/>
              <a:chOff x="762000" y="1803400"/>
              <a:chExt cx="1446504" cy="1114053"/>
            </a:xfrm>
          </p:grpSpPr>
          <p:sp>
            <p:nvSpPr>
              <p:cNvPr id="57" name="Rectangle 9">
                <a:extLst>
                  <a:ext uri="{FF2B5EF4-FFF2-40B4-BE49-F238E27FC236}">
                    <a16:creationId xmlns:a16="http://schemas.microsoft.com/office/drawing/2014/main" id="{1A14C0EA-B23C-E042-1B10-45B379E41C3A}"/>
                  </a:ext>
                </a:extLst>
              </p:cNvPr>
              <p:cNvSpPr>
                <a:spLocks noChangeArrowheads="1"/>
              </p:cNvSpPr>
              <p:nvPr/>
            </p:nvSpPr>
            <p:spPr bwMode="auto">
              <a:xfrm>
                <a:off x="762013" y="2039726"/>
                <a:ext cx="1446489" cy="877727"/>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Complete reconciliation and certify</a:t>
                </a:r>
              </a:p>
            </p:txBody>
          </p:sp>
          <p:sp>
            <p:nvSpPr>
              <p:cNvPr id="58" name="Rectangle 9">
                <a:extLst>
                  <a:ext uri="{FF2B5EF4-FFF2-40B4-BE49-F238E27FC236}">
                    <a16:creationId xmlns:a16="http://schemas.microsoft.com/office/drawing/2014/main" id="{45C99660-0F57-7A0C-16A3-B5F1C7FAE409}"/>
                  </a:ext>
                </a:extLst>
              </p:cNvPr>
              <p:cNvSpPr>
                <a:spLocks noChangeArrowheads="1"/>
              </p:cNvSpPr>
              <p:nvPr/>
            </p:nvSpPr>
            <p:spPr bwMode="auto">
              <a:xfrm>
                <a:off x="762000" y="1803400"/>
                <a:ext cx="1446504" cy="234902"/>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Preparer</a:t>
                </a:r>
              </a:p>
            </p:txBody>
          </p:sp>
        </p:grpSp>
        <p:grpSp>
          <p:nvGrpSpPr>
            <p:cNvPr id="19" name="Group 99">
              <a:extLst>
                <a:ext uri="{FF2B5EF4-FFF2-40B4-BE49-F238E27FC236}">
                  <a16:creationId xmlns:a16="http://schemas.microsoft.com/office/drawing/2014/main" id="{EE807972-A923-18DB-E0B9-16E0AE9FB655}"/>
                </a:ext>
              </a:extLst>
            </p:cNvPr>
            <p:cNvGrpSpPr>
              <a:grpSpLocks/>
            </p:cNvGrpSpPr>
            <p:nvPr/>
          </p:nvGrpSpPr>
          <p:grpSpPr bwMode="auto">
            <a:xfrm>
              <a:off x="6874308" y="2237668"/>
              <a:ext cx="1161232" cy="831774"/>
              <a:chOff x="762000" y="1803400"/>
              <a:chExt cx="1271719" cy="1114248"/>
            </a:xfrm>
          </p:grpSpPr>
          <p:sp>
            <p:nvSpPr>
              <p:cNvPr id="55" name="Rectangle 9">
                <a:extLst>
                  <a:ext uri="{FF2B5EF4-FFF2-40B4-BE49-F238E27FC236}">
                    <a16:creationId xmlns:a16="http://schemas.microsoft.com/office/drawing/2014/main" id="{91F951A6-F6F6-02CA-25A8-B77A39202363}"/>
                  </a:ext>
                </a:extLst>
              </p:cNvPr>
              <p:cNvSpPr>
                <a:spLocks noChangeArrowheads="1"/>
              </p:cNvSpPr>
              <p:nvPr/>
            </p:nvSpPr>
            <p:spPr bwMode="auto">
              <a:xfrm>
                <a:off x="762336" y="2057319"/>
                <a:ext cx="1271383" cy="860329"/>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Review and Approve</a:t>
                </a:r>
              </a:p>
            </p:txBody>
          </p:sp>
          <p:sp>
            <p:nvSpPr>
              <p:cNvPr id="56" name="Rectangle 9">
                <a:extLst>
                  <a:ext uri="{FF2B5EF4-FFF2-40B4-BE49-F238E27FC236}">
                    <a16:creationId xmlns:a16="http://schemas.microsoft.com/office/drawing/2014/main" id="{D1938474-E34C-0585-F180-E261C54B21D0}"/>
                  </a:ext>
                </a:extLst>
              </p:cNvPr>
              <p:cNvSpPr>
                <a:spLocks noChangeArrowheads="1"/>
              </p:cNvSpPr>
              <p:nvPr/>
            </p:nvSpPr>
            <p:spPr bwMode="auto">
              <a:xfrm>
                <a:off x="762000" y="1803400"/>
                <a:ext cx="1271588" cy="254000"/>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Reviewer</a:t>
                </a:r>
              </a:p>
            </p:txBody>
          </p:sp>
        </p:grpSp>
        <p:cxnSp>
          <p:nvCxnSpPr>
            <p:cNvPr id="20" name="Shape 122">
              <a:extLst>
                <a:ext uri="{FF2B5EF4-FFF2-40B4-BE49-F238E27FC236}">
                  <a16:creationId xmlns:a16="http://schemas.microsoft.com/office/drawing/2014/main" id="{D50AD830-4A26-5CA2-31C5-AA9119C8CB7C}"/>
                </a:ext>
              </a:extLst>
            </p:cNvPr>
            <p:cNvCxnSpPr>
              <a:cxnSpLocks noChangeShapeType="1"/>
              <a:stCxn id="61" idx="2"/>
              <a:endCxn id="45" idx="1"/>
            </p:cNvCxnSpPr>
            <p:nvPr/>
          </p:nvCxnSpPr>
          <p:spPr bwMode="auto">
            <a:xfrm rot="16200000" flipH="1">
              <a:off x="3611101" y="2198513"/>
              <a:ext cx="610539" cy="2353354"/>
            </a:xfrm>
            <a:prstGeom prst="bentConnector3">
              <a:avLst>
                <a:gd name="adj1" fmla="val 50000"/>
              </a:avLst>
            </a:prstGeom>
            <a:noFill/>
            <a:ln w="9525" algn="ctr">
              <a:solidFill>
                <a:srgbClr val="FFFFFF">
                  <a:lumMod val="60000"/>
                  <a:lumOff val="40000"/>
                </a:srgbClr>
              </a:solidFill>
              <a:prstDash val="sysDash"/>
              <a:round/>
              <a:headEnd type="oval" w="med" len="med"/>
              <a:tailEnd type="oval" w="med" len="med"/>
            </a:ln>
          </p:spPr>
        </p:cxnSp>
        <p:cxnSp>
          <p:nvCxnSpPr>
            <p:cNvPr id="21" name="Shape 123">
              <a:extLst>
                <a:ext uri="{FF2B5EF4-FFF2-40B4-BE49-F238E27FC236}">
                  <a16:creationId xmlns:a16="http://schemas.microsoft.com/office/drawing/2014/main" id="{80E78181-9C3E-83E8-B134-7739B486FF6D}"/>
                </a:ext>
              </a:extLst>
            </p:cNvPr>
            <p:cNvCxnSpPr>
              <a:cxnSpLocks noChangeShapeType="1"/>
              <a:stCxn id="59" idx="2"/>
              <a:endCxn id="45" idx="1"/>
            </p:cNvCxnSpPr>
            <p:nvPr/>
          </p:nvCxnSpPr>
          <p:spPr bwMode="auto">
            <a:xfrm rot="16200000" flipH="1">
              <a:off x="4406042" y="2993454"/>
              <a:ext cx="607851" cy="766160"/>
            </a:xfrm>
            <a:prstGeom prst="bentConnector3">
              <a:avLst>
                <a:gd name="adj1" fmla="val 50000"/>
              </a:avLst>
            </a:prstGeom>
            <a:noFill/>
            <a:ln w="9525" algn="ctr">
              <a:solidFill>
                <a:srgbClr val="FFFFFF">
                  <a:lumMod val="60000"/>
                  <a:lumOff val="40000"/>
                </a:srgbClr>
              </a:solidFill>
              <a:prstDash val="sysDash"/>
              <a:round/>
              <a:headEnd type="oval" w="med" len="med"/>
              <a:tailEnd type="oval" w="med" len="med"/>
            </a:ln>
          </p:spPr>
        </p:cxnSp>
        <p:cxnSp>
          <p:nvCxnSpPr>
            <p:cNvPr id="22" name="Shape 123">
              <a:extLst>
                <a:ext uri="{FF2B5EF4-FFF2-40B4-BE49-F238E27FC236}">
                  <a16:creationId xmlns:a16="http://schemas.microsoft.com/office/drawing/2014/main" id="{B592D64A-0B15-FB23-01B0-5384D03C6018}"/>
                </a:ext>
              </a:extLst>
            </p:cNvPr>
            <p:cNvCxnSpPr>
              <a:cxnSpLocks noChangeShapeType="1"/>
              <a:stCxn id="57" idx="2"/>
              <a:endCxn id="45" idx="1"/>
            </p:cNvCxnSpPr>
            <p:nvPr/>
          </p:nvCxnSpPr>
          <p:spPr bwMode="auto">
            <a:xfrm rot="5400000">
              <a:off x="5216926" y="2943634"/>
              <a:ext cx="612948" cy="860705"/>
            </a:xfrm>
            <a:prstGeom prst="bentConnector3">
              <a:avLst>
                <a:gd name="adj1" fmla="val 50000"/>
              </a:avLst>
            </a:prstGeom>
            <a:noFill/>
            <a:ln w="9525" algn="ctr">
              <a:solidFill>
                <a:srgbClr val="FFFFFF">
                  <a:lumMod val="60000"/>
                  <a:lumOff val="40000"/>
                </a:srgbClr>
              </a:solidFill>
              <a:prstDash val="sysDash"/>
              <a:round/>
              <a:headEnd type="oval" w="med" len="med"/>
              <a:tailEnd type="oval" w="med" len="med"/>
            </a:ln>
          </p:spPr>
        </p:cxnSp>
        <p:sp>
          <p:nvSpPr>
            <p:cNvPr id="23" name="Right Arrow 138">
              <a:extLst>
                <a:ext uri="{FF2B5EF4-FFF2-40B4-BE49-F238E27FC236}">
                  <a16:creationId xmlns:a16="http://schemas.microsoft.com/office/drawing/2014/main" id="{DC3284D5-C9B0-FE7B-1C81-E8F1070699BF}"/>
                </a:ext>
              </a:extLst>
            </p:cNvPr>
            <p:cNvSpPr>
              <a:spLocks noChangeArrowheads="1"/>
            </p:cNvSpPr>
            <p:nvPr/>
          </p:nvSpPr>
          <p:spPr bwMode="auto">
            <a:xfrm>
              <a:off x="3645931" y="3767192"/>
              <a:ext cx="746429" cy="116474"/>
            </a:xfrm>
            <a:prstGeom prst="rightArrow">
              <a:avLst>
                <a:gd name="adj1" fmla="val 50000"/>
                <a:gd name="adj2" fmla="val 50005"/>
              </a:avLst>
            </a:prstGeom>
            <a:solidFill>
              <a:srgbClr val="FFFFFF">
                <a:lumMod val="85000"/>
              </a:srgbClr>
            </a:solidFill>
            <a:ln w="9525" algn="ctr">
              <a:noFill/>
              <a:round/>
              <a:headEnd/>
              <a:tailE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333333"/>
                </a:solidFill>
                <a:effectLst/>
                <a:uLnTx/>
                <a:uFillTx/>
              </a:endParaRPr>
            </a:p>
          </p:txBody>
        </p:sp>
        <p:grpSp>
          <p:nvGrpSpPr>
            <p:cNvPr id="24" name="Group 139">
              <a:extLst>
                <a:ext uri="{FF2B5EF4-FFF2-40B4-BE49-F238E27FC236}">
                  <a16:creationId xmlns:a16="http://schemas.microsoft.com/office/drawing/2014/main" id="{ECBBA3B6-05A0-855E-834C-E3ECCCFF480C}"/>
                </a:ext>
              </a:extLst>
            </p:cNvPr>
            <p:cNvGrpSpPr>
              <a:grpSpLocks/>
            </p:cNvGrpSpPr>
            <p:nvPr/>
          </p:nvGrpSpPr>
          <p:grpSpPr bwMode="auto">
            <a:xfrm>
              <a:off x="5922774" y="3633390"/>
              <a:ext cx="2081669" cy="930999"/>
              <a:chOff x="404279" y="1862279"/>
              <a:chExt cx="1779628" cy="1013329"/>
            </a:xfrm>
          </p:grpSpPr>
          <p:sp>
            <p:nvSpPr>
              <p:cNvPr id="53" name="Rectangle 9">
                <a:extLst>
                  <a:ext uri="{FF2B5EF4-FFF2-40B4-BE49-F238E27FC236}">
                    <a16:creationId xmlns:a16="http://schemas.microsoft.com/office/drawing/2014/main" id="{EE91B98E-3B70-A692-CA5B-5FA0FF38CF0C}"/>
                  </a:ext>
                </a:extLst>
              </p:cNvPr>
              <p:cNvSpPr>
                <a:spLocks noChangeArrowheads="1"/>
              </p:cNvSpPr>
              <p:nvPr/>
            </p:nvSpPr>
            <p:spPr bwMode="auto">
              <a:xfrm>
                <a:off x="404279" y="2116327"/>
                <a:ext cx="1779628" cy="759281"/>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342900" marR="0" lvl="2" indent="-171450" defTabSz="914400" eaLnBrk="1" fontAlgn="auto" latinLnBrk="0" hangingPunct="1">
                  <a:lnSpc>
                    <a:spcPct val="85000"/>
                  </a:lnSpc>
                  <a:spcBef>
                    <a:spcPts val="0"/>
                  </a:spcBef>
                  <a:spcAft>
                    <a:spcPts val="0"/>
                  </a:spcAft>
                  <a:buClr>
                    <a:srgbClr val="333333"/>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333333"/>
                    </a:solidFill>
                    <a:effectLst/>
                    <a:uLnTx/>
                    <a:uFillTx/>
                  </a:rPr>
                  <a:t>Manage user security</a:t>
                </a:r>
              </a:p>
              <a:p>
                <a:pPr marL="342900" marR="0" lvl="2" indent="-171450" defTabSz="914400" eaLnBrk="1" fontAlgn="auto" latinLnBrk="0" hangingPunct="1">
                  <a:lnSpc>
                    <a:spcPct val="85000"/>
                  </a:lnSpc>
                  <a:spcBef>
                    <a:spcPts val="0"/>
                  </a:spcBef>
                  <a:spcAft>
                    <a:spcPts val="0"/>
                  </a:spcAft>
                  <a:buClr>
                    <a:srgbClr val="333333"/>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333333"/>
                    </a:solidFill>
                    <a:effectLst/>
                    <a:uLnTx/>
                    <a:uFillTx/>
                  </a:rPr>
                  <a:t>Account  Assignments</a:t>
                </a:r>
              </a:p>
              <a:p>
                <a:pPr marL="342900" marR="0" lvl="2" indent="-171450" defTabSz="914400" eaLnBrk="1" fontAlgn="auto" latinLnBrk="0" hangingPunct="1">
                  <a:lnSpc>
                    <a:spcPct val="85000"/>
                  </a:lnSpc>
                  <a:spcBef>
                    <a:spcPts val="0"/>
                  </a:spcBef>
                  <a:spcAft>
                    <a:spcPts val="0"/>
                  </a:spcAft>
                  <a:buClr>
                    <a:srgbClr val="333333"/>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333333"/>
                    </a:solidFill>
                    <a:effectLst/>
                    <a:uLnTx/>
                    <a:uFillTx/>
                  </a:rPr>
                  <a:t>Account profiles &amp; settings</a:t>
                </a:r>
              </a:p>
              <a:p>
                <a:pPr marL="342900" marR="0" lvl="2" indent="-171450" defTabSz="914400" eaLnBrk="1" fontAlgn="auto" latinLnBrk="0" hangingPunct="1">
                  <a:lnSpc>
                    <a:spcPct val="85000"/>
                  </a:lnSpc>
                  <a:spcBef>
                    <a:spcPts val="0"/>
                  </a:spcBef>
                  <a:spcAft>
                    <a:spcPts val="0"/>
                  </a:spcAft>
                  <a:buClr>
                    <a:srgbClr val="333333"/>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333333"/>
                    </a:solidFill>
                    <a:effectLst/>
                    <a:uLnTx/>
                    <a:uFillTx/>
                  </a:rPr>
                  <a:t>Data Loads &amp; Interfaces</a:t>
                </a:r>
              </a:p>
              <a:p>
                <a:pPr marL="342900" marR="0" lvl="2" indent="-171450" defTabSz="914400" eaLnBrk="1" fontAlgn="auto" latinLnBrk="0" hangingPunct="1">
                  <a:lnSpc>
                    <a:spcPct val="85000"/>
                  </a:lnSpc>
                  <a:spcBef>
                    <a:spcPts val="0"/>
                  </a:spcBef>
                  <a:spcAft>
                    <a:spcPts val="0"/>
                  </a:spcAft>
                  <a:buClr>
                    <a:srgbClr val="333333"/>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333333"/>
                    </a:solidFill>
                    <a:effectLst/>
                    <a:uLnTx/>
                    <a:uFillTx/>
                  </a:rPr>
                  <a:t>Period Management</a:t>
                </a:r>
              </a:p>
            </p:txBody>
          </p:sp>
          <p:sp>
            <p:nvSpPr>
              <p:cNvPr id="54" name="Rectangle 9">
                <a:extLst>
                  <a:ext uri="{FF2B5EF4-FFF2-40B4-BE49-F238E27FC236}">
                    <a16:creationId xmlns:a16="http://schemas.microsoft.com/office/drawing/2014/main" id="{49710485-4DA7-F74A-DF19-DE81F55A63DF}"/>
                  </a:ext>
                </a:extLst>
              </p:cNvPr>
              <p:cNvSpPr>
                <a:spLocks noChangeArrowheads="1"/>
              </p:cNvSpPr>
              <p:nvPr/>
            </p:nvSpPr>
            <p:spPr bwMode="auto">
              <a:xfrm>
                <a:off x="404280" y="1862279"/>
                <a:ext cx="1779351" cy="254001"/>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Administrators</a:t>
                </a:r>
              </a:p>
            </p:txBody>
          </p:sp>
        </p:grpSp>
        <p:cxnSp>
          <p:nvCxnSpPr>
            <p:cNvPr id="25" name="Shape 123">
              <a:extLst>
                <a:ext uri="{FF2B5EF4-FFF2-40B4-BE49-F238E27FC236}">
                  <a16:creationId xmlns:a16="http://schemas.microsoft.com/office/drawing/2014/main" id="{5559A833-F5CD-84AE-2BD1-F196D3ECEEDB}"/>
                </a:ext>
              </a:extLst>
            </p:cNvPr>
            <p:cNvCxnSpPr>
              <a:cxnSpLocks noChangeShapeType="1"/>
              <a:stCxn id="53" idx="1"/>
            </p:cNvCxnSpPr>
            <p:nvPr/>
          </p:nvCxnSpPr>
          <p:spPr bwMode="auto">
            <a:xfrm rot="10800000">
              <a:off x="5603063" y="4215596"/>
              <a:ext cx="319711" cy="1"/>
            </a:xfrm>
            <a:prstGeom prst="bentConnector3">
              <a:avLst>
                <a:gd name="adj1" fmla="val 50000"/>
              </a:avLst>
            </a:prstGeom>
            <a:noFill/>
            <a:ln w="9525" algn="ctr">
              <a:solidFill>
                <a:srgbClr val="FFFFFF">
                  <a:lumMod val="60000"/>
                  <a:lumOff val="40000"/>
                </a:srgbClr>
              </a:solidFill>
              <a:prstDash val="sysDash"/>
              <a:round/>
              <a:headEnd type="oval" w="med" len="med"/>
              <a:tailEnd type="oval" w="med" len="med"/>
            </a:ln>
          </p:spPr>
        </p:cxnSp>
        <p:sp>
          <p:nvSpPr>
            <p:cNvPr id="26" name="Round Diagonal Corner Rectangle 85">
              <a:extLst>
                <a:ext uri="{FF2B5EF4-FFF2-40B4-BE49-F238E27FC236}">
                  <a16:creationId xmlns:a16="http://schemas.microsoft.com/office/drawing/2014/main" id="{6EE6FB5A-8D26-5D49-DD3D-F6430D7829B9}"/>
                </a:ext>
              </a:extLst>
            </p:cNvPr>
            <p:cNvSpPr/>
            <p:nvPr/>
          </p:nvSpPr>
          <p:spPr bwMode="auto">
            <a:xfrm>
              <a:off x="2141265" y="4298601"/>
              <a:ext cx="1504666" cy="378642"/>
            </a:xfrm>
            <a:prstGeom prst="round2Diag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Supporting Data (e.g. AR, AP, FA subledger balances)</a:t>
              </a:r>
            </a:p>
          </p:txBody>
        </p:sp>
        <p:sp>
          <p:nvSpPr>
            <p:cNvPr id="27" name="Right Arrow 153">
              <a:extLst>
                <a:ext uri="{FF2B5EF4-FFF2-40B4-BE49-F238E27FC236}">
                  <a16:creationId xmlns:a16="http://schemas.microsoft.com/office/drawing/2014/main" id="{F06D643B-6280-E2D4-38AC-218B6F49EF7C}"/>
                </a:ext>
              </a:extLst>
            </p:cNvPr>
            <p:cNvSpPr>
              <a:spLocks noChangeArrowheads="1"/>
            </p:cNvSpPr>
            <p:nvPr/>
          </p:nvSpPr>
          <p:spPr bwMode="auto">
            <a:xfrm>
              <a:off x="3645931" y="4404901"/>
              <a:ext cx="746429" cy="116474"/>
            </a:xfrm>
            <a:prstGeom prst="rightArrow">
              <a:avLst>
                <a:gd name="adj1" fmla="val 50000"/>
                <a:gd name="adj2" fmla="val 50005"/>
              </a:avLst>
            </a:prstGeom>
            <a:solidFill>
              <a:srgbClr val="FFFFFF">
                <a:lumMod val="85000"/>
              </a:srgbClr>
            </a:solidFill>
            <a:ln w="9525" algn="ctr">
              <a:noFill/>
              <a:round/>
              <a:headEnd/>
              <a:tailE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333333"/>
                </a:solidFill>
                <a:effectLst/>
                <a:uLnTx/>
                <a:uFillTx/>
              </a:endParaRPr>
            </a:p>
          </p:txBody>
        </p:sp>
        <p:grpSp>
          <p:nvGrpSpPr>
            <p:cNvPr id="28" name="Group 27">
              <a:extLst>
                <a:ext uri="{FF2B5EF4-FFF2-40B4-BE49-F238E27FC236}">
                  <a16:creationId xmlns:a16="http://schemas.microsoft.com/office/drawing/2014/main" id="{5DE2B55F-AAC6-3E1C-7FF0-AA40E9A77D79}"/>
                </a:ext>
              </a:extLst>
            </p:cNvPr>
            <p:cNvGrpSpPr/>
            <p:nvPr/>
          </p:nvGrpSpPr>
          <p:grpSpPr>
            <a:xfrm>
              <a:off x="2159121" y="5139750"/>
              <a:ext cx="1595564" cy="757811"/>
              <a:chOff x="988807" y="4754708"/>
              <a:chExt cx="1759156" cy="808671"/>
            </a:xfrm>
          </p:grpSpPr>
          <p:sp>
            <p:nvSpPr>
              <p:cNvPr id="51" name="Rectangle 9">
                <a:extLst>
                  <a:ext uri="{FF2B5EF4-FFF2-40B4-BE49-F238E27FC236}">
                    <a16:creationId xmlns:a16="http://schemas.microsoft.com/office/drawing/2014/main" id="{58F28EC2-E6E2-E861-994D-34836F858EC9}"/>
                  </a:ext>
                </a:extLst>
              </p:cNvPr>
              <p:cNvSpPr>
                <a:spLocks noChangeArrowheads="1"/>
              </p:cNvSpPr>
              <p:nvPr/>
            </p:nvSpPr>
            <p:spPr bwMode="auto">
              <a:xfrm>
                <a:off x="989014" y="4956954"/>
                <a:ext cx="1758949" cy="606425"/>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114300" marR="0" lvl="0" indent="-11430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Status reports, dashboards and filters</a:t>
                </a:r>
              </a:p>
            </p:txBody>
          </p:sp>
          <p:sp>
            <p:nvSpPr>
              <p:cNvPr id="52" name="Rectangle 9">
                <a:extLst>
                  <a:ext uri="{FF2B5EF4-FFF2-40B4-BE49-F238E27FC236}">
                    <a16:creationId xmlns:a16="http://schemas.microsoft.com/office/drawing/2014/main" id="{6C2B79C8-DF3E-1900-51CC-D309FF51A465}"/>
                  </a:ext>
                </a:extLst>
              </p:cNvPr>
              <p:cNvSpPr>
                <a:spLocks noChangeArrowheads="1"/>
              </p:cNvSpPr>
              <p:nvPr/>
            </p:nvSpPr>
            <p:spPr bwMode="auto">
              <a:xfrm>
                <a:off x="988807" y="4754708"/>
                <a:ext cx="1759155" cy="202334"/>
              </a:xfrm>
              <a:prstGeom prst="rect">
                <a:avLst/>
              </a:prstGeom>
              <a:solidFill>
                <a:srgbClr val="FFE600">
                  <a:alpha val="89412"/>
                </a:srgbClr>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All Users</a:t>
                </a:r>
              </a:p>
            </p:txBody>
          </p:sp>
        </p:grpSp>
        <p:cxnSp>
          <p:nvCxnSpPr>
            <p:cNvPr id="29" name="Elbow Connector 162">
              <a:extLst>
                <a:ext uri="{FF2B5EF4-FFF2-40B4-BE49-F238E27FC236}">
                  <a16:creationId xmlns:a16="http://schemas.microsoft.com/office/drawing/2014/main" id="{62C0EFED-9E96-FDA1-2CC5-7B354F5E94F4}"/>
                </a:ext>
              </a:extLst>
            </p:cNvPr>
            <p:cNvCxnSpPr>
              <a:cxnSpLocks noChangeShapeType="1"/>
              <a:endCxn id="52" idx="0"/>
            </p:cNvCxnSpPr>
            <p:nvPr/>
          </p:nvCxnSpPr>
          <p:spPr bwMode="auto">
            <a:xfrm rot="5400000">
              <a:off x="3732511" y="3788785"/>
              <a:ext cx="575357" cy="2126573"/>
            </a:xfrm>
            <a:prstGeom prst="bentConnector3">
              <a:avLst>
                <a:gd name="adj1" fmla="val 50000"/>
              </a:avLst>
            </a:prstGeom>
            <a:noFill/>
            <a:ln w="9525" algn="ctr">
              <a:solidFill>
                <a:srgbClr val="002060"/>
              </a:solidFill>
              <a:round/>
              <a:headEnd/>
              <a:tailEnd type="arrow" w="med" len="med"/>
            </a:ln>
          </p:spPr>
        </p:cxnSp>
        <p:grpSp>
          <p:nvGrpSpPr>
            <p:cNvPr id="30" name="Group 163">
              <a:extLst>
                <a:ext uri="{FF2B5EF4-FFF2-40B4-BE49-F238E27FC236}">
                  <a16:creationId xmlns:a16="http://schemas.microsoft.com/office/drawing/2014/main" id="{8103D43A-2A0D-9734-04E9-6821A447420D}"/>
                </a:ext>
              </a:extLst>
            </p:cNvPr>
            <p:cNvGrpSpPr>
              <a:grpSpLocks/>
            </p:cNvGrpSpPr>
            <p:nvPr/>
          </p:nvGrpSpPr>
          <p:grpSpPr bwMode="auto">
            <a:xfrm>
              <a:off x="3930350" y="5139751"/>
              <a:ext cx="1596647" cy="757811"/>
              <a:chOff x="760934" y="1803399"/>
              <a:chExt cx="1272654" cy="1015164"/>
            </a:xfrm>
          </p:grpSpPr>
          <p:sp>
            <p:nvSpPr>
              <p:cNvPr id="49" name="Rectangle 9">
                <a:extLst>
                  <a:ext uri="{FF2B5EF4-FFF2-40B4-BE49-F238E27FC236}">
                    <a16:creationId xmlns:a16="http://schemas.microsoft.com/office/drawing/2014/main" id="{5EFC9DAC-77E7-0724-E2E4-06C10ADE02BB}"/>
                  </a:ext>
                </a:extLst>
              </p:cNvPr>
              <p:cNvSpPr>
                <a:spLocks noChangeArrowheads="1"/>
              </p:cNvSpPr>
              <p:nvPr/>
            </p:nvSpPr>
            <p:spPr bwMode="auto">
              <a:xfrm>
                <a:off x="760934" y="2057288"/>
                <a:ext cx="1271641" cy="761275"/>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Centralized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audit and QA</a:t>
                </a:r>
              </a:p>
            </p:txBody>
          </p:sp>
          <p:sp>
            <p:nvSpPr>
              <p:cNvPr id="50" name="Rectangle 9">
                <a:extLst>
                  <a:ext uri="{FF2B5EF4-FFF2-40B4-BE49-F238E27FC236}">
                    <a16:creationId xmlns:a16="http://schemas.microsoft.com/office/drawing/2014/main" id="{D15A6873-E601-FB98-F461-AC73235298F1}"/>
                  </a:ext>
                </a:extLst>
              </p:cNvPr>
              <p:cNvSpPr>
                <a:spLocks noChangeArrowheads="1"/>
              </p:cNvSpPr>
              <p:nvPr/>
            </p:nvSpPr>
            <p:spPr bwMode="auto">
              <a:xfrm>
                <a:off x="762000" y="1803399"/>
                <a:ext cx="1271588" cy="254000"/>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Auditors</a:t>
                </a:r>
              </a:p>
            </p:txBody>
          </p:sp>
        </p:grpSp>
        <p:grpSp>
          <p:nvGrpSpPr>
            <p:cNvPr id="31" name="Group 166">
              <a:extLst>
                <a:ext uri="{FF2B5EF4-FFF2-40B4-BE49-F238E27FC236}">
                  <a16:creationId xmlns:a16="http://schemas.microsoft.com/office/drawing/2014/main" id="{8BB1F928-C498-078A-541C-3511A30AE9B3}"/>
                </a:ext>
              </a:extLst>
            </p:cNvPr>
            <p:cNvGrpSpPr>
              <a:grpSpLocks/>
            </p:cNvGrpSpPr>
            <p:nvPr/>
          </p:nvGrpSpPr>
          <p:grpSpPr bwMode="auto">
            <a:xfrm>
              <a:off x="5792882" y="5139751"/>
              <a:ext cx="1595310" cy="757811"/>
              <a:chOff x="762000" y="1803399"/>
              <a:chExt cx="1271588" cy="1015164"/>
            </a:xfrm>
          </p:grpSpPr>
          <p:sp>
            <p:nvSpPr>
              <p:cNvPr id="47" name="Rectangle 9">
                <a:extLst>
                  <a:ext uri="{FF2B5EF4-FFF2-40B4-BE49-F238E27FC236}">
                    <a16:creationId xmlns:a16="http://schemas.microsoft.com/office/drawing/2014/main" id="{D8593E12-E52B-78CE-E15F-BB099E30D1B7}"/>
                  </a:ext>
                </a:extLst>
              </p:cNvPr>
              <p:cNvSpPr>
                <a:spLocks noChangeArrowheads="1"/>
              </p:cNvSpPr>
              <p:nvPr/>
            </p:nvSpPr>
            <p:spPr bwMode="auto">
              <a:xfrm>
                <a:off x="762527" y="2057288"/>
                <a:ext cx="1270493" cy="761275"/>
              </a:xfrm>
              <a:prstGeom prst="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Dashboards and Reporting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(Status Tracking, Analysis, etc</a:t>
                </a:r>
                <a:r>
                  <a:rPr kumimoji="0" lang="en-US" sz="800" b="1" i="0" u="none" strike="noStrike" kern="0" cap="none" spc="0" normalizeH="0" baseline="0" noProof="0">
                    <a:ln>
                      <a:noFill/>
                    </a:ln>
                    <a:solidFill>
                      <a:srgbClr val="000000"/>
                    </a:solidFill>
                    <a:effectLst/>
                    <a:uLnTx/>
                    <a:uFillTx/>
                  </a:rPr>
                  <a:t>)</a:t>
                </a:r>
              </a:p>
            </p:txBody>
          </p:sp>
          <p:sp>
            <p:nvSpPr>
              <p:cNvPr id="48" name="Rectangle 9">
                <a:extLst>
                  <a:ext uri="{FF2B5EF4-FFF2-40B4-BE49-F238E27FC236}">
                    <a16:creationId xmlns:a16="http://schemas.microsoft.com/office/drawing/2014/main" id="{B6FDCAB1-4C46-8DA9-4DA0-C75058C188CA}"/>
                  </a:ext>
                </a:extLst>
              </p:cNvPr>
              <p:cNvSpPr>
                <a:spLocks noChangeArrowheads="1"/>
              </p:cNvSpPr>
              <p:nvPr/>
            </p:nvSpPr>
            <p:spPr bwMode="auto">
              <a:xfrm>
                <a:off x="762000" y="1803399"/>
                <a:ext cx="1271588" cy="254000"/>
              </a:xfrm>
              <a:prstGeom prst="rect">
                <a:avLst/>
              </a:prstGeom>
              <a:solidFill>
                <a:srgbClr val="FFE600"/>
              </a:solidFill>
              <a:ln w="12700">
                <a:noFill/>
                <a:miter lim="800000"/>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Governance</a:t>
                </a:r>
              </a:p>
            </p:txBody>
          </p:sp>
        </p:grpSp>
        <p:cxnSp>
          <p:nvCxnSpPr>
            <p:cNvPr id="32" name="Elbow Connector 169">
              <a:extLst>
                <a:ext uri="{FF2B5EF4-FFF2-40B4-BE49-F238E27FC236}">
                  <a16:creationId xmlns:a16="http://schemas.microsoft.com/office/drawing/2014/main" id="{B686F2A3-D745-ACBF-3C47-6A3EFB9E15F5}"/>
                </a:ext>
              </a:extLst>
            </p:cNvPr>
            <p:cNvCxnSpPr>
              <a:cxnSpLocks noChangeShapeType="1"/>
              <a:endCxn id="50" idx="0"/>
            </p:cNvCxnSpPr>
            <p:nvPr/>
          </p:nvCxnSpPr>
          <p:spPr bwMode="auto">
            <a:xfrm rot="5400000">
              <a:off x="4618732" y="4675006"/>
              <a:ext cx="575357" cy="354131"/>
            </a:xfrm>
            <a:prstGeom prst="bentConnector3">
              <a:avLst>
                <a:gd name="adj1" fmla="val 50000"/>
              </a:avLst>
            </a:prstGeom>
            <a:noFill/>
            <a:ln w="9525" algn="ctr">
              <a:solidFill>
                <a:srgbClr val="002060"/>
              </a:solidFill>
              <a:round/>
              <a:headEnd/>
              <a:tailEnd type="arrow" w="med" len="med"/>
            </a:ln>
          </p:spPr>
        </p:cxnSp>
        <p:cxnSp>
          <p:nvCxnSpPr>
            <p:cNvPr id="33" name="Elbow Connector 172">
              <a:extLst>
                <a:ext uri="{FF2B5EF4-FFF2-40B4-BE49-F238E27FC236}">
                  <a16:creationId xmlns:a16="http://schemas.microsoft.com/office/drawing/2014/main" id="{4BF6775A-E36C-06E4-227F-00BBB91AD764}"/>
                </a:ext>
              </a:extLst>
            </p:cNvPr>
            <p:cNvCxnSpPr>
              <a:cxnSpLocks noChangeShapeType="1"/>
              <a:endCxn id="48" idx="0"/>
            </p:cNvCxnSpPr>
            <p:nvPr/>
          </p:nvCxnSpPr>
          <p:spPr bwMode="auto">
            <a:xfrm rot="16200000" flipH="1">
              <a:off x="5549328" y="4098539"/>
              <a:ext cx="575357" cy="1507062"/>
            </a:xfrm>
            <a:prstGeom prst="bentConnector3">
              <a:avLst>
                <a:gd name="adj1" fmla="val 50000"/>
              </a:avLst>
            </a:prstGeom>
            <a:noFill/>
            <a:ln w="9525" algn="ctr">
              <a:solidFill>
                <a:srgbClr val="002060"/>
              </a:solidFill>
              <a:round/>
              <a:headEnd/>
              <a:tailEnd type="arrow" w="med" len="med"/>
            </a:ln>
          </p:spPr>
        </p:cxnSp>
        <p:sp>
          <p:nvSpPr>
            <p:cNvPr id="34" name="Round Diagonal Corner Rectangle 93">
              <a:extLst>
                <a:ext uri="{FF2B5EF4-FFF2-40B4-BE49-F238E27FC236}">
                  <a16:creationId xmlns:a16="http://schemas.microsoft.com/office/drawing/2014/main" id="{E8101C8C-6A9B-D08E-A6F4-A3B475BF9852}"/>
                </a:ext>
              </a:extLst>
            </p:cNvPr>
            <p:cNvSpPr/>
            <p:nvPr/>
          </p:nvSpPr>
          <p:spPr bwMode="auto">
            <a:xfrm>
              <a:off x="2141266" y="4051069"/>
              <a:ext cx="1504665" cy="188516"/>
            </a:xfrm>
            <a:prstGeom prst="round2Diag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Currency/FX Rates</a:t>
              </a:r>
            </a:p>
          </p:txBody>
        </p:sp>
        <p:sp>
          <p:nvSpPr>
            <p:cNvPr id="35" name="Right Arrow 153">
              <a:extLst>
                <a:ext uri="{FF2B5EF4-FFF2-40B4-BE49-F238E27FC236}">
                  <a16:creationId xmlns:a16="http://schemas.microsoft.com/office/drawing/2014/main" id="{12744A40-1305-0D02-AA06-3C99C36681D7}"/>
                </a:ext>
              </a:extLst>
            </p:cNvPr>
            <p:cNvSpPr>
              <a:spLocks noChangeArrowheads="1"/>
            </p:cNvSpPr>
            <p:nvPr/>
          </p:nvSpPr>
          <p:spPr bwMode="auto">
            <a:xfrm>
              <a:off x="3645931" y="4076329"/>
              <a:ext cx="746429" cy="116474"/>
            </a:xfrm>
            <a:prstGeom prst="rightArrow">
              <a:avLst>
                <a:gd name="adj1" fmla="val 50000"/>
                <a:gd name="adj2" fmla="val 50005"/>
              </a:avLst>
            </a:prstGeom>
            <a:solidFill>
              <a:srgbClr val="FFFFFF">
                <a:lumMod val="85000"/>
              </a:srgbClr>
            </a:solidFill>
            <a:ln w="9525" algn="ctr">
              <a:noFill/>
              <a:round/>
              <a:headEnd/>
              <a:tailE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333333"/>
                </a:solidFill>
                <a:effectLst/>
                <a:uLnTx/>
                <a:uFillTx/>
              </a:endParaRPr>
            </a:p>
          </p:txBody>
        </p:sp>
        <p:cxnSp>
          <p:nvCxnSpPr>
            <p:cNvPr id="36" name="Elbow Connector 95">
              <a:extLst>
                <a:ext uri="{FF2B5EF4-FFF2-40B4-BE49-F238E27FC236}">
                  <a16:creationId xmlns:a16="http://schemas.microsoft.com/office/drawing/2014/main" id="{E64CF2B8-02B8-08C1-B37B-AE19FC44FE70}"/>
                </a:ext>
              </a:extLst>
            </p:cNvPr>
            <p:cNvCxnSpPr/>
            <p:nvPr/>
          </p:nvCxnSpPr>
          <p:spPr>
            <a:xfrm rot="16200000" flipH="1" flipV="1">
              <a:off x="5096970" y="-119610"/>
              <a:ext cx="616" cy="4715173"/>
            </a:xfrm>
            <a:prstGeom prst="bentConnector3">
              <a:avLst>
                <a:gd name="adj1" fmla="val -24646119"/>
              </a:avLst>
            </a:prstGeom>
            <a:noFill/>
            <a:ln w="9525" cap="flat" cmpd="sng" algn="ctr">
              <a:solidFill>
                <a:srgbClr val="808080"/>
              </a:solidFill>
              <a:prstDash val="dashDot"/>
              <a:tailEnd type="arrow"/>
            </a:ln>
            <a:effectLst/>
          </p:spPr>
        </p:cxnSp>
        <p:sp>
          <p:nvSpPr>
            <p:cNvPr id="37" name="TextBox 36">
              <a:extLst>
                <a:ext uri="{FF2B5EF4-FFF2-40B4-BE49-F238E27FC236}">
                  <a16:creationId xmlns:a16="http://schemas.microsoft.com/office/drawing/2014/main" id="{0584015F-EAB8-5E03-3100-E0CFAEF9C4C9}"/>
                </a:ext>
              </a:extLst>
            </p:cNvPr>
            <p:cNvSpPr txBox="1"/>
            <p:nvPr/>
          </p:nvSpPr>
          <p:spPr>
            <a:xfrm>
              <a:off x="4397524" y="1933713"/>
              <a:ext cx="1399508" cy="128497"/>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700" b="0" i="0" u="none" strike="noStrike" kern="0" cap="none" spc="0" normalizeH="0" baseline="0" noProof="0">
                  <a:ln>
                    <a:noFill/>
                  </a:ln>
                  <a:solidFill>
                    <a:srgbClr val="FFFFFF"/>
                  </a:solidFill>
                  <a:effectLst/>
                  <a:uLnTx/>
                  <a:uFillTx/>
                </a:rPr>
                <a:t>Reject back to Preparer</a:t>
              </a:r>
            </a:p>
          </p:txBody>
        </p:sp>
        <p:cxnSp>
          <p:nvCxnSpPr>
            <p:cNvPr id="38" name="Straight Arrow Connector 37">
              <a:extLst>
                <a:ext uri="{FF2B5EF4-FFF2-40B4-BE49-F238E27FC236}">
                  <a16:creationId xmlns:a16="http://schemas.microsoft.com/office/drawing/2014/main" id="{EE430E86-E960-2B63-82B4-4BAD6A4773D2}"/>
                </a:ext>
              </a:extLst>
            </p:cNvPr>
            <p:cNvCxnSpPr>
              <a:stCxn id="61" idx="3"/>
              <a:endCxn id="59" idx="1"/>
            </p:cNvCxnSpPr>
            <p:nvPr/>
          </p:nvCxnSpPr>
          <p:spPr>
            <a:xfrm>
              <a:off x="3320156" y="2748569"/>
              <a:ext cx="425705" cy="1344"/>
            </a:xfrm>
            <a:prstGeom prst="straightConnector1">
              <a:avLst/>
            </a:prstGeom>
            <a:noFill/>
            <a:ln w="9525" cap="flat" cmpd="sng" algn="ctr">
              <a:solidFill>
                <a:srgbClr val="808080"/>
              </a:solidFill>
              <a:prstDash val="solid"/>
              <a:tailEnd type="arrow"/>
            </a:ln>
            <a:effectLst/>
          </p:spPr>
        </p:cxnSp>
        <p:cxnSp>
          <p:nvCxnSpPr>
            <p:cNvPr id="39" name="Straight Arrow Connector 38">
              <a:extLst>
                <a:ext uri="{FF2B5EF4-FFF2-40B4-BE49-F238E27FC236}">
                  <a16:creationId xmlns:a16="http://schemas.microsoft.com/office/drawing/2014/main" id="{C6F6D2B0-2D36-0995-E106-54B11F95186B}"/>
                </a:ext>
              </a:extLst>
            </p:cNvPr>
            <p:cNvCxnSpPr>
              <a:stCxn id="59" idx="3"/>
              <a:endCxn id="57" idx="1"/>
            </p:cNvCxnSpPr>
            <p:nvPr/>
          </p:nvCxnSpPr>
          <p:spPr>
            <a:xfrm flipV="1">
              <a:off x="4907915" y="2739907"/>
              <a:ext cx="385428" cy="10007"/>
            </a:xfrm>
            <a:prstGeom prst="straightConnector1">
              <a:avLst/>
            </a:prstGeom>
            <a:noFill/>
            <a:ln w="9525" cap="flat" cmpd="sng" algn="ctr">
              <a:solidFill>
                <a:srgbClr val="808080"/>
              </a:solidFill>
              <a:prstDash val="solid"/>
              <a:tailEnd type="arrow"/>
            </a:ln>
            <a:effectLst/>
          </p:spPr>
        </p:cxnSp>
        <p:cxnSp>
          <p:nvCxnSpPr>
            <p:cNvPr id="40" name="Straight Arrow Connector 39">
              <a:extLst>
                <a:ext uri="{FF2B5EF4-FFF2-40B4-BE49-F238E27FC236}">
                  <a16:creationId xmlns:a16="http://schemas.microsoft.com/office/drawing/2014/main" id="{EB5BCA50-F02F-A4C0-74EE-B0E4A440ADF3}"/>
                </a:ext>
              </a:extLst>
            </p:cNvPr>
            <p:cNvCxnSpPr>
              <a:stCxn id="57" idx="3"/>
              <a:endCxn id="55" idx="1"/>
            </p:cNvCxnSpPr>
            <p:nvPr/>
          </p:nvCxnSpPr>
          <p:spPr>
            <a:xfrm>
              <a:off x="6614161" y="2739907"/>
              <a:ext cx="260455" cy="8423"/>
            </a:xfrm>
            <a:prstGeom prst="straightConnector1">
              <a:avLst/>
            </a:prstGeom>
            <a:noFill/>
            <a:ln w="9525" cap="flat" cmpd="sng" algn="ctr">
              <a:solidFill>
                <a:srgbClr val="808080"/>
              </a:solidFill>
              <a:prstDash val="solid"/>
              <a:tailEnd type="arrow"/>
            </a:ln>
            <a:effectLst/>
          </p:spPr>
        </p:cxnSp>
        <p:sp>
          <p:nvSpPr>
            <p:cNvPr id="41" name="Round Diagonal Corner Rectangle 100">
              <a:extLst>
                <a:ext uri="{FF2B5EF4-FFF2-40B4-BE49-F238E27FC236}">
                  <a16:creationId xmlns:a16="http://schemas.microsoft.com/office/drawing/2014/main" id="{1505C6B4-8269-25CC-9763-C3CBCA067EC5}"/>
                </a:ext>
              </a:extLst>
            </p:cNvPr>
            <p:cNvSpPr/>
            <p:nvPr/>
          </p:nvSpPr>
          <p:spPr bwMode="auto">
            <a:xfrm>
              <a:off x="2141266" y="3730143"/>
              <a:ext cx="1504665" cy="188516"/>
            </a:xfrm>
            <a:prstGeom prst="round2DiagRect">
              <a:avLst/>
            </a:prstGeom>
            <a:solidFill>
              <a:srgbClr val="808080">
                <a:lumMod val="20000"/>
                <a:lumOff val="80000"/>
                <a:alpha val="89999"/>
              </a:srgbClr>
            </a:solidFill>
            <a:ln w="12700">
              <a:noFill/>
              <a:miter lim="800000"/>
              <a:headEnd/>
              <a:tailEnd/>
            </a:ln>
            <a:effectLst/>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rPr>
                <a:t>FDMEE Balances </a:t>
              </a:r>
            </a:p>
          </p:txBody>
        </p:sp>
        <p:sp>
          <p:nvSpPr>
            <p:cNvPr id="42" name="Rectangle 41">
              <a:extLst>
                <a:ext uri="{FF2B5EF4-FFF2-40B4-BE49-F238E27FC236}">
                  <a16:creationId xmlns:a16="http://schemas.microsoft.com/office/drawing/2014/main" id="{366BDB44-13EC-D85D-2095-F069085A59F1}"/>
                </a:ext>
              </a:extLst>
            </p:cNvPr>
            <p:cNvSpPr/>
            <p:nvPr/>
          </p:nvSpPr>
          <p:spPr>
            <a:xfrm>
              <a:off x="8089999" y="4975565"/>
              <a:ext cx="1805891" cy="1207582"/>
            </a:xfrm>
            <a:prstGeom prst="rect">
              <a:avLst/>
            </a:prstGeom>
            <a:solidFill>
              <a:srgbClr val="333333"/>
            </a:solidFill>
            <a:ln w="12700" cap="flat" cmpd="sng" algn="ctr">
              <a:solidFill>
                <a:srgbClr val="FFFFFF">
                  <a:lumMod val="50000"/>
                </a:srgbClr>
              </a:solidFill>
              <a:prstDash val="solid"/>
              <a:round/>
              <a:headEnd type="none" w="med" len="med"/>
              <a:tailEnd type="none" w="med" len="med"/>
            </a:ln>
            <a:effectLst/>
          </p:spPr>
          <p:txBody>
            <a:bodyPr wrap="square" anchor="ctr"/>
            <a:lstStyle/>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LE owners can provide comments and track status </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Real time status tracking  &amp;  dashboards</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Consistent dashboard &amp; reporting formats</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Auditor access can be driven at recon level</a:t>
              </a:r>
            </a:p>
          </p:txBody>
        </p:sp>
        <p:sp>
          <p:nvSpPr>
            <p:cNvPr id="43" name="Rectangle 42">
              <a:extLst>
                <a:ext uri="{FF2B5EF4-FFF2-40B4-BE49-F238E27FC236}">
                  <a16:creationId xmlns:a16="http://schemas.microsoft.com/office/drawing/2014/main" id="{9388B03D-2B1B-0DEF-B21D-AFC2AF97D65E}"/>
                </a:ext>
              </a:extLst>
            </p:cNvPr>
            <p:cNvSpPr/>
            <p:nvPr/>
          </p:nvSpPr>
          <p:spPr>
            <a:xfrm>
              <a:off x="8093596" y="1898696"/>
              <a:ext cx="1799239" cy="1566999"/>
            </a:xfrm>
            <a:prstGeom prst="rect">
              <a:avLst/>
            </a:prstGeom>
            <a:solidFill>
              <a:srgbClr val="333333"/>
            </a:solidFill>
            <a:ln w="12700" cap="flat" cmpd="sng" algn="ctr">
              <a:solidFill>
                <a:srgbClr val="FFFFFF">
                  <a:lumMod val="50000"/>
                </a:srgbClr>
              </a:solidFill>
              <a:prstDash val="solid"/>
              <a:round/>
              <a:headEnd type="none" w="med" len="med"/>
              <a:tailEnd type="none" w="med" len="med"/>
            </a:ln>
            <a:effectLst/>
          </p:spPr>
          <p:txBody>
            <a:bodyPr wrap="square" anchor="t"/>
            <a:lstStyle/>
            <a:p>
              <a:pPr marL="171450" marR="0" lvl="0"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Segregation of Duties</a:t>
              </a:r>
            </a:p>
            <a:p>
              <a:pPr marL="171450" marR="0" lvl="0"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Alert notification for:</a:t>
              </a:r>
            </a:p>
            <a:p>
              <a:pPr marL="400050" marR="0" lvl="2" indent="-22860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ü"/>
                <a:tabLst/>
                <a:defRPr/>
              </a:pPr>
              <a:r>
                <a:rPr kumimoji="0" lang="en-US" sz="800" b="0" i="0" u="none" strike="noStrike" kern="0" cap="none" spc="0" normalizeH="0" baseline="0" noProof="0">
                  <a:ln>
                    <a:noFill/>
                  </a:ln>
                  <a:solidFill>
                    <a:srgbClr val="FFFFFF"/>
                  </a:solidFill>
                  <a:effectLst/>
                  <a:uLnTx/>
                  <a:uFillTx/>
                </a:rPr>
                <a:t>Upcoming due date </a:t>
              </a:r>
            </a:p>
            <a:p>
              <a:pPr marL="400050" marR="0" lvl="2" indent="-22860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ü"/>
                <a:tabLst/>
                <a:defRPr/>
              </a:pPr>
              <a:r>
                <a:rPr kumimoji="0" lang="en-US" sz="800" b="0" i="0" u="none" strike="noStrike" kern="0" cap="none" spc="0" normalizeH="0" baseline="0" noProof="0">
                  <a:ln>
                    <a:noFill/>
                  </a:ln>
                  <a:solidFill>
                    <a:srgbClr val="FFFFFF"/>
                  </a:solidFill>
                  <a:effectLst/>
                  <a:uLnTx/>
                  <a:uFillTx/>
                </a:rPr>
                <a:t>Balance changes</a:t>
              </a:r>
            </a:p>
            <a:p>
              <a:pPr marL="400050" marR="0" lvl="2" indent="-22860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ü"/>
                <a:tabLst/>
                <a:defRPr/>
              </a:pPr>
              <a:r>
                <a:rPr kumimoji="0" lang="en-US" sz="800" b="0" i="0" u="none" strike="noStrike" kern="0" cap="none" spc="0" normalizeH="0" baseline="0" noProof="0">
                  <a:ln>
                    <a:noFill/>
                  </a:ln>
                  <a:solidFill>
                    <a:srgbClr val="FFFFFF"/>
                  </a:solidFill>
                  <a:effectLst/>
                  <a:uLnTx/>
                  <a:uFillTx/>
                </a:rPr>
                <a:t>De-certifications</a:t>
              </a:r>
            </a:p>
            <a:p>
              <a:pPr marL="400050" marR="0" lvl="2" indent="-22860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ü"/>
                <a:tabLst/>
                <a:defRPr/>
              </a:pPr>
              <a:r>
                <a:rPr kumimoji="0" lang="en-US" sz="800" b="0" i="0" u="none" strike="noStrike" kern="0" cap="none" spc="0" normalizeH="0" baseline="0" noProof="0">
                  <a:ln>
                    <a:noFill/>
                  </a:ln>
                  <a:solidFill>
                    <a:srgbClr val="FFFFFF"/>
                  </a:solidFill>
                  <a:effectLst/>
                  <a:uLnTx/>
                  <a:uFillTx/>
                </a:rPr>
                <a:t>Action required</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Certification &amp; approval audit trail</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Access managed by role &amp; assignment</a:t>
              </a:r>
            </a:p>
          </p:txBody>
        </p:sp>
        <p:sp>
          <p:nvSpPr>
            <p:cNvPr id="44" name="Rectangle 43">
              <a:extLst>
                <a:ext uri="{FF2B5EF4-FFF2-40B4-BE49-F238E27FC236}">
                  <a16:creationId xmlns:a16="http://schemas.microsoft.com/office/drawing/2014/main" id="{2B27BC4D-DE2A-17F6-D382-D44481D0D21D}"/>
                </a:ext>
              </a:extLst>
            </p:cNvPr>
            <p:cNvSpPr/>
            <p:nvPr/>
          </p:nvSpPr>
          <p:spPr>
            <a:xfrm>
              <a:off x="8089999" y="3469661"/>
              <a:ext cx="1805891" cy="1505905"/>
            </a:xfrm>
            <a:prstGeom prst="rect">
              <a:avLst/>
            </a:prstGeom>
            <a:solidFill>
              <a:srgbClr val="333333"/>
            </a:solidFill>
            <a:ln w="12700" cap="flat" cmpd="sng" algn="ctr">
              <a:solidFill>
                <a:srgbClr val="FFFFFF">
                  <a:lumMod val="50000"/>
                </a:srgbClr>
              </a:solidFill>
              <a:prstDash val="solid"/>
              <a:round/>
              <a:headEnd type="none" w="med" len="med"/>
              <a:tailEnd type="none" w="med" len="med"/>
            </a:ln>
            <a:effectLst/>
          </p:spPr>
          <p:txBody>
            <a:bodyPr wrap="square" anchor="ctr"/>
            <a:lstStyle/>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Complete GL balance population</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New &amp; unassigned reconciliations identified</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Daily load  enables up to date data</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Admin user access &amp; profile maintenance</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Audit trail</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Standard templates</a:t>
              </a:r>
            </a:p>
            <a:p>
              <a:pPr marL="171450" marR="0" lvl="1" indent="-171450" defTabSz="914400" eaLnBrk="1" fontAlgn="auto" latinLnBrk="0" hangingPunct="1">
                <a:lnSpc>
                  <a:spcPct val="100000"/>
                </a:lnSpc>
                <a:spcBef>
                  <a:spcPts val="0"/>
                </a:spcBef>
                <a:spcAft>
                  <a:spcPts val="0"/>
                </a:spcAft>
                <a:buClr>
                  <a:srgbClr val="FFE600"/>
                </a:buClr>
                <a:buSzPct val="70000"/>
                <a:buFont typeface="Wingdings" panose="05000000000000000000" pitchFamily="2" charset="2"/>
                <a:buChar char="Ø"/>
                <a:tabLst/>
                <a:defRPr/>
              </a:pPr>
              <a:r>
                <a:rPr kumimoji="0" lang="en-US" sz="800" b="0" i="0" u="none" strike="noStrike" kern="0" cap="none" spc="0" normalizeH="0" baseline="0" noProof="0">
                  <a:ln>
                    <a:noFill/>
                  </a:ln>
                  <a:solidFill>
                    <a:srgbClr val="FFFFFF"/>
                  </a:solidFill>
                  <a:effectLst/>
                  <a:uLnTx/>
                  <a:uFillTx/>
                </a:rPr>
                <a:t>Automated data feeds</a:t>
              </a:r>
            </a:p>
          </p:txBody>
        </p:sp>
        <p:sp>
          <p:nvSpPr>
            <p:cNvPr id="45" name="AutoShape 6">
              <a:extLst>
                <a:ext uri="{FF2B5EF4-FFF2-40B4-BE49-F238E27FC236}">
                  <a16:creationId xmlns:a16="http://schemas.microsoft.com/office/drawing/2014/main" id="{A2EC728F-8657-545B-CEA7-DD3929952191}"/>
                </a:ext>
              </a:extLst>
            </p:cNvPr>
            <p:cNvSpPr>
              <a:spLocks noChangeArrowheads="1"/>
            </p:cNvSpPr>
            <p:nvPr/>
          </p:nvSpPr>
          <p:spPr bwMode="auto">
            <a:xfrm>
              <a:off x="4554358" y="3680460"/>
              <a:ext cx="1077378" cy="941319"/>
            </a:xfrm>
            <a:prstGeom prst="flowChartMagneticDisk">
              <a:avLst/>
            </a:prstGeom>
            <a:solidFill>
              <a:srgbClr val="FFFFFF">
                <a:lumMod val="85000"/>
              </a:srgbClr>
            </a:solidFill>
            <a:ln w="38100">
              <a:solidFill>
                <a:srgbClr val="333333"/>
              </a:solidFill>
              <a:round/>
              <a:headEnd/>
              <a:tailEnd/>
            </a:ln>
          </p:spPr>
          <p:txBody>
            <a:bodyPr lIns="45720" rIns="4572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333333"/>
                  </a:solidFill>
                  <a:effectLst/>
                  <a:uLnTx/>
                  <a:uFillTx/>
                </a:rPr>
                <a:t>ARCS</a:t>
              </a:r>
            </a:p>
          </p:txBody>
        </p:sp>
        <p:cxnSp>
          <p:nvCxnSpPr>
            <p:cNvPr id="46" name="Shape 123">
              <a:extLst>
                <a:ext uri="{FF2B5EF4-FFF2-40B4-BE49-F238E27FC236}">
                  <a16:creationId xmlns:a16="http://schemas.microsoft.com/office/drawing/2014/main" id="{E22CE992-D9E2-4252-BA86-8B4FBA7F56C2}"/>
                </a:ext>
              </a:extLst>
            </p:cNvPr>
            <p:cNvCxnSpPr>
              <a:cxnSpLocks noChangeShapeType="1"/>
              <a:stCxn id="55" idx="2"/>
              <a:endCxn id="45" idx="1"/>
            </p:cNvCxnSpPr>
            <p:nvPr/>
          </p:nvCxnSpPr>
          <p:spPr bwMode="auto">
            <a:xfrm rot="5400000">
              <a:off x="5968554" y="2193936"/>
              <a:ext cx="611018" cy="2362031"/>
            </a:xfrm>
            <a:prstGeom prst="bentConnector3">
              <a:avLst>
                <a:gd name="adj1" fmla="val 50000"/>
              </a:avLst>
            </a:prstGeom>
            <a:noFill/>
            <a:ln w="9525" algn="ctr">
              <a:solidFill>
                <a:srgbClr val="FFFFFF">
                  <a:lumMod val="60000"/>
                  <a:lumOff val="40000"/>
                </a:srgbClr>
              </a:solidFill>
              <a:prstDash val="sysDash"/>
              <a:round/>
              <a:headEnd type="oval" w="med" len="med"/>
              <a:tailEnd type="oval" w="med" len="med"/>
            </a:ln>
          </p:spPr>
        </p:cxnSp>
      </p:grpSp>
    </p:spTree>
    <p:extLst>
      <p:ext uri="{BB962C8B-B14F-4D97-AF65-F5344CB8AC3E}">
        <p14:creationId xmlns:p14="http://schemas.microsoft.com/office/powerpoint/2010/main" val="3024503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3EDE1-7ED0-96DE-39B4-515012BAB4C0}"/>
              </a:ext>
            </a:extLst>
          </p:cNvPr>
          <p:cNvSpPr>
            <a:spLocks noGrp="1"/>
          </p:cNvSpPr>
          <p:nvPr>
            <p:ph type="title"/>
          </p:nvPr>
        </p:nvSpPr>
        <p:spPr/>
        <p:txBody>
          <a:bodyPr/>
          <a:lstStyle/>
          <a:p>
            <a:r>
              <a:rPr lang="en-IN"/>
              <a:t>FCPM leading vendors comparison</a:t>
            </a:r>
          </a:p>
        </p:txBody>
      </p:sp>
      <p:sp>
        <p:nvSpPr>
          <p:cNvPr id="5" name="Slide Number Placeholder 4">
            <a:extLst>
              <a:ext uri="{FF2B5EF4-FFF2-40B4-BE49-F238E27FC236}">
                <a16:creationId xmlns:a16="http://schemas.microsoft.com/office/drawing/2014/main" id="{191D7C33-81F2-B9FF-E5CE-FD664E600A1A}"/>
              </a:ext>
            </a:extLst>
          </p:cNvPr>
          <p:cNvSpPr>
            <a:spLocks noGrp="1"/>
          </p:cNvSpPr>
          <p:nvPr>
            <p:ph type="sldNum" sz="quarter" idx="12"/>
          </p:nvPr>
        </p:nvSpPr>
        <p:spPr/>
        <p:txBody>
          <a:bodyPr/>
          <a:lstStyle/>
          <a:p>
            <a:fld id="{94FCA0F3-9F3A-694B-99BB-0E592A797735}" type="slidenum">
              <a:rPr lang="en-US" smtClean="0"/>
              <a:t>56</a:t>
            </a:fld>
            <a:endParaRPr lang="en-US"/>
          </a:p>
        </p:txBody>
      </p:sp>
      <p:sp>
        <p:nvSpPr>
          <p:cNvPr id="6" name="Date Placeholder 5">
            <a:extLst>
              <a:ext uri="{FF2B5EF4-FFF2-40B4-BE49-F238E27FC236}">
                <a16:creationId xmlns:a16="http://schemas.microsoft.com/office/drawing/2014/main" id="{E02C854D-EF78-EA95-FA8E-A8307DB4C9E5}"/>
              </a:ext>
            </a:extLst>
          </p:cNvPr>
          <p:cNvSpPr>
            <a:spLocks noGrp="1"/>
          </p:cNvSpPr>
          <p:nvPr>
            <p:ph type="dt" sz="half" idx="10"/>
          </p:nvPr>
        </p:nvSpPr>
        <p:spPr/>
        <p:txBody>
          <a:bodyPr/>
          <a:lstStyle/>
          <a:p>
            <a:fld id="{2D3922B7-11EF-4820-9955-A4686B041E45}" type="datetime1">
              <a:rPr lang="en-US" smtClean="0"/>
              <a:t>11/28/2025</a:t>
            </a:fld>
            <a:endParaRPr lang="en-US"/>
          </a:p>
        </p:txBody>
      </p:sp>
      <p:sp>
        <p:nvSpPr>
          <p:cNvPr id="8" name="SmartArt Placeholder 7">
            <a:extLst>
              <a:ext uri="{FF2B5EF4-FFF2-40B4-BE49-F238E27FC236}">
                <a16:creationId xmlns:a16="http://schemas.microsoft.com/office/drawing/2014/main" id="{4D32D3C2-982D-F127-72F2-11B2F5EDF570}"/>
              </a:ext>
            </a:extLst>
          </p:cNvPr>
          <p:cNvSpPr>
            <a:spLocks noGrp="1"/>
          </p:cNvSpPr>
          <p:nvPr>
            <p:ph type="dgm" sz="quarter" idx="17"/>
          </p:nvPr>
        </p:nvSpPr>
        <p:spPr/>
        <p:txBody>
          <a:bodyPr/>
          <a:lstStyle/>
          <a:p>
            <a:endParaRPr lang="en-IN"/>
          </a:p>
        </p:txBody>
      </p:sp>
      <p:graphicFrame>
        <p:nvGraphicFramePr>
          <p:cNvPr id="9" name="Table 8">
            <a:extLst>
              <a:ext uri="{FF2B5EF4-FFF2-40B4-BE49-F238E27FC236}">
                <a16:creationId xmlns:a16="http://schemas.microsoft.com/office/drawing/2014/main" id="{166E83D2-08AA-57DA-AD60-CEB4E758F761}"/>
              </a:ext>
            </a:extLst>
          </p:cNvPr>
          <p:cNvGraphicFramePr>
            <a:graphicFrameLocks noGrp="1"/>
          </p:cNvGraphicFramePr>
          <p:nvPr>
            <p:extLst>
              <p:ext uri="{D42A27DB-BD31-4B8C-83A1-F6EECF244321}">
                <p14:modId xmlns:p14="http://schemas.microsoft.com/office/powerpoint/2010/main" val="1512893719"/>
              </p:ext>
            </p:extLst>
          </p:nvPr>
        </p:nvGraphicFramePr>
        <p:xfrm>
          <a:off x="892890" y="1336290"/>
          <a:ext cx="10406224" cy="4786332"/>
        </p:xfrm>
        <a:graphic>
          <a:graphicData uri="http://schemas.openxmlformats.org/drawingml/2006/table">
            <a:tbl>
              <a:tblPr firstRow="1"/>
              <a:tblGrid>
                <a:gridCol w="1027759">
                  <a:extLst>
                    <a:ext uri="{9D8B030D-6E8A-4147-A177-3AD203B41FA5}">
                      <a16:colId xmlns:a16="http://schemas.microsoft.com/office/drawing/2014/main" val="20000"/>
                    </a:ext>
                  </a:extLst>
                </a:gridCol>
                <a:gridCol w="1006729">
                  <a:extLst>
                    <a:ext uri="{9D8B030D-6E8A-4147-A177-3AD203B41FA5}">
                      <a16:colId xmlns:a16="http://schemas.microsoft.com/office/drawing/2014/main" val="20001"/>
                    </a:ext>
                  </a:extLst>
                </a:gridCol>
                <a:gridCol w="1070310">
                  <a:extLst>
                    <a:ext uri="{9D8B030D-6E8A-4147-A177-3AD203B41FA5}">
                      <a16:colId xmlns:a16="http://schemas.microsoft.com/office/drawing/2014/main" val="20002"/>
                    </a:ext>
                  </a:extLst>
                </a:gridCol>
                <a:gridCol w="1220943">
                  <a:extLst>
                    <a:ext uri="{9D8B030D-6E8A-4147-A177-3AD203B41FA5}">
                      <a16:colId xmlns:a16="http://schemas.microsoft.com/office/drawing/2014/main" val="20003"/>
                    </a:ext>
                  </a:extLst>
                </a:gridCol>
                <a:gridCol w="1407147">
                  <a:extLst>
                    <a:ext uri="{9D8B030D-6E8A-4147-A177-3AD203B41FA5}">
                      <a16:colId xmlns:a16="http://schemas.microsoft.com/office/drawing/2014/main" val="20004"/>
                    </a:ext>
                  </a:extLst>
                </a:gridCol>
                <a:gridCol w="1292850">
                  <a:extLst>
                    <a:ext uri="{9D8B030D-6E8A-4147-A177-3AD203B41FA5}">
                      <a16:colId xmlns:a16="http://schemas.microsoft.com/office/drawing/2014/main" val="20005"/>
                    </a:ext>
                  </a:extLst>
                </a:gridCol>
                <a:gridCol w="1051032">
                  <a:extLst>
                    <a:ext uri="{9D8B030D-6E8A-4147-A177-3AD203B41FA5}">
                      <a16:colId xmlns:a16="http://schemas.microsoft.com/office/drawing/2014/main" val="20006"/>
                    </a:ext>
                  </a:extLst>
                </a:gridCol>
                <a:gridCol w="951826">
                  <a:extLst>
                    <a:ext uri="{9D8B030D-6E8A-4147-A177-3AD203B41FA5}">
                      <a16:colId xmlns:a16="http://schemas.microsoft.com/office/drawing/2014/main" val="20007"/>
                    </a:ext>
                  </a:extLst>
                </a:gridCol>
                <a:gridCol w="1377628">
                  <a:extLst>
                    <a:ext uri="{9D8B030D-6E8A-4147-A177-3AD203B41FA5}">
                      <a16:colId xmlns:a16="http://schemas.microsoft.com/office/drawing/2014/main" val="20008"/>
                    </a:ext>
                  </a:extLst>
                </a:gridCol>
              </a:tblGrid>
              <a:tr h="376148">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algn="ctr"/>
                      <a:r>
                        <a:rPr lang="en-US" sz="900" b="1">
                          <a:solidFill>
                            <a:schemeClr val="bg2"/>
                          </a:solidFill>
                        </a:rPr>
                        <a:t>Module / Functionality</a:t>
                      </a:r>
                    </a:p>
                  </a:txBody>
                  <a:tcPr marL="9144" marR="9144"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Account Rec’s</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Close</a:t>
                      </a:r>
                      <a:r>
                        <a:rPr lang="en-US" sz="900" b="1" kern="1200" baseline="0">
                          <a:solidFill>
                            <a:schemeClr val="bg2"/>
                          </a:solidFill>
                        </a:rPr>
                        <a:t> Management</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Transaction Matching</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Journals</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Variance</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latin typeface="+mn-lt"/>
                          <a:ea typeface="+mn-ea"/>
                          <a:cs typeface="+mn-cs"/>
                        </a:rPr>
                        <a:t>Consolidated</a:t>
                      </a:r>
                      <a:r>
                        <a:rPr lang="en-US" sz="900" b="1" kern="1200" baseline="0">
                          <a:solidFill>
                            <a:schemeClr val="bg2"/>
                          </a:solidFill>
                          <a:latin typeface="+mn-lt"/>
                          <a:ea typeface="+mn-ea"/>
                          <a:cs typeface="+mn-cs"/>
                        </a:rPr>
                        <a:t> Balance Rec’s</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Compliance</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900" b="1" kern="1200">
                          <a:solidFill>
                            <a:schemeClr val="bg2"/>
                          </a:solidFill>
                        </a:rPr>
                        <a:t>Other</a:t>
                      </a:r>
                      <a:endParaRPr lang="en-US" sz="900" b="1" kern="1200">
                        <a:solidFill>
                          <a:schemeClr val="bg2"/>
                        </a:solidFill>
                        <a:latin typeface="+mn-lt"/>
                        <a:ea typeface="+mn-ea"/>
                        <a:cs typeface="+mn-cs"/>
                      </a:endParaRPr>
                    </a:p>
                  </a:txBody>
                  <a:tcPr marL="45720" marR="45720"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E600"/>
                    </a:solidFill>
                  </a:tcPr>
                </a:tc>
                <a:extLst>
                  <a:ext uri="{0D108BD9-81ED-4DB2-BD59-A6C34878D82A}">
                    <a16:rowId xmlns:a16="http://schemas.microsoft.com/office/drawing/2014/main" val="10000"/>
                  </a:ext>
                </a:extLst>
              </a:tr>
              <a:tr h="705169">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algn="ctr"/>
                      <a:r>
                        <a:rPr lang="en-US" sz="1100" dirty="0">
                          <a:solidFill>
                            <a:schemeClr val="bg1"/>
                          </a:solidFill>
                        </a:rPr>
                        <a:t>BlackLine*</a:t>
                      </a:r>
                      <a:endParaRPr lang="en-US" sz="1100" b="1" dirty="0">
                        <a:solidFill>
                          <a:schemeClr val="bg1"/>
                        </a:solidFill>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endParaRPr lang="en-US" sz="2800" kern="1200">
                        <a:solidFill>
                          <a:schemeClr val="bg1"/>
                        </a:solidFill>
                        <a:effectLst/>
                        <a:sym typeface="Wingdings" panose="05000000000000000000" pitchFamily="2" charset="2"/>
                      </a:endParaRPr>
                    </a:p>
                    <a:p>
                      <a:pPr marL="0" algn="ctr" defTabSz="685800" rtl="0" eaLnBrk="1" latinLnBrk="0" hangingPunct="1"/>
                      <a:r>
                        <a:rPr lang="en-US" sz="900" kern="1200">
                          <a:solidFill>
                            <a:schemeClr val="bg1"/>
                          </a:solidFill>
                          <a:effectLst/>
                          <a:sym typeface="Wingdings" panose="05000000000000000000" pitchFamily="2" charset="2"/>
                        </a:rPr>
                        <a:t>Accounts</a:t>
                      </a:r>
                      <a:endParaRPr lang="en-US" sz="11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endParaRPr lang="en-US" sz="2800" kern="1200">
                        <a:solidFill>
                          <a:schemeClr val="bg1"/>
                        </a:solidFill>
                        <a:effectLst/>
                        <a:sym typeface="Wingdings" panose="05000000000000000000" pitchFamily="2" charset="2"/>
                      </a:endParaRPr>
                    </a:p>
                    <a:p>
                      <a:pPr marL="0" algn="ctr" defTabSz="685800" rtl="0" eaLnBrk="1" latinLnBrk="0" hangingPunct="1"/>
                      <a:r>
                        <a:rPr lang="en-US" sz="900" kern="1200">
                          <a:solidFill>
                            <a:schemeClr val="bg1"/>
                          </a:solidFill>
                          <a:effectLst/>
                          <a:sym typeface="Wingdings" panose="05000000000000000000" pitchFamily="2" charset="2"/>
                        </a:rPr>
                        <a:t>Tasks</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Transaction Matching</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Journals</a:t>
                      </a:r>
                    </a:p>
                    <a:p>
                      <a:pPr marL="0" algn="ctr" defTabSz="685800" rtl="0" eaLnBrk="1" latinLnBrk="0" hangingPunct="1"/>
                      <a:r>
                        <a:rPr lang="en-US" sz="900" kern="1200">
                          <a:solidFill>
                            <a:schemeClr val="bg1"/>
                          </a:solidFill>
                          <a:effectLst/>
                          <a:latin typeface="+mn-lt"/>
                          <a:ea typeface="+mn-ea"/>
                          <a:cs typeface="+mn-cs"/>
                          <a:sym typeface="Wingdings" panose="05000000000000000000" pitchFamily="2" charset="2"/>
                        </a:rPr>
                        <a:t>(Manual, Recurring, Automated)</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Variance</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CIM</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sym typeface="Wingdings" panose="05000000000000000000" pitchFamily="2" charset="2"/>
                        </a:rPr>
                        <a:t>Tasks</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dirty="0">
                          <a:ln>
                            <a:noFill/>
                          </a:ln>
                          <a:solidFill>
                            <a:schemeClr val="bg1"/>
                          </a:solidFill>
                          <a:effectLst/>
                          <a:latin typeface="Arial" charset="0"/>
                          <a:ea typeface="+mn-ea"/>
                          <a:cs typeface="+mn-cs"/>
                        </a:rPr>
                        <a:t>Intercompany Hub</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dirty="0">
                          <a:ln>
                            <a:noFill/>
                          </a:ln>
                          <a:solidFill>
                            <a:schemeClr val="bg1"/>
                          </a:solidFill>
                          <a:effectLst/>
                          <a:latin typeface="Arial" charset="0"/>
                          <a:ea typeface="+mn-ea"/>
                          <a:cs typeface="+mn-cs"/>
                        </a:rPr>
                        <a:t>COSO</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dirty="0">
                          <a:ln>
                            <a:noFill/>
                          </a:ln>
                          <a:solidFill>
                            <a:schemeClr val="bg1"/>
                          </a:solidFill>
                          <a:effectLst/>
                          <a:latin typeface="Arial" charset="0"/>
                          <a:ea typeface="+mn-ea"/>
                          <a:cs typeface="+mn-cs"/>
                        </a:rPr>
                        <a:t>Enhanced Reporting</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dirty="0">
                          <a:ln>
                            <a:noFill/>
                          </a:ln>
                          <a:solidFill>
                            <a:schemeClr val="bg1"/>
                          </a:solidFill>
                          <a:effectLst/>
                          <a:latin typeface="Arial" charset="0"/>
                          <a:ea typeface="+mn-ea"/>
                          <a:cs typeface="+mn-cs"/>
                        </a:rPr>
                        <a:t>BlackLine U</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dirty="0">
                          <a:ln>
                            <a:noFill/>
                          </a:ln>
                          <a:solidFill>
                            <a:schemeClr val="bg1"/>
                          </a:solidFill>
                          <a:effectLst/>
                          <a:latin typeface="Arial" charset="0"/>
                          <a:ea typeface="+mn-ea"/>
                          <a:cs typeface="+mn-cs"/>
                        </a:rPr>
                        <a:t>Insights</a:t>
                      </a:r>
                    </a:p>
                  </a:txBody>
                  <a:tcPr marL="9144" marR="9144">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98304">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algn="ctr"/>
                      <a:r>
                        <a:rPr lang="en-US" sz="1100">
                          <a:solidFill>
                            <a:schemeClr val="bg1"/>
                          </a:solidFill>
                        </a:rPr>
                        <a:t>Oracle*</a:t>
                      </a:r>
                      <a:endParaRPr lang="en-US" sz="1100" b="1">
                        <a:solidFill>
                          <a:schemeClr val="bg1"/>
                        </a:solidFill>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rPr>
                        <a:t>ARM / ARCS</a:t>
                      </a:r>
                      <a:endParaRPr lang="en-US" sz="900" kern="1200">
                        <a:solidFill>
                          <a:schemeClr val="bg1"/>
                        </a:solidFill>
                        <a:effectLst/>
                        <a:latin typeface="+mn-lt"/>
                        <a:ea typeface="+mn-ea"/>
                        <a:cs typeface="+mn-cs"/>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rPr>
                        <a:t>Close Manager / FCCS</a:t>
                      </a:r>
                      <a:endParaRPr lang="en-US" sz="900" kern="1200">
                        <a:solidFill>
                          <a:schemeClr val="bg1"/>
                        </a:solidFill>
                        <a:effectLst/>
                        <a:latin typeface="+mn-lt"/>
                        <a:ea typeface="+mn-ea"/>
                        <a:cs typeface="+mn-cs"/>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18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rPr>
                        <a:t>New functionality within Cloud Solution (ARCS) only – not</a:t>
                      </a:r>
                      <a:r>
                        <a:rPr lang="en-US" sz="900" kern="1200" baseline="0">
                          <a:solidFill>
                            <a:schemeClr val="bg1"/>
                          </a:solidFill>
                          <a:effectLst/>
                        </a:rPr>
                        <a:t> FCM (On-prem)</a:t>
                      </a:r>
                      <a:endParaRPr lang="en-US" sz="2000" b="1" kern="1200">
                        <a:solidFill>
                          <a:schemeClr val="bg1"/>
                        </a:solidFill>
                        <a:effectLst/>
                        <a:latin typeface="+mn-lt"/>
                        <a:ea typeface="+mn-ea"/>
                        <a:cs typeface="+mn-cs"/>
                        <a:sym typeface="Wingdings" panose="05000000000000000000" pitchFamily="2" charset="2"/>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1800" kern="1200">
                          <a:solidFill>
                            <a:schemeClr val="bg1"/>
                          </a:solidFill>
                          <a:effectLst/>
                        </a:rPr>
                        <a:t>X</a:t>
                      </a:r>
                    </a:p>
                    <a:p>
                      <a:pPr marL="0" algn="ctr" defTabSz="685800" rtl="0" eaLnBrk="1" latinLnBrk="0" hangingPunct="1"/>
                      <a:r>
                        <a:rPr lang="en-US" sz="900" kern="1200">
                          <a:solidFill>
                            <a:schemeClr val="bg1"/>
                          </a:solidFill>
                          <a:effectLst/>
                        </a:rPr>
                        <a:t>(Not within FCM / ARM)</a:t>
                      </a:r>
                    </a:p>
                    <a:p>
                      <a:pPr marL="0" algn="ctr" defTabSz="685800" rtl="0" eaLnBrk="1" latinLnBrk="0" hangingPunct="1"/>
                      <a:endParaRPr lang="en-US" sz="900" kern="1200">
                        <a:solidFill>
                          <a:schemeClr val="bg1"/>
                        </a:solidFill>
                        <a:effectLst/>
                      </a:endParaRPr>
                    </a:p>
                    <a:p>
                      <a:pPr marL="0" algn="ctr" defTabSz="685800" rtl="0" eaLnBrk="1" latinLnBrk="0" hangingPunct="1"/>
                      <a:r>
                        <a:rPr lang="en-US" sz="900" kern="1200">
                          <a:solidFill>
                            <a:schemeClr val="bg1"/>
                          </a:solidFill>
                          <a:effectLst/>
                        </a:rPr>
                        <a:t>*Roadmap Item</a:t>
                      </a:r>
                      <a:endParaRPr lang="en-US" sz="900" kern="1200">
                        <a:solidFill>
                          <a:schemeClr val="bg1"/>
                        </a:solidFill>
                        <a:effectLst/>
                        <a:latin typeface="+mn-lt"/>
                        <a:ea typeface="+mn-ea"/>
                        <a:cs typeface="+mn-cs"/>
                      </a:endParaRPr>
                    </a:p>
                  </a:txBody>
                  <a:tcPr marL="9144" marR="9144">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000" u="none" strike="noStrike" kern="1200" cap="none" spc="0" normalizeH="0" baseline="0" noProof="0">
                          <a:ln>
                            <a:noFill/>
                          </a:ln>
                          <a:solidFill>
                            <a:schemeClr val="bg1"/>
                          </a:solidFill>
                          <a:effectLst/>
                          <a:uLnTx/>
                          <a:uFillTx/>
                          <a:sym typeface="Wingdings" panose="05000000000000000000" pitchFamily="2" charset="2"/>
                        </a:rPr>
                        <a: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ARM / ARCS</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With Variance Template </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20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rPr>
                        <a:t>*Can</a:t>
                      </a:r>
                      <a:r>
                        <a:rPr lang="en-US" sz="900" kern="1200" baseline="0">
                          <a:solidFill>
                            <a:schemeClr val="bg1"/>
                          </a:solidFill>
                          <a:effectLst/>
                        </a:rPr>
                        <a:t> be built into ARM / ARCS</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800" kern="1200">
                          <a:solidFill>
                            <a:schemeClr val="bg1"/>
                          </a:solidFill>
                          <a:effectLst/>
                          <a:sym typeface="Wingdings" panose="05000000000000000000" pitchFamily="2" charset="2"/>
                        </a:rPr>
                        <a: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Fin Reporting Compliance Cloud Service</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Supplemental Data Manager</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Reporting through BI Publisher / OBIEE</a:t>
                      </a:r>
                    </a:p>
                  </a:txBody>
                  <a:tcPr marL="9144" marR="9144">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24914">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algn="ctr"/>
                      <a:r>
                        <a:rPr lang="en-US" sz="1100" dirty="0">
                          <a:solidFill>
                            <a:schemeClr val="bg1"/>
                          </a:solidFill>
                        </a:rPr>
                        <a:t>Trintech**</a:t>
                      </a:r>
                      <a:endParaRPr lang="en-US" sz="1100" b="1" dirty="0">
                        <a:solidFill>
                          <a:schemeClr val="bg1"/>
                        </a:solidFill>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Certification</a:t>
                      </a:r>
                    </a:p>
                    <a:p>
                      <a:pPr marL="0" algn="ctr" defTabSz="685800" rtl="0" eaLnBrk="1" latinLnBrk="0" hangingPunct="1"/>
                      <a:r>
                        <a:rPr lang="en-US" sz="900" kern="1200">
                          <a:solidFill>
                            <a:schemeClr val="bg1"/>
                          </a:solidFill>
                          <a:effectLst/>
                          <a:sym typeface="Wingdings" panose="05000000000000000000" pitchFamily="2" charset="2"/>
                        </a:rPr>
                        <a:t>(Cadency)</a:t>
                      </a:r>
                      <a:endParaRPr lang="en-US" sz="11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Close</a:t>
                      </a:r>
                    </a:p>
                    <a:p>
                      <a:pPr marL="0" algn="ctr" defTabSz="685800" rtl="0" eaLnBrk="1" latinLnBrk="0" hangingPunct="1"/>
                      <a:r>
                        <a:rPr lang="en-US" sz="900" kern="1200">
                          <a:solidFill>
                            <a:schemeClr val="bg1"/>
                          </a:solidFill>
                          <a:effectLst/>
                          <a:sym typeface="Wingdings" panose="05000000000000000000" pitchFamily="2" charset="2"/>
                        </a:rPr>
                        <a:t>(Cadency)</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ReconNet</a:t>
                      </a:r>
                      <a:endParaRPr lang="en-US" sz="900" kern="1200">
                        <a:solidFill>
                          <a:schemeClr val="bg1"/>
                        </a:solidFill>
                        <a:effectLst/>
                        <a:latin typeface="+mn-lt"/>
                        <a:ea typeface="+mn-ea"/>
                        <a:cs typeface="+mn-cs"/>
                        <a:sym typeface="Wingdings" panose="05000000000000000000" pitchFamily="2" charset="2"/>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Journal Entry</a:t>
                      </a:r>
                    </a:p>
                    <a:p>
                      <a:pPr marL="0" algn="ctr" defTabSz="685800" rtl="0" eaLnBrk="1" latinLnBrk="0" hangingPunct="1"/>
                      <a:r>
                        <a:rPr lang="en-US" sz="900" kern="1200">
                          <a:solidFill>
                            <a:schemeClr val="bg1"/>
                          </a:solidFill>
                          <a:effectLst/>
                          <a:sym typeface="Wingdings" panose="05000000000000000000" pitchFamily="2" charset="2"/>
                        </a:rPr>
                        <a:t>(Cadency)</a:t>
                      </a:r>
                      <a:endParaRPr lang="en-US" sz="900" kern="1200">
                        <a:solidFill>
                          <a:schemeClr val="bg1"/>
                        </a:solidFill>
                        <a:effectLst/>
                        <a:latin typeface="+mn-lt"/>
                        <a:ea typeface="+mn-ea"/>
                        <a:cs typeface="+mn-cs"/>
                      </a:endParaRPr>
                    </a:p>
                  </a:txBody>
                  <a:tcPr marL="9144" marR="9144"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sym typeface="Wingdings" panose="05000000000000000000" pitchFamily="2" charset="2"/>
                        </a:rPr>
                        <a:t>Certification</a:t>
                      </a:r>
                    </a:p>
                    <a:p>
                      <a:pPr marL="0" algn="ctr" defTabSz="685800" rtl="0" eaLnBrk="1" latinLnBrk="0" hangingPunct="1"/>
                      <a:r>
                        <a:rPr lang="en-US" sz="900" kern="1200">
                          <a:solidFill>
                            <a:schemeClr val="bg1"/>
                          </a:solidFill>
                          <a:effectLst/>
                          <a:sym typeface="Wingdings" panose="05000000000000000000" pitchFamily="2" charset="2"/>
                        </a:rPr>
                        <a:t>(Cadency)</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sym typeface="Wingdings" panose="05000000000000000000" pitchFamily="2" charset="2"/>
                        </a:rPr>
                        <a:t>Certification</a:t>
                      </a:r>
                    </a:p>
                    <a:p>
                      <a:pPr marL="0" algn="ctr" defTabSz="685800" rtl="0" eaLnBrk="1" latinLnBrk="0" hangingPunct="1"/>
                      <a:r>
                        <a:rPr lang="en-US" sz="900" kern="1200">
                          <a:solidFill>
                            <a:schemeClr val="bg1"/>
                          </a:solidFill>
                          <a:effectLst/>
                          <a:sym typeface="Wingdings" panose="05000000000000000000" pitchFamily="2" charset="2"/>
                        </a:rPr>
                        <a:t>(Cadency)</a:t>
                      </a:r>
                    </a:p>
                    <a:p>
                      <a:pPr marL="0" algn="ctr" defTabSz="685800" rtl="0" eaLnBrk="1" latinLnBrk="0" hangingPunct="1"/>
                      <a:r>
                        <a:rPr lang="en-US" sz="900" kern="1200">
                          <a:solidFill>
                            <a:schemeClr val="bg1"/>
                          </a:solidFill>
                          <a:effectLst/>
                          <a:sym typeface="Wingdings" panose="05000000000000000000" pitchFamily="2" charset="2"/>
                        </a:rPr>
                        <a:t>*Not specific for Variance / Flux</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Compliance</a:t>
                      </a:r>
                    </a:p>
                    <a:p>
                      <a:pPr marL="0" algn="ctr" defTabSz="685800" rtl="0" eaLnBrk="1" latinLnBrk="0" hangingPunct="1"/>
                      <a:r>
                        <a:rPr lang="en-US" sz="900" kern="1200">
                          <a:solidFill>
                            <a:schemeClr val="bg1"/>
                          </a:solidFill>
                          <a:effectLst/>
                          <a:sym typeface="Wingdings" panose="05000000000000000000" pitchFamily="2" charset="2"/>
                        </a:rPr>
                        <a:t>(Cadency)</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Reporting Solution</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Acquired Chesapeake w/ Treasury Management tools</a:t>
                      </a:r>
                    </a:p>
                  </a:txBody>
                  <a:tcPr marL="9144" marR="9144">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24914">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algn="ctr"/>
                      <a:r>
                        <a:rPr lang="en-US" sz="1100" b="0">
                          <a:solidFill>
                            <a:schemeClr val="bg1"/>
                          </a:solidFill>
                        </a:rPr>
                        <a:t>AICO***</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endParaRPr lang="en-US" sz="2800" kern="1200">
                        <a:solidFill>
                          <a:schemeClr val="bg1"/>
                        </a:solidFill>
                        <a:effectLst/>
                        <a:sym typeface="Wingdings" panose="05000000000000000000" pitchFamily="2" charset="2"/>
                      </a:endParaRPr>
                    </a:p>
                    <a:p>
                      <a:pPr marL="0" algn="ctr" defTabSz="685800" rtl="0" eaLnBrk="1" latinLnBrk="0" hangingPunct="1"/>
                      <a:r>
                        <a:rPr lang="en-US" sz="900" kern="1200">
                          <a:solidFill>
                            <a:schemeClr val="bg1"/>
                          </a:solidFill>
                          <a:effectLst/>
                          <a:sym typeface="Wingdings" panose="05000000000000000000" pitchFamily="2" charset="2"/>
                        </a:rPr>
                        <a:t>Accounts</a:t>
                      </a:r>
                      <a:endParaRPr lang="en-US" sz="11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endParaRPr lang="en-US" sz="2800" kern="1200">
                        <a:solidFill>
                          <a:schemeClr val="bg1"/>
                        </a:solidFill>
                        <a:effectLst/>
                        <a:sym typeface="Wingdings" panose="05000000000000000000" pitchFamily="2" charset="2"/>
                      </a:endParaRPr>
                    </a:p>
                    <a:p>
                      <a:pPr marL="0" algn="ctr" defTabSz="685800" rtl="0" eaLnBrk="1" latinLnBrk="0" hangingPunct="1"/>
                      <a:r>
                        <a:rPr lang="en-US" sz="900" kern="1200">
                          <a:solidFill>
                            <a:schemeClr val="bg1"/>
                          </a:solidFill>
                          <a:effectLst/>
                          <a:sym typeface="Wingdings" panose="05000000000000000000" pitchFamily="2" charset="2"/>
                        </a:rPr>
                        <a:t>Tasks</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rPr>
                        <a:t>X</a:t>
                      </a:r>
                    </a:p>
                    <a:p>
                      <a:pPr marL="0" algn="ctr" defTabSz="685800" rtl="0" eaLnBrk="1" latinLnBrk="0" hangingPunct="1"/>
                      <a:r>
                        <a:rPr lang="en-US" sz="900" kern="1200">
                          <a:solidFill>
                            <a:schemeClr val="bg1"/>
                          </a:solidFill>
                          <a:effectLst/>
                          <a:latin typeface="+mn-lt"/>
                          <a:ea typeface="+mn-ea"/>
                          <a:cs typeface="+mn-cs"/>
                        </a:rPr>
                        <a:t>(No functionality)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Journals</a:t>
                      </a:r>
                    </a:p>
                    <a:p>
                      <a:pPr marL="0" algn="ctr" defTabSz="685800" rtl="0" eaLnBrk="1" latinLnBrk="0" hangingPunct="1"/>
                      <a:r>
                        <a:rPr lang="en-US" sz="900" kern="1200">
                          <a:solidFill>
                            <a:schemeClr val="bg1"/>
                          </a:solidFill>
                          <a:effectLst/>
                          <a:latin typeface="+mn-lt"/>
                          <a:ea typeface="+mn-ea"/>
                          <a:cs typeface="+mn-cs"/>
                          <a:sym typeface="Wingdings" panose="05000000000000000000" pitchFamily="2" charset="2"/>
                        </a:rPr>
                        <a:t>(Standard Templates -  Automated, Manual, Recurring)</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rPr>
                        <a:t>X</a:t>
                      </a:r>
                    </a:p>
                    <a:p>
                      <a:pPr marL="0" algn="ctr" defTabSz="685800" rtl="0" eaLnBrk="1" latinLnBrk="0" hangingPunct="1"/>
                      <a:r>
                        <a:rPr lang="en-US" sz="900" kern="1200">
                          <a:solidFill>
                            <a:schemeClr val="bg1"/>
                          </a:solidFill>
                          <a:effectLst/>
                          <a:latin typeface="+mn-lt"/>
                          <a:ea typeface="+mn-ea"/>
                          <a:cs typeface="+mn-cs"/>
                        </a:rPr>
                        <a:t>(No functionality)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rPr>
                        <a:t>X</a:t>
                      </a:r>
                    </a:p>
                    <a:p>
                      <a:pPr marL="0" algn="ctr" defTabSz="685800" rtl="0" eaLnBrk="1" latinLnBrk="0" hangingPunct="1"/>
                      <a:r>
                        <a:rPr lang="en-US" sz="900" kern="1200">
                          <a:solidFill>
                            <a:schemeClr val="bg1"/>
                          </a:solidFill>
                          <a:effectLst/>
                          <a:latin typeface="+mn-lt"/>
                          <a:ea typeface="+mn-ea"/>
                          <a:cs typeface="+mn-cs"/>
                        </a:rPr>
                        <a:t>(No functionality)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rPr>
                        <a:t>X</a:t>
                      </a:r>
                    </a:p>
                    <a:p>
                      <a:pPr marL="0" algn="ctr" defTabSz="685800" rtl="0" eaLnBrk="1" latinLnBrk="0" hangingPunct="1"/>
                      <a:r>
                        <a:rPr lang="en-US" sz="900" kern="1200">
                          <a:solidFill>
                            <a:schemeClr val="bg1"/>
                          </a:solidFill>
                          <a:effectLst/>
                          <a:latin typeface="+mn-lt"/>
                          <a:ea typeface="+mn-ea"/>
                          <a:cs typeface="+mn-cs"/>
                        </a:rPr>
                        <a:t>(No functionality)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Journals Dashboard</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Live ERP data extract</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Manual Payments – Secures one-time payment </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endParaRPr kumimoji="0" lang="en-US" sz="900" b="0" i="0" u="none" strike="noStrike" kern="1200" cap="none" normalizeH="0" baseline="0">
                        <a:ln>
                          <a:noFill/>
                        </a:ln>
                        <a:solidFill>
                          <a:schemeClr val="bg1"/>
                        </a:solidFill>
                        <a:effectLst/>
                        <a:latin typeface="Arial" charset="0"/>
                        <a:ea typeface="+mn-ea"/>
                        <a:cs typeface="+mn-cs"/>
                      </a:endParaRPr>
                    </a:p>
                  </a:txBody>
                  <a:tcPr marL="9144" marR="9144">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198186"/>
                  </a:ext>
                </a:extLst>
              </a:tr>
              <a:tr h="798304">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algn="ctr"/>
                      <a:r>
                        <a:rPr lang="en-US" sz="1100" b="0">
                          <a:solidFill>
                            <a:schemeClr val="bg1"/>
                          </a:solidFill>
                        </a:rPr>
                        <a:t>Redwood****</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endParaRPr lang="en-US" sz="2800" kern="1200">
                        <a:solidFill>
                          <a:schemeClr val="bg1"/>
                        </a:solidFill>
                        <a:effectLst/>
                        <a:sym typeface="Wingdings" panose="05000000000000000000" pitchFamily="2" charset="2"/>
                      </a:endParaRPr>
                    </a:p>
                    <a:p>
                      <a:pPr marL="0" algn="ctr" defTabSz="685800" rtl="0" eaLnBrk="1" latinLnBrk="0" hangingPunct="1"/>
                      <a:r>
                        <a:rPr lang="en-US" sz="900" kern="1200">
                          <a:solidFill>
                            <a:schemeClr val="bg1"/>
                          </a:solidFill>
                          <a:effectLst/>
                          <a:sym typeface="Wingdings" panose="05000000000000000000" pitchFamily="2" charset="2"/>
                        </a:rPr>
                        <a:t>Balance Sheet Reconciliation</a:t>
                      </a:r>
                      <a:endParaRPr lang="en-US" sz="11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endParaRPr lang="en-US" sz="2800" kern="1200">
                        <a:solidFill>
                          <a:schemeClr val="bg1"/>
                        </a:solidFill>
                        <a:effectLst/>
                        <a:sym typeface="Wingdings" panose="05000000000000000000" pitchFamily="2" charset="2"/>
                      </a:endParaRPr>
                    </a:p>
                    <a:p>
                      <a:pPr marL="0" algn="ctr" defTabSz="685800" rtl="0" eaLnBrk="1" latinLnBrk="0" hangingPunct="1"/>
                      <a:r>
                        <a:rPr lang="en-US" sz="900" kern="1200">
                          <a:solidFill>
                            <a:schemeClr val="bg1"/>
                          </a:solidFill>
                          <a:effectLst/>
                          <a:sym typeface="Wingdings" panose="05000000000000000000" pitchFamily="2" charset="2"/>
                        </a:rPr>
                        <a:t>Close</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rPr>
                        <a:t>X</a:t>
                      </a:r>
                    </a:p>
                    <a:p>
                      <a:pPr marL="0" algn="ctr" defTabSz="685800" rtl="0" eaLnBrk="1" latinLnBrk="0" hangingPunct="1"/>
                      <a:r>
                        <a:rPr lang="en-US" sz="900" kern="1200">
                          <a:solidFill>
                            <a:schemeClr val="bg1"/>
                          </a:solidFill>
                          <a:effectLst/>
                          <a:latin typeface="+mn-lt"/>
                          <a:ea typeface="+mn-ea"/>
                          <a:cs typeface="+mn-cs"/>
                        </a:rPr>
                        <a:t>(No functionality)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a:t>
                      </a:r>
                    </a:p>
                    <a:p>
                      <a:pPr marL="0" algn="ctr" defTabSz="685800" rtl="0" eaLnBrk="1" latinLnBrk="0" hangingPunct="1"/>
                      <a:r>
                        <a:rPr lang="en-US" sz="900" kern="1200">
                          <a:solidFill>
                            <a:schemeClr val="bg1"/>
                          </a:solidFill>
                          <a:effectLst/>
                          <a:sym typeface="Wingdings" panose="05000000000000000000" pitchFamily="2" charset="2"/>
                        </a:rPr>
                        <a:t>Journal Entry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rPr>
                        <a:t>X</a:t>
                      </a:r>
                    </a:p>
                    <a:p>
                      <a:pPr marL="0" algn="ctr" defTabSz="685800" rtl="0" eaLnBrk="1" latinLnBrk="0" hangingPunct="1"/>
                      <a:r>
                        <a:rPr lang="en-US" sz="900" kern="1200">
                          <a:solidFill>
                            <a:schemeClr val="bg1"/>
                          </a:solidFill>
                          <a:effectLst/>
                          <a:latin typeface="+mn-lt"/>
                          <a:ea typeface="+mn-ea"/>
                          <a:cs typeface="+mn-cs"/>
                        </a:rPr>
                        <a:t>(No functionality)</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latin typeface="+mn-lt"/>
                          <a:ea typeface="+mn-ea"/>
                          <a:cs typeface="+mn-cs"/>
                          <a:sym typeface="Wingdings" panose="05000000000000000000" pitchFamily="2" charset="2"/>
                        </a:rPr>
                        <a:t>*Can be built</a:t>
                      </a: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algn="ctr" defTabSz="685800" rtl="0" eaLnBrk="1" latinLnBrk="0" hangingPunct="1"/>
                      <a:r>
                        <a:rPr lang="en-US" sz="2000" kern="1200">
                          <a:solidFill>
                            <a:schemeClr val="bg1"/>
                          </a:solidFill>
                          <a:effectLst/>
                          <a:sym typeface="Wingdings" panose="05000000000000000000" pitchFamily="2" charset="2"/>
                        </a:rPr>
                        <a:t>/ -</a:t>
                      </a:r>
                    </a:p>
                    <a:p>
                      <a:pPr marL="0" algn="ctr" defTabSz="685800" rtl="0" eaLnBrk="1" latinLnBrk="0" hangingPunct="1"/>
                      <a:r>
                        <a:rPr lang="en-US" sz="900" kern="1200">
                          <a:solidFill>
                            <a:schemeClr val="bg1"/>
                          </a:solidFill>
                          <a:effectLst/>
                          <a:sym typeface="Wingdings" panose="05000000000000000000" pitchFamily="2" charset="2"/>
                        </a:rPr>
                        <a:t>Possible with audit trails</a:t>
                      </a:r>
                      <a:endParaRPr lang="en-US" sz="900" kern="1200">
                        <a:solidFill>
                          <a:schemeClr val="bg1"/>
                        </a:solidFill>
                        <a:effectLst/>
                        <a:latin typeface="+mn-lt"/>
                        <a:ea typeface="+mn-ea"/>
                        <a:cs typeface="+mn-cs"/>
                      </a:endParaRPr>
                    </a:p>
                  </a:txBody>
                  <a:tcPr anchor="ct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Intercompany Reconciliation</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Journals Insights</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r>
                        <a:rPr kumimoji="0" lang="en-US" sz="900" b="0" i="0" u="none" strike="noStrike" kern="1200" cap="none" normalizeH="0" baseline="0">
                          <a:ln>
                            <a:noFill/>
                          </a:ln>
                          <a:solidFill>
                            <a:schemeClr val="bg1"/>
                          </a:solidFill>
                          <a:effectLst/>
                          <a:latin typeface="Arial" charset="0"/>
                          <a:ea typeface="+mn-ea"/>
                          <a:cs typeface="+mn-cs"/>
                        </a:rPr>
                        <a:t>Dashboard</a:t>
                      </a:r>
                    </a:p>
                    <a:p>
                      <a:pPr marL="176213" marR="0" lvl="0" indent="-119063" algn="l" defTabSz="914400" rtl="0" eaLnBrk="1" fontAlgn="base" latinLnBrk="0" hangingPunct="1">
                        <a:lnSpc>
                          <a:spcPct val="100000"/>
                        </a:lnSpc>
                        <a:spcBef>
                          <a:spcPts val="0"/>
                        </a:spcBef>
                        <a:spcAft>
                          <a:spcPct val="0"/>
                        </a:spcAft>
                        <a:buClr>
                          <a:srgbClr val="FFC000"/>
                        </a:buClr>
                        <a:buSzPct val="50000"/>
                        <a:buFont typeface="Arial" panose="020B0604020202020204" pitchFamily="34" charset="0"/>
                        <a:buChar char="►"/>
                        <a:tabLst>
                          <a:tab pos="2400300" algn="l"/>
                        </a:tabLst>
                      </a:pPr>
                      <a:endParaRPr kumimoji="0" lang="en-US" sz="900" b="0" i="0" u="none" strike="noStrike" kern="1200" cap="none" normalizeH="0" baseline="0">
                        <a:ln>
                          <a:noFill/>
                        </a:ln>
                        <a:solidFill>
                          <a:schemeClr val="bg1"/>
                        </a:solidFill>
                        <a:effectLst/>
                        <a:latin typeface="Arial" charset="0"/>
                        <a:ea typeface="+mn-ea"/>
                        <a:cs typeface="+mn-cs"/>
                      </a:endParaRPr>
                    </a:p>
                  </a:txBody>
                  <a:tcPr marL="9144" marR="9144">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3580423"/>
                  </a:ext>
                </a:extLst>
              </a:tr>
            </a:tbl>
          </a:graphicData>
        </a:graphic>
      </p:graphicFrame>
      <p:sp>
        <p:nvSpPr>
          <p:cNvPr id="10" name="Rectangle 9">
            <a:extLst>
              <a:ext uri="{FF2B5EF4-FFF2-40B4-BE49-F238E27FC236}">
                <a16:creationId xmlns:a16="http://schemas.microsoft.com/office/drawing/2014/main" id="{87950804-7613-DC7E-4264-16FE13FD4B67}"/>
              </a:ext>
            </a:extLst>
          </p:cNvPr>
          <p:cNvSpPr/>
          <p:nvPr/>
        </p:nvSpPr>
        <p:spPr>
          <a:xfrm>
            <a:off x="3301977" y="6106125"/>
            <a:ext cx="6118983" cy="707886"/>
          </a:xfrm>
          <a:prstGeom prst="rect">
            <a:avLst/>
          </a:prstGeom>
        </p:spPr>
        <p:txBody>
          <a:bodyPr wrap="none">
            <a:spAutoFit/>
          </a:bodyPr>
          <a:lstStyle/>
          <a:p>
            <a:r>
              <a:rPr lang="en-US" sz="1000" i="1">
                <a:solidFill>
                  <a:srgbClr val="646464"/>
                </a:solidFill>
                <a:latin typeface="Calibri" panose="020F0502020204030204"/>
              </a:rPr>
              <a:t>* Gartner recognized “Leader” for Cloud Financial Close Solutions (source: Gartner 2018 FCPM report)</a:t>
            </a:r>
          </a:p>
          <a:p>
            <a:r>
              <a:rPr lang="en-US" sz="1000" i="1">
                <a:solidFill>
                  <a:srgbClr val="646464"/>
                </a:solidFill>
                <a:latin typeface="Calibri" panose="020F0502020204030204"/>
              </a:rPr>
              <a:t>** Gartner recognized “Visionary” for Cloud Financial Close Solutions (source: Gartner 2018 FCPM report)</a:t>
            </a:r>
          </a:p>
          <a:p>
            <a:r>
              <a:rPr lang="en-US" sz="1000" i="1">
                <a:solidFill>
                  <a:srgbClr val="646464"/>
                </a:solidFill>
                <a:latin typeface="Calibri" panose="020F0502020204030204"/>
              </a:rPr>
              <a:t>*** Ranked as No. 1 out of 24 Finance Close Software Tools (source: Peerspot)</a:t>
            </a:r>
          </a:p>
          <a:p>
            <a:r>
              <a:rPr lang="en-US" sz="1000" i="1">
                <a:solidFill>
                  <a:srgbClr val="646464"/>
                </a:solidFill>
                <a:latin typeface="Calibri" panose="020F0502020204030204"/>
              </a:rPr>
              <a:t>**** Mentioned as Rising Star </a:t>
            </a:r>
            <a:r>
              <a:rPr lang="en-IN" sz="1000" i="1">
                <a:solidFill>
                  <a:srgbClr val="646464"/>
                </a:solidFill>
                <a:latin typeface="Calibri" panose="020F0502020204030204"/>
              </a:rPr>
              <a:t>in Featured Customers Spring 2022 report on Financial Close Management software</a:t>
            </a:r>
            <a:endParaRPr lang="en-US" sz="1000" i="1">
              <a:solidFill>
                <a:srgbClr val="646464"/>
              </a:solidFill>
              <a:latin typeface="Calibri" panose="020F0502020204030204"/>
            </a:endParaRPr>
          </a:p>
        </p:txBody>
      </p:sp>
    </p:spTree>
    <p:extLst>
      <p:ext uri="{BB962C8B-B14F-4D97-AF65-F5344CB8AC3E}">
        <p14:creationId xmlns:p14="http://schemas.microsoft.com/office/powerpoint/2010/main" val="3025975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76E7C2-0459-D6EF-E9F4-900F5D49E4D6}"/>
              </a:ext>
            </a:extLst>
          </p:cNvPr>
          <p:cNvSpPr>
            <a:spLocks noGrp="1"/>
          </p:cNvSpPr>
          <p:nvPr>
            <p:ph type="title"/>
          </p:nvPr>
        </p:nvSpPr>
        <p:spPr/>
        <p:txBody>
          <a:bodyPr/>
          <a:lstStyle/>
          <a:p>
            <a:r>
              <a:rPr lang="en-US" b="1"/>
              <a:t>Financial Consolidation Solutions Assessment (1/3)</a:t>
            </a:r>
            <a:endParaRPr lang="en-IN" b="1"/>
          </a:p>
        </p:txBody>
      </p:sp>
      <p:pic>
        <p:nvPicPr>
          <p:cNvPr id="3" name="Picture 2">
            <a:extLst>
              <a:ext uri="{FF2B5EF4-FFF2-40B4-BE49-F238E27FC236}">
                <a16:creationId xmlns:a16="http://schemas.microsoft.com/office/drawing/2014/main" id="{71E7FA04-406F-F283-65FF-2BC78968C8C3}"/>
              </a:ext>
            </a:extLst>
          </p:cNvPr>
          <p:cNvPicPr>
            <a:picLocks noChangeAspect="1"/>
          </p:cNvPicPr>
          <p:nvPr/>
        </p:nvPicPr>
        <p:blipFill>
          <a:blip r:embed="rId2"/>
          <a:srcRect l="1037" t="1762" r="1408" b="4097"/>
          <a:stretch/>
        </p:blipFill>
        <p:spPr>
          <a:xfrm>
            <a:off x="381000" y="1055608"/>
            <a:ext cx="11430000" cy="5665232"/>
          </a:xfrm>
          <a:prstGeom prst="rect">
            <a:avLst/>
          </a:prstGeom>
        </p:spPr>
      </p:pic>
      <p:pic>
        <p:nvPicPr>
          <p:cNvPr id="8" name="Picture 7">
            <a:extLst>
              <a:ext uri="{FF2B5EF4-FFF2-40B4-BE49-F238E27FC236}">
                <a16:creationId xmlns:a16="http://schemas.microsoft.com/office/drawing/2014/main" id="{0236EE42-F85E-9510-7B2A-FFE646C72255}"/>
              </a:ext>
            </a:extLst>
          </p:cNvPr>
          <p:cNvPicPr>
            <a:picLocks noChangeAspect="1"/>
          </p:cNvPicPr>
          <p:nvPr/>
        </p:nvPicPr>
        <p:blipFill>
          <a:blip r:embed="rId3"/>
          <a:srcRect l="1849" t="21048" r="762" b="16924"/>
          <a:stretch/>
        </p:blipFill>
        <p:spPr>
          <a:xfrm>
            <a:off x="8157000" y="770300"/>
            <a:ext cx="3654000" cy="228600"/>
          </a:xfrm>
          <a:prstGeom prst="rect">
            <a:avLst/>
          </a:prstGeom>
        </p:spPr>
      </p:pic>
      <p:sp>
        <p:nvSpPr>
          <p:cNvPr id="2" name="Date Placeholder 1">
            <a:extLst>
              <a:ext uri="{FF2B5EF4-FFF2-40B4-BE49-F238E27FC236}">
                <a16:creationId xmlns:a16="http://schemas.microsoft.com/office/drawing/2014/main" id="{DE3490B7-6389-5E6B-C138-1B1075E55790}"/>
              </a:ext>
            </a:extLst>
          </p:cNvPr>
          <p:cNvSpPr>
            <a:spLocks noGrp="1"/>
          </p:cNvSpPr>
          <p:nvPr>
            <p:ph type="dt" sz="half" idx="10"/>
          </p:nvPr>
        </p:nvSpPr>
        <p:spPr/>
        <p:txBody>
          <a:bodyPr/>
          <a:lstStyle/>
          <a:p>
            <a:fld id="{0819EA7C-C7AB-4FBC-B849-3EFD0B882B02}" type="datetime1">
              <a:rPr lang="en-US" smtClean="0"/>
              <a:t>11/28/2025</a:t>
            </a:fld>
            <a:endParaRPr lang="en-IN"/>
          </a:p>
        </p:txBody>
      </p:sp>
      <p:sp>
        <p:nvSpPr>
          <p:cNvPr id="5" name="Slide Number Placeholder 4">
            <a:extLst>
              <a:ext uri="{FF2B5EF4-FFF2-40B4-BE49-F238E27FC236}">
                <a16:creationId xmlns:a16="http://schemas.microsoft.com/office/drawing/2014/main" id="{7B32D989-0F4F-3BF6-F55D-99963BF9835E}"/>
              </a:ext>
            </a:extLst>
          </p:cNvPr>
          <p:cNvSpPr>
            <a:spLocks noGrp="1"/>
          </p:cNvSpPr>
          <p:nvPr>
            <p:ph type="sldNum" sz="quarter" idx="12"/>
          </p:nvPr>
        </p:nvSpPr>
        <p:spPr/>
        <p:txBody>
          <a:bodyPr/>
          <a:lstStyle/>
          <a:p>
            <a:r>
              <a:rPr lang="en-GB"/>
              <a:t>Page </a:t>
            </a:r>
            <a:fld id="{F1BC30E3-FFE5-4B91-AA19-87A149EBB9EE}" type="slidenum">
              <a:rPr smtClean="0"/>
              <a:pPr/>
              <a:t>57</a:t>
            </a:fld>
            <a:endParaRPr/>
          </a:p>
        </p:txBody>
      </p:sp>
    </p:spTree>
    <p:extLst>
      <p:ext uri="{BB962C8B-B14F-4D97-AF65-F5344CB8AC3E}">
        <p14:creationId xmlns:p14="http://schemas.microsoft.com/office/powerpoint/2010/main" val="36719278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76E7C2-0459-D6EF-E9F4-900F5D49E4D6}"/>
              </a:ext>
            </a:extLst>
          </p:cNvPr>
          <p:cNvSpPr>
            <a:spLocks noGrp="1"/>
          </p:cNvSpPr>
          <p:nvPr>
            <p:ph type="title"/>
          </p:nvPr>
        </p:nvSpPr>
        <p:spPr/>
        <p:txBody>
          <a:bodyPr/>
          <a:lstStyle/>
          <a:p>
            <a:r>
              <a:rPr lang="en-US" b="1"/>
              <a:t>Financial Consolidation Solutions Assessment (2/3)</a:t>
            </a:r>
            <a:endParaRPr lang="en-IN" b="1"/>
          </a:p>
        </p:txBody>
      </p:sp>
      <p:pic>
        <p:nvPicPr>
          <p:cNvPr id="2" name="Picture 1">
            <a:extLst>
              <a:ext uri="{FF2B5EF4-FFF2-40B4-BE49-F238E27FC236}">
                <a16:creationId xmlns:a16="http://schemas.microsoft.com/office/drawing/2014/main" id="{A7FAE79A-1649-B83B-A7E6-D67B3D9CB7CC}"/>
              </a:ext>
            </a:extLst>
          </p:cNvPr>
          <p:cNvPicPr>
            <a:picLocks noChangeAspect="1"/>
          </p:cNvPicPr>
          <p:nvPr/>
        </p:nvPicPr>
        <p:blipFill>
          <a:blip r:embed="rId2"/>
          <a:srcRect l="937" t="1539" r="685" b="1856"/>
          <a:stretch/>
        </p:blipFill>
        <p:spPr>
          <a:xfrm>
            <a:off x="381000" y="1051878"/>
            <a:ext cx="11430000" cy="5668962"/>
          </a:xfrm>
          <a:prstGeom prst="rect">
            <a:avLst/>
          </a:prstGeom>
        </p:spPr>
      </p:pic>
      <p:pic>
        <p:nvPicPr>
          <p:cNvPr id="7" name="Picture 6">
            <a:extLst>
              <a:ext uri="{FF2B5EF4-FFF2-40B4-BE49-F238E27FC236}">
                <a16:creationId xmlns:a16="http://schemas.microsoft.com/office/drawing/2014/main" id="{4CD424BA-9C76-1433-6DE7-F0A9EE4BBDD2}"/>
              </a:ext>
            </a:extLst>
          </p:cNvPr>
          <p:cNvPicPr>
            <a:picLocks noChangeAspect="1"/>
          </p:cNvPicPr>
          <p:nvPr/>
        </p:nvPicPr>
        <p:blipFill>
          <a:blip r:embed="rId3"/>
          <a:srcRect l="1849" t="21048" r="762" b="16924"/>
          <a:stretch/>
        </p:blipFill>
        <p:spPr>
          <a:xfrm>
            <a:off x="8157000" y="770300"/>
            <a:ext cx="3654000" cy="228600"/>
          </a:xfrm>
          <a:prstGeom prst="rect">
            <a:avLst/>
          </a:prstGeom>
        </p:spPr>
      </p:pic>
      <p:sp>
        <p:nvSpPr>
          <p:cNvPr id="3" name="Date Placeholder 2">
            <a:extLst>
              <a:ext uri="{FF2B5EF4-FFF2-40B4-BE49-F238E27FC236}">
                <a16:creationId xmlns:a16="http://schemas.microsoft.com/office/drawing/2014/main" id="{A24DCB64-B5B0-9849-68B4-531CB6399E52}"/>
              </a:ext>
            </a:extLst>
          </p:cNvPr>
          <p:cNvSpPr>
            <a:spLocks noGrp="1"/>
          </p:cNvSpPr>
          <p:nvPr>
            <p:ph type="dt" sz="half" idx="10"/>
          </p:nvPr>
        </p:nvSpPr>
        <p:spPr/>
        <p:txBody>
          <a:bodyPr/>
          <a:lstStyle/>
          <a:p>
            <a:fld id="{D601A1FA-A20E-43B5-A07E-CED6FA330B44}" type="datetime1">
              <a:rPr lang="en-US" smtClean="0"/>
              <a:t>11/28/2025</a:t>
            </a:fld>
            <a:endParaRPr lang="en-IN"/>
          </a:p>
        </p:txBody>
      </p:sp>
      <p:sp>
        <p:nvSpPr>
          <p:cNvPr id="5" name="Slide Number Placeholder 4">
            <a:extLst>
              <a:ext uri="{FF2B5EF4-FFF2-40B4-BE49-F238E27FC236}">
                <a16:creationId xmlns:a16="http://schemas.microsoft.com/office/drawing/2014/main" id="{B85159F8-5CC2-2DFC-1F4F-497D0396B61C}"/>
              </a:ext>
            </a:extLst>
          </p:cNvPr>
          <p:cNvSpPr>
            <a:spLocks noGrp="1"/>
          </p:cNvSpPr>
          <p:nvPr>
            <p:ph type="sldNum" sz="quarter" idx="12"/>
          </p:nvPr>
        </p:nvSpPr>
        <p:spPr/>
        <p:txBody>
          <a:bodyPr/>
          <a:lstStyle/>
          <a:p>
            <a:r>
              <a:rPr lang="en-GB"/>
              <a:t>Page </a:t>
            </a:r>
            <a:fld id="{F1BC30E3-FFE5-4B91-AA19-87A149EBB9EE}" type="slidenum">
              <a:rPr smtClean="0"/>
              <a:pPr/>
              <a:t>58</a:t>
            </a:fld>
            <a:endParaRPr/>
          </a:p>
        </p:txBody>
      </p:sp>
    </p:spTree>
    <p:extLst>
      <p:ext uri="{BB962C8B-B14F-4D97-AF65-F5344CB8AC3E}">
        <p14:creationId xmlns:p14="http://schemas.microsoft.com/office/powerpoint/2010/main" val="1230116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76E7C2-0459-D6EF-E9F4-900F5D49E4D6}"/>
              </a:ext>
            </a:extLst>
          </p:cNvPr>
          <p:cNvSpPr>
            <a:spLocks noGrp="1"/>
          </p:cNvSpPr>
          <p:nvPr>
            <p:ph type="title"/>
          </p:nvPr>
        </p:nvSpPr>
        <p:spPr/>
        <p:txBody>
          <a:bodyPr/>
          <a:lstStyle/>
          <a:p>
            <a:r>
              <a:rPr lang="en-US" b="1"/>
              <a:t>Financial Consolidation Solutions Assessment (3/3)</a:t>
            </a:r>
            <a:endParaRPr lang="en-IN" b="1"/>
          </a:p>
        </p:txBody>
      </p:sp>
      <p:pic>
        <p:nvPicPr>
          <p:cNvPr id="7" name="Picture 6">
            <a:extLst>
              <a:ext uri="{FF2B5EF4-FFF2-40B4-BE49-F238E27FC236}">
                <a16:creationId xmlns:a16="http://schemas.microsoft.com/office/drawing/2014/main" id="{89169724-6FCE-C7AA-213F-88A8868E913F}"/>
              </a:ext>
            </a:extLst>
          </p:cNvPr>
          <p:cNvPicPr>
            <a:picLocks noChangeAspect="1"/>
          </p:cNvPicPr>
          <p:nvPr/>
        </p:nvPicPr>
        <p:blipFill>
          <a:blip r:embed="rId2"/>
          <a:srcRect l="994" t="1245" r="1365" b="2160"/>
          <a:stretch/>
        </p:blipFill>
        <p:spPr>
          <a:xfrm>
            <a:off x="381000" y="1051198"/>
            <a:ext cx="11430000" cy="5669642"/>
          </a:xfrm>
          <a:prstGeom prst="rect">
            <a:avLst/>
          </a:prstGeom>
        </p:spPr>
      </p:pic>
      <p:pic>
        <p:nvPicPr>
          <p:cNvPr id="8" name="Picture 7">
            <a:extLst>
              <a:ext uri="{FF2B5EF4-FFF2-40B4-BE49-F238E27FC236}">
                <a16:creationId xmlns:a16="http://schemas.microsoft.com/office/drawing/2014/main" id="{9CFEE51E-FBA7-5892-45E8-7A274F6129F0}"/>
              </a:ext>
            </a:extLst>
          </p:cNvPr>
          <p:cNvPicPr>
            <a:picLocks noChangeAspect="1"/>
          </p:cNvPicPr>
          <p:nvPr/>
        </p:nvPicPr>
        <p:blipFill>
          <a:blip r:embed="rId3"/>
          <a:srcRect l="1849" t="21048" r="762" b="16924"/>
          <a:stretch/>
        </p:blipFill>
        <p:spPr>
          <a:xfrm>
            <a:off x="8157000" y="770300"/>
            <a:ext cx="3654000" cy="228600"/>
          </a:xfrm>
          <a:prstGeom prst="rect">
            <a:avLst/>
          </a:prstGeom>
        </p:spPr>
      </p:pic>
      <p:sp>
        <p:nvSpPr>
          <p:cNvPr id="2" name="Date Placeholder 1">
            <a:extLst>
              <a:ext uri="{FF2B5EF4-FFF2-40B4-BE49-F238E27FC236}">
                <a16:creationId xmlns:a16="http://schemas.microsoft.com/office/drawing/2014/main" id="{788380C4-ABE3-B892-4952-54852857567A}"/>
              </a:ext>
            </a:extLst>
          </p:cNvPr>
          <p:cNvSpPr>
            <a:spLocks noGrp="1"/>
          </p:cNvSpPr>
          <p:nvPr>
            <p:ph type="dt" sz="half" idx="10"/>
          </p:nvPr>
        </p:nvSpPr>
        <p:spPr/>
        <p:txBody>
          <a:bodyPr/>
          <a:lstStyle/>
          <a:p>
            <a:fld id="{B945C846-9968-4A15-A532-5D9DB5361B54}" type="datetime1">
              <a:rPr lang="en-US" smtClean="0"/>
              <a:t>11/28/2025</a:t>
            </a:fld>
            <a:endParaRPr lang="en-IN"/>
          </a:p>
        </p:txBody>
      </p:sp>
      <p:sp>
        <p:nvSpPr>
          <p:cNvPr id="3" name="Slide Number Placeholder 2">
            <a:extLst>
              <a:ext uri="{FF2B5EF4-FFF2-40B4-BE49-F238E27FC236}">
                <a16:creationId xmlns:a16="http://schemas.microsoft.com/office/drawing/2014/main" id="{6C4910B6-D8FE-C11D-E0C4-9B4C0A780734}"/>
              </a:ext>
            </a:extLst>
          </p:cNvPr>
          <p:cNvSpPr>
            <a:spLocks noGrp="1"/>
          </p:cNvSpPr>
          <p:nvPr>
            <p:ph type="sldNum" sz="quarter" idx="12"/>
          </p:nvPr>
        </p:nvSpPr>
        <p:spPr/>
        <p:txBody>
          <a:bodyPr/>
          <a:lstStyle/>
          <a:p>
            <a:r>
              <a:rPr lang="en-GB"/>
              <a:t>Page </a:t>
            </a:r>
            <a:fld id="{F1BC30E3-FFE5-4B91-AA19-87A149EBB9EE}" type="slidenum">
              <a:rPr smtClean="0"/>
              <a:pPr/>
              <a:t>59</a:t>
            </a:fld>
            <a:endParaRPr/>
          </a:p>
        </p:txBody>
      </p:sp>
    </p:spTree>
    <p:extLst>
      <p:ext uri="{BB962C8B-B14F-4D97-AF65-F5344CB8AC3E}">
        <p14:creationId xmlns:p14="http://schemas.microsoft.com/office/powerpoint/2010/main" val="35580057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F0CB5-D8B9-D397-D936-95D8EBB8745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291131C-923F-E38F-1D4F-3284287F5C45}"/>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Governance and Change Management</a:t>
            </a:r>
          </a:p>
        </p:txBody>
      </p:sp>
    </p:spTree>
    <p:extLst>
      <p:ext uri="{BB962C8B-B14F-4D97-AF65-F5344CB8AC3E}">
        <p14:creationId xmlns:p14="http://schemas.microsoft.com/office/powerpoint/2010/main" val="8982877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2286E-5D56-92DA-AAD9-0009218CD16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18CA96C-8841-8B01-E0DA-8D314B57EA52}"/>
              </a:ext>
            </a:extLst>
          </p:cNvPr>
          <p:cNvSpPr>
            <a:spLocks noGrp="1"/>
          </p:cNvSpPr>
          <p:nvPr>
            <p:ph type="title"/>
          </p:nvPr>
        </p:nvSpPr>
        <p:spPr>
          <a:xfrm>
            <a:off x="495300" y="228600"/>
            <a:ext cx="11201400" cy="548640"/>
          </a:xfrm>
        </p:spPr>
        <p:txBody>
          <a:bodyPr lIns="91440" tIns="45720" rIns="91440"/>
          <a:lstStyle/>
          <a:p>
            <a:pPr>
              <a:lnSpc>
                <a:spcPct val="100000"/>
              </a:lnSpc>
            </a:pPr>
            <a:r>
              <a:rPr lang="en-GB" dirty="0"/>
              <a:t>What is a </a:t>
            </a:r>
            <a:r>
              <a:rPr lang="en-GB" b="0" dirty="0"/>
              <a:t>Change Impact Assessment (CIA)</a:t>
            </a:r>
            <a:endParaRPr lang="en-IN" dirty="0"/>
          </a:p>
        </p:txBody>
      </p:sp>
      <p:sp>
        <p:nvSpPr>
          <p:cNvPr id="6" name="Date Placeholder 5">
            <a:extLst>
              <a:ext uri="{FF2B5EF4-FFF2-40B4-BE49-F238E27FC236}">
                <a16:creationId xmlns:a16="http://schemas.microsoft.com/office/drawing/2014/main" id="{E84BFB73-2D4E-EE75-30F0-70E03D2F92E5}"/>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81F7E101-761C-B35C-5DEA-200FDD50032C}"/>
              </a:ext>
            </a:extLst>
          </p:cNvPr>
          <p:cNvSpPr>
            <a:spLocks noGrp="1"/>
          </p:cNvSpPr>
          <p:nvPr>
            <p:ph type="sldNum" sz="quarter" idx="19"/>
          </p:nvPr>
        </p:nvSpPr>
        <p:spPr/>
        <p:txBody>
          <a:bodyPr/>
          <a:lstStyle/>
          <a:p>
            <a:fld id="{94FCA0F3-9F3A-694B-99BB-0E592A797735}" type="slidenum">
              <a:rPr lang="en-US" smtClean="0"/>
              <a:t>61</a:t>
            </a:fld>
            <a:endParaRPr lang="en-US"/>
          </a:p>
        </p:txBody>
      </p:sp>
      <p:sp>
        <p:nvSpPr>
          <p:cNvPr id="2" name="Rectangle 1">
            <a:extLst>
              <a:ext uri="{FF2B5EF4-FFF2-40B4-BE49-F238E27FC236}">
                <a16:creationId xmlns:a16="http://schemas.microsoft.com/office/drawing/2014/main" id="{DCC2277E-AAC0-BFFA-178B-E7B18AD644B6}"/>
              </a:ext>
            </a:extLst>
          </p:cNvPr>
          <p:cNvSpPr/>
          <p:nvPr/>
        </p:nvSpPr>
        <p:spPr>
          <a:xfrm>
            <a:off x="227458" y="1559960"/>
            <a:ext cx="5716142" cy="1326213"/>
          </a:xfrm>
          <a:prstGeom prst="rect">
            <a:avLst/>
          </a:prstGeom>
          <a:noFill/>
          <a:ln w="12700" cap="flat" cmpd="sng" algn="ctr">
            <a:solidFill>
              <a:schemeClr val="tx2">
                <a:lumMod val="60000"/>
                <a:lumOff val="40000"/>
              </a:schemeClr>
            </a:solidFill>
            <a:prstDash val="solid"/>
            <a:miter lim="800000"/>
          </a:ln>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rPr>
              <a:t>An assessment of the size, scale and nature of a change because of a programme implementation and the subsequent impacts to people, processes, technology (and where appropriate data and behaviours)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rPr>
              <a:t>To understand the implications of the Finance Transformation at client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rPr>
              <a:t>Provides critical inputs into business readiness activities, the deployment plan, communications, training and post go-live support, which are all required to support adoption of the new proposed operating model</a:t>
            </a:r>
          </a:p>
        </p:txBody>
      </p:sp>
      <p:sp>
        <p:nvSpPr>
          <p:cNvPr id="3" name="Rectangle 2">
            <a:extLst>
              <a:ext uri="{FF2B5EF4-FFF2-40B4-BE49-F238E27FC236}">
                <a16:creationId xmlns:a16="http://schemas.microsoft.com/office/drawing/2014/main" id="{9307A9C8-BDD1-194A-BE59-D05F53285043}"/>
              </a:ext>
            </a:extLst>
          </p:cNvPr>
          <p:cNvSpPr/>
          <p:nvPr/>
        </p:nvSpPr>
        <p:spPr>
          <a:xfrm>
            <a:off x="1294529" y="1428581"/>
            <a:ext cx="3582000" cy="262759"/>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chemeClr val="bg1"/>
                </a:solidFill>
                <a:effectLst/>
                <a:uLnTx/>
                <a:uFillTx/>
                <a:latin typeface="Arial" panose="020B0604020202020204"/>
                <a:ea typeface="+mn-ea"/>
                <a:cs typeface="+mn-cs"/>
              </a:rPr>
              <a:t>What is it used for?</a:t>
            </a:r>
          </a:p>
        </p:txBody>
      </p:sp>
      <p:sp>
        <p:nvSpPr>
          <p:cNvPr id="4" name="Rectangle 3">
            <a:extLst>
              <a:ext uri="{FF2B5EF4-FFF2-40B4-BE49-F238E27FC236}">
                <a16:creationId xmlns:a16="http://schemas.microsoft.com/office/drawing/2014/main" id="{C4E7D6ED-43B1-4317-D21F-B8457F97FFA0}"/>
              </a:ext>
            </a:extLst>
          </p:cNvPr>
          <p:cNvSpPr/>
          <p:nvPr/>
        </p:nvSpPr>
        <p:spPr>
          <a:xfrm>
            <a:off x="6247857" y="1559962"/>
            <a:ext cx="5716143" cy="1326214"/>
          </a:xfrm>
          <a:prstGeom prst="rect">
            <a:avLst/>
          </a:prstGeom>
          <a:noFill/>
          <a:ln w="12700" cap="flat" cmpd="sng" algn="ctr">
            <a:solidFill>
              <a:schemeClr val="tx2">
                <a:lumMod val="60000"/>
                <a:lumOff val="40000"/>
              </a:schemeClr>
            </a:solidFill>
            <a:prstDash val="solid"/>
            <a:miter lim="800000"/>
          </a:ln>
          <a:effectLst/>
        </p:spPr>
        <p:txBody>
          <a:bodyPr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800" b="0" i="0" u="none" strike="noStrike" kern="0" cap="none" spc="0" normalizeH="0" baseline="0" noProof="0" dirty="0">
              <a:ln>
                <a:noFill/>
              </a:ln>
              <a:solidFill>
                <a:prstClr val="black"/>
              </a:solidFill>
              <a:effectLst/>
              <a:uLnTx/>
              <a:uFillTx/>
              <a:latin typeface="Arial" panose="020B060402020202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rPr>
              <a:t>Outputs provide the programme with factual data on what is changing and inputs directly into, and informs nearly every part, of the programme.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rPr>
              <a:t>Helps to assess the scale of change across regions, business units and key roles and informs all aspects of a change programme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0" normalizeH="0" baseline="0" noProof="0" dirty="0">
                <a:ln>
                  <a:noFill/>
                </a:ln>
                <a:solidFill>
                  <a:prstClr val="black"/>
                </a:solidFill>
                <a:effectLst/>
                <a:uLnTx/>
                <a:uFillTx/>
                <a:latin typeface="Arial" panose="020B0604020202020204"/>
                <a:ea typeface="+mn-ea"/>
                <a:cs typeface="+mn-cs"/>
              </a:rPr>
              <a:t>Helps organisational stakeholders to understand the change (e.g., key areas, type of change and groups affected) to lead and support their teams through the change</a:t>
            </a:r>
          </a:p>
        </p:txBody>
      </p:sp>
      <p:sp>
        <p:nvSpPr>
          <p:cNvPr id="7" name="Rectangle 6">
            <a:extLst>
              <a:ext uri="{FF2B5EF4-FFF2-40B4-BE49-F238E27FC236}">
                <a16:creationId xmlns:a16="http://schemas.microsoft.com/office/drawing/2014/main" id="{FF9EF8EC-4F22-A539-5F71-8A24BBAB9833}"/>
              </a:ext>
            </a:extLst>
          </p:cNvPr>
          <p:cNvSpPr/>
          <p:nvPr/>
        </p:nvSpPr>
        <p:spPr>
          <a:xfrm>
            <a:off x="7195818" y="1428582"/>
            <a:ext cx="3583248" cy="262759"/>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chemeClr val="bg1"/>
                </a:solidFill>
                <a:effectLst/>
                <a:uLnTx/>
                <a:uFillTx/>
                <a:latin typeface="Arial" panose="020B0604020202020204"/>
                <a:ea typeface="+mn-ea"/>
                <a:cs typeface="+mn-cs"/>
              </a:rPr>
              <a:t>Why is it important?</a:t>
            </a:r>
          </a:p>
        </p:txBody>
      </p:sp>
      <p:sp>
        <p:nvSpPr>
          <p:cNvPr id="9" name="Text Placeholder 4">
            <a:extLst>
              <a:ext uri="{FF2B5EF4-FFF2-40B4-BE49-F238E27FC236}">
                <a16:creationId xmlns:a16="http://schemas.microsoft.com/office/drawing/2014/main" id="{9DFE5E4B-C7FF-F80C-D836-2A92295BCEB4}"/>
              </a:ext>
            </a:extLst>
          </p:cNvPr>
          <p:cNvSpPr txBox="1">
            <a:spLocks/>
          </p:cNvSpPr>
          <p:nvPr/>
        </p:nvSpPr>
        <p:spPr>
          <a:xfrm>
            <a:off x="379586" y="728030"/>
            <a:ext cx="11584414" cy="614014"/>
          </a:xfrm>
          <a:prstGeom prst="rect">
            <a:avLst/>
          </a:prstGeom>
        </p:spPr>
        <p:txBody>
          <a:bodyPr/>
          <a:lstStyle>
            <a:lvl1pPr marL="0" indent="0" algn="l" defTabSz="913829" rtl="0" eaLnBrk="1" latinLnBrk="0" hangingPunct="1">
              <a:lnSpc>
                <a:spcPct val="95000"/>
              </a:lnSpc>
              <a:spcBef>
                <a:spcPts val="0"/>
              </a:spcBef>
              <a:spcAft>
                <a:spcPts val="500"/>
              </a:spcAft>
              <a:buFont typeface="Arial" panose="020B0604020202020204" pitchFamily="34" charset="0"/>
              <a:buNone/>
              <a:defRPr sz="1699" b="1" kern="1200">
                <a:solidFill>
                  <a:schemeClr val="tx1"/>
                </a:solidFill>
                <a:latin typeface="+mn-lt"/>
                <a:ea typeface="+mn-ea"/>
                <a:cs typeface="+mn-cs"/>
              </a:defRPr>
            </a:lvl1pPr>
            <a:lvl2pPr marL="0" indent="0" algn="l" defTabSz="913829" rtl="0" eaLnBrk="1" latinLnBrk="0" hangingPunct="1">
              <a:lnSpc>
                <a:spcPct val="95000"/>
              </a:lnSpc>
              <a:spcBef>
                <a:spcPts val="0"/>
              </a:spcBef>
              <a:spcAft>
                <a:spcPts val="500"/>
              </a:spcAft>
              <a:buFont typeface="Arial" panose="020B0604020202020204" pitchFamily="34" charset="0"/>
              <a:buNone/>
              <a:defRPr sz="1699" b="0" kern="1200">
                <a:solidFill>
                  <a:schemeClr val="tx1"/>
                </a:solidFill>
                <a:latin typeface="+mn-lt"/>
                <a:ea typeface="+mn-ea"/>
                <a:cs typeface="+mn-cs"/>
              </a:defRPr>
            </a:lvl2pPr>
            <a:lvl3pPr marL="125921" indent="-125921" algn="l" defTabSz="913829" rtl="0" eaLnBrk="1" latinLnBrk="0" hangingPunct="1">
              <a:lnSpc>
                <a:spcPct val="95000"/>
              </a:lnSpc>
              <a:spcBef>
                <a:spcPts val="0"/>
              </a:spcBef>
              <a:spcAft>
                <a:spcPts val="500"/>
              </a:spcAft>
              <a:buFont typeface="Arial" panose="020B0604020202020204" pitchFamily="34" charset="0"/>
              <a:buChar char="•"/>
              <a:defRPr sz="1699" kern="1200">
                <a:solidFill>
                  <a:schemeClr val="tx1"/>
                </a:solidFill>
                <a:latin typeface="+mn-lt"/>
                <a:ea typeface="+mn-ea"/>
                <a:cs typeface="+mn-cs"/>
              </a:defRPr>
            </a:lvl3pPr>
            <a:lvl4pPr marL="251843" indent="-125921" algn="l" defTabSz="913829" rtl="0" eaLnBrk="1" latinLnBrk="0" hangingPunct="1">
              <a:lnSpc>
                <a:spcPct val="95000"/>
              </a:lnSpc>
              <a:spcBef>
                <a:spcPts val="0"/>
              </a:spcBef>
              <a:spcAft>
                <a:spcPts val="500"/>
              </a:spcAft>
              <a:buFont typeface="Energy" panose="020B0603020203020004" pitchFamily="34" charset="0"/>
              <a:buChar char="–"/>
              <a:defRPr sz="1299" kern="1200">
                <a:solidFill>
                  <a:schemeClr val="tx1"/>
                </a:solidFill>
                <a:latin typeface="+mn-lt"/>
                <a:ea typeface="+mn-ea"/>
                <a:cs typeface="+mn-cs"/>
              </a:defRPr>
            </a:lvl4pPr>
            <a:lvl5pPr marL="377764" indent="-125921" algn="l" defTabSz="913829" rtl="0" eaLnBrk="1" latinLnBrk="0" hangingPunct="1">
              <a:lnSpc>
                <a:spcPct val="95000"/>
              </a:lnSpc>
              <a:spcBef>
                <a:spcPts val="0"/>
              </a:spcBef>
              <a:spcAft>
                <a:spcPts val="500"/>
              </a:spcAft>
              <a:buFont typeface="Energy" panose="020B0603020203020004" pitchFamily="34" charset="0"/>
              <a:buChar char="–"/>
              <a:defRPr sz="999" b="0" kern="1200">
                <a:solidFill>
                  <a:schemeClr val="tx1"/>
                </a:solidFill>
                <a:latin typeface="+mn-lt"/>
                <a:ea typeface="+mn-ea"/>
                <a:cs typeface="+mn-cs"/>
              </a:defRPr>
            </a:lvl5pPr>
            <a:lvl6pPr marL="0" indent="0" algn="l" defTabSz="913829" rtl="0" eaLnBrk="1" latinLnBrk="0" hangingPunct="1">
              <a:lnSpc>
                <a:spcPct val="95000"/>
              </a:lnSpc>
              <a:spcBef>
                <a:spcPts val="0"/>
              </a:spcBef>
              <a:spcAft>
                <a:spcPts val="500"/>
              </a:spcAft>
              <a:buFont typeface="Arial" panose="020B0604020202020204" pitchFamily="34" charset="0"/>
              <a:buNone/>
              <a:defRPr sz="1299" b="1" kern="1200">
                <a:solidFill>
                  <a:schemeClr val="tx1"/>
                </a:solidFill>
                <a:latin typeface="+mn-lt"/>
                <a:ea typeface="+mn-ea"/>
                <a:cs typeface="+mn-cs"/>
              </a:defRPr>
            </a:lvl6pPr>
            <a:lvl7pPr marL="0" indent="0" algn="l" defTabSz="913829" rtl="0" eaLnBrk="1" latinLnBrk="0" hangingPunct="1">
              <a:lnSpc>
                <a:spcPct val="95000"/>
              </a:lnSpc>
              <a:spcBef>
                <a:spcPts val="0"/>
              </a:spcBef>
              <a:spcAft>
                <a:spcPts val="500"/>
              </a:spcAft>
              <a:buFont typeface="Arial" panose="020B0604020202020204" pitchFamily="34" charset="0"/>
              <a:buNone/>
              <a:defRPr sz="1299" kern="1200">
                <a:solidFill>
                  <a:schemeClr val="tx1"/>
                </a:solidFill>
                <a:latin typeface="+mn-lt"/>
                <a:ea typeface="+mn-ea"/>
                <a:cs typeface="+mn-cs"/>
              </a:defRPr>
            </a:lvl7pPr>
            <a:lvl8pPr marL="125921" indent="-125921" algn="l" defTabSz="913829" rtl="0" eaLnBrk="1" latinLnBrk="0" hangingPunct="1">
              <a:lnSpc>
                <a:spcPct val="95000"/>
              </a:lnSpc>
              <a:spcBef>
                <a:spcPts val="0"/>
              </a:spcBef>
              <a:spcAft>
                <a:spcPts val="500"/>
              </a:spcAft>
              <a:buFont typeface="Arial" panose="020B0604020202020204" pitchFamily="34" charset="0"/>
              <a:buChar char="•"/>
              <a:defRPr sz="1299" b="0" i="0" kern="1200">
                <a:solidFill>
                  <a:schemeClr val="tx1"/>
                </a:solidFill>
                <a:latin typeface="+mn-lt"/>
                <a:ea typeface="+mn-ea"/>
                <a:cs typeface="+mn-cs"/>
              </a:defRPr>
            </a:lvl8pPr>
            <a:lvl9pPr marL="251843" indent="-125921" algn="l" defTabSz="913829" rtl="0" eaLnBrk="1" latinLnBrk="0" hangingPunct="1">
              <a:lnSpc>
                <a:spcPct val="95000"/>
              </a:lnSpc>
              <a:spcBef>
                <a:spcPts val="0"/>
              </a:spcBef>
              <a:spcAft>
                <a:spcPts val="500"/>
              </a:spcAft>
              <a:buFont typeface="Energy" panose="020B0603020203020004" pitchFamily="34" charset="0"/>
              <a:buChar char="–"/>
              <a:defRPr sz="999" kern="1200">
                <a:solidFill>
                  <a:schemeClr val="tx1"/>
                </a:solidFill>
                <a:latin typeface="+mn-lt"/>
                <a:ea typeface="+mn-ea"/>
                <a:cs typeface="+mn-cs"/>
              </a:defRPr>
            </a:lvl9pPr>
          </a:lstStyle>
          <a:p>
            <a:pPr>
              <a:defRPr/>
            </a:pPr>
            <a:r>
              <a:rPr lang="en-GB" sz="1200" b="0" dirty="0">
                <a:solidFill>
                  <a:prstClr val="black"/>
                </a:solidFill>
                <a:latin typeface="Arial" panose="020B0604020202020204"/>
              </a:rPr>
              <a:t>The CIA is the </a:t>
            </a:r>
            <a:r>
              <a:rPr lang="en-GB" sz="1200" dirty="0">
                <a:solidFill>
                  <a:prstClr val="black"/>
                </a:solidFill>
                <a:latin typeface="Arial" panose="020B0604020202020204"/>
              </a:rPr>
              <a:t>backbone</a:t>
            </a:r>
            <a:r>
              <a:rPr lang="en-GB" sz="1200" b="0" dirty="0">
                <a:solidFill>
                  <a:prstClr val="black"/>
                </a:solidFill>
                <a:latin typeface="Arial" panose="020B0604020202020204"/>
              </a:rPr>
              <a:t> of the change plan, as it bridges the gap between </a:t>
            </a:r>
            <a:r>
              <a:rPr lang="en-GB" sz="1200" dirty="0">
                <a:solidFill>
                  <a:prstClr val="black"/>
                </a:solidFill>
                <a:latin typeface="Arial" panose="020B0604020202020204"/>
              </a:rPr>
              <a:t>current and future state </a:t>
            </a:r>
            <a:r>
              <a:rPr lang="en-GB" sz="1200" b="0" dirty="0">
                <a:solidFill>
                  <a:prstClr val="black"/>
                </a:solidFill>
                <a:latin typeface="Arial" panose="020B0604020202020204"/>
              </a:rPr>
              <a:t>– by knowing the nature of the </a:t>
            </a:r>
            <a:r>
              <a:rPr lang="en-GB" sz="1200" dirty="0">
                <a:solidFill>
                  <a:prstClr val="black"/>
                </a:solidFill>
                <a:latin typeface="Arial" panose="020B0604020202020204"/>
              </a:rPr>
              <a:t>impacts</a:t>
            </a:r>
            <a:r>
              <a:rPr lang="en-GB" sz="1200" b="0" dirty="0">
                <a:solidFill>
                  <a:prstClr val="black"/>
                </a:solidFill>
                <a:latin typeface="Arial" panose="020B0604020202020204"/>
              </a:rPr>
              <a:t> and where they will occur, it provides insights from which to plan change activities in line with the project plan, to </a:t>
            </a:r>
            <a:r>
              <a:rPr lang="en-GB" sz="1200" dirty="0">
                <a:solidFill>
                  <a:prstClr val="black"/>
                </a:solidFill>
                <a:latin typeface="Arial" panose="020B0604020202020204"/>
              </a:rPr>
              <a:t>support Client’s people </a:t>
            </a:r>
            <a:r>
              <a:rPr lang="en-GB" sz="1200" b="0" dirty="0">
                <a:solidFill>
                  <a:prstClr val="black"/>
                </a:solidFill>
                <a:latin typeface="Arial" panose="020B0604020202020204"/>
              </a:rPr>
              <a:t>through the change, increasing the likelihood of </a:t>
            </a:r>
            <a:r>
              <a:rPr lang="en-GB" sz="1200" dirty="0">
                <a:solidFill>
                  <a:prstClr val="black"/>
                </a:solidFill>
                <a:latin typeface="Arial" panose="020B0604020202020204"/>
              </a:rPr>
              <a:t>adoption</a:t>
            </a:r>
            <a:r>
              <a:rPr lang="en-GB" sz="1200" b="0" dirty="0">
                <a:solidFill>
                  <a:prstClr val="black"/>
                </a:solidFill>
                <a:latin typeface="Arial" panose="020B0604020202020204"/>
              </a:rPr>
              <a:t>.</a:t>
            </a:r>
            <a:endParaRPr lang="en-GB" sz="1200" dirty="0">
              <a:solidFill>
                <a:prstClr val="black"/>
              </a:solidFill>
              <a:latin typeface="Arial" panose="020B0604020202020204"/>
            </a:endParaRPr>
          </a:p>
        </p:txBody>
      </p:sp>
      <p:sp>
        <p:nvSpPr>
          <p:cNvPr id="10" name="Rectangle 9">
            <a:extLst>
              <a:ext uri="{FF2B5EF4-FFF2-40B4-BE49-F238E27FC236}">
                <a16:creationId xmlns:a16="http://schemas.microsoft.com/office/drawing/2014/main" id="{43FDC85E-DF91-5EFE-16EE-9ECFA89AAAEA}"/>
              </a:ext>
            </a:extLst>
          </p:cNvPr>
          <p:cNvSpPr/>
          <p:nvPr/>
        </p:nvSpPr>
        <p:spPr>
          <a:xfrm>
            <a:off x="1524012" y="5650954"/>
            <a:ext cx="9144000" cy="1182904"/>
          </a:xfrm>
          <a:prstGeom prst="rect">
            <a:avLst/>
          </a:prstGeom>
          <a:solidFill>
            <a:srgbClr val="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latin typeface="Arial"/>
            </a:endParaRPr>
          </a:p>
        </p:txBody>
      </p:sp>
      <p:sp>
        <p:nvSpPr>
          <p:cNvPr id="11" name="Rectangle 10">
            <a:extLst>
              <a:ext uri="{FF2B5EF4-FFF2-40B4-BE49-F238E27FC236}">
                <a16:creationId xmlns:a16="http://schemas.microsoft.com/office/drawing/2014/main" id="{012EF5DC-6D78-7C96-CA23-F169974EF2CC}"/>
              </a:ext>
            </a:extLst>
          </p:cNvPr>
          <p:cNvSpPr/>
          <p:nvPr/>
        </p:nvSpPr>
        <p:spPr>
          <a:xfrm>
            <a:off x="3772257" y="4229086"/>
            <a:ext cx="4658318" cy="1123345"/>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7404" indent="-177404" defTabSz="685800" fontAlgn="base">
              <a:lnSpc>
                <a:spcPct val="80000"/>
              </a:lnSpc>
              <a:spcBef>
                <a:spcPts val="150"/>
              </a:spcBef>
              <a:spcAft>
                <a:spcPts val="150"/>
              </a:spcAft>
              <a:buFont typeface="Arial" pitchFamily="34" charset="0"/>
              <a:buChar char="•"/>
              <a:defRPr/>
            </a:pPr>
            <a:r>
              <a:rPr lang="en-US" sz="900" kern="0" dirty="0">
                <a:solidFill>
                  <a:srgbClr val="000000"/>
                </a:solidFill>
                <a:latin typeface="Arial"/>
              </a:rPr>
              <a:t>Identifies the key differences between current state and the future state (gap analysis)</a:t>
            </a:r>
          </a:p>
          <a:p>
            <a:pPr marL="177404" indent="-177404" defTabSz="685800" fontAlgn="base">
              <a:lnSpc>
                <a:spcPct val="80000"/>
              </a:lnSpc>
              <a:spcBef>
                <a:spcPts val="150"/>
              </a:spcBef>
              <a:spcAft>
                <a:spcPts val="150"/>
              </a:spcAft>
              <a:buFont typeface="Arial" pitchFamily="34" charset="0"/>
              <a:buChar char="•"/>
              <a:defRPr/>
            </a:pPr>
            <a:r>
              <a:rPr lang="en-US" sz="900" kern="0" dirty="0">
                <a:solidFill>
                  <a:srgbClr val="000000"/>
                </a:solidFill>
                <a:latin typeface="Arial"/>
              </a:rPr>
              <a:t>Assesses the differences and identifies what the impact of them are, related to </a:t>
            </a:r>
          </a:p>
          <a:p>
            <a:pPr marL="389335" lvl="1" indent="-133350" defTabSz="685800" fontAlgn="base">
              <a:lnSpc>
                <a:spcPct val="80000"/>
              </a:lnSpc>
              <a:spcBef>
                <a:spcPts val="150"/>
              </a:spcBef>
              <a:spcAft>
                <a:spcPts val="150"/>
              </a:spcAft>
              <a:buFont typeface="Arial" pitchFamily="34" charset="0"/>
              <a:buChar char="•"/>
              <a:defRPr/>
            </a:pPr>
            <a:r>
              <a:rPr lang="en-US" sz="900" kern="0" dirty="0">
                <a:solidFill>
                  <a:srgbClr val="000000"/>
                </a:solidFill>
                <a:latin typeface="Arial"/>
              </a:rPr>
              <a:t>People &amp; </a:t>
            </a:r>
            <a:r>
              <a:rPr lang="en-US" sz="900" kern="0" dirty="0" err="1">
                <a:solidFill>
                  <a:srgbClr val="000000"/>
                </a:solidFill>
                <a:latin typeface="Arial"/>
              </a:rPr>
              <a:t>Organisation</a:t>
            </a:r>
            <a:endParaRPr lang="en-US" sz="900" kern="0" dirty="0">
              <a:solidFill>
                <a:srgbClr val="000000"/>
              </a:solidFill>
              <a:latin typeface="Arial"/>
            </a:endParaRPr>
          </a:p>
          <a:p>
            <a:pPr marL="389335" lvl="1" indent="-133350" defTabSz="685800" fontAlgn="base">
              <a:lnSpc>
                <a:spcPct val="80000"/>
              </a:lnSpc>
              <a:spcBef>
                <a:spcPts val="150"/>
              </a:spcBef>
              <a:spcAft>
                <a:spcPts val="150"/>
              </a:spcAft>
              <a:buFont typeface="Arial" pitchFamily="34" charset="0"/>
              <a:buChar char="•"/>
              <a:defRPr/>
            </a:pPr>
            <a:r>
              <a:rPr lang="en-US" sz="900" kern="0" dirty="0">
                <a:solidFill>
                  <a:srgbClr val="000000"/>
                </a:solidFill>
                <a:latin typeface="Arial"/>
              </a:rPr>
              <a:t>Process, Policy &amp; Controls</a:t>
            </a:r>
          </a:p>
          <a:p>
            <a:pPr marL="389335" lvl="1" indent="-133350" defTabSz="685800" fontAlgn="base">
              <a:lnSpc>
                <a:spcPct val="80000"/>
              </a:lnSpc>
              <a:spcBef>
                <a:spcPts val="150"/>
              </a:spcBef>
              <a:spcAft>
                <a:spcPts val="150"/>
              </a:spcAft>
              <a:buFont typeface="Arial" pitchFamily="34" charset="0"/>
              <a:buChar char="•"/>
              <a:defRPr/>
            </a:pPr>
            <a:r>
              <a:rPr lang="en-US" sz="900" kern="0" dirty="0">
                <a:solidFill>
                  <a:srgbClr val="000000"/>
                </a:solidFill>
                <a:latin typeface="Arial"/>
              </a:rPr>
              <a:t>Systems, Technology &amp; Data</a:t>
            </a:r>
          </a:p>
        </p:txBody>
      </p:sp>
      <p:sp>
        <p:nvSpPr>
          <p:cNvPr id="12" name="Rectangle 11">
            <a:extLst>
              <a:ext uri="{FF2B5EF4-FFF2-40B4-BE49-F238E27FC236}">
                <a16:creationId xmlns:a16="http://schemas.microsoft.com/office/drawing/2014/main" id="{413EB624-7A85-3BA7-6D9C-DA094CDA3202}"/>
              </a:ext>
            </a:extLst>
          </p:cNvPr>
          <p:cNvSpPr/>
          <p:nvPr/>
        </p:nvSpPr>
        <p:spPr>
          <a:xfrm>
            <a:off x="3772257" y="3861930"/>
            <a:ext cx="4658174" cy="360000"/>
          </a:xfrm>
          <a:prstGeom prst="rect">
            <a:avLst/>
          </a:prstGeom>
          <a:solidFill>
            <a:schemeClr val="tx2"/>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CHANGE IMPACT ASSESSMENT</a:t>
            </a:r>
          </a:p>
        </p:txBody>
      </p:sp>
      <p:sp>
        <p:nvSpPr>
          <p:cNvPr id="13" name="Striped Right Arrow 27">
            <a:extLst>
              <a:ext uri="{FF2B5EF4-FFF2-40B4-BE49-F238E27FC236}">
                <a16:creationId xmlns:a16="http://schemas.microsoft.com/office/drawing/2014/main" id="{408F680D-19A0-1724-6872-908BB3EEDC84}"/>
              </a:ext>
            </a:extLst>
          </p:cNvPr>
          <p:cNvSpPr/>
          <p:nvPr/>
        </p:nvSpPr>
        <p:spPr>
          <a:xfrm rot="5400000">
            <a:off x="5891075" y="5283757"/>
            <a:ext cx="276496" cy="413845"/>
          </a:xfrm>
          <a:prstGeom prst="rightArrow">
            <a:avLst/>
          </a:prstGeom>
          <a:solidFill>
            <a:schemeClr val="tx2">
              <a:lumMod val="20000"/>
              <a:lumOff val="80000"/>
            </a:schemeClr>
          </a:solidFill>
          <a:ln w="19050" cap="flat" cmpd="sng" algn="ctr">
            <a:solidFill>
              <a:schemeClr val="tx2">
                <a:lumMod val="20000"/>
                <a:lumOff val="80000"/>
              </a:schemeClr>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29">
            <a:extLst>
              <a:ext uri="{FF2B5EF4-FFF2-40B4-BE49-F238E27FC236}">
                <a16:creationId xmlns:a16="http://schemas.microsoft.com/office/drawing/2014/main" id="{3CA5D7FA-9D5D-5871-FA27-E81EE2BEF77D}"/>
              </a:ext>
            </a:extLst>
          </p:cNvPr>
          <p:cNvSpPr/>
          <p:nvPr/>
        </p:nvSpPr>
        <p:spPr>
          <a:xfrm>
            <a:off x="3791307" y="6021734"/>
            <a:ext cx="4658174" cy="683802"/>
          </a:xfrm>
          <a:prstGeom prst="rect">
            <a:avLst/>
          </a:prstGeom>
          <a:solidFill>
            <a:srgbClr val="FFFFFF">
              <a:lumMod val="95000"/>
            </a:srgbClr>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fontAlgn="base">
              <a:spcBef>
                <a:spcPct val="0"/>
              </a:spcBef>
              <a:spcAft>
                <a:spcPct val="0"/>
              </a:spcAft>
              <a:defRPr/>
            </a:pPr>
            <a:endParaRPr lang="en-US" sz="825" kern="0">
              <a:solidFill>
                <a:srgbClr val="FFFFFF"/>
              </a:solidFill>
              <a:latin typeface="Arial"/>
            </a:endParaRPr>
          </a:p>
        </p:txBody>
      </p:sp>
      <p:sp>
        <p:nvSpPr>
          <p:cNvPr id="15" name="Rectangle 14">
            <a:extLst>
              <a:ext uri="{FF2B5EF4-FFF2-40B4-BE49-F238E27FC236}">
                <a16:creationId xmlns:a16="http://schemas.microsoft.com/office/drawing/2014/main" id="{5A7BC612-9B27-CE0F-6734-EB0E16D216AB}"/>
              </a:ext>
            </a:extLst>
          </p:cNvPr>
          <p:cNvSpPr>
            <a:spLocks noChangeArrowheads="1"/>
          </p:cNvSpPr>
          <p:nvPr/>
        </p:nvSpPr>
        <p:spPr bwMode="auto">
          <a:xfrm>
            <a:off x="4164071" y="6065381"/>
            <a:ext cx="1800000" cy="180000"/>
          </a:xfrm>
          <a:prstGeom prst="rect">
            <a:avLst/>
          </a:prstGeom>
          <a:solidFill>
            <a:srgbClr val="FFFFFF"/>
          </a:solidFill>
          <a:ln w="12700" cap="flat" cmpd="sng" algn="ctr">
            <a:solidFill>
              <a:schemeClr val="tx2"/>
            </a:solidFill>
            <a:prstDash val="solid"/>
            <a:round/>
            <a:headEnd type="none" w="med" len="med"/>
            <a:tailEnd type="none" w="med" len="med"/>
          </a:ln>
          <a:effectLst/>
        </p:spPr>
        <p:txBody>
          <a:bodyPr vert="horz" wrap="none" lIns="40500" tIns="40500" rIns="40500" bIns="4050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Training required</a:t>
            </a:r>
          </a:p>
        </p:txBody>
      </p:sp>
      <p:sp>
        <p:nvSpPr>
          <p:cNvPr id="16" name="Rectangle 15">
            <a:extLst>
              <a:ext uri="{FF2B5EF4-FFF2-40B4-BE49-F238E27FC236}">
                <a16:creationId xmlns:a16="http://schemas.microsoft.com/office/drawing/2014/main" id="{42730B2C-F200-067A-EA17-5174A013D77C}"/>
              </a:ext>
            </a:extLst>
          </p:cNvPr>
          <p:cNvSpPr>
            <a:spLocks noChangeArrowheads="1"/>
          </p:cNvSpPr>
          <p:nvPr/>
        </p:nvSpPr>
        <p:spPr bwMode="auto">
          <a:xfrm>
            <a:off x="4164071" y="6470418"/>
            <a:ext cx="1800000" cy="180000"/>
          </a:xfrm>
          <a:prstGeom prst="rect">
            <a:avLst/>
          </a:prstGeom>
          <a:solidFill>
            <a:srgbClr val="FFFFFF"/>
          </a:solidFill>
          <a:ln w="12700" cap="flat" cmpd="sng" algn="ctr">
            <a:solidFill>
              <a:schemeClr val="tx2"/>
            </a:solidFill>
            <a:prstDash val="solid"/>
            <a:round/>
            <a:headEnd type="none" w="med" len="med"/>
            <a:tailEnd type="none" w="med" len="med"/>
          </a:ln>
          <a:effectLst/>
        </p:spPr>
        <p:txBody>
          <a:bodyPr vert="horz" wrap="none" lIns="40500" tIns="40500" rIns="40500" bIns="4050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Business engagement</a:t>
            </a:r>
          </a:p>
        </p:txBody>
      </p:sp>
      <p:sp>
        <p:nvSpPr>
          <p:cNvPr id="17" name="Rectangle 16">
            <a:extLst>
              <a:ext uri="{FF2B5EF4-FFF2-40B4-BE49-F238E27FC236}">
                <a16:creationId xmlns:a16="http://schemas.microsoft.com/office/drawing/2014/main" id="{7368AE9D-99BC-52AE-E692-5F27D0AB8D5B}"/>
              </a:ext>
            </a:extLst>
          </p:cNvPr>
          <p:cNvSpPr>
            <a:spLocks noChangeArrowheads="1"/>
          </p:cNvSpPr>
          <p:nvPr/>
        </p:nvSpPr>
        <p:spPr bwMode="auto">
          <a:xfrm>
            <a:off x="6336835" y="6059220"/>
            <a:ext cx="1800000" cy="180000"/>
          </a:xfrm>
          <a:prstGeom prst="rect">
            <a:avLst/>
          </a:prstGeom>
          <a:solidFill>
            <a:srgbClr val="FFFFFF"/>
          </a:solidFill>
          <a:ln w="12700" cap="flat" cmpd="sng" algn="ctr">
            <a:solidFill>
              <a:schemeClr val="tx2"/>
            </a:solidFill>
            <a:prstDash val="solid"/>
            <a:round/>
            <a:headEnd type="none" w="med" len="med"/>
            <a:tailEnd type="none" w="med" len="med"/>
          </a:ln>
          <a:effectLst/>
        </p:spPr>
        <p:txBody>
          <a:bodyPr vert="horz" wrap="none" lIns="40500" tIns="40500" rIns="40500" bIns="4050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Policies/procedures required</a:t>
            </a:r>
          </a:p>
        </p:txBody>
      </p:sp>
      <p:sp>
        <p:nvSpPr>
          <p:cNvPr id="18" name="Rectangle 17">
            <a:extLst>
              <a:ext uri="{FF2B5EF4-FFF2-40B4-BE49-F238E27FC236}">
                <a16:creationId xmlns:a16="http://schemas.microsoft.com/office/drawing/2014/main" id="{10CEFEFD-CC99-91C9-F367-F900D8D84675}"/>
              </a:ext>
            </a:extLst>
          </p:cNvPr>
          <p:cNvSpPr>
            <a:spLocks noChangeArrowheads="1"/>
          </p:cNvSpPr>
          <p:nvPr/>
        </p:nvSpPr>
        <p:spPr bwMode="auto">
          <a:xfrm>
            <a:off x="6336835" y="6267907"/>
            <a:ext cx="1800000" cy="180000"/>
          </a:xfrm>
          <a:prstGeom prst="rect">
            <a:avLst/>
          </a:prstGeom>
          <a:solidFill>
            <a:srgbClr val="FFFFFF"/>
          </a:solidFill>
          <a:ln w="12700" cap="flat" cmpd="sng" algn="ctr">
            <a:solidFill>
              <a:schemeClr val="tx2"/>
            </a:solidFill>
            <a:prstDash val="solid"/>
            <a:round/>
            <a:headEnd type="none" w="med" len="med"/>
            <a:tailEnd type="none" w="med" len="med"/>
          </a:ln>
          <a:effectLst/>
        </p:spPr>
        <p:txBody>
          <a:bodyPr vert="horz" wrap="none" lIns="40500" tIns="40500" rIns="40500" bIns="4050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Communications required</a:t>
            </a:r>
          </a:p>
        </p:txBody>
      </p:sp>
      <p:sp>
        <p:nvSpPr>
          <p:cNvPr id="19" name="Rectangle 18">
            <a:extLst>
              <a:ext uri="{FF2B5EF4-FFF2-40B4-BE49-F238E27FC236}">
                <a16:creationId xmlns:a16="http://schemas.microsoft.com/office/drawing/2014/main" id="{C72895CC-9D88-B658-E62D-8C5193925864}"/>
              </a:ext>
            </a:extLst>
          </p:cNvPr>
          <p:cNvSpPr>
            <a:spLocks noChangeArrowheads="1"/>
          </p:cNvSpPr>
          <p:nvPr/>
        </p:nvSpPr>
        <p:spPr bwMode="auto">
          <a:xfrm>
            <a:off x="6336835" y="6470673"/>
            <a:ext cx="1800000" cy="180000"/>
          </a:xfrm>
          <a:prstGeom prst="rect">
            <a:avLst/>
          </a:prstGeom>
          <a:solidFill>
            <a:srgbClr val="FFFFFF"/>
          </a:solidFill>
          <a:ln w="12700" cap="flat" cmpd="sng" algn="ctr">
            <a:solidFill>
              <a:schemeClr val="tx2"/>
            </a:solidFill>
            <a:prstDash val="solid"/>
            <a:round/>
            <a:headEnd type="none" w="med" len="med"/>
            <a:tailEnd type="none" w="med" len="med"/>
          </a:ln>
          <a:effectLst/>
        </p:spPr>
        <p:txBody>
          <a:bodyPr vert="horz" wrap="none" lIns="40500" tIns="40500" rIns="40500" bIns="4050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Stakeholder engagement</a:t>
            </a:r>
          </a:p>
        </p:txBody>
      </p:sp>
      <p:sp>
        <p:nvSpPr>
          <p:cNvPr id="20" name="TextBox 25">
            <a:extLst>
              <a:ext uri="{FF2B5EF4-FFF2-40B4-BE49-F238E27FC236}">
                <a16:creationId xmlns:a16="http://schemas.microsoft.com/office/drawing/2014/main" id="{8290F277-633C-1DAD-F8DF-C6658432D1E0}"/>
              </a:ext>
            </a:extLst>
          </p:cNvPr>
          <p:cNvSpPr txBox="1"/>
          <p:nvPr/>
        </p:nvSpPr>
        <p:spPr>
          <a:xfrm>
            <a:off x="8970407" y="4190868"/>
            <a:ext cx="2995200" cy="230832"/>
          </a:xfrm>
          <a:prstGeom prst="rect">
            <a:avLst/>
          </a:prstGeom>
          <a:solidFill>
            <a:schemeClr val="tx2">
              <a:lumMod val="20000"/>
              <a:lumOff val="80000"/>
            </a:schemeClr>
          </a:solidFill>
          <a:ln>
            <a:solidFill>
              <a:schemeClr val="tx2">
                <a:lumMod val="20000"/>
                <a:lumOff val="80000"/>
              </a:schemeClr>
            </a:solidFill>
          </a:ln>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Enable the future state</a:t>
            </a:r>
          </a:p>
        </p:txBody>
      </p:sp>
      <p:sp>
        <p:nvSpPr>
          <p:cNvPr id="21" name="Rectangle 20">
            <a:extLst>
              <a:ext uri="{FF2B5EF4-FFF2-40B4-BE49-F238E27FC236}">
                <a16:creationId xmlns:a16="http://schemas.microsoft.com/office/drawing/2014/main" id="{8E9CB1C2-9038-EF84-40DE-2D4F5E842C75}"/>
              </a:ext>
            </a:extLst>
          </p:cNvPr>
          <p:cNvSpPr>
            <a:spLocks noChangeArrowheads="1"/>
          </p:cNvSpPr>
          <p:nvPr/>
        </p:nvSpPr>
        <p:spPr bwMode="auto">
          <a:xfrm>
            <a:off x="4164889" y="6265041"/>
            <a:ext cx="1800000" cy="180000"/>
          </a:xfrm>
          <a:prstGeom prst="rect">
            <a:avLst/>
          </a:prstGeom>
          <a:solidFill>
            <a:srgbClr val="FFFFFF"/>
          </a:solidFill>
          <a:ln w="12700" cap="flat" cmpd="sng" algn="ctr">
            <a:solidFill>
              <a:schemeClr val="tx2"/>
            </a:solidFill>
            <a:prstDash val="solid"/>
            <a:round/>
            <a:headEnd type="none" w="med" len="med"/>
            <a:tailEnd type="none" w="med" len="med"/>
          </a:ln>
          <a:effectLst/>
        </p:spPr>
        <p:txBody>
          <a:bodyPr vert="horz" wrap="none" lIns="40500" tIns="40500" rIns="40500" bIns="4050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Business Readiness criteria</a:t>
            </a:r>
          </a:p>
        </p:txBody>
      </p:sp>
      <p:sp>
        <p:nvSpPr>
          <p:cNvPr id="22" name="Rectangle 21">
            <a:extLst>
              <a:ext uri="{FF2B5EF4-FFF2-40B4-BE49-F238E27FC236}">
                <a16:creationId xmlns:a16="http://schemas.microsoft.com/office/drawing/2014/main" id="{88A2F1DE-4E62-E5A5-4AC7-682A56AA16A1}"/>
              </a:ext>
            </a:extLst>
          </p:cNvPr>
          <p:cNvSpPr/>
          <p:nvPr/>
        </p:nvSpPr>
        <p:spPr>
          <a:xfrm>
            <a:off x="227458" y="3274397"/>
            <a:ext cx="2994137" cy="322276"/>
          </a:xfrm>
          <a:prstGeom prst="rect">
            <a:avLst/>
          </a:prstGeom>
          <a:solidFill>
            <a:schemeClr val="tx2"/>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CURRENT STATE</a:t>
            </a:r>
          </a:p>
        </p:txBody>
      </p:sp>
      <p:sp>
        <p:nvSpPr>
          <p:cNvPr id="23" name="Rectangle 22">
            <a:extLst>
              <a:ext uri="{FF2B5EF4-FFF2-40B4-BE49-F238E27FC236}">
                <a16:creationId xmlns:a16="http://schemas.microsoft.com/office/drawing/2014/main" id="{1BAC7D66-BFED-2739-3796-4F8739890663}"/>
              </a:ext>
            </a:extLst>
          </p:cNvPr>
          <p:cNvSpPr/>
          <p:nvPr/>
        </p:nvSpPr>
        <p:spPr>
          <a:xfrm>
            <a:off x="227458" y="3596672"/>
            <a:ext cx="2994137" cy="595327"/>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defTabSz="685800" fontAlgn="base">
              <a:lnSpc>
                <a:spcPct val="80000"/>
              </a:lnSpc>
              <a:spcBef>
                <a:spcPct val="0"/>
              </a:spcBef>
              <a:spcAft>
                <a:spcPct val="0"/>
              </a:spcAft>
              <a:buFont typeface="Arial" panose="020B0604020202020204" pitchFamily="34" charset="0"/>
              <a:buChar char="•"/>
              <a:defRPr/>
            </a:pPr>
            <a:r>
              <a:rPr lang="en-US" sz="900" kern="0" dirty="0">
                <a:solidFill>
                  <a:srgbClr val="231F20"/>
                </a:solidFill>
                <a:latin typeface="Arial" panose="020B0604020202020204" pitchFamily="34" charset="0"/>
              </a:rPr>
              <a:t>Known ways of working in markets</a:t>
            </a:r>
          </a:p>
          <a:p>
            <a:pPr marL="171450" indent="-171450" defTabSz="685800" fontAlgn="base">
              <a:lnSpc>
                <a:spcPct val="80000"/>
              </a:lnSpc>
              <a:spcBef>
                <a:spcPct val="0"/>
              </a:spcBef>
              <a:spcAft>
                <a:spcPct val="0"/>
              </a:spcAft>
              <a:buFont typeface="Arial" panose="020B0604020202020204" pitchFamily="34" charset="0"/>
              <a:buChar char="•"/>
              <a:defRPr/>
            </a:pPr>
            <a:endParaRPr lang="en-US" sz="900" kern="0" dirty="0">
              <a:solidFill>
                <a:srgbClr val="231F20"/>
              </a:solidFill>
              <a:latin typeface="Arial" panose="020B0604020202020204" pitchFamily="34" charset="0"/>
            </a:endParaRPr>
          </a:p>
          <a:p>
            <a:pPr marL="171450" indent="-171450" defTabSz="685800" fontAlgn="base">
              <a:lnSpc>
                <a:spcPct val="80000"/>
              </a:lnSpc>
              <a:spcBef>
                <a:spcPct val="0"/>
              </a:spcBef>
              <a:spcAft>
                <a:spcPct val="0"/>
              </a:spcAft>
              <a:buFont typeface="Arial" panose="020B0604020202020204" pitchFamily="34" charset="0"/>
              <a:buChar char="•"/>
              <a:defRPr/>
            </a:pPr>
            <a:r>
              <a:rPr lang="en-US" sz="900" kern="0" dirty="0">
                <a:solidFill>
                  <a:srgbClr val="231F20"/>
                </a:solidFill>
                <a:latin typeface="Arial" panose="020B0604020202020204" pitchFamily="34" charset="0"/>
              </a:rPr>
              <a:t>Known processes, policies, procedures based on current systems</a:t>
            </a:r>
            <a:endParaRPr lang="en-US" sz="900" kern="0" dirty="0">
              <a:solidFill>
                <a:srgbClr val="231F20"/>
              </a:solidFill>
              <a:latin typeface="Arial"/>
            </a:endParaRPr>
          </a:p>
        </p:txBody>
      </p:sp>
      <p:sp>
        <p:nvSpPr>
          <p:cNvPr id="24" name="Rectangle 23">
            <a:extLst>
              <a:ext uri="{FF2B5EF4-FFF2-40B4-BE49-F238E27FC236}">
                <a16:creationId xmlns:a16="http://schemas.microsoft.com/office/drawing/2014/main" id="{C8F7D3C9-0E8A-78D8-F9A7-818735D17992}"/>
              </a:ext>
            </a:extLst>
          </p:cNvPr>
          <p:cNvSpPr/>
          <p:nvPr/>
        </p:nvSpPr>
        <p:spPr>
          <a:xfrm>
            <a:off x="8970408" y="3270399"/>
            <a:ext cx="2995200" cy="322276"/>
          </a:xfrm>
          <a:prstGeom prst="rect">
            <a:avLst/>
          </a:prstGeom>
          <a:solidFill>
            <a:schemeClr val="tx2"/>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FUTURE STATE</a:t>
            </a:r>
          </a:p>
        </p:txBody>
      </p:sp>
      <p:sp>
        <p:nvSpPr>
          <p:cNvPr id="25" name="Rectangle 24">
            <a:extLst>
              <a:ext uri="{FF2B5EF4-FFF2-40B4-BE49-F238E27FC236}">
                <a16:creationId xmlns:a16="http://schemas.microsoft.com/office/drawing/2014/main" id="{8C99FD9D-76B1-1E52-A304-0D1CCB97A065}"/>
              </a:ext>
            </a:extLst>
          </p:cNvPr>
          <p:cNvSpPr/>
          <p:nvPr/>
        </p:nvSpPr>
        <p:spPr>
          <a:xfrm>
            <a:off x="8970407" y="3587841"/>
            <a:ext cx="2995200" cy="604158"/>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defTabSz="685800" fontAlgn="base">
              <a:lnSpc>
                <a:spcPct val="80000"/>
              </a:lnSpc>
              <a:spcBef>
                <a:spcPct val="0"/>
              </a:spcBef>
              <a:spcAft>
                <a:spcPct val="0"/>
              </a:spcAft>
              <a:buFont typeface="Arial" panose="020B0604020202020204" pitchFamily="34" charset="0"/>
              <a:buChar char="•"/>
            </a:pPr>
            <a:r>
              <a:rPr lang="en-US" sz="900" kern="0" dirty="0">
                <a:solidFill>
                  <a:srgbClr val="231F20"/>
                </a:solidFill>
                <a:latin typeface="Arial" panose="020B0604020202020204" pitchFamily="34" charset="0"/>
              </a:rPr>
              <a:t>New ways of working based on the new operating model</a:t>
            </a:r>
          </a:p>
          <a:p>
            <a:pPr defTabSz="685800" fontAlgn="base">
              <a:lnSpc>
                <a:spcPct val="80000"/>
              </a:lnSpc>
              <a:spcBef>
                <a:spcPct val="0"/>
              </a:spcBef>
              <a:spcAft>
                <a:spcPct val="0"/>
              </a:spcAft>
            </a:pPr>
            <a:endParaRPr lang="en-US" sz="900" kern="0" dirty="0">
              <a:solidFill>
                <a:srgbClr val="231F20"/>
              </a:solidFill>
              <a:latin typeface="Arial" panose="020B0604020202020204" pitchFamily="34" charset="0"/>
            </a:endParaRPr>
          </a:p>
          <a:p>
            <a:pPr marL="171450" indent="-171450" defTabSz="685800" fontAlgn="base">
              <a:lnSpc>
                <a:spcPct val="80000"/>
              </a:lnSpc>
              <a:spcBef>
                <a:spcPct val="0"/>
              </a:spcBef>
              <a:spcAft>
                <a:spcPct val="0"/>
              </a:spcAft>
              <a:buFont typeface="Arial" panose="020B0604020202020204" pitchFamily="34" charset="0"/>
              <a:buChar char="•"/>
            </a:pPr>
            <a:r>
              <a:rPr lang="en-US" sz="900" kern="0" dirty="0">
                <a:solidFill>
                  <a:srgbClr val="231F20"/>
                </a:solidFill>
                <a:latin typeface="Arial" panose="020B0604020202020204" pitchFamily="34" charset="0"/>
              </a:rPr>
              <a:t>Knowledge of new/changed processes, policies, procedures and systems/tools used </a:t>
            </a:r>
          </a:p>
        </p:txBody>
      </p:sp>
      <p:sp>
        <p:nvSpPr>
          <p:cNvPr id="26" name="Left-Right Arrow 19">
            <a:extLst>
              <a:ext uri="{FF2B5EF4-FFF2-40B4-BE49-F238E27FC236}">
                <a16:creationId xmlns:a16="http://schemas.microsoft.com/office/drawing/2014/main" id="{8BFDB54F-8879-E720-1610-3A82669F80F4}"/>
              </a:ext>
            </a:extLst>
          </p:cNvPr>
          <p:cNvSpPr/>
          <p:nvPr/>
        </p:nvSpPr>
        <p:spPr>
          <a:xfrm>
            <a:off x="3697844" y="3453842"/>
            <a:ext cx="4836555" cy="246562"/>
          </a:xfrm>
          <a:prstGeom prst="leftRightArrow">
            <a:avLst/>
          </a:prstGeom>
          <a:solidFill>
            <a:schemeClr val="tx2">
              <a:lumMod val="20000"/>
              <a:lumOff val="80000"/>
            </a:schemeClr>
          </a:solidFill>
          <a:ln w="19050" cap="flat" cmpd="sng" algn="ctr">
            <a:solidFill>
              <a:schemeClr val="tx2">
                <a:lumMod val="20000"/>
                <a:lumOff val="80000"/>
              </a:schemeClr>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27" name="TextBox 32">
            <a:extLst>
              <a:ext uri="{FF2B5EF4-FFF2-40B4-BE49-F238E27FC236}">
                <a16:creationId xmlns:a16="http://schemas.microsoft.com/office/drawing/2014/main" id="{BAB55945-167A-54E4-1D86-F4B4EE3B7904}"/>
              </a:ext>
            </a:extLst>
          </p:cNvPr>
          <p:cNvSpPr txBox="1"/>
          <p:nvPr/>
        </p:nvSpPr>
        <p:spPr>
          <a:xfrm>
            <a:off x="3975207" y="3300919"/>
            <a:ext cx="4171246"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900" i="1" dirty="0">
                <a:solidFill>
                  <a:srgbClr val="231F20"/>
                </a:solidFill>
                <a:latin typeface="Arial"/>
              </a:rPr>
              <a:t>CIAs strive to minimise the gap between the current state and future state</a:t>
            </a:r>
          </a:p>
        </p:txBody>
      </p:sp>
      <p:sp>
        <p:nvSpPr>
          <p:cNvPr id="28" name="TextBox 33">
            <a:extLst>
              <a:ext uri="{FF2B5EF4-FFF2-40B4-BE49-F238E27FC236}">
                <a16:creationId xmlns:a16="http://schemas.microsoft.com/office/drawing/2014/main" id="{D6999FAA-5A19-732E-32C8-F449D343C26E}"/>
              </a:ext>
            </a:extLst>
          </p:cNvPr>
          <p:cNvSpPr txBox="1"/>
          <p:nvPr/>
        </p:nvSpPr>
        <p:spPr>
          <a:xfrm>
            <a:off x="223060" y="4192000"/>
            <a:ext cx="2994137" cy="230832"/>
          </a:xfrm>
          <a:prstGeom prst="rect">
            <a:avLst/>
          </a:prstGeom>
          <a:solidFill>
            <a:schemeClr val="tx2">
              <a:lumMod val="20000"/>
              <a:lumOff val="80000"/>
            </a:schemeClr>
          </a:solidFill>
          <a:ln>
            <a:solidFill>
              <a:schemeClr val="tx2">
                <a:lumMod val="20000"/>
                <a:lumOff val="80000"/>
              </a:schemeClr>
            </a:solidFill>
          </a:ln>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chemeClr val="bg1"/>
                </a:solidFill>
                <a:effectLst/>
                <a:uLnTx/>
                <a:uFillTx/>
                <a:latin typeface="Arial"/>
                <a:ea typeface="+mn-ea"/>
                <a:cs typeface="+mn-cs"/>
              </a:rPr>
              <a:t>Understand the current state</a:t>
            </a:r>
          </a:p>
        </p:txBody>
      </p:sp>
      <p:sp>
        <p:nvSpPr>
          <p:cNvPr id="29" name="Bent-Up Arrow 34">
            <a:extLst>
              <a:ext uri="{FF2B5EF4-FFF2-40B4-BE49-F238E27FC236}">
                <a16:creationId xmlns:a16="http://schemas.microsoft.com/office/drawing/2014/main" id="{4E92220C-232A-8716-6B96-0E46DA4D52A8}"/>
              </a:ext>
            </a:extLst>
          </p:cNvPr>
          <p:cNvSpPr/>
          <p:nvPr/>
        </p:nvSpPr>
        <p:spPr>
          <a:xfrm rot="5400000">
            <a:off x="2402305" y="3598431"/>
            <a:ext cx="548796" cy="2191108"/>
          </a:xfrm>
          <a:prstGeom prst="bentUpArrow">
            <a:avLst/>
          </a:prstGeom>
          <a:solidFill>
            <a:schemeClr val="tx2">
              <a:lumMod val="20000"/>
              <a:lumOff val="80000"/>
            </a:schemeClr>
          </a:solidFill>
          <a:ln w="12700" cap="flat" cmpd="sng" algn="ctr">
            <a:solidFill>
              <a:schemeClr val="tx2">
                <a:lumMod val="20000"/>
                <a:lumOff val="80000"/>
              </a:scheme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0" name="Bent-Up Arrow 35">
            <a:extLst>
              <a:ext uri="{FF2B5EF4-FFF2-40B4-BE49-F238E27FC236}">
                <a16:creationId xmlns:a16="http://schemas.microsoft.com/office/drawing/2014/main" id="{661FE1C2-38E8-9124-AA63-B442E6C751E7}"/>
              </a:ext>
            </a:extLst>
          </p:cNvPr>
          <p:cNvSpPr/>
          <p:nvPr/>
        </p:nvSpPr>
        <p:spPr>
          <a:xfrm>
            <a:off x="8430577" y="4419381"/>
            <a:ext cx="2104676" cy="548798"/>
          </a:xfrm>
          <a:prstGeom prst="bentUpArrow">
            <a:avLst>
              <a:gd name="adj1" fmla="val 28136"/>
              <a:gd name="adj2" fmla="val 25000"/>
              <a:gd name="adj3" fmla="val 25000"/>
            </a:avLst>
          </a:prstGeom>
          <a:solidFill>
            <a:schemeClr val="tx2">
              <a:lumMod val="20000"/>
              <a:lumOff val="80000"/>
            </a:schemeClr>
          </a:solidFill>
          <a:ln w="12700" cap="flat" cmpd="sng" algn="ctr">
            <a:solidFill>
              <a:schemeClr val="tx2">
                <a:lumMod val="20000"/>
                <a:lumOff val="80000"/>
              </a:scheme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1" name="Rectangle 30">
            <a:extLst>
              <a:ext uri="{FF2B5EF4-FFF2-40B4-BE49-F238E27FC236}">
                <a16:creationId xmlns:a16="http://schemas.microsoft.com/office/drawing/2014/main" id="{1AEFE67E-A33B-171E-D99A-DA8B7D987853}"/>
              </a:ext>
            </a:extLst>
          </p:cNvPr>
          <p:cNvSpPr/>
          <p:nvPr/>
        </p:nvSpPr>
        <p:spPr>
          <a:xfrm>
            <a:off x="3462657" y="3770327"/>
            <a:ext cx="5290818" cy="2992732"/>
          </a:xfrm>
          <a:prstGeom prst="rect">
            <a:avLst/>
          </a:prstGeom>
          <a:noFill/>
          <a:ln w="12700" cap="flat" cmpd="sng" algn="ctr">
            <a:solidFill>
              <a:schemeClr val="tx2"/>
            </a:solidFill>
            <a:prstDash val="dash"/>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2" name="Rectangle 31">
            <a:extLst>
              <a:ext uri="{FF2B5EF4-FFF2-40B4-BE49-F238E27FC236}">
                <a16:creationId xmlns:a16="http://schemas.microsoft.com/office/drawing/2014/main" id="{B1DB95B8-6D02-D4D1-ECE8-C784FBD69F40}"/>
              </a:ext>
            </a:extLst>
          </p:cNvPr>
          <p:cNvSpPr/>
          <p:nvPr/>
        </p:nvSpPr>
        <p:spPr>
          <a:xfrm>
            <a:off x="3791307" y="5660275"/>
            <a:ext cx="4658174" cy="360000"/>
          </a:xfrm>
          <a:prstGeom prst="rect">
            <a:avLst/>
          </a:prstGeom>
          <a:solidFill>
            <a:schemeClr val="tx2"/>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CHANGE IMPACT ASSESSMENT OUTPUTS</a:t>
            </a:r>
          </a:p>
        </p:txBody>
      </p:sp>
    </p:spTree>
    <p:extLst>
      <p:ext uri="{BB962C8B-B14F-4D97-AF65-F5344CB8AC3E}">
        <p14:creationId xmlns:p14="http://schemas.microsoft.com/office/powerpoint/2010/main" val="3058682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9493-5BFC-BDA1-4D8A-247E106297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B851DF3-6D3D-0216-D281-19F94E93C0E4}"/>
              </a:ext>
            </a:extLst>
          </p:cNvPr>
          <p:cNvSpPr>
            <a:spLocks noGrp="1"/>
          </p:cNvSpPr>
          <p:nvPr>
            <p:ph type="title"/>
          </p:nvPr>
        </p:nvSpPr>
        <p:spPr>
          <a:xfrm>
            <a:off x="495300" y="228600"/>
            <a:ext cx="11201400" cy="548640"/>
          </a:xfrm>
        </p:spPr>
        <p:txBody>
          <a:bodyPr lIns="91440" tIns="45720" rIns="91440"/>
          <a:lstStyle/>
          <a:p>
            <a:pPr>
              <a:lnSpc>
                <a:spcPct val="100000"/>
              </a:lnSpc>
            </a:pPr>
            <a:r>
              <a:rPr lang="en-GB" dirty="0"/>
              <a:t>Purpose of a </a:t>
            </a:r>
            <a:r>
              <a:rPr lang="en-GB" b="0" dirty="0"/>
              <a:t>CIA</a:t>
            </a:r>
            <a:endParaRPr lang="en-IN" dirty="0"/>
          </a:p>
        </p:txBody>
      </p:sp>
      <p:sp>
        <p:nvSpPr>
          <p:cNvPr id="6" name="Date Placeholder 5">
            <a:extLst>
              <a:ext uri="{FF2B5EF4-FFF2-40B4-BE49-F238E27FC236}">
                <a16:creationId xmlns:a16="http://schemas.microsoft.com/office/drawing/2014/main" id="{AC6AF0C0-4C90-24C6-932C-7AEA71FAED10}"/>
              </a:ext>
            </a:extLst>
          </p:cNvPr>
          <p:cNvSpPr>
            <a:spLocks noGrp="1"/>
          </p:cNvSpPr>
          <p:nvPr>
            <p:ph type="dt" sz="half" idx="17"/>
          </p:nvPr>
        </p:nvSpPr>
        <p:spPr/>
        <p:txBody>
          <a:bodyPr/>
          <a:lstStyle/>
          <a:p>
            <a:fld id="{345C9E22-11CE-425B-9864-64378F237137}" type="datetime1">
              <a:rPr lang="en-US" smtClean="0"/>
              <a:t>11/28/2025</a:t>
            </a:fld>
            <a:endParaRPr lang="en-US"/>
          </a:p>
        </p:txBody>
      </p:sp>
      <p:sp>
        <p:nvSpPr>
          <p:cNvPr id="5" name="Slide Number Placeholder 4">
            <a:extLst>
              <a:ext uri="{FF2B5EF4-FFF2-40B4-BE49-F238E27FC236}">
                <a16:creationId xmlns:a16="http://schemas.microsoft.com/office/drawing/2014/main" id="{94240F76-6D58-4EB8-4174-B837F170DCBE}"/>
              </a:ext>
            </a:extLst>
          </p:cNvPr>
          <p:cNvSpPr>
            <a:spLocks noGrp="1"/>
          </p:cNvSpPr>
          <p:nvPr>
            <p:ph type="sldNum" sz="quarter" idx="19"/>
          </p:nvPr>
        </p:nvSpPr>
        <p:spPr/>
        <p:txBody>
          <a:bodyPr/>
          <a:lstStyle/>
          <a:p>
            <a:fld id="{94FCA0F3-9F3A-694B-99BB-0E592A797735}" type="slidenum">
              <a:rPr lang="en-US" smtClean="0"/>
              <a:t>62</a:t>
            </a:fld>
            <a:endParaRPr lang="en-US"/>
          </a:p>
        </p:txBody>
      </p:sp>
      <p:sp>
        <p:nvSpPr>
          <p:cNvPr id="190" name="Text Placeholder 4">
            <a:extLst>
              <a:ext uri="{FF2B5EF4-FFF2-40B4-BE49-F238E27FC236}">
                <a16:creationId xmlns:a16="http://schemas.microsoft.com/office/drawing/2014/main" id="{EBBCFE17-0B49-8449-8948-EE433DB4E07C}"/>
              </a:ext>
            </a:extLst>
          </p:cNvPr>
          <p:cNvSpPr txBox="1">
            <a:spLocks/>
          </p:cNvSpPr>
          <p:nvPr/>
        </p:nvSpPr>
        <p:spPr>
          <a:xfrm>
            <a:off x="379586" y="718405"/>
            <a:ext cx="11584414" cy="614014"/>
          </a:xfrm>
          <a:prstGeom prst="rect">
            <a:avLst/>
          </a:prstGeom>
        </p:spPr>
        <p:txBody>
          <a:bodyPr/>
          <a:lstStyle>
            <a:lvl1pPr marL="0" indent="0" algn="l" defTabSz="913829" rtl="0" eaLnBrk="1" latinLnBrk="0" hangingPunct="1">
              <a:lnSpc>
                <a:spcPct val="95000"/>
              </a:lnSpc>
              <a:spcBef>
                <a:spcPts val="0"/>
              </a:spcBef>
              <a:spcAft>
                <a:spcPts val="500"/>
              </a:spcAft>
              <a:buFont typeface="Arial" panose="020B0604020202020204" pitchFamily="34" charset="0"/>
              <a:buNone/>
              <a:defRPr sz="1699" b="1" kern="1200">
                <a:solidFill>
                  <a:schemeClr val="tx1"/>
                </a:solidFill>
                <a:latin typeface="+mn-lt"/>
                <a:ea typeface="+mn-ea"/>
                <a:cs typeface="+mn-cs"/>
              </a:defRPr>
            </a:lvl1pPr>
            <a:lvl2pPr marL="0" indent="0" algn="l" defTabSz="913829" rtl="0" eaLnBrk="1" latinLnBrk="0" hangingPunct="1">
              <a:lnSpc>
                <a:spcPct val="95000"/>
              </a:lnSpc>
              <a:spcBef>
                <a:spcPts val="0"/>
              </a:spcBef>
              <a:spcAft>
                <a:spcPts val="500"/>
              </a:spcAft>
              <a:buFont typeface="Arial" panose="020B0604020202020204" pitchFamily="34" charset="0"/>
              <a:buNone/>
              <a:defRPr sz="1699" b="0" kern="1200">
                <a:solidFill>
                  <a:schemeClr val="tx1"/>
                </a:solidFill>
                <a:latin typeface="+mn-lt"/>
                <a:ea typeface="+mn-ea"/>
                <a:cs typeface="+mn-cs"/>
              </a:defRPr>
            </a:lvl2pPr>
            <a:lvl3pPr marL="125921" indent="-125921" algn="l" defTabSz="913829" rtl="0" eaLnBrk="1" latinLnBrk="0" hangingPunct="1">
              <a:lnSpc>
                <a:spcPct val="95000"/>
              </a:lnSpc>
              <a:spcBef>
                <a:spcPts val="0"/>
              </a:spcBef>
              <a:spcAft>
                <a:spcPts val="500"/>
              </a:spcAft>
              <a:buFont typeface="Arial" panose="020B0604020202020204" pitchFamily="34" charset="0"/>
              <a:buChar char="•"/>
              <a:defRPr sz="1699" kern="1200">
                <a:solidFill>
                  <a:schemeClr val="tx1"/>
                </a:solidFill>
                <a:latin typeface="+mn-lt"/>
                <a:ea typeface="+mn-ea"/>
                <a:cs typeface="+mn-cs"/>
              </a:defRPr>
            </a:lvl3pPr>
            <a:lvl4pPr marL="251843" indent="-125921" algn="l" defTabSz="913829" rtl="0" eaLnBrk="1" latinLnBrk="0" hangingPunct="1">
              <a:lnSpc>
                <a:spcPct val="95000"/>
              </a:lnSpc>
              <a:spcBef>
                <a:spcPts val="0"/>
              </a:spcBef>
              <a:spcAft>
                <a:spcPts val="500"/>
              </a:spcAft>
              <a:buFont typeface="Energy" panose="020B0603020203020004" pitchFamily="34" charset="0"/>
              <a:buChar char="–"/>
              <a:defRPr sz="1299" kern="1200">
                <a:solidFill>
                  <a:schemeClr val="tx1"/>
                </a:solidFill>
                <a:latin typeface="+mn-lt"/>
                <a:ea typeface="+mn-ea"/>
                <a:cs typeface="+mn-cs"/>
              </a:defRPr>
            </a:lvl4pPr>
            <a:lvl5pPr marL="377764" indent="-125921" algn="l" defTabSz="913829" rtl="0" eaLnBrk="1" latinLnBrk="0" hangingPunct="1">
              <a:lnSpc>
                <a:spcPct val="95000"/>
              </a:lnSpc>
              <a:spcBef>
                <a:spcPts val="0"/>
              </a:spcBef>
              <a:spcAft>
                <a:spcPts val="500"/>
              </a:spcAft>
              <a:buFont typeface="Energy" panose="020B0603020203020004" pitchFamily="34" charset="0"/>
              <a:buChar char="–"/>
              <a:defRPr sz="999" b="0" kern="1200">
                <a:solidFill>
                  <a:schemeClr val="tx1"/>
                </a:solidFill>
                <a:latin typeface="+mn-lt"/>
                <a:ea typeface="+mn-ea"/>
                <a:cs typeface="+mn-cs"/>
              </a:defRPr>
            </a:lvl5pPr>
            <a:lvl6pPr marL="0" indent="0" algn="l" defTabSz="913829" rtl="0" eaLnBrk="1" latinLnBrk="0" hangingPunct="1">
              <a:lnSpc>
                <a:spcPct val="95000"/>
              </a:lnSpc>
              <a:spcBef>
                <a:spcPts val="0"/>
              </a:spcBef>
              <a:spcAft>
                <a:spcPts val="500"/>
              </a:spcAft>
              <a:buFont typeface="Arial" panose="020B0604020202020204" pitchFamily="34" charset="0"/>
              <a:buNone/>
              <a:defRPr sz="1299" b="1" kern="1200">
                <a:solidFill>
                  <a:schemeClr val="tx1"/>
                </a:solidFill>
                <a:latin typeface="+mn-lt"/>
                <a:ea typeface="+mn-ea"/>
                <a:cs typeface="+mn-cs"/>
              </a:defRPr>
            </a:lvl6pPr>
            <a:lvl7pPr marL="0" indent="0" algn="l" defTabSz="913829" rtl="0" eaLnBrk="1" latinLnBrk="0" hangingPunct="1">
              <a:lnSpc>
                <a:spcPct val="95000"/>
              </a:lnSpc>
              <a:spcBef>
                <a:spcPts val="0"/>
              </a:spcBef>
              <a:spcAft>
                <a:spcPts val="500"/>
              </a:spcAft>
              <a:buFont typeface="Arial" panose="020B0604020202020204" pitchFamily="34" charset="0"/>
              <a:buNone/>
              <a:defRPr sz="1299" kern="1200">
                <a:solidFill>
                  <a:schemeClr val="tx1"/>
                </a:solidFill>
                <a:latin typeface="+mn-lt"/>
                <a:ea typeface="+mn-ea"/>
                <a:cs typeface="+mn-cs"/>
              </a:defRPr>
            </a:lvl7pPr>
            <a:lvl8pPr marL="125921" indent="-125921" algn="l" defTabSz="913829" rtl="0" eaLnBrk="1" latinLnBrk="0" hangingPunct="1">
              <a:lnSpc>
                <a:spcPct val="95000"/>
              </a:lnSpc>
              <a:spcBef>
                <a:spcPts val="0"/>
              </a:spcBef>
              <a:spcAft>
                <a:spcPts val="500"/>
              </a:spcAft>
              <a:buFont typeface="Arial" panose="020B0604020202020204" pitchFamily="34" charset="0"/>
              <a:buChar char="•"/>
              <a:defRPr sz="1299" b="0" i="0" kern="1200">
                <a:solidFill>
                  <a:schemeClr val="tx1"/>
                </a:solidFill>
                <a:latin typeface="+mn-lt"/>
                <a:ea typeface="+mn-ea"/>
                <a:cs typeface="+mn-cs"/>
              </a:defRPr>
            </a:lvl8pPr>
            <a:lvl9pPr marL="251843" indent="-125921" algn="l" defTabSz="913829" rtl="0" eaLnBrk="1" latinLnBrk="0" hangingPunct="1">
              <a:lnSpc>
                <a:spcPct val="95000"/>
              </a:lnSpc>
              <a:spcBef>
                <a:spcPts val="0"/>
              </a:spcBef>
              <a:spcAft>
                <a:spcPts val="500"/>
              </a:spcAft>
              <a:buFont typeface="Energy" panose="020B0603020203020004" pitchFamily="34" charset="0"/>
              <a:buChar char="–"/>
              <a:defRPr sz="999" kern="1200">
                <a:solidFill>
                  <a:schemeClr val="tx1"/>
                </a:solidFill>
                <a:latin typeface="+mn-lt"/>
                <a:ea typeface="+mn-ea"/>
                <a:cs typeface="+mn-cs"/>
              </a:defRPr>
            </a:lvl9pPr>
          </a:lstStyle>
          <a:p>
            <a:pPr>
              <a:defRPr/>
            </a:pPr>
            <a:r>
              <a:rPr lang="en-GB" sz="1200" b="0" dirty="0">
                <a:solidFill>
                  <a:prstClr val="black"/>
                </a:solidFill>
                <a:latin typeface="Arial" panose="020B0604020202020204"/>
              </a:rPr>
              <a:t>CIA’s are crucial for identifying the </a:t>
            </a:r>
            <a:r>
              <a:rPr lang="en-GB" sz="1200" dirty="0">
                <a:solidFill>
                  <a:prstClr val="black"/>
                </a:solidFill>
                <a:latin typeface="Arial" panose="020B0604020202020204"/>
              </a:rPr>
              <a:t>effects of a change </a:t>
            </a:r>
            <a:r>
              <a:rPr lang="en-GB" sz="1200" b="0" dirty="0">
                <a:solidFill>
                  <a:prstClr val="black"/>
                </a:solidFill>
                <a:latin typeface="Arial" panose="020B0604020202020204"/>
              </a:rPr>
              <a:t>on people &amp; organisation; processes, policies &amp; controls; s</a:t>
            </a:r>
            <a:r>
              <a:rPr lang="en-GB" sz="1200" b="0" dirty="0" err="1">
                <a:solidFill>
                  <a:prstClr val="black"/>
                </a:solidFill>
                <a:latin typeface="Arial" panose="020B0604020202020204"/>
              </a:rPr>
              <a:t>ystems</a:t>
            </a:r>
            <a:r>
              <a:rPr lang="en-GB" sz="1200" b="0" dirty="0">
                <a:solidFill>
                  <a:prstClr val="black"/>
                </a:solidFill>
                <a:latin typeface="Arial" panose="020B0604020202020204"/>
              </a:rPr>
              <a:t>, </a:t>
            </a:r>
            <a:r>
              <a:rPr lang="en-GB" sz="1200" b="0" dirty="0" err="1">
                <a:solidFill>
                  <a:prstClr val="black"/>
                </a:solidFill>
                <a:latin typeface="Arial" panose="020B0604020202020204"/>
              </a:rPr>
              <a:t>technolog</a:t>
            </a:r>
            <a:r>
              <a:rPr lang="en-GB" sz="1200" b="0" dirty="0">
                <a:solidFill>
                  <a:prstClr val="black"/>
                </a:solidFill>
                <a:latin typeface="Arial" panose="020B0604020202020204"/>
              </a:rPr>
              <a:t>y and data, and inform </a:t>
            </a:r>
            <a:r>
              <a:rPr lang="en-GB" sz="1200" dirty="0">
                <a:solidFill>
                  <a:prstClr val="black"/>
                </a:solidFill>
                <a:latin typeface="Arial" panose="020B0604020202020204"/>
              </a:rPr>
              <a:t>business readiness </a:t>
            </a:r>
            <a:r>
              <a:rPr lang="en-GB" sz="1200" b="0" dirty="0">
                <a:solidFill>
                  <a:prstClr val="black"/>
                </a:solidFill>
                <a:latin typeface="Arial" panose="020B0604020202020204"/>
              </a:rPr>
              <a:t>activities by offering insights into necessary adjustments required to facilitate a smoother</a:t>
            </a:r>
            <a:r>
              <a:rPr lang="en-GB" sz="1200" dirty="0">
                <a:solidFill>
                  <a:prstClr val="black"/>
                </a:solidFill>
                <a:latin typeface="Arial" panose="020B0604020202020204"/>
              </a:rPr>
              <a:t> transition </a:t>
            </a:r>
            <a:r>
              <a:rPr lang="en-GB" sz="1200" b="0" dirty="0">
                <a:solidFill>
                  <a:prstClr val="black"/>
                </a:solidFill>
                <a:latin typeface="Arial" panose="020B0604020202020204"/>
              </a:rPr>
              <a:t>to, and </a:t>
            </a:r>
            <a:r>
              <a:rPr lang="en-GB" sz="1200" dirty="0">
                <a:solidFill>
                  <a:prstClr val="black"/>
                </a:solidFill>
                <a:latin typeface="Arial" panose="020B0604020202020204"/>
              </a:rPr>
              <a:t>adoption</a:t>
            </a:r>
            <a:r>
              <a:rPr lang="en-GB" sz="1200" b="0" dirty="0">
                <a:solidFill>
                  <a:prstClr val="black"/>
                </a:solidFill>
                <a:latin typeface="Arial" panose="020B0604020202020204"/>
              </a:rPr>
              <a:t> of, new initiatives.</a:t>
            </a:r>
            <a:endParaRPr lang="en-GB" sz="1200" dirty="0">
              <a:solidFill>
                <a:prstClr val="black"/>
              </a:solidFill>
              <a:latin typeface="Arial" panose="020B0604020202020204"/>
            </a:endParaRPr>
          </a:p>
        </p:txBody>
      </p:sp>
      <p:sp>
        <p:nvSpPr>
          <p:cNvPr id="191" name="Rectangle 190">
            <a:extLst>
              <a:ext uri="{FF2B5EF4-FFF2-40B4-BE49-F238E27FC236}">
                <a16:creationId xmlns:a16="http://schemas.microsoft.com/office/drawing/2014/main" id="{15994FCF-856E-4FAA-6D56-AE997621D58A}"/>
              </a:ext>
            </a:extLst>
          </p:cNvPr>
          <p:cNvSpPr/>
          <p:nvPr/>
        </p:nvSpPr>
        <p:spPr>
          <a:xfrm>
            <a:off x="225850" y="2576842"/>
            <a:ext cx="2994137" cy="322276"/>
          </a:xfrm>
          <a:prstGeom prst="rect">
            <a:avLst/>
          </a:prstGeom>
          <a:solidFill>
            <a:schemeClr val="tx2"/>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CURRENT STATE</a:t>
            </a:r>
          </a:p>
        </p:txBody>
      </p:sp>
      <p:sp>
        <p:nvSpPr>
          <p:cNvPr id="192" name="Rectangle 191">
            <a:extLst>
              <a:ext uri="{FF2B5EF4-FFF2-40B4-BE49-F238E27FC236}">
                <a16:creationId xmlns:a16="http://schemas.microsoft.com/office/drawing/2014/main" id="{445E82F4-D5AC-2F4D-5440-F09AD275BE23}"/>
              </a:ext>
            </a:extLst>
          </p:cNvPr>
          <p:cNvSpPr/>
          <p:nvPr/>
        </p:nvSpPr>
        <p:spPr>
          <a:xfrm>
            <a:off x="8968800" y="2572844"/>
            <a:ext cx="2995200" cy="322276"/>
          </a:xfrm>
          <a:prstGeom prst="rect">
            <a:avLst/>
          </a:prstGeom>
          <a:solidFill>
            <a:schemeClr val="tx2"/>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Arial"/>
                <a:ea typeface="+mn-ea"/>
                <a:cs typeface="+mn-cs"/>
              </a:rPr>
              <a:t>FUTURE STATE</a:t>
            </a:r>
          </a:p>
        </p:txBody>
      </p:sp>
      <p:sp>
        <p:nvSpPr>
          <p:cNvPr id="193" name="Rectangle 192">
            <a:extLst>
              <a:ext uri="{FF2B5EF4-FFF2-40B4-BE49-F238E27FC236}">
                <a16:creationId xmlns:a16="http://schemas.microsoft.com/office/drawing/2014/main" id="{56DCFD53-B31E-F54B-8FA5-B79A389ADA64}"/>
              </a:ext>
            </a:extLst>
          </p:cNvPr>
          <p:cNvSpPr/>
          <p:nvPr/>
        </p:nvSpPr>
        <p:spPr>
          <a:xfrm>
            <a:off x="225849" y="2895120"/>
            <a:ext cx="2994137" cy="859304"/>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High cost of finance function</a:t>
            </a:r>
          </a:p>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Lack of standardization of processes</a:t>
            </a:r>
          </a:p>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Markets working in silo</a:t>
            </a:r>
          </a:p>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Finance teams unable to focus on high value activities</a:t>
            </a:r>
          </a:p>
        </p:txBody>
      </p:sp>
      <p:sp>
        <p:nvSpPr>
          <p:cNvPr id="194" name="Rectangle 193">
            <a:extLst>
              <a:ext uri="{FF2B5EF4-FFF2-40B4-BE49-F238E27FC236}">
                <a16:creationId xmlns:a16="http://schemas.microsoft.com/office/drawing/2014/main" id="{99679DB2-273F-E8FE-0D59-E7863F1D0243}"/>
              </a:ext>
            </a:extLst>
          </p:cNvPr>
          <p:cNvSpPr/>
          <p:nvPr/>
        </p:nvSpPr>
        <p:spPr>
          <a:xfrm>
            <a:off x="8968799" y="2895119"/>
            <a:ext cx="2994137" cy="859304"/>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Centers of Excellence supporting markets</a:t>
            </a:r>
          </a:p>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Standardized processes </a:t>
            </a:r>
          </a:p>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Global Business Services focused on back-office tasks</a:t>
            </a:r>
          </a:p>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Reduced cost of finance </a:t>
            </a: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sym typeface="Wingdings" panose="05000000000000000000" pitchFamily="2" charset="2"/>
              </a:rPr>
              <a:t> investor returns </a:t>
            </a:r>
            <a:endPar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endParaRPr>
          </a:p>
        </p:txBody>
      </p:sp>
      <p:pic>
        <p:nvPicPr>
          <p:cNvPr id="195" name="Graphic 194" descr="Arrow Up with solid fill">
            <a:extLst>
              <a:ext uri="{FF2B5EF4-FFF2-40B4-BE49-F238E27FC236}">
                <a16:creationId xmlns:a16="http://schemas.microsoft.com/office/drawing/2014/main" id="{0D7B20A1-82BF-C09C-E7F9-98E87498B0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4426" y="3526502"/>
            <a:ext cx="196398" cy="196398"/>
          </a:xfrm>
          <a:prstGeom prst="rect">
            <a:avLst/>
          </a:prstGeom>
        </p:spPr>
      </p:pic>
      <p:sp>
        <p:nvSpPr>
          <p:cNvPr id="196" name="Arrow: Pentagon 195">
            <a:extLst>
              <a:ext uri="{FF2B5EF4-FFF2-40B4-BE49-F238E27FC236}">
                <a16:creationId xmlns:a16="http://schemas.microsoft.com/office/drawing/2014/main" id="{8B76B2DB-13BD-0DB6-36AE-9A9B7C8283CD}"/>
              </a:ext>
            </a:extLst>
          </p:cNvPr>
          <p:cNvSpPr/>
          <p:nvPr/>
        </p:nvSpPr>
        <p:spPr>
          <a:xfrm>
            <a:off x="3554970" y="1532499"/>
            <a:ext cx="5346223" cy="3262270"/>
          </a:xfrm>
          <a:prstGeom prst="homePlate">
            <a:avLst>
              <a:gd name="adj" fmla="val 20968"/>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197" name="Picture 196">
            <a:extLst>
              <a:ext uri="{FF2B5EF4-FFF2-40B4-BE49-F238E27FC236}">
                <a16:creationId xmlns:a16="http://schemas.microsoft.com/office/drawing/2014/main" id="{EA38DF09-A4BC-A390-445F-E0F4F569DE27}"/>
              </a:ext>
            </a:extLst>
          </p:cNvPr>
          <p:cNvPicPr>
            <a:picLocks noChangeAspect="1"/>
          </p:cNvPicPr>
          <p:nvPr/>
        </p:nvPicPr>
        <p:blipFill>
          <a:blip r:embed="rId4"/>
          <a:srcRect r="29791"/>
          <a:stretch>
            <a:fillRect/>
          </a:stretch>
        </p:blipFill>
        <p:spPr>
          <a:xfrm>
            <a:off x="3759671" y="2182469"/>
            <a:ext cx="1687688" cy="734145"/>
          </a:xfrm>
          <a:prstGeom prst="rect">
            <a:avLst/>
          </a:prstGeom>
        </p:spPr>
      </p:pic>
      <p:sp>
        <p:nvSpPr>
          <p:cNvPr id="198" name="Isosceles Triangle 197">
            <a:extLst>
              <a:ext uri="{FF2B5EF4-FFF2-40B4-BE49-F238E27FC236}">
                <a16:creationId xmlns:a16="http://schemas.microsoft.com/office/drawing/2014/main" id="{F12981EB-11C0-699C-5826-275A6DC74AA1}"/>
              </a:ext>
            </a:extLst>
          </p:cNvPr>
          <p:cNvSpPr/>
          <p:nvPr/>
        </p:nvSpPr>
        <p:spPr bwMode="auto">
          <a:xfrm rot="5400000">
            <a:off x="2800986" y="3068045"/>
            <a:ext cx="1181578" cy="191179"/>
          </a:xfrm>
          <a:prstGeom prst="triangle">
            <a:avLst/>
          </a:prstGeom>
          <a:solidFill>
            <a:srgbClr val="55C3F0">
              <a:lumMod val="50000"/>
            </a:srgbClr>
          </a:solidFill>
          <a:ln w="6350" cap="flat" cmpd="sng" algn="ctr">
            <a:noFill/>
            <a:prstDash val="solid"/>
            <a:miter lim="800000"/>
            <a:headEnd type="none" w="med" len="med"/>
            <a:tailEnd type="none" w="med" len="med"/>
          </a:ln>
          <a:effectLst/>
        </p:spPr>
        <p:txBody>
          <a:bodyPr rot="0" spcFirstLastPara="0" vert="horz" wrap="square" lIns="68598" tIns="34299" rIns="34299" bIns="68598"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757"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38"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pic>
        <p:nvPicPr>
          <p:cNvPr id="199" name="Picture 198">
            <a:extLst>
              <a:ext uri="{FF2B5EF4-FFF2-40B4-BE49-F238E27FC236}">
                <a16:creationId xmlns:a16="http://schemas.microsoft.com/office/drawing/2014/main" id="{6CCD58EE-274C-E3C9-308A-77756598297C}"/>
              </a:ext>
            </a:extLst>
          </p:cNvPr>
          <p:cNvPicPr>
            <a:picLocks noChangeAspect="1"/>
          </p:cNvPicPr>
          <p:nvPr/>
        </p:nvPicPr>
        <p:blipFill>
          <a:blip r:embed="rId5"/>
          <a:stretch>
            <a:fillRect/>
          </a:stretch>
        </p:blipFill>
        <p:spPr>
          <a:xfrm>
            <a:off x="3869453" y="2587994"/>
            <a:ext cx="1687688" cy="941318"/>
          </a:xfrm>
          <a:prstGeom prst="rect">
            <a:avLst/>
          </a:prstGeom>
        </p:spPr>
      </p:pic>
      <p:pic>
        <p:nvPicPr>
          <p:cNvPr id="200" name="Picture 199">
            <a:extLst>
              <a:ext uri="{FF2B5EF4-FFF2-40B4-BE49-F238E27FC236}">
                <a16:creationId xmlns:a16="http://schemas.microsoft.com/office/drawing/2014/main" id="{35BB0948-E3DB-5384-097B-9CF108C68E39}"/>
              </a:ext>
            </a:extLst>
          </p:cNvPr>
          <p:cNvPicPr>
            <a:picLocks noChangeAspect="1"/>
          </p:cNvPicPr>
          <p:nvPr/>
        </p:nvPicPr>
        <p:blipFill>
          <a:blip r:embed="rId6"/>
          <a:stretch>
            <a:fillRect/>
          </a:stretch>
        </p:blipFill>
        <p:spPr>
          <a:xfrm>
            <a:off x="3996587" y="3001328"/>
            <a:ext cx="1673659" cy="941318"/>
          </a:xfrm>
          <a:prstGeom prst="rect">
            <a:avLst/>
          </a:prstGeom>
        </p:spPr>
      </p:pic>
      <p:sp>
        <p:nvSpPr>
          <p:cNvPr id="201" name="Rectangle 200">
            <a:extLst>
              <a:ext uri="{FF2B5EF4-FFF2-40B4-BE49-F238E27FC236}">
                <a16:creationId xmlns:a16="http://schemas.microsoft.com/office/drawing/2014/main" id="{09014D2F-5516-1F4D-42F7-A1B20F2694EB}"/>
              </a:ext>
            </a:extLst>
          </p:cNvPr>
          <p:cNvSpPr/>
          <p:nvPr/>
        </p:nvSpPr>
        <p:spPr>
          <a:xfrm>
            <a:off x="3957498" y="3968685"/>
            <a:ext cx="2197391" cy="445970"/>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CIA Documentation</a:t>
            </a:r>
          </a:p>
        </p:txBody>
      </p:sp>
      <p:sp>
        <p:nvSpPr>
          <p:cNvPr id="202" name="Rectangle 201">
            <a:extLst>
              <a:ext uri="{FF2B5EF4-FFF2-40B4-BE49-F238E27FC236}">
                <a16:creationId xmlns:a16="http://schemas.microsoft.com/office/drawing/2014/main" id="{57D75BFD-B9FF-F23B-C1C0-B2694D4C5819}"/>
              </a:ext>
            </a:extLst>
          </p:cNvPr>
          <p:cNvSpPr/>
          <p:nvPr/>
        </p:nvSpPr>
        <p:spPr>
          <a:xfrm>
            <a:off x="3651585" y="1582584"/>
            <a:ext cx="2202673" cy="3123276"/>
          </a:xfrm>
          <a:prstGeom prst="rect">
            <a:avLst/>
          </a:prstGeom>
          <a:noFill/>
          <a:ln w="12700" cap="flat" cmpd="sng" algn="ctr">
            <a:solidFill>
              <a:schemeClr val="tx2"/>
            </a:solidFill>
            <a:prstDash val="dash"/>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pic>
        <p:nvPicPr>
          <p:cNvPr id="203" name="Picture 202">
            <a:extLst>
              <a:ext uri="{FF2B5EF4-FFF2-40B4-BE49-F238E27FC236}">
                <a16:creationId xmlns:a16="http://schemas.microsoft.com/office/drawing/2014/main" id="{1CBB1448-93A2-BE92-52B7-C598D1779BFE}"/>
              </a:ext>
            </a:extLst>
          </p:cNvPr>
          <p:cNvPicPr>
            <a:picLocks noChangeAspect="1"/>
          </p:cNvPicPr>
          <p:nvPr/>
        </p:nvPicPr>
        <p:blipFill>
          <a:blip r:embed="rId7"/>
          <a:stretch>
            <a:fillRect/>
          </a:stretch>
        </p:blipFill>
        <p:spPr>
          <a:xfrm>
            <a:off x="6038865" y="1655026"/>
            <a:ext cx="1186993" cy="667684"/>
          </a:xfrm>
          <a:prstGeom prst="rect">
            <a:avLst/>
          </a:prstGeom>
        </p:spPr>
      </p:pic>
      <p:sp>
        <p:nvSpPr>
          <p:cNvPr id="204" name="Rectangle 203">
            <a:extLst>
              <a:ext uri="{FF2B5EF4-FFF2-40B4-BE49-F238E27FC236}">
                <a16:creationId xmlns:a16="http://schemas.microsoft.com/office/drawing/2014/main" id="{952A23FD-FEF3-E03D-382F-065BD61CF8B6}"/>
              </a:ext>
            </a:extLst>
          </p:cNvPr>
          <p:cNvSpPr/>
          <p:nvPr/>
        </p:nvSpPr>
        <p:spPr>
          <a:xfrm>
            <a:off x="6018724" y="2445237"/>
            <a:ext cx="1692909" cy="261640"/>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Stakeholder Analysis &amp; Engagement Plan</a:t>
            </a:r>
          </a:p>
        </p:txBody>
      </p:sp>
      <p:pic>
        <p:nvPicPr>
          <p:cNvPr id="205" name="Picture 204">
            <a:extLst>
              <a:ext uri="{FF2B5EF4-FFF2-40B4-BE49-F238E27FC236}">
                <a16:creationId xmlns:a16="http://schemas.microsoft.com/office/drawing/2014/main" id="{E14EF6C9-7182-E7C7-EDA9-CE96F36CD66D}"/>
              </a:ext>
            </a:extLst>
          </p:cNvPr>
          <p:cNvPicPr>
            <a:picLocks noChangeAspect="1"/>
          </p:cNvPicPr>
          <p:nvPr/>
        </p:nvPicPr>
        <p:blipFill>
          <a:blip r:embed="rId8"/>
          <a:stretch>
            <a:fillRect/>
          </a:stretch>
        </p:blipFill>
        <p:spPr>
          <a:xfrm>
            <a:off x="6185093" y="1827378"/>
            <a:ext cx="1369840" cy="567774"/>
          </a:xfrm>
          <a:prstGeom prst="rect">
            <a:avLst/>
          </a:prstGeom>
        </p:spPr>
      </p:pic>
      <p:pic>
        <p:nvPicPr>
          <p:cNvPr id="206" name="Picture 205">
            <a:extLst>
              <a:ext uri="{FF2B5EF4-FFF2-40B4-BE49-F238E27FC236}">
                <a16:creationId xmlns:a16="http://schemas.microsoft.com/office/drawing/2014/main" id="{391DEB8C-CA70-DC20-9134-5843DCA9F38A}"/>
              </a:ext>
            </a:extLst>
          </p:cNvPr>
          <p:cNvPicPr>
            <a:picLocks noChangeAspect="1"/>
          </p:cNvPicPr>
          <p:nvPr/>
        </p:nvPicPr>
        <p:blipFill>
          <a:blip r:embed="rId9"/>
          <a:stretch>
            <a:fillRect/>
          </a:stretch>
        </p:blipFill>
        <p:spPr>
          <a:xfrm>
            <a:off x="6243315" y="3700854"/>
            <a:ext cx="1592179" cy="714222"/>
          </a:xfrm>
          <a:prstGeom prst="rect">
            <a:avLst/>
          </a:prstGeom>
        </p:spPr>
      </p:pic>
      <p:sp>
        <p:nvSpPr>
          <p:cNvPr id="207" name="Rectangle 206">
            <a:extLst>
              <a:ext uri="{FF2B5EF4-FFF2-40B4-BE49-F238E27FC236}">
                <a16:creationId xmlns:a16="http://schemas.microsoft.com/office/drawing/2014/main" id="{E651DAD8-8DCD-40EA-97C6-123E7F279227}"/>
              </a:ext>
            </a:extLst>
          </p:cNvPr>
          <p:cNvSpPr/>
          <p:nvPr/>
        </p:nvSpPr>
        <p:spPr>
          <a:xfrm>
            <a:off x="6018725" y="4456929"/>
            <a:ext cx="1816770" cy="261640"/>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Training &amp; Readiness </a:t>
            </a:r>
          </a:p>
        </p:txBody>
      </p:sp>
      <p:sp>
        <p:nvSpPr>
          <p:cNvPr id="208" name="Rectangle 207">
            <a:extLst>
              <a:ext uri="{FF2B5EF4-FFF2-40B4-BE49-F238E27FC236}">
                <a16:creationId xmlns:a16="http://schemas.microsoft.com/office/drawing/2014/main" id="{3676CB19-B387-DF68-355E-EE6B458D04D7}"/>
              </a:ext>
            </a:extLst>
          </p:cNvPr>
          <p:cNvSpPr/>
          <p:nvPr/>
        </p:nvSpPr>
        <p:spPr>
          <a:xfrm>
            <a:off x="5938069" y="1582584"/>
            <a:ext cx="2202673" cy="3123276"/>
          </a:xfrm>
          <a:prstGeom prst="rect">
            <a:avLst/>
          </a:prstGeom>
          <a:noFill/>
          <a:ln w="12700" cap="flat" cmpd="sng" algn="ctr">
            <a:solidFill>
              <a:schemeClr val="tx2"/>
            </a:solidFill>
            <a:prstDash val="dash"/>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209" name="Rectangle 208">
            <a:extLst>
              <a:ext uri="{FF2B5EF4-FFF2-40B4-BE49-F238E27FC236}">
                <a16:creationId xmlns:a16="http://schemas.microsoft.com/office/drawing/2014/main" id="{DF7B1D06-3A03-D3ED-7AAF-475370BD1EBC}"/>
              </a:ext>
            </a:extLst>
          </p:cNvPr>
          <p:cNvSpPr/>
          <p:nvPr/>
        </p:nvSpPr>
        <p:spPr>
          <a:xfrm>
            <a:off x="6041503" y="3410639"/>
            <a:ext cx="1816770" cy="261640"/>
          </a:xfrm>
          <a:prstGeom prst="rect">
            <a:avLst/>
          </a:prstGeom>
          <a:solidFill>
            <a:srgbClr val="FFFFFF">
              <a:lumMod val="95000"/>
            </a:srgbClr>
          </a:solidFill>
          <a:ln w="19050"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685800" rtl="0" eaLnBrk="1" fontAlgn="base" latinLnBrk="0" hangingPunct="1">
              <a:lnSpc>
                <a:spcPct val="80000"/>
              </a:lnSpc>
              <a:spcBef>
                <a:spcPts val="600"/>
              </a:spcBef>
              <a:spcAft>
                <a:spcPct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231F20"/>
                </a:solidFill>
                <a:effectLst/>
                <a:uLnTx/>
                <a:uFillTx/>
                <a:latin typeface="Arial" panose="020B0604020202020204" pitchFamily="34" charset="0"/>
                <a:ea typeface="+mn-ea"/>
                <a:cs typeface="+mn-cs"/>
              </a:rPr>
              <a:t>Communications Plan</a:t>
            </a:r>
          </a:p>
        </p:txBody>
      </p:sp>
      <p:pic>
        <p:nvPicPr>
          <p:cNvPr id="210" name="Picture 209">
            <a:extLst>
              <a:ext uri="{FF2B5EF4-FFF2-40B4-BE49-F238E27FC236}">
                <a16:creationId xmlns:a16="http://schemas.microsoft.com/office/drawing/2014/main" id="{7330C7FA-1F44-6E3A-EE81-84F77460F02F}"/>
              </a:ext>
            </a:extLst>
          </p:cNvPr>
          <p:cNvPicPr>
            <a:picLocks noChangeAspect="1"/>
          </p:cNvPicPr>
          <p:nvPr/>
        </p:nvPicPr>
        <p:blipFill>
          <a:blip r:embed="rId10"/>
          <a:stretch>
            <a:fillRect/>
          </a:stretch>
        </p:blipFill>
        <p:spPr>
          <a:xfrm>
            <a:off x="6038865" y="2727841"/>
            <a:ext cx="1885950" cy="608661"/>
          </a:xfrm>
          <a:prstGeom prst="rect">
            <a:avLst/>
          </a:prstGeom>
        </p:spPr>
      </p:pic>
      <p:sp>
        <p:nvSpPr>
          <p:cNvPr id="211" name="TextBox 210">
            <a:extLst>
              <a:ext uri="{FF2B5EF4-FFF2-40B4-BE49-F238E27FC236}">
                <a16:creationId xmlns:a16="http://schemas.microsoft.com/office/drawing/2014/main" id="{B5A02CBB-17D7-01FC-C485-4B7ECE0AA6A0}"/>
              </a:ext>
            </a:extLst>
          </p:cNvPr>
          <p:cNvSpPr txBox="1"/>
          <p:nvPr/>
        </p:nvSpPr>
        <p:spPr>
          <a:xfrm>
            <a:off x="3869453" y="4867353"/>
            <a:ext cx="2202673" cy="153888"/>
          </a:xfrm>
          <a:prstGeom prst="rect">
            <a:avLst/>
          </a:prstGeom>
          <a:noFill/>
        </p:spPr>
        <p:txBody>
          <a:bodyPr wrap="square" lIns="0" tIns="0" rIns="0" bIns="0" rtlCol="0">
            <a:spAutoFit/>
          </a:bodyPr>
          <a:lstStyle/>
          <a:p>
            <a:pPr>
              <a:spcAft>
                <a:spcPts val="200"/>
              </a:spcAft>
            </a:pPr>
            <a:r>
              <a:rPr lang="en-GB" sz="1000" b="1" dirty="0">
                <a:solidFill>
                  <a:prstClr val="black"/>
                </a:solidFill>
                <a:latin typeface="Arial" panose="020B0604020202020204"/>
              </a:rPr>
              <a:t>Change Impact Assessment</a:t>
            </a:r>
          </a:p>
        </p:txBody>
      </p:sp>
      <p:sp>
        <p:nvSpPr>
          <p:cNvPr id="212" name="TextBox 211">
            <a:extLst>
              <a:ext uri="{FF2B5EF4-FFF2-40B4-BE49-F238E27FC236}">
                <a16:creationId xmlns:a16="http://schemas.microsoft.com/office/drawing/2014/main" id="{B0F92C42-B67C-0E14-4ECF-E6E20D212762}"/>
              </a:ext>
            </a:extLst>
          </p:cNvPr>
          <p:cNvSpPr txBox="1"/>
          <p:nvPr/>
        </p:nvSpPr>
        <p:spPr>
          <a:xfrm>
            <a:off x="6189126" y="4867353"/>
            <a:ext cx="2202673" cy="153888"/>
          </a:xfrm>
          <a:prstGeom prst="rect">
            <a:avLst/>
          </a:prstGeom>
          <a:noFill/>
        </p:spPr>
        <p:txBody>
          <a:bodyPr wrap="square" lIns="0" tIns="0" rIns="0" bIns="0" rtlCol="0">
            <a:spAutoFit/>
          </a:bodyPr>
          <a:lstStyle/>
          <a:p>
            <a:pPr>
              <a:spcAft>
                <a:spcPts val="200"/>
              </a:spcAft>
            </a:pPr>
            <a:r>
              <a:rPr lang="en-GB" sz="1000" b="1" dirty="0">
                <a:solidFill>
                  <a:prstClr val="black"/>
                </a:solidFill>
                <a:latin typeface="Arial" panose="020B0604020202020204"/>
              </a:rPr>
              <a:t>Business Readiness </a:t>
            </a:r>
          </a:p>
        </p:txBody>
      </p:sp>
      <p:sp>
        <p:nvSpPr>
          <p:cNvPr id="213" name="Isosceles Triangle 212">
            <a:extLst>
              <a:ext uri="{FF2B5EF4-FFF2-40B4-BE49-F238E27FC236}">
                <a16:creationId xmlns:a16="http://schemas.microsoft.com/office/drawing/2014/main" id="{750A4C49-1DAC-2CA2-E4B0-C3887C7CE142}"/>
              </a:ext>
            </a:extLst>
          </p:cNvPr>
          <p:cNvSpPr/>
          <p:nvPr/>
        </p:nvSpPr>
        <p:spPr bwMode="auto">
          <a:xfrm rot="10800000">
            <a:off x="4173002" y="5167206"/>
            <a:ext cx="3543331" cy="227447"/>
          </a:xfrm>
          <a:prstGeom prst="triangle">
            <a:avLst/>
          </a:prstGeom>
          <a:solidFill>
            <a:srgbClr val="55C3F0">
              <a:lumMod val="50000"/>
            </a:srgbClr>
          </a:solidFill>
          <a:ln w="6350" cap="flat" cmpd="sng" algn="ctr">
            <a:noFill/>
            <a:prstDash val="solid"/>
            <a:miter lim="800000"/>
            <a:headEnd type="none" w="med" len="med"/>
            <a:tailEnd type="none" w="med" len="med"/>
          </a:ln>
          <a:effectLst/>
        </p:spPr>
        <p:txBody>
          <a:bodyPr rot="0" spcFirstLastPara="0" vert="horz" wrap="square" lIns="68598" tIns="34299" rIns="34299" bIns="68598"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757"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38"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14" name="Freeform: Shape 213">
            <a:extLst>
              <a:ext uri="{FF2B5EF4-FFF2-40B4-BE49-F238E27FC236}">
                <a16:creationId xmlns:a16="http://schemas.microsoft.com/office/drawing/2014/main" id="{B49E52F7-AC49-78B5-B591-CC43BB4B0C21}"/>
              </a:ext>
            </a:extLst>
          </p:cNvPr>
          <p:cNvSpPr/>
          <p:nvPr/>
        </p:nvSpPr>
        <p:spPr>
          <a:xfrm>
            <a:off x="1166619" y="6124604"/>
            <a:ext cx="10153391" cy="484922"/>
          </a:xfrm>
          <a:custGeom>
            <a:avLst/>
            <a:gdLst>
              <a:gd name="connsiteX0" fmla="*/ 0 w 9626885"/>
              <a:gd name="connsiteY0" fmla="*/ 1235099 h 1502229"/>
              <a:gd name="connsiteX1" fmla="*/ 2917861 w 9626885"/>
              <a:gd name="connsiteY1" fmla="*/ 2200 h 1502229"/>
              <a:gd name="connsiteX2" fmla="*/ 7376845 w 9626885"/>
              <a:gd name="connsiteY2" fmla="*/ 1502227 h 1502229"/>
              <a:gd name="connsiteX3" fmla="*/ 9626885 w 9626885"/>
              <a:gd name="connsiteY3" fmla="*/ 12474 h 1502229"/>
            </a:gdLst>
            <a:ahLst/>
            <a:cxnLst>
              <a:cxn ang="0">
                <a:pos x="connsiteX0" y="connsiteY0"/>
              </a:cxn>
              <a:cxn ang="0">
                <a:pos x="connsiteX1" y="connsiteY1"/>
              </a:cxn>
              <a:cxn ang="0">
                <a:pos x="connsiteX2" y="connsiteY2"/>
              </a:cxn>
              <a:cxn ang="0">
                <a:pos x="connsiteX3" y="connsiteY3"/>
              </a:cxn>
            </a:cxnLst>
            <a:rect l="l" t="t" r="r" b="b"/>
            <a:pathLst>
              <a:path w="9626885" h="1502229">
                <a:moveTo>
                  <a:pt x="0" y="1235099"/>
                </a:moveTo>
                <a:cubicBezTo>
                  <a:pt x="844193" y="596389"/>
                  <a:pt x="1688387" y="-42321"/>
                  <a:pt x="2917861" y="2200"/>
                </a:cubicBezTo>
                <a:cubicBezTo>
                  <a:pt x="4147335" y="46721"/>
                  <a:pt x="6258674" y="1500515"/>
                  <a:pt x="7376845" y="1502227"/>
                </a:cubicBezTo>
                <a:cubicBezTo>
                  <a:pt x="8495016" y="1503939"/>
                  <a:pt x="9060950" y="758206"/>
                  <a:pt x="9626885" y="12474"/>
                </a:cubicBezTo>
              </a:path>
            </a:pathLst>
          </a:custGeom>
          <a:noFill/>
          <a:ln w="38100">
            <a:solidFill>
              <a:schemeClr val="tx2"/>
            </a:solidFill>
            <a:prstDash val="dash"/>
          </a:ln>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15" name="TextBox 214">
            <a:extLst>
              <a:ext uri="{FF2B5EF4-FFF2-40B4-BE49-F238E27FC236}">
                <a16:creationId xmlns:a16="http://schemas.microsoft.com/office/drawing/2014/main" id="{97844C37-4B7B-70A0-3DC8-195FB3A3538D}"/>
              </a:ext>
            </a:extLst>
          </p:cNvPr>
          <p:cNvSpPr txBox="1"/>
          <p:nvPr/>
        </p:nvSpPr>
        <p:spPr>
          <a:xfrm>
            <a:off x="10333194" y="5516176"/>
            <a:ext cx="1514552" cy="403453"/>
          </a:xfrm>
          <a:prstGeom prst="rect">
            <a:avLst/>
          </a:prstGeom>
          <a:noFill/>
        </p:spPr>
        <p:txBody>
          <a:bodyPr wrap="square" rtlCol="0">
            <a:noAutofit/>
          </a:bodyPr>
          <a:lstStyle/>
          <a:p>
            <a:pPr algn="ctr" defTabSz="913812">
              <a:defRPr/>
            </a:pPr>
            <a:r>
              <a:rPr lang="en-GB" sz="907" b="1">
                <a:solidFill>
                  <a:srgbClr val="2E2E38"/>
                </a:solidFill>
                <a:latin typeface="Arial" panose="020B0604020202020204" pitchFamily="34" charset="0"/>
                <a:ea typeface="ＭＳ Ｐゴシック"/>
                <a:cs typeface="Arial" panose="020B0604020202020204" pitchFamily="34" charset="0"/>
              </a:rPr>
              <a:t>HELP ME</a:t>
            </a:r>
          </a:p>
          <a:p>
            <a:pPr algn="ctr" defTabSz="913812">
              <a:defRPr/>
            </a:pPr>
            <a:r>
              <a:rPr lang="en-GB" sz="907">
                <a:solidFill>
                  <a:srgbClr val="2E2E38"/>
                </a:solidFill>
                <a:latin typeface="Arial" panose="020B0604020202020204" pitchFamily="34" charset="0"/>
                <a:ea typeface="ＭＳ Ｐゴシック"/>
                <a:cs typeface="Arial" panose="020B0604020202020204" pitchFamily="34" charset="0"/>
              </a:rPr>
              <a:t>“Where can I get support” </a:t>
            </a:r>
          </a:p>
          <a:p>
            <a:pPr algn="ctr" defTabSz="913812">
              <a:defRPr/>
            </a:pPr>
            <a:endParaRPr lang="en-GB" sz="907" kern="0">
              <a:solidFill>
                <a:srgbClr val="2E2E38"/>
              </a:solidFill>
              <a:latin typeface="Arial" panose="020B0604020202020204" pitchFamily="34" charset="0"/>
              <a:cs typeface="Arial" panose="020B0604020202020204" pitchFamily="34" charset="0"/>
            </a:endParaRPr>
          </a:p>
        </p:txBody>
      </p:sp>
      <p:grpSp>
        <p:nvGrpSpPr>
          <p:cNvPr id="216" name="Group 215">
            <a:extLst>
              <a:ext uri="{FF2B5EF4-FFF2-40B4-BE49-F238E27FC236}">
                <a16:creationId xmlns:a16="http://schemas.microsoft.com/office/drawing/2014/main" id="{1483AA94-59E8-1ED9-EF6E-1E9F283758EB}"/>
              </a:ext>
            </a:extLst>
          </p:cNvPr>
          <p:cNvGrpSpPr>
            <a:grpSpLocks noChangeAspect="1"/>
          </p:cNvGrpSpPr>
          <p:nvPr/>
        </p:nvGrpSpPr>
        <p:grpSpPr>
          <a:xfrm>
            <a:off x="804291" y="6160366"/>
            <a:ext cx="467982" cy="467982"/>
            <a:chOff x="853363" y="5376772"/>
            <a:chExt cx="573659" cy="578895"/>
          </a:xfrm>
        </p:grpSpPr>
        <p:sp>
          <p:nvSpPr>
            <p:cNvPr id="217" name="Oval 216">
              <a:extLst>
                <a:ext uri="{FF2B5EF4-FFF2-40B4-BE49-F238E27FC236}">
                  <a16:creationId xmlns:a16="http://schemas.microsoft.com/office/drawing/2014/main" id="{373C5136-4D92-8FED-C777-4744526587B7}"/>
                </a:ext>
              </a:extLst>
            </p:cNvPr>
            <p:cNvSpPr/>
            <p:nvPr/>
          </p:nvSpPr>
          <p:spPr>
            <a:xfrm>
              <a:off x="853363" y="5376772"/>
              <a:ext cx="573659" cy="578895"/>
            </a:xfrm>
            <a:prstGeom prst="ellipse">
              <a:avLst/>
            </a:prstGeom>
            <a:solidFill>
              <a:srgbClr val="FFFFFF"/>
            </a:solidFill>
            <a:ln w="19050" cap="flat" cmpd="sng" algn="ctr">
              <a:solidFill>
                <a:sysClr val="windowText" lastClr="000000">
                  <a:lumMod val="40000"/>
                  <a:lumOff val="60000"/>
                </a:sys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7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nvGrpSpPr>
            <p:cNvPr id="218" name="Group 110">
              <a:extLst>
                <a:ext uri="{FF2B5EF4-FFF2-40B4-BE49-F238E27FC236}">
                  <a16:creationId xmlns:a16="http://schemas.microsoft.com/office/drawing/2014/main" id="{382FF2DD-27B7-309F-1A50-C221F882A771}"/>
                </a:ext>
              </a:extLst>
            </p:cNvPr>
            <p:cNvGrpSpPr>
              <a:grpSpLocks noChangeAspect="1"/>
            </p:cNvGrpSpPr>
            <p:nvPr/>
          </p:nvGrpSpPr>
          <p:grpSpPr bwMode="auto">
            <a:xfrm>
              <a:off x="992942" y="5484241"/>
              <a:ext cx="294237" cy="363084"/>
              <a:chOff x="3428" y="1920"/>
              <a:chExt cx="594" cy="733"/>
            </a:xfrm>
            <a:solidFill>
              <a:sysClr val="windowText" lastClr="000000"/>
            </a:solidFill>
          </p:grpSpPr>
          <p:sp>
            <p:nvSpPr>
              <p:cNvPr id="219" name="Freeform 111">
                <a:extLst>
                  <a:ext uri="{FF2B5EF4-FFF2-40B4-BE49-F238E27FC236}">
                    <a16:creationId xmlns:a16="http://schemas.microsoft.com/office/drawing/2014/main" id="{2C3CE252-9128-BE5F-DD23-825EE820D2C7}"/>
                  </a:ext>
                </a:extLst>
              </p:cNvPr>
              <p:cNvSpPr>
                <a:spLocks noEditPoints="1"/>
              </p:cNvSpPr>
              <p:nvPr/>
            </p:nvSpPr>
            <p:spPr bwMode="auto">
              <a:xfrm>
                <a:off x="3679" y="1923"/>
                <a:ext cx="93" cy="92"/>
              </a:xfrm>
              <a:custGeom>
                <a:avLst/>
                <a:gdLst>
                  <a:gd name="T0" fmla="*/ 142 w 284"/>
                  <a:gd name="T1" fmla="*/ 285 h 285"/>
                  <a:gd name="T2" fmla="*/ 0 w 284"/>
                  <a:gd name="T3" fmla="*/ 143 h 285"/>
                  <a:gd name="T4" fmla="*/ 142 w 284"/>
                  <a:gd name="T5" fmla="*/ 0 h 285"/>
                  <a:gd name="T6" fmla="*/ 284 w 284"/>
                  <a:gd name="T7" fmla="*/ 143 h 285"/>
                  <a:gd name="T8" fmla="*/ 142 w 284"/>
                  <a:gd name="T9" fmla="*/ 285 h 285"/>
                  <a:gd name="T10" fmla="*/ 142 w 284"/>
                  <a:gd name="T11" fmla="*/ 31 h 285"/>
                  <a:gd name="T12" fmla="*/ 31 w 284"/>
                  <a:gd name="T13" fmla="*/ 143 h 285"/>
                  <a:gd name="T14" fmla="*/ 142 w 284"/>
                  <a:gd name="T15" fmla="*/ 254 h 285"/>
                  <a:gd name="T16" fmla="*/ 253 w 284"/>
                  <a:gd name="T17" fmla="*/ 143 h 285"/>
                  <a:gd name="T18" fmla="*/ 142 w 284"/>
                  <a:gd name="T19" fmla="*/ 3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4" h="285">
                    <a:moveTo>
                      <a:pt x="142" y="285"/>
                    </a:moveTo>
                    <a:cubicBezTo>
                      <a:pt x="64" y="285"/>
                      <a:pt x="0" y="221"/>
                      <a:pt x="0" y="143"/>
                    </a:cubicBezTo>
                    <a:cubicBezTo>
                      <a:pt x="0" y="64"/>
                      <a:pt x="64" y="0"/>
                      <a:pt x="142" y="0"/>
                    </a:cubicBezTo>
                    <a:cubicBezTo>
                      <a:pt x="220" y="0"/>
                      <a:pt x="284" y="64"/>
                      <a:pt x="284" y="143"/>
                    </a:cubicBezTo>
                    <a:cubicBezTo>
                      <a:pt x="284" y="221"/>
                      <a:pt x="220" y="285"/>
                      <a:pt x="142" y="285"/>
                    </a:cubicBezTo>
                    <a:close/>
                    <a:moveTo>
                      <a:pt x="142" y="31"/>
                    </a:moveTo>
                    <a:cubicBezTo>
                      <a:pt x="81" y="31"/>
                      <a:pt x="31" y="81"/>
                      <a:pt x="31" y="143"/>
                    </a:cubicBezTo>
                    <a:cubicBezTo>
                      <a:pt x="31" y="204"/>
                      <a:pt x="81" y="254"/>
                      <a:pt x="142" y="254"/>
                    </a:cubicBezTo>
                    <a:cubicBezTo>
                      <a:pt x="203" y="254"/>
                      <a:pt x="253" y="204"/>
                      <a:pt x="253" y="143"/>
                    </a:cubicBezTo>
                    <a:cubicBezTo>
                      <a:pt x="253" y="81"/>
                      <a:pt x="203" y="31"/>
                      <a:pt x="142" y="31"/>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0" name="Freeform 112">
                <a:extLst>
                  <a:ext uri="{FF2B5EF4-FFF2-40B4-BE49-F238E27FC236}">
                    <a16:creationId xmlns:a16="http://schemas.microsoft.com/office/drawing/2014/main" id="{984D782A-4778-6E78-A598-5039B4032792}"/>
                  </a:ext>
                </a:extLst>
              </p:cNvPr>
              <p:cNvSpPr>
                <a:spLocks noEditPoints="1"/>
              </p:cNvSpPr>
              <p:nvPr/>
            </p:nvSpPr>
            <p:spPr bwMode="auto">
              <a:xfrm>
                <a:off x="3676" y="1920"/>
                <a:ext cx="98" cy="98"/>
              </a:xfrm>
              <a:custGeom>
                <a:avLst/>
                <a:gdLst>
                  <a:gd name="T0" fmla="*/ 150 w 300"/>
                  <a:gd name="T1" fmla="*/ 301 h 301"/>
                  <a:gd name="T2" fmla="*/ 0 w 300"/>
                  <a:gd name="T3" fmla="*/ 151 h 301"/>
                  <a:gd name="T4" fmla="*/ 150 w 300"/>
                  <a:gd name="T5" fmla="*/ 0 h 301"/>
                  <a:gd name="T6" fmla="*/ 300 w 300"/>
                  <a:gd name="T7" fmla="*/ 151 h 301"/>
                  <a:gd name="T8" fmla="*/ 150 w 300"/>
                  <a:gd name="T9" fmla="*/ 301 h 301"/>
                  <a:gd name="T10" fmla="*/ 150 w 300"/>
                  <a:gd name="T11" fmla="*/ 17 h 301"/>
                  <a:gd name="T12" fmla="*/ 16 w 300"/>
                  <a:gd name="T13" fmla="*/ 151 h 301"/>
                  <a:gd name="T14" fmla="*/ 150 w 300"/>
                  <a:gd name="T15" fmla="*/ 285 h 301"/>
                  <a:gd name="T16" fmla="*/ 284 w 300"/>
                  <a:gd name="T17" fmla="*/ 151 h 301"/>
                  <a:gd name="T18" fmla="*/ 150 w 300"/>
                  <a:gd name="T19" fmla="*/ 17 h 301"/>
                  <a:gd name="T20" fmla="*/ 150 w 300"/>
                  <a:gd name="T21" fmla="*/ 270 h 301"/>
                  <a:gd name="T22" fmla="*/ 31 w 300"/>
                  <a:gd name="T23" fmla="*/ 151 h 301"/>
                  <a:gd name="T24" fmla="*/ 150 w 300"/>
                  <a:gd name="T25" fmla="*/ 31 h 301"/>
                  <a:gd name="T26" fmla="*/ 270 w 300"/>
                  <a:gd name="T27" fmla="*/ 151 h 301"/>
                  <a:gd name="T28" fmla="*/ 150 w 300"/>
                  <a:gd name="T29" fmla="*/ 270 h 301"/>
                  <a:gd name="T30" fmla="*/ 150 w 300"/>
                  <a:gd name="T31" fmla="*/ 47 h 301"/>
                  <a:gd name="T32" fmla="*/ 47 w 300"/>
                  <a:gd name="T33" fmla="*/ 151 h 301"/>
                  <a:gd name="T34" fmla="*/ 150 w 300"/>
                  <a:gd name="T35" fmla="*/ 254 h 301"/>
                  <a:gd name="T36" fmla="*/ 253 w 300"/>
                  <a:gd name="T37" fmla="*/ 151 h 301"/>
                  <a:gd name="T38" fmla="*/ 150 w 300"/>
                  <a:gd name="T39" fmla="*/ 47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0" h="301">
                    <a:moveTo>
                      <a:pt x="150" y="301"/>
                    </a:moveTo>
                    <a:cubicBezTo>
                      <a:pt x="67" y="301"/>
                      <a:pt x="0" y="233"/>
                      <a:pt x="0" y="151"/>
                    </a:cubicBezTo>
                    <a:cubicBezTo>
                      <a:pt x="0" y="68"/>
                      <a:pt x="67" y="0"/>
                      <a:pt x="150" y="0"/>
                    </a:cubicBezTo>
                    <a:cubicBezTo>
                      <a:pt x="233" y="0"/>
                      <a:pt x="300" y="68"/>
                      <a:pt x="300" y="151"/>
                    </a:cubicBezTo>
                    <a:cubicBezTo>
                      <a:pt x="300" y="233"/>
                      <a:pt x="233" y="301"/>
                      <a:pt x="150" y="301"/>
                    </a:cubicBezTo>
                    <a:close/>
                    <a:moveTo>
                      <a:pt x="150" y="17"/>
                    </a:moveTo>
                    <a:cubicBezTo>
                      <a:pt x="76" y="17"/>
                      <a:pt x="16" y="77"/>
                      <a:pt x="16" y="151"/>
                    </a:cubicBezTo>
                    <a:cubicBezTo>
                      <a:pt x="16" y="224"/>
                      <a:pt x="76" y="285"/>
                      <a:pt x="150" y="285"/>
                    </a:cubicBezTo>
                    <a:cubicBezTo>
                      <a:pt x="224" y="285"/>
                      <a:pt x="284" y="224"/>
                      <a:pt x="284" y="151"/>
                    </a:cubicBezTo>
                    <a:cubicBezTo>
                      <a:pt x="284" y="77"/>
                      <a:pt x="224" y="17"/>
                      <a:pt x="150" y="17"/>
                    </a:cubicBezTo>
                    <a:close/>
                    <a:moveTo>
                      <a:pt x="150" y="270"/>
                    </a:moveTo>
                    <a:cubicBezTo>
                      <a:pt x="84" y="270"/>
                      <a:pt x="31" y="216"/>
                      <a:pt x="31" y="151"/>
                    </a:cubicBezTo>
                    <a:cubicBezTo>
                      <a:pt x="31" y="85"/>
                      <a:pt x="84" y="31"/>
                      <a:pt x="150" y="31"/>
                    </a:cubicBezTo>
                    <a:cubicBezTo>
                      <a:pt x="216" y="31"/>
                      <a:pt x="270" y="85"/>
                      <a:pt x="270" y="151"/>
                    </a:cubicBezTo>
                    <a:cubicBezTo>
                      <a:pt x="270" y="216"/>
                      <a:pt x="216" y="270"/>
                      <a:pt x="150" y="270"/>
                    </a:cubicBezTo>
                    <a:close/>
                    <a:moveTo>
                      <a:pt x="150" y="47"/>
                    </a:moveTo>
                    <a:cubicBezTo>
                      <a:pt x="93" y="47"/>
                      <a:pt x="47" y="94"/>
                      <a:pt x="47" y="151"/>
                    </a:cubicBezTo>
                    <a:cubicBezTo>
                      <a:pt x="47" y="207"/>
                      <a:pt x="93" y="254"/>
                      <a:pt x="150" y="254"/>
                    </a:cubicBezTo>
                    <a:cubicBezTo>
                      <a:pt x="207" y="254"/>
                      <a:pt x="253" y="207"/>
                      <a:pt x="253" y="151"/>
                    </a:cubicBezTo>
                    <a:cubicBezTo>
                      <a:pt x="253" y="94"/>
                      <a:pt x="207" y="47"/>
                      <a:pt x="150" y="47"/>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1" name="Freeform 113">
                <a:extLst>
                  <a:ext uri="{FF2B5EF4-FFF2-40B4-BE49-F238E27FC236}">
                    <a16:creationId xmlns:a16="http://schemas.microsoft.com/office/drawing/2014/main" id="{525D5D43-725C-1CD8-4197-F20668D39818}"/>
                  </a:ext>
                </a:extLst>
              </p:cNvPr>
              <p:cNvSpPr>
                <a:spLocks/>
              </p:cNvSpPr>
              <p:nvPr/>
            </p:nvSpPr>
            <p:spPr bwMode="auto">
              <a:xfrm>
                <a:off x="3646" y="2030"/>
                <a:ext cx="159" cy="210"/>
              </a:xfrm>
              <a:custGeom>
                <a:avLst/>
                <a:gdLst>
                  <a:gd name="T0" fmla="*/ 83 w 490"/>
                  <a:gd name="T1" fmla="*/ 647 h 647"/>
                  <a:gd name="T2" fmla="*/ 19 w 490"/>
                  <a:gd name="T3" fmla="*/ 582 h 647"/>
                  <a:gd name="T4" fmla="*/ 0 w 490"/>
                  <a:gd name="T5" fmla="*/ 537 h 647"/>
                  <a:gd name="T6" fmla="*/ 0 w 490"/>
                  <a:gd name="T7" fmla="*/ 154 h 647"/>
                  <a:gd name="T8" fmla="*/ 154 w 490"/>
                  <a:gd name="T9" fmla="*/ 0 h 647"/>
                  <a:gd name="T10" fmla="*/ 336 w 490"/>
                  <a:gd name="T11" fmla="*/ 0 h 647"/>
                  <a:gd name="T12" fmla="*/ 490 w 490"/>
                  <a:gd name="T13" fmla="*/ 154 h 647"/>
                  <a:gd name="T14" fmla="*/ 490 w 490"/>
                  <a:gd name="T15" fmla="*/ 537 h 647"/>
                  <a:gd name="T16" fmla="*/ 472 w 490"/>
                  <a:gd name="T17" fmla="*/ 582 h 647"/>
                  <a:gd name="T18" fmla="*/ 409 w 490"/>
                  <a:gd name="T19" fmla="*/ 646 h 647"/>
                  <a:gd name="T20" fmla="*/ 386 w 490"/>
                  <a:gd name="T21" fmla="*/ 625 h 647"/>
                  <a:gd name="T22" fmla="*/ 450 w 490"/>
                  <a:gd name="T23" fmla="*/ 561 h 647"/>
                  <a:gd name="T24" fmla="*/ 460 w 490"/>
                  <a:gd name="T25" fmla="*/ 537 h 647"/>
                  <a:gd name="T26" fmla="*/ 460 w 490"/>
                  <a:gd name="T27" fmla="*/ 154 h 647"/>
                  <a:gd name="T28" fmla="*/ 336 w 490"/>
                  <a:gd name="T29" fmla="*/ 31 h 647"/>
                  <a:gd name="T30" fmla="*/ 154 w 490"/>
                  <a:gd name="T31" fmla="*/ 31 h 647"/>
                  <a:gd name="T32" fmla="*/ 31 w 490"/>
                  <a:gd name="T33" fmla="*/ 154 h 647"/>
                  <a:gd name="T34" fmla="*/ 31 w 490"/>
                  <a:gd name="T35" fmla="*/ 537 h 647"/>
                  <a:gd name="T36" fmla="*/ 40 w 490"/>
                  <a:gd name="T37" fmla="*/ 560 h 647"/>
                  <a:gd name="T38" fmla="*/ 105 w 490"/>
                  <a:gd name="T39" fmla="*/ 625 h 647"/>
                  <a:gd name="T40" fmla="*/ 83 w 490"/>
                  <a:gd name="T41" fmla="*/ 647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0" h="647">
                    <a:moveTo>
                      <a:pt x="83" y="647"/>
                    </a:moveTo>
                    <a:cubicBezTo>
                      <a:pt x="19" y="582"/>
                      <a:pt x="19" y="582"/>
                      <a:pt x="19" y="582"/>
                    </a:cubicBezTo>
                    <a:cubicBezTo>
                      <a:pt x="6" y="570"/>
                      <a:pt x="0" y="554"/>
                      <a:pt x="0" y="537"/>
                    </a:cubicBezTo>
                    <a:cubicBezTo>
                      <a:pt x="0" y="154"/>
                      <a:pt x="0" y="154"/>
                      <a:pt x="0" y="154"/>
                    </a:cubicBezTo>
                    <a:cubicBezTo>
                      <a:pt x="0" y="69"/>
                      <a:pt x="69" y="0"/>
                      <a:pt x="154" y="0"/>
                    </a:cubicBezTo>
                    <a:cubicBezTo>
                      <a:pt x="336" y="0"/>
                      <a:pt x="336" y="0"/>
                      <a:pt x="336" y="0"/>
                    </a:cubicBezTo>
                    <a:cubicBezTo>
                      <a:pt x="421" y="0"/>
                      <a:pt x="490" y="69"/>
                      <a:pt x="490" y="154"/>
                    </a:cubicBezTo>
                    <a:cubicBezTo>
                      <a:pt x="490" y="537"/>
                      <a:pt x="490" y="537"/>
                      <a:pt x="490" y="537"/>
                    </a:cubicBezTo>
                    <a:cubicBezTo>
                      <a:pt x="490" y="554"/>
                      <a:pt x="484" y="570"/>
                      <a:pt x="472" y="582"/>
                    </a:cubicBezTo>
                    <a:cubicBezTo>
                      <a:pt x="409" y="646"/>
                      <a:pt x="409" y="646"/>
                      <a:pt x="409" y="646"/>
                    </a:cubicBezTo>
                    <a:cubicBezTo>
                      <a:pt x="386" y="625"/>
                      <a:pt x="386" y="625"/>
                      <a:pt x="386" y="625"/>
                    </a:cubicBezTo>
                    <a:cubicBezTo>
                      <a:pt x="450" y="561"/>
                      <a:pt x="450" y="561"/>
                      <a:pt x="450" y="561"/>
                    </a:cubicBezTo>
                    <a:cubicBezTo>
                      <a:pt x="456" y="554"/>
                      <a:pt x="460" y="546"/>
                      <a:pt x="460" y="537"/>
                    </a:cubicBezTo>
                    <a:cubicBezTo>
                      <a:pt x="460" y="154"/>
                      <a:pt x="460" y="154"/>
                      <a:pt x="460" y="154"/>
                    </a:cubicBezTo>
                    <a:cubicBezTo>
                      <a:pt x="460" y="86"/>
                      <a:pt x="404" y="31"/>
                      <a:pt x="336" y="31"/>
                    </a:cubicBezTo>
                    <a:cubicBezTo>
                      <a:pt x="154" y="31"/>
                      <a:pt x="154" y="31"/>
                      <a:pt x="154" y="31"/>
                    </a:cubicBezTo>
                    <a:cubicBezTo>
                      <a:pt x="86" y="31"/>
                      <a:pt x="31" y="86"/>
                      <a:pt x="31" y="154"/>
                    </a:cubicBezTo>
                    <a:cubicBezTo>
                      <a:pt x="31" y="537"/>
                      <a:pt x="31" y="537"/>
                      <a:pt x="31" y="537"/>
                    </a:cubicBezTo>
                    <a:cubicBezTo>
                      <a:pt x="31" y="546"/>
                      <a:pt x="34" y="554"/>
                      <a:pt x="40" y="560"/>
                    </a:cubicBezTo>
                    <a:cubicBezTo>
                      <a:pt x="105" y="625"/>
                      <a:pt x="105" y="625"/>
                      <a:pt x="105" y="625"/>
                    </a:cubicBezTo>
                    <a:lnTo>
                      <a:pt x="83" y="647"/>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2" name="Freeform 114">
                <a:extLst>
                  <a:ext uri="{FF2B5EF4-FFF2-40B4-BE49-F238E27FC236}">
                    <a16:creationId xmlns:a16="http://schemas.microsoft.com/office/drawing/2014/main" id="{C258B9E8-7D17-38DD-AC43-95D937D02088}"/>
                  </a:ext>
                </a:extLst>
              </p:cNvPr>
              <p:cNvSpPr>
                <a:spLocks noEditPoints="1"/>
              </p:cNvSpPr>
              <p:nvPr/>
            </p:nvSpPr>
            <p:spPr bwMode="auto">
              <a:xfrm>
                <a:off x="3643" y="2027"/>
                <a:ext cx="165" cy="216"/>
              </a:xfrm>
              <a:custGeom>
                <a:avLst/>
                <a:gdLst>
                  <a:gd name="T0" fmla="*/ 91 w 507"/>
                  <a:gd name="T1" fmla="*/ 667 h 667"/>
                  <a:gd name="T2" fmla="*/ 21 w 507"/>
                  <a:gd name="T3" fmla="*/ 597 h 667"/>
                  <a:gd name="T4" fmla="*/ 0 w 507"/>
                  <a:gd name="T5" fmla="*/ 546 h 667"/>
                  <a:gd name="T6" fmla="*/ 0 w 507"/>
                  <a:gd name="T7" fmla="*/ 163 h 667"/>
                  <a:gd name="T8" fmla="*/ 162 w 507"/>
                  <a:gd name="T9" fmla="*/ 0 h 667"/>
                  <a:gd name="T10" fmla="*/ 344 w 507"/>
                  <a:gd name="T11" fmla="*/ 0 h 667"/>
                  <a:gd name="T12" fmla="*/ 507 w 507"/>
                  <a:gd name="T13" fmla="*/ 163 h 667"/>
                  <a:gd name="T14" fmla="*/ 507 w 507"/>
                  <a:gd name="T15" fmla="*/ 546 h 667"/>
                  <a:gd name="T16" fmla="*/ 485 w 507"/>
                  <a:gd name="T17" fmla="*/ 597 h 667"/>
                  <a:gd name="T18" fmla="*/ 417 w 507"/>
                  <a:gd name="T19" fmla="*/ 667 h 667"/>
                  <a:gd name="T20" fmla="*/ 383 w 507"/>
                  <a:gd name="T21" fmla="*/ 634 h 667"/>
                  <a:gd name="T22" fmla="*/ 452 w 507"/>
                  <a:gd name="T23" fmla="*/ 564 h 667"/>
                  <a:gd name="T24" fmla="*/ 459 w 507"/>
                  <a:gd name="T25" fmla="*/ 546 h 667"/>
                  <a:gd name="T26" fmla="*/ 459 w 507"/>
                  <a:gd name="T27" fmla="*/ 163 h 667"/>
                  <a:gd name="T28" fmla="*/ 344 w 507"/>
                  <a:gd name="T29" fmla="*/ 48 h 667"/>
                  <a:gd name="T30" fmla="*/ 162 w 507"/>
                  <a:gd name="T31" fmla="*/ 48 h 667"/>
                  <a:gd name="T32" fmla="*/ 47 w 507"/>
                  <a:gd name="T33" fmla="*/ 163 h 667"/>
                  <a:gd name="T34" fmla="*/ 47 w 507"/>
                  <a:gd name="T35" fmla="*/ 546 h 667"/>
                  <a:gd name="T36" fmla="*/ 54 w 507"/>
                  <a:gd name="T37" fmla="*/ 564 h 667"/>
                  <a:gd name="T38" fmla="*/ 124 w 507"/>
                  <a:gd name="T39" fmla="*/ 634 h 667"/>
                  <a:gd name="T40" fmla="*/ 91 w 507"/>
                  <a:gd name="T41" fmla="*/ 667 h 667"/>
                  <a:gd name="T42" fmla="*/ 162 w 507"/>
                  <a:gd name="T43" fmla="*/ 17 h 667"/>
                  <a:gd name="T44" fmla="*/ 16 w 507"/>
                  <a:gd name="T45" fmla="*/ 163 h 667"/>
                  <a:gd name="T46" fmla="*/ 16 w 507"/>
                  <a:gd name="T47" fmla="*/ 546 h 667"/>
                  <a:gd name="T48" fmla="*/ 32 w 507"/>
                  <a:gd name="T49" fmla="*/ 585 h 667"/>
                  <a:gd name="T50" fmla="*/ 91 w 507"/>
                  <a:gd name="T51" fmla="*/ 644 h 667"/>
                  <a:gd name="T52" fmla="*/ 101 w 507"/>
                  <a:gd name="T53" fmla="*/ 634 h 667"/>
                  <a:gd name="T54" fmla="*/ 43 w 507"/>
                  <a:gd name="T55" fmla="*/ 575 h 667"/>
                  <a:gd name="T56" fmla="*/ 30 w 507"/>
                  <a:gd name="T57" fmla="*/ 546 h 667"/>
                  <a:gd name="T58" fmla="*/ 30 w 507"/>
                  <a:gd name="T59" fmla="*/ 163 h 667"/>
                  <a:gd name="T60" fmla="*/ 162 w 507"/>
                  <a:gd name="T61" fmla="*/ 31 h 667"/>
                  <a:gd name="T62" fmla="*/ 344 w 507"/>
                  <a:gd name="T63" fmla="*/ 31 h 667"/>
                  <a:gd name="T64" fmla="*/ 476 w 507"/>
                  <a:gd name="T65" fmla="*/ 163 h 667"/>
                  <a:gd name="T66" fmla="*/ 476 w 507"/>
                  <a:gd name="T67" fmla="*/ 546 h 667"/>
                  <a:gd name="T68" fmla="*/ 463 w 507"/>
                  <a:gd name="T69" fmla="*/ 575 h 667"/>
                  <a:gd name="T70" fmla="*/ 406 w 507"/>
                  <a:gd name="T71" fmla="*/ 634 h 667"/>
                  <a:gd name="T72" fmla="*/ 416 w 507"/>
                  <a:gd name="T73" fmla="*/ 644 h 667"/>
                  <a:gd name="T74" fmla="*/ 474 w 507"/>
                  <a:gd name="T75" fmla="*/ 585 h 667"/>
                  <a:gd name="T76" fmla="*/ 490 w 507"/>
                  <a:gd name="T77" fmla="*/ 546 h 667"/>
                  <a:gd name="T78" fmla="*/ 490 w 507"/>
                  <a:gd name="T79" fmla="*/ 163 h 667"/>
                  <a:gd name="T80" fmla="*/ 344 w 507"/>
                  <a:gd name="T81" fmla="*/ 17 h 667"/>
                  <a:gd name="T82" fmla="*/ 162 w 507"/>
                  <a:gd name="T83" fmla="*/ 17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07" h="667">
                    <a:moveTo>
                      <a:pt x="91" y="667"/>
                    </a:moveTo>
                    <a:cubicBezTo>
                      <a:pt x="21" y="597"/>
                      <a:pt x="21" y="597"/>
                      <a:pt x="21" y="597"/>
                    </a:cubicBezTo>
                    <a:cubicBezTo>
                      <a:pt x="7" y="583"/>
                      <a:pt x="0" y="565"/>
                      <a:pt x="0" y="546"/>
                    </a:cubicBezTo>
                    <a:cubicBezTo>
                      <a:pt x="0" y="163"/>
                      <a:pt x="0" y="163"/>
                      <a:pt x="0" y="163"/>
                    </a:cubicBezTo>
                    <a:cubicBezTo>
                      <a:pt x="0" y="74"/>
                      <a:pt x="73" y="0"/>
                      <a:pt x="162" y="0"/>
                    </a:cubicBezTo>
                    <a:cubicBezTo>
                      <a:pt x="344" y="0"/>
                      <a:pt x="344" y="0"/>
                      <a:pt x="344" y="0"/>
                    </a:cubicBezTo>
                    <a:cubicBezTo>
                      <a:pt x="433" y="0"/>
                      <a:pt x="507" y="74"/>
                      <a:pt x="507" y="163"/>
                    </a:cubicBezTo>
                    <a:cubicBezTo>
                      <a:pt x="507" y="546"/>
                      <a:pt x="507" y="546"/>
                      <a:pt x="507" y="546"/>
                    </a:cubicBezTo>
                    <a:cubicBezTo>
                      <a:pt x="507" y="565"/>
                      <a:pt x="499" y="583"/>
                      <a:pt x="485" y="597"/>
                    </a:cubicBezTo>
                    <a:cubicBezTo>
                      <a:pt x="417" y="667"/>
                      <a:pt x="417" y="667"/>
                      <a:pt x="417" y="667"/>
                    </a:cubicBezTo>
                    <a:cubicBezTo>
                      <a:pt x="383" y="634"/>
                      <a:pt x="383" y="634"/>
                      <a:pt x="383" y="634"/>
                    </a:cubicBezTo>
                    <a:cubicBezTo>
                      <a:pt x="452" y="564"/>
                      <a:pt x="452" y="564"/>
                      <a:pt x="452" y="564"/>
                    </a:cubicBezTo>
                    <a:cubicBezTo>
                      <a:pt x="457" y="559"/>
                      <a:pt x="459" y="552"/>
                      <a:pt x="459" y="546"/>
                    </a:cubicBezTo>
                    <a:cubicBezTo>
                      <a:pt x="459" y="163"/>
                      <a:pt x="459" y="163"/>
                      <a:pt x="459" y="163"/>
                    </a:cubicBezTo>
                    <a:cubicBezTo>
                      <a:pt x="459" y="100"/>
                      <a:pt x="407" y="48"/>
                      <a:pt x="344" y="48"/>
                    </a:cubicBezTo>
                    <a:cubicBezTo>
                      <a:pt x="162" y="48"/>
                      <a:pt x="162" y="48"/>
                      <a:pt x="162" y="48"/>
                    </a:cubicBezTo>
                    <a:cubicBezTo>
                      <a:pt x="99" y="48"/>
                      <a:pt x="47" y="100"/>
                      <a:pt x="47" y="163"/>
                    </a:cubicBezTo>
                    <a:cubicBezTo>
                      <a:pt x="47" y="546"/>
                      <a:pt x="47" y="546"/>
                      <a:pt x="47" y="546"/>
                    </a:cubicBezTo>
                    <a:cubicBezTo>
                      <a:pt x="47" y="552"/>
                      <a:pt x="49" y="559"/>
                      <a:pt x="54" y="564"/>
                    </a:cubicBezTo>
                    <a:cubicBezTo>
                      <a:pt x="124" y="634"/>
                      <a:pt x="124" y="634"/>
                      <a:pt x="124" y="634"/>
                    </a:cubicBezTo>
                    <a:lnTo>
                      <a:pt x="91" y="667"/>
                    </a:lnTo>
                    <a:close/>
                    <a:moveTo>
                      <a:pt x="162" y="17"/>
                    </a:moveTo>
                    <a:cubicBezTo>
                      <a:pt x="82" y="17"/>
                      <a:pt x="16" y="83"/>
                      <a:pt x="16" y="163"/>
                    </a:cubicBezTo>
                    <a:cubicBezTo>
                      <a:pt x="16" y="546"/>
                      <a:pt x="16" y="546"/>
                      <a:pt x="16" y="546"/>
                    </a:cubicBezTo>
                    <a:cubicBezTo>
                      <a:pt x="16" y="561"/>
                      <a:pt x="22" y="575"/>
                      <a:pt x="32" y="585"/>
                    </a:cubicBezTo>
                    <a:cubicBezTo>
                      <a:pt x="91" y="644"/>
                      <a:pt x="91" y="644"/>
                      <a:pt x="91" y="644"/>
                    </a:cubicBezTo>
                    <a:cubicBezTo>
                      <a:pt x="101" y="634"/>
                      <a:pt x="101" y="634"/>
                      <a:pt x="101" y="634"/>
                    </a:cubicBezTo>
                    <a:cubicBezTo>
                      <a:pt x="43" y="575"/>
                      <a:pt x="43" y="575"/>
                      <a:pt x="43" y="575"/>
                    </a:cubicBezTo>
                    <a:cubicBezTo>
                      <a:pt x="35" y="567"/>
                      <a:pt x="30" y="557"/>
                      <a:pt x="30" y="546"/>
                    </a:cubicBezTo>
                    <a:cubicBezTo>
                      <a:pt x="30" y="163"/>
                      <a:pt x="30" y="163"/>
                      <a:pt x="30" y="163"/>
                    </a:cubicBezTo>
                    <a:cubicBezTo>
                      <a:pt x="30" y="91"/>
                      <a:pt x="90" y="31"/>
                      <a:pt x="162" y="31"/>
                    </a:cubicBezTo>
                    <a:cubicBezTo>
                      <a:pt x="344" y="31"/>
                      <a:pt x="344" y="31"/>
                      <a:pt x="344" y="31"/>
                    </a:cubicBezTo>
                    <a:cubicBezTo>
                      <a:pt x="416" y="31"/>
                      <a:pt x="476" y="91"/>
                      <a:pt x="476" y="163"/>
                    </a:cubicBezTo>
                    <a:cubicBezTo>
                      <a:pt x="476" y="546"/>
                      <a:pt x="476" y="546"/>
                      <a:pt x="476" y="546"/>
                    </a:cubicBezTo>
                    <a:cubicBezTo>
                      <a:pt x="476" y="557"/>
                      <a:pt x="471" y="567"/>
                      <a:pt x="463" y="575"/>
                    </a:cubicBezTo>
                    <a:cubicBezTo>
                      <a:pt x="406" y="634"/>
                      <a:pt x="406" y="634"/>
                      <a:pt x="406" y="634"/>
                    </a:cubicBezTo>
                    <a:cubicBezTo>
                      <a:pt x="416" y="644"/>
                      <a:pt x="416" y="644"/>
                      <a:pt x="416" y="644"/>
                    </a:cubicBezTo>
                    <a:cubicBezTo>
                      <a:pt x="474" y="585"/>
                      <a:pt x="474" y="585"/>
                      <a:pt x="474" y="585"/>
                    </a:cubicBezTo>
                    <a:cubicBezTo>
                      <a:pt x="484" y="575"/>
                      <a:pt x="490" y="561"/>
                      <a:pt x="490" y="546"/>
                    </a:cubicBezTo>
                    <a:cubicBezTo>
                      <a:pt x="490" y="163"/>
                      <a:pt x="490" y="163"/>
                      <a:pt x="490" y="163"/>
                    </a:cubicBezTo>
                    <a:cubicBezTo>
                      <a:pt x="490" y="83"/>
                      <a:pt x="424" y="17"/>
                      <a:pt x="344" y="17"/>
                    </a:cubicBezTo>
                    <a:lnTo>
                      <a:pt x="162" y="17"/>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3" name="Freeform 115">
                <a:extLst>
                  <a:ext uri="{FF2B5EF4-FFF2-40B4-BE49-F238E27FC236}">
                    <a16:creationId xmlns:a16="http://schemas.microsoft.com/office/drawing/2014/main" id="{617DB37F-3DFF-777D-6217-0AF29B1567E6}"/>
                  </a:ext>
                </a:extLst>
              </p:cNvPr>
              <p:cNvSpPr>
                <a:spLocks/>
              </p:cNvSpPr>
              <p:nvPr/>
            </p:nvSpPr>
            <p:spPr bwMode="auto">
              <a:xfrm>
                <a:off x="3669" y="2201"/>
                <a:ext cx="20" cy="196"/>
              </a:xfrm>
              <a:custGeom>
                <a:avLst/>
                <a:gdLst>
                  <a:gd name="T0" fmla="*/ 10 w 20"/>
                  <a:gd name="T1" fmla="*/ 196 h 196"/>
                  <a:gd name="T2" fmla="*/ 0 w 20"/>
                  <a:gd name="T3" fmla="*/ 1 h 196"/>
                  <a:gd name="T4" fmla="*/ 10 w 20"/>
                  <a:gd name="T5" fmla="*/ 0 h 196"/>
                  <a:gd name="T6" fmla="*/ 20 w 20"/>
                  <a:gd name="T7" fmla="*/ 196 h 196"/>
                  <a:gd name="T8" fmla="*/ 10 w 20"/>
                  <a:gd name="T9" fmla="*/ 196 h 196"/>
                </a:gdLst>
                <a:ahLst/>
                <a:cxnLst>
                  <a:cxn ang="0">
                    <a:pos x="T0" y="T1"/>
                  </a:cxn>
                  <a:cxn ang="0">
                    <a:pos x="T2" y="T3"/>
                  </a:cxn>
                  <a:cxn ang="0">
                    <a:pos x="T4" y="T5"/>
                  </a:cxn>
                  <a:cxn ang="0">
                    <a:pos x="T6" y="T7"/>
                  </a:cxn>
                  <a:cxn ang="0">
                    <a:pos x="T8" y="T9"/>
                  </a:cxn>
                </a:cxnLst>
                <a:rect l="0" t="0" r="r" b="b"/>
                <a:pathLst>
                  <a:path w="20" h="196">
                    <a:moveTo>
                      <a:pt x="10" y="196"/>
                    </a:moveTo>
                    <a:lnTo>
                      <a:pt x="0" y="1"/>
                    </a:lnTo>
                    <a:lnTo>
                      <a:pt x="10" y="0"/>
                    </a:lnTo>
                    <a:lnTo>
                      <a:pt x="20" y="196"/>
                    </a:lnTo>
                    <a:lnTo>
                      <a:pt x="10" y="196"/>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4" name="Freeform 116">
                <a:extLst>
                  <a:ext uri="{FF2B5EF4-FFF2-40B4-BE49-F238E27FC236}">
                    <a16:creationId xmlns:a16="http://schemas.microsoft.com/office/drawing/2014/main" id="{9ED2A6E2-3CD5-6F92-475F-6E9BE6EFA84E}"/>
                  </a:ext>
                </a:extLst>
              </p:cNvPr>
              <p:cNvSpPr>
                <a:spLocks noEditPoints="1"/>
              </p:cNvSpPr>
              <p:nvPr/>
            </p:nvSpPr>
            <p:spPr bwMode="auto">
              <a:xfrm>
                <a:off x="3666" y="2198"/>
                <a:ext cx="26" cy="202"/>
              </a:xfrm>
              <a:custGeom>
                <a:avLst/>
                <a:gdLst>
                  <a:gd name="T0" fmla="*/ 26 w 26"/>
                  <a:gd name="T1" fmla="*/ 202 h 202"/>
                  <a:gd name="T2" fmla="*/ 10 w 26"/>
                  <a:gd name="T3" fmla="*/ 202 h 202"/>
                  <a:gd name="T4" fmla="*/ 0 w 26"/>
                  <a:gd name="T5" fmla="*/ 1 h 202"/>
                  <a:gd name="T6" fmla="*/ 16 w 26"/>
                  <a:gd name="T7" fmla="*/ 0 h 202"/>
                  <a:gd name="T8" fmla="*/ 26 w 26"/>
                  <a:gd name="T9" fmla="*/ 202 h 202"/>
                  <a:gd name="T10" fmla="*/ 15 w 26"/>
                  <a:gd name="T11" fmla="*/ 196 h 202"/>
                  <a:gd name="T12" fmla="*/ 20 w 26"/>
                  <a:gd name="T13" fmla="*/ 196 h 202"/>
                  <a:gd name="T14" fmla="*/ 10 w 26"/>
                  <a:gd name="T15" fmla="*/ 6 h 202"/>
                  <a:gd name="T16" fmla="*/ 6 w 26"/>
                  <a:gd name="T17" fmla="*/ 6 h 202"/>
                  <a:gd name="T18" fmla="*/ 15 w 26"/>
                  <a:gd name="T19" fmla="*/ 19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02">
                    <a:moveTo>
                      <a:pt x="26" y="202"/>
                    </a:moveTo>
                    <a:lnTo>
                      <a:pt x="10" y="202"/>
                    </a:lnTo>
                    <a:lnTo>
                      <a:pt x="0" y="1"/>
                    </a:lnTo>
                    <a:lnTo>
                      <a:pt x="16" y="0"/>
                    </a:lnTo>
                    <a:lnTo>
                      <a:pt x="26" y="202"/>
                    </a:lnTo>
                    <a:close/>
                    <a:moveTo>
                      <a:pt x="15" y="196"/>
                    </a:moveTo>
                    <a:lnTo>
                      <a:pt x="20" y="196"/>
                    </a:lnTo>
                    <a:lnTo>
                      <a:pt x="10" y="6"/>
                    </a:lnTo>
                    <a:lnTo>
                      <a:pt x="6" y="6"/>
                    </a:lnTo>
                    <a:lnTo>
                      <a:pt x="15" y="196"/>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5" name="Freeform 117">
                <a:extLst>
                  <a:ext uri="{FF2B5EF4-FFF2-40B4-BE49-F238E27FC236}">
                    <a16:creationId xmlns:a16="http://schemas.microsoft.com/office/drawing/2014/main" id="{A1548721-1D61-5F46-C7E8-6950948BD901}"/>
                  </a:ext>
                </a:extLst>
              </p:cNvPr>
              <p:cNvSpPr>
                <a:spLocks/>
              </p:cNvSpPr>
              <p:nvPr/>
            </p:nvSpPr>
            <p:spPr bwMode="auto">
              <a:xfrm>
                <a:off x="3759" y="2201"/>
                <a:ext cx="23" cy="196"/>
              </a:xfrm>
              <a:custGeom>
                <a:avLst/>
                <a:gdLst>
                  <a:gd name="T0" fmla="*/ 10 w 23"/>
                  <a:gd name="T1" fmla="*/ 196 h 196"/>
                  <a:gd name="T2" fmla="*/ 0 w 23"/>
                  <a:gd name="T3" fmla="*/ 196 h 196"/>
                  <a:gd name="T4" fmla="*/ 13 w 23"/>
                  <a:gd name="T5" fmla="*/ 0 h 196"/>
                  <a:gd name="T6" fmla="*/ 23 w 23"/>
                  <a:gd name="T7" fmla="*/ 1 h 196"/>
                  <a:gd name="T8" fmla="*/ 10 w 23"/>
                  <a:gd name="T9" fmla="*/ 196 h 196"/>
                </a:gdLst>
                <a:ahLst/>
                <a:cxnLst>
                  <a:cxn ang="0">
                    <a:pos x="T0" y="T1"/>
                  </a:cxn>
                  <a:cxn ang="0">
                    <a:pos x="T2" y="T3"/>
                  </a:cxn>
                  <a:cxn ang="0">
                    <a:pos x="T4" y="T5"/>
                  </a:cxn>
                  <a:cxn ang="0">
                    <a:pos x="T6" y="T7"/>
                  </a:cxn>
                  <a:cxn ang="0">
                    <a:pos x="T8" y="T9"/>
                  </a:cxn>
                </a:cxnLst>
                <a:rect l="0" t="0" r="r" b="b"/>
                <a:pathLst>
                  <a:path w="23" h="196">
                    <a:moveTo>
                      <a:pt x="10" y="196"/>
                    </a:moveTo>
                    <a:lnTo>
                      <a:pt x="0" y="196"/>
                    </a:lnTo>
                    <a:lnTo>
                      <a:pt x="13" y="0"/>
                    </a:lnTo>
                    <a:lnTo>
                      <a:pt x="23" y="1"/>
                    </a:lnTo>
                    <a:lnTo>
                      <a:pt x="10" y="196"/>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6" name="Freeform 118">
                <a:extLst>
                  <a:ext uri="{FF2B5EF4-FFF2-40B4-BE49-F238E27FC236}">
                    <a16:creationId xmlns:a16="http://schemas.microsoft.com/office/drawing/2014/main" id="{70358030-91B4-A98B-98FF-2FF67310742A}"/>
                  </a:ext>
                </a:extLst>
              </p:cNvPr>
              <p:cNvSpPr>
                <a:spLocks noEditPoints="1"/>
              </p:cNvSpPr>
              <p:nvPr/>
            </p:nvSpPr>
            <p:spPr bwMode="auto">
              <a:xfrm>
                <a:off x="3756" y="2198"/>
                <a:ext cx="29" cy="202"/>
              </a:xfrm>
              <a:custGeom>
                <a:avLst/>
                <a:gdLst>
                  <a:gd name="T0" fmla="*/ 15 w 29"/>
                  <a:gd name="T1" fmla="*/ 202 h 202"/>
                  <a:gd name="T2" fmla="*/ 0 w 29"/>
                  <a:gd name="T3" fmla="*/ 202 h 202"/>
                  <a:gd name="T4" fmla="*/ 13 w 29"/>
                  <a:gd name="T5" fmla="*/ 0 h 202"/>
                  <a:gd name="T6" fmla="*/ 29 w 29"/>
                  <a:gd name="T7" fmla="*/ 1 h 202"/>
                  <a:gd name="T8" fmla="*/ 15 w 29"/>
                  <a:gd name="T9" fmla="*/ 202 h 202"/>
                  <a:gd name="T10" fmla="*/ 5 w 29"/>
                  <a:gd name="T11" fmla="*/ 196 h 202"/>
                  <a:gd name="T12" fmla="*/ 10 w 29"/>
                  <a:gd name="T13" fmla="*/ 196 h 202"/>
                  <a:gd name="T14" fmla="*/ 23 w 29"/>
                  <a:gd name="T15" fmla="*/ 6 h 202"/>
                  <a:gd name="T16" fmla="*/ 18 w 29"/>
                  <a:gd name="T17" fmla="*/ 6 h 202"/>
                  <a:gd name="T18" fmla="*/ 5 w 29"/>
                  <a:gd name="T19" fmla="*/ 19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02">
                    <a:moveTo>
                      <a:pt x="15" y="202"/>
                    </a:moveTo>
                    <a:lnTo>
                      <a:pt x="0" y="202"/>
                    </a:lnTo>
                    <a:lnTo>
                      <a:pt x="13" y="0"/>
                    </a:lnTo>
                    <a:lnTo>
                      <a:pt x="29" y="1"/>
                    </a:lnTo>
                    <a:lnTo>
                      <a:pt x="15" y="202"/>
                    </a:lnTo>
                    <a:close/>
                    <a:moveTo>
                      <a:pt x="5" y="196"/>
                    </a:moveTo>
                    <a:lnTo>
                      <a:pt x="10" y="196"/>
                    </a:lnTo>
                    <a:lnTo>
                      <a:pt x="23" y="6"/>
                    </a:lnTo>
                    <a:lnTo>
                      <a:pt x="18" y="6"/>
                    </a:lnTo>
                    <a:lnTo>
                      <a:pt x="5" y="196"/>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7" name="Rectangle 119">
                <a:extLst>
                  <a:ext uri="{FF2B5EF4-FFF2-40B4-BE49-F238E27FC236}">
                    <a16:creationId xmlns:a16="http://schemas.microsoft.com/office/drawing/2014/main" id="{9B9B8A5E-16F9-8776-8DC0-956EE17D0B19}"/>
                  </a:ext>
                </a:extLst>
              </p:cNvPr>
              <p:cNvSpPr>
                <a:spLocks noChangeArrowheads="1"/>
              </p:cNvSpPr>
              <p:nvPr/>
            </p:nvSpPr>
            <p:spPr bwMode="auto">
              <a:xfrm>
                <a:off x="3720" y="2282"/>
                <a:ext cx="10" cy="115"/>
              </a:xfrm>
              <a:prstGeom prst="rect">
                <a:avLst/>
              </a:prstGeom>
              <a:grpFill/>
              <a:ln w="3175">
                <a:solidFill>
                  <a:sysClr val="windowText" lastClr="000000">
                    <a:lumMod val="40000"/>
                    <a:lumOff val="60000"/>
                  </a:sysClr>
                </a:solid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8" name="Freeform 120">
                <a:extLst>
                  <a:ext uri="{FF2B5EF4-FFF2-40B4-BE49-F238E27FC236}">
                    <a16:creationId xmlns:a16="http://schemas.microsoft.com/office/drawing/2014/main" id="{158FBD58-98F0-5E40-A384-A28C5DD1583D}"/>
                  </a:ext>
                </a:extLst>
              </p:cNvPr>
              <p:cNvSpPr>
                <a:spLocks noEditPoints="1"/>
              </p:cNvSpPr>
              <p:nvPr/>
            </p:nvSpPr>
            <p:spPr bwMode="auto">
              <a:xfrm>
                <a:off x="3718" y="2280"/>
                <a:ext cx="15" cy="120"/>
              </a:xfrm>
              <a:custGeom>
                <a:avLst/>
                <a:gdLst>
                  <a:gd name="T0" fmla="*/ 15 w 15"/>
                  <a:gd name="T1" fmla="*/ 120 h 120"/>
                  <a:gd name="T2" fmla="*/ 0 w 15"/>
                  <a:gd name="T3" fmla="*/ 120 h 120"/>
                  <a:gd name="T4" fmla="*/ 0 w 15"/>
                  <a:gd name="T5" fmla="*/ 0 h 120"/>
                  <a:gd name="T6" fmla="*/ 15 w 15"/>
                  <a:gd name="T7" fmla="*/ 0 h 120"/>
                  <a:gd name="T8" fmla="*/ 15 w 15"/>
                  <a:gd name="T9" fmla="*/ 120 h 120"/>
                  <a:gd name="T10" fmla="*/ 5 w 15"/>
                  <a:gd name="T11" fmla="*/ 114 h 120"/>
                  <a:gd name="T12" fmla="*/ 10 w 15"/>
                  <a:gd name="T13" fmla="*/ 114 h 120"/>
                  <a:gd name="T14" fmla="*/ 10 w 15"/>
                  <a:gd name="T15" fmla="*/ 5 h 120"/>
                  <a:gd name="T16" fmla="*/ 5 w 15"/>
                  <a:gd name="T17" fmla="*/ 5 h 120"/>
                  <a:gd name="T18" fmla="*/ 5 w 15"/>
                  <a:gd name="T19" fmla="*/ 11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5" y="120"/>
                    </a:moveTo>
                    <a:lnTo>
                      <a:pt x="0" y="120"/>
                    </a:lnTo>
                    <a:lnTo>
                      <a:pt x="0" y="0"/>
                    </a:lnTo>
                    <a:lnTo>
                      <a:pt x="15" y="0"/>
                    </a:lnTo>
                    <a:lnTo>
                      <a:pt x="15" y="120"/>
                    </a:lnTo>
                    <a:close/>
                    <a:moveTo>
                      <a:pt x="5" y="114"/>
                    </a:moveTo>
                    <a:lnTo>
                      <a:pt x="10" y="114"/>
                    </a:lnTo>
                    <a:lnTo>
                      <a:pt x="10" y="5"/>
                    </a:lnTo>
                    <a:lnTo>
                      <a:pt x="5" y="5"/>
                    </a:lnTo>
                    <a:lnTo>
                      <a:pt x="5" y="114"/>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29" name="Rectangle 121">
                <a:extLst>
                  <a:ext uri="{FF2B5EF4-FFF2-40B4-BE49-F238E27FC236}">
                    <a16:creationId xmlns:a16="http://schemas.microsoft.com/office/drawing/2014/main" id="{B39C247F-347C-E8E7-1E75-EB01E53DE95D}"/>
                  </a:ext>
                </a:extLst>
              </p:cNvPr>
              <p:cNvSpPr>
                <a:spLocks noChangeArrowheads="1"/>
              </p:cNvSpPr>
              <p:nvPr/>
            </p:nvSpPr>
            <p:spPr bwMode="auto">
              <a:xfrm>
                <a:off x="3720" y="2075"/>
                <a:ext cx="10" cy="10"/>
              </a:xfrm>
              <a:prstGeom prst="rect">
                <a:avLst/>
              </a:prstGeom>
              <a:grpFill/>
              <a:ln w="3175">
                <a:solidFill>
                  <a:sysClr val="windowText" lastClr="000000">
                    <a:lumMod val="40000"/>
                    <a:lumOff val="60000"/>
                  </a:sysClr>
                </a:solid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0" name="Freeform 122">
                <a:extLst>
                  <a:ext uri="{FF2B5EF4-FFF2-40B4-BE49-F238E27FC236}">
                    <a16:creationId xmlns:a16="http://schemas.microsoft.com/office/drawing/2014/main" id="{A85D2267-0C0F-EFA4-60B0-696CAB6732D8}"/>
                  </a:ext>
                </a:extLst>
              </p:cNvPr>
              <p:cNvSpPr>
                <a:spLocks noEditPoints="1"/>
              </p:cNvSpPr>
              <p:nvPr/>
            </p:nvSpPr>
            <p:spPr bwMode="auto">
              <a:xfrm>
                <a:off x="3718" y="2072"/>
                <a:ext cx="15" cy="16"/>
              </a:xfrm>
              <a:custGeom>
                <a:avLst/>
                <a:gdLst>
                  <a:gd name="T0" fmla="*/ 15 w 15"/>
                  <a:gd name="T1" fmla="*/ 16 h 16"/>
                  <a:gd name="T2" fmla="*/ 0 w 15"/>
                  <a:gd name="T3" fmla="*/ 16 h 16"/>
                  <a:gd name="T4" fmla="*/ 0 w 15"/>
                  <a:gd name="T5" fmla="*/ 0 h 16"/>
                  <a:gd name="T6" fmla="*/ 15 w 15"/>
                  <a:gd name="T7" fmla="*/ 0 h 16"/>
                  <a:gd name="T8" fmla="*/ 15 w 15"/>
                  <a:gd name="T9" fmla="*/ 16 h 16"/>
                  <a:gd name="T10" fmla="*/ 5 w 15"/>
                  <a:gd name="T11" fmla="*/ 10 h 16"/>
                  <a:gd name="T12" fmla="*/ 10 w 15"/>
                  <a:gd name="T13" fmla="*/ 10 h 16"/>
                  <a:gd name="T14" fmla="*/ 10 w 15"/>
                  <a:gd name="T15" fmla="*/ 6 h 16"/>
                  <a:gd name="T16" fmla="*/ 5 w 15"/>
                  <a:gd name="T17" fmla="*/ 6 h 16"/>
                  <a:gd name="T18" fmla="*/ 5 w 15"/>
                  <a:gd name="T19"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6">
                    <a:moveTo>
                      <a:pt x="15" y="16"/>
                    </a:moveTo>
                    <a:lnTo>
                      <a:pt x="0" y="16"/>
                    </a:lnTo>
                    <a:lnTo>
                      <a:pt x="0" y="0"/>
                    </a:lnTo>
                    <a:lnTo>
                      <a:pt x="15" y="0"/>
                    </a:lnTo>
                    <a:lnTo>
                      <a:pt x="15" y="16"/>
                    </a:lnTo>
                    <a:close/>
                    <a:moveTo>
                      <a:pt x="5" y="10"/>
                    </a:moveTo>
                    <a:lnTo>
                      <a:pt x="10" y="10"/>
                    </a:lnTo>
                    <a:lnTo>
                      <a:pt x="10" y="6"/>
                    </a:lnTo>
                    <a:lnTo>
                      <a:pt x="5" y="6"/>
                    </a:lnTo>
                    <a:lnTo>
                      <a:pt x="5" y="1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1" name="Rectangle 123">
                <a:extLst>
                  <a:ext uri="{FF2B5EF4-FFF2-40B4-BE49-F238E27FC236}">
                    <a16:creationId xmlns:a16="http://schemas.microsoft.com/office/drawing/2014/main" id="{370765B0-B7CC-E2BD-4612-937BEB5C4A63}"/>
                  </a:ext>
                </a:extLst>
              </p:cNvPr>
              <p:cNvSpPr>
                <a:spLocks noChangeArrowheads="1"/>
              </p:cNvSpPr>
              <p:nvPr/>
            </p:nvSpPr>
            <p:spPr bwMode="auto">
              <a:xfrm>
                <a:off x="3720" y="2117"/>
                <a:ext cx="10" cy="10"/>
              </a:xfrm>
              <a:prstGeom prst="rect">
                <a:avLst/>
              </a:prstGeom>
              <a:grpFill/>
              <a:ln w="3175">
                <a:solidFill>
                  <a:sysClr val="windowText" lastClr="000000">
                    <a:lumMod val="40000"/>
                    <a:lumOff val="60000"/>
                  </a:sysClr>
                </a:solid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2" name="Freeform 124">
                <a:extLst>
                  <a:ext uri="{FF2B5EF4-FFF2-40B4-BE49-F238E27FC236}">
                    <a16:creationId xmlns:a16="http://schemas.microsoft.com/office/drawing/2014/main" id="{88A9726B-D9CA-C5DA-2018-E1337E8254D9}"/>
                  </a:ext>
                </a:extLst>
              </p:cNvPr>
              <p:cNvSpPr>
                <a:spLocks noEditPoints="1"/>
              </p:cNvSpPr>
              <p:nvPr/>
            </p:nvSpPr>
            <p:spPr bwMode="auto">
              <a:xfrm>
                <a:off x="3718" y="2114"/>
                <a:ext cx="15" cy="15"/>
              </a:xfrm>
              <a:custGeom>
                <a:avLst/>
                <a:gdLst>
                  <a:gd name="T0" fmla="*/ 15 w 15"/>
                  <a:gd name="T1" fmla="*/ 15 h 15"/>
                  <a:gd name="T2" fmla="*/ 0 w 15"/>
                  <a:gd name="T3" fmla="*/ 15 h 15"/>
                  <a:gd name="T4" fmla="*/ 0 w 15"/>
                  <a:gd name="T5" fmla="*/ 0 h 15"/>
                  <a:gd name="T6" fmla="*/ 15 w 15"/>
                  <a:gd name="T7" fmla="*/ 0 h 15"/>
                  <a:gd name="T8" fmla="*/ 15 w 15"/>
                  <a:gd name="T9" fmla="*/ 15 h 15"/>
                  <a:gd name="T10" fmla="*/ 5 w 15"/>
                  <a:gd name="T11" fmla="*/ 10 h 15"/>
                  <a:gd name="T12" fmla="*/ 10 w 15"/>
                  <a:gd name="T13" fmla="*/ 10 h 15"/>
                  <a:gd name="T14" fmla="*/ 10 w 15"/>
                  <a:gd name="T15" fmla="*/ 6 h 15"/>
                  <a:gd name="T16" fmla="*/ 5 w 15"/>
                  <a:gd name="T17" fmla="*/ 6 h 15"/>
                  <a:gd name="T18" fmla="*/ 5 w 15"/>
                  <a:gd name="T19"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5">
                    <a:moveTo>
                      <a:pt x="15" y="15"/>
                    </a:moveTo>
                    <a:lnTo>
                      <a:pt x="0" y="15"/>
                    </a:lnTo>
                    <a:lnTo>
                      <a:pt x="0" y="0"/>
                    </a:lnTo>
                    <a:lnTo>
                      <a:pt x="15" y="0"/>
                    </a:lnTo>
                    <a:lnTo>
                      <a:pt x="15" y="15"/>
                    </a:lnTo>
                    <a:close/>
                    <a:moveTo>
                      <a:pt x="5" y="10"/>
                    </a:moveTo>
                    <a:lnTo>
                      <a:pt x="10" y="10"/>
                    </a:lnTo>
                    <a:lnTo>
                      <a:pt x="10" y="6"/>
                    </a:lnTo>
                    <a:lnTo>
                      <a:pt x="5" y="6"/>
                    </a:lnTo>
                    <a:lnTo>
                      <a:pt x="5" y="1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3" name="Rectangle 125">
                <a:extLst>
                  <a:ext uri="{FF2B5EF4-FFF2-40B4-BE49-F238E27FC236}">
                    <a16:creationId xmlns:a16="http://schemas.microsoft.com/office/drawing/2014/main" id="{28E2919A-3AA4-6561-2445-9DB97910BA9C}"/>
                  </a:ext>
                </a:extLst>
              </p:cNvPr>
              <p:cNvSpPr>
                <a:spLocks noChangeArrowheads="1"/>
              </p:cNvSpPr>
              <p:nvPr/>
            </p:nvSpPr>
            <p:spPr bwMode="auto">
              <a:xfrm>
                <a:off x="3720" y="2159"/>
                <a:ext cx="10" cy="10"/>
              </a:xfrm>
              <a:prstGeom prst="rect">
                <a:avLst/>
              </a:prstGeom>
              <a:grpFill/>
              <a:ln w="3175">
                <a:solidFill>
                  <a:sysClr val="windowText" lastClr="000000">
                    <a:lumMod val="40000"/>
                    <a:lumOff val="60000"/>
                  </a:sysClr>
                </a:solid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4" name="Freeform 126">
                <a:extLst>
                  <a:ext uri="{FF2B5EF4-FFF2-40B4-BE49-F238E27FC236}">
                    <a16:creationId xmlns:a16="http://schemas.microsoft.com/office/drawing/2014/main" id="{CED8F921-E23A-4891-2736-481A4BE00226}"/>
                  </a:ext>
                </a:extLst>
              </p:cNvPr>
              <p:cNvSpPr>
                <a:spLocks noEditPoints="1"/>
              </p:cNvSpPr>
              <p:nvPr/>
            </p:nvSpPr>
            <p:spPr bwMode="auto">
              <a:xfrm>
                <a:off x="3718" y="2156"/>
                <a:ext cx="15" cy="16"/>
              </a:xfrm>
              <a:custGeom>
                <a:avLst/>
                <a:gdLst>
                  <a:gd name="T0" fmla="*/ 15 w 15"/>
                  <a:gd name="T1" fmla="*/ 16 h 16"/>
                  <a:gd name="T2" fmla="*/ 0 w 15"/>
                  <a:gd name="T3" fmla="*/ 16 h 16"/>
                  <a:gd name="T4" fmla="*/ 0 w 15"/>
                  <a:gd name="T5" fmla="*/ 0 h 16"/>
                  <a:gd name="T6" fmla="*/ 15 w 15"/>
                  <a:gd name="T7" fmla="*/ 0 h 16"/>
                  <a:gd name="T8" fmla="*/ 15 w 15"/>
                  <a:gd name="T9" fmla="*/ 16 h 16"/>
                  <a:gd name="T10" fmla="*/ 5 w 15"/>
                  <a:gd name="T11" fmla="*/ 10 h 16"/>
                  <a:gd name="T12" fmla="*/ 10 w 15"/>
                  <a:gd name="T13" fmla="*/ 10 h 16"/>
                  <a:gd name="T14" fmla="*/ 10 w 15"/>
                  <a:gd name="T15" fmla="*/ 5 h 16"/>
                  <a:gd name="T16" fmla="*/ 5 w 15"/>
                  <a:gd name="T17" fmla="*/ 5 h 16"/>
                  <a:gd name="T18" fmla="*/ 5 w 15"/>
                  <a:gd name="T19"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6">
                    <a:moveTo>
                      <a:pt x="15" y="16"/>
                    </a:moveTo>
                    <a:lnTo>
                      <a:pt x="0" y="16"/>
                    </a:lnTo>
                    <a:lnTo>
                      <a:pt x="0" y="0"/>
                    </a:lnTo>
                    <a:lnTo>
                      <a:pt x="15" y="0"/>
                    </a:lnTo>
                    <a:lnTo>
                      <a:pt x="15" y="16"/>
                    </a:lnTo>
                    <a:close/>
                    <a:moveTo>
                      <a:pt x="5" y="10"/>
                    </a:moveTo>
                    <a:lnTo>
                      <a:pt x="10" y="10"/>
                    </a:lnTo>
                    <a:lnTo>
                      <a:pt x="10" y="5"/>
                    </a:lnTo>
                    <a:lnTo>
                      <a:pt x="5" y="5"/>
                    </a:lnTo>
                    <a:lnTo>
                      <a:pt x="5" y="1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5" name="Freeform 127">
                <a:extLst>
                  <a:ext uri="{FF2B5EF4-FFF2-40B4-BE49-F238E27FC236}">
                    <a16:creationId xmlns:a16="http://schemas.microsoft.com/office/drawing/2014/main" id="{BA833552-665E-AB1B-DEBC-10CBA7402E15}"/>
                  </a:ext>
                </a:extLst>
              </p:cNvPr>
              <p:cNvSpPr>
                <a:spLocks/>
              </p:cNvSpPr>
              <p:nvPr/>
            </p:nvSpPr>
            <p:spPr bwMode="auto">
              <a:xfrm>
                <a:off x="3910" y="2204"/>
                <a:ext cx="17" cy="28"/>
              </a:xfrm>
              <a:custGeom>
                <a:avLst/>
                <a:gdLst>
                  <a:gd name="T0" fmla="*/ 53 w 53"/>
                  <a:gd name="T1" fmla="*/ 0 h 88"/>
                  <a:gd name="T2" fmla="*/ 13 w 53"/>
                  <a:gd name="T3" fmla="*/ 21 h 88"/>
                  <a:gd name="T4" fmla="*/ 4 w 53"/>
                  <a:gd name="T5" fmla="*/ 67 h 88"/>
                  <a:gd name="T6" fmla="*/ 9 w 53"/>
                  <a:gd name="T7" fmla="*/ 77 h 88"/>
                  <a:gd name="T8" fmla="*/ 2 w 53"/>
                  <a:gd name="T9" fmla="*/ 79 h 88"/>
                  <a:gd name="T10" fmla="*/ 0 w 53"/>
                  <a:gd name="T11" fmla="*/ 88 h 88"/>
                  <a:gd name="T12" fmla="*/ 50 w 53"/>
                  <a:gd name="T13" fmla="*/ 44 h 88"/>
                  <a:gd name="T14" fmla="*/ 53 w 53"/>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88">
                    <a:moveTo>
                      <a:pt x="53" y="0"/>
                    </a:moveTo>
                    <a:cubicBezTo>
                      <a:pt x="13" y="21"/>
                      <a:pt x="13" y="21"/>
                      <a:pt x="13" y="21"/>
                    </a:cubicBezTo>
                    <a:cubicBezTo>
                      <a:pt x="4" y="67"/>
                      <a:pt x="4" y="67"/>
                      <a:pt x="4" y="67"/>
                    </a:cubicBezTo>
                    <a:cubicBezTo>
                      <a:pt x="9" y="77"/>
                      <a:pt x="9" y="77"/>
                      <a:pt x="9" y="77"/>
                    </a:cubicBezTo>
                    <a:cubicBezTo>
                      <a:pt x="7" y="79"/>
                      <a:pt x="4" y="79"/>
                      <a:pt x="2" y="79"/>
                    </a:cubicBezTo>
                    <a:cubicBezTo>
                      <a:pt x="0" y="88"/>
                      <a:pt x="0" y="88"/>
                      <a:pt x="0" y="88"/>
                    </a:cubicBezTo>
                    <a:cubicBezTo>
                      <a:pt x="50" y="44"/>
                      <a:pt x="50" y="44"/>
                      <a:pt x="50" y="44"/>
                    </a:cubicBezTo>
                    <a:lnTo>
                      <a:pt x="53"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6" name="Freeform 128">
                <a:extLst>
                  <a:ext uri="{FF2B5EF4-FFF2-40B4-BE49-F238E27FC236}">
                    <a16:creationId xmlns:a16="http://schemas.microsoft.com/office/drawing/2014/main" id="{D2A253BD-4810-EA08-BFF4-83ED41636138}"/>
                  </a:ext>
                </a:extLst>
              </p:cNvPr>
              <p:cNvSpPr>
                <a:spLocks noEditPoints="1"/>
              </p:cNvSpPr>
              <p:nvPr/>
            </p:nvSpPr>
            <p:spPr bwMode="auto">
              <a:xfrm>
                <a:off x="3536" y="1961"/>
                <a:ext cx="83" cy="83"/>
              </a:xfrm>
              <a:custGeom>
                <a:avLst/>
                <a:gdLst>
                  <a:gd name="T0" fmla="*/ 128 w 255"/>
                  <a:gd name="T1" fmla="*/ 255 h 255"/>
                  <a:gd name="T2" fmla="*/ 255 w 255"/>
                  <a:gd name="T3" fmla="*/ 127 h 255"/>
                  <a:gd name="T4" fmla="*/ 128 w 255"/>
                  <a:gd name="T5" fmla="*/ 0 h 255"/>
                  <a:gd name="T6" fmla="*/ 0 w 255"/>
                  <a:gd name="T7" fmla="*/ 127 h 255"/>
                  <a:gd name="T8" fmla="*/ 128 w 255"/>
                  <a:gd name="T9" fmla="*/ 255 h 255"/>
                  <a:gd name="T10" fmla="*/ 128 w 255"/>
                  <a:gd name="T11" fmla="*/ 31 h 255"/>
                  <a:gd name="T12" fmla="*/ 224 w 255"/>
                  <a:gd name="T13" fmla="*/ 127 h 255"/>
                  <a:gd name="T14" fmla="*/ 128 w 255"/>
                  <a:gd name="T15" fmla="*/ 224 h 255"/>
                  <a:gd name="T16" fmla="*/ 31 w 255"/>
                  <a:gd name="T17" fmla="*/ 127 h 255"/>
                  <a:gd name="T18" fmla="*/ 128 w 255"/>
                  <a:gd name="T19" fmla="*/ 31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255">
                    <a:moveTo>
                      <a:pt x="128" y="255"/>
                    </a:moveTo>
                    <a:cubicBezTo>
                      <a:pt x="198" y="255"/>
                      <a:pt x="255" y="197"/>
                      <a:pt x="255" y="127"/>
                    </a:cubicBezTo>
                    <a:cubicBezTo>
                      <a:pt x="255" y="57"/>
                      <a:pt x="198" y="0"/>
                      <a:pt x="128" y="0"/>
                    </a:cubicBezTo>
                    <a:cubicBezTo>
                      <a:pt x="57" y="0"/>
                      <a:pt x="0" y="57"/>
                      <a:pt x="0" y="127"/>
                    </a:cubicBezTo>
                    <a:cubicBezTo>
                      <a:pt x="0" y="197"/>
                      <a:pt x="57" y="255"/>
                      <a:pt x="128" y="255"/>
                    </a:cubicBezTo>
                    <a:close/>
                    <a:moveTo>
                      <a:pt x="128" y="31"/>
                    </a:moveTo>
                    <a:cubicBezTo>
                      <a:pt x="181" y="31"/>
                      <a:pt x="224" y="74"/>
                      <a:pt x="224" y="127"/>
                    </a:cubicBezTo>
                    <a:cubicBezTo>
                      <a:pt x="224" y="181"/>
                      <a:pt x="181" y="224"/>
                      <a:pt x="128" y="224"/>
                    </a:cubicBezTo>
                    <a:cubicBezTo>
                      <a:pt x="74" y="224"/>
                      <a:pt x="31" y="181"/>
                      <a:pt x="31" y="127"/>
                    </a:cubicBezTo>
                    <a:cubicBezTo>
                      <a:pt x="31" y="74"/>
                      <a:pt x="74" y="31"/>
                      <a:pt x="128" y="31"/>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7" name="Freeform 129">
                <a:extLst>
                  <a:ext uri="{FF2B5EF4-FFF2-40B4-BE49-F238E27FC236}">
                    <a16:creationId xmlns:a16="http://schemas.microsoft.com/office/drawing/2014/main" id="{3C2640E3-F139-FC11-0107-DD3F5328EB4A}"/>
                  </a:ext>
                </a:extLst>
              </p:cNvPr>
              <p:cNvSpPr>
                <a:spLocks noEditPoints="1"/>
              </p:cNvSpPr>
              <p:nvPr/>
            </p:nvSpPr>
            <p:spPr bwMode="auto">
              <a:xfrm>
                <a:off x="3534" y="1959"/>
                <a:ext cx="88" cy="87"/>
              </a:xfrm>
              <a:custGeom>
                <a:avLst/>
                <a:gdLst>
                  <a:gd name="T0" fmla="*/ 136 w 271"/>
                  <a:gd name="T1" fmla="*/ 271 h 271"/>
                  <a:gd name="T2" fmla="*/ 0 w 271"/>
                  <a:gd name="T3" fmla="*/ 135 h 271"/>
                  <a:gd name="T4" fmla="*/ 136 w 271"/>
                  <a:gd name="T5" fmla="*/ 0 h 271"/>
                  <a:gd name="T6" fmla="*/ 271 w 271"/>
                  <a:gd name="T7" fmla="*/ 135 h 271"/>
                  <a:gd name="T8" fmla="*/ 136 w 271"/>
                  <a:gd name="T9" fmla="*/ 271 h 271"/>
                  <a:gd name="T10" fmla="*/ 136 w 271"/>
                  <a:gd name="T11" fmla="*/ 16 h 271"/>
                  <a:gd name="T12" fmla="*/ 17 w 271"/>
                  <a:gd name="T13" fmla="*/ 135 h 271"/>
                  <a:gd name="T14" fmla="*/ 136 w 271"/>
                  <a:gd name="T15" fmla="*/ 254 h 271"/>
                  <a:gd name="T16" fmla="*/ 255 w 271"/>
                  <a:gd name="T17" fmla="*/ 135 h 271"/>
                  <a:gd name="T18" fmla="*/ 136 w 271"/>
                  <a:gd name="T19" fmla="*/ 16 h 271"/>
                  <a:gd name="T20" fmla="*/ 136 w 271"/>
                  <a:gd name="T21" fmla="*/ 240 h 271"/>
                  <a:gd name="T22" fmla="*/ 31 w 271"/>
                  <a:gd name="T23" fmla="*/ 135 h 271"/>
                  <a:gd name="T24" fmla="*/ 136 w 271"/>
                  <a:gd name="T25" fmla="*/ 31 h 271"/>
                  <a:gd name="T26" fmla="*/ 240 w 271"/>
                  <a:gd name="T27" fmla="*/ 135 h 271"/>
                  <a:gd name="T28" fmla="*/ 136 w 271"/>
                  <a:gd name="T29" fmla="*/ 240 h 271"/>
                  <a:gd name="T30" fmla="*/ 136 w 271"/>
                  <a:gd name="T31" fmla="*/ 47 h 271"/>
                  <a:gd name="T32" fmla="*/ 47 w 271"/>
                  <a:gd name="T33" fmla="*/ 135 h 271"/>
                  <a:gd name="T34" fmla="*/ 136 w 271"/>
                  <a:gd name="T35" fmla="*/ 224 h 271"/>
                  <a:gd name="T36" fmla="*/ 224 w 271"/>
                  <a:gd name="T37" fmla="*/ 135 h 271"/>
                  <a:gd name="T38" fmla="*/ 136 w 271"/>
                  <a:gd name="T39" fmla="*/ 47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1" h="271">
                    <a:moveTo>
                      <a:pt x="136" y="271"/>
                    </a:moveTo>
                    <a:cubicBezTo>
                      <a:pt x="61" y="271"/>
                      <a:pt x="0" y="210"/>
                      <a:pt x="0" y="135"/>
                    </a:cubicBezTo>
                    <a:cubicBezTo>
                      <a:pt x="0" y="61"/>
                      <a:pt x="61" y="0"/>
                      <a:pt x="136" y="0"/>
                    </a:cubicBezTo>
                    <a:cubicBezTo>
                      <a:pt x="210" y="0"/>
                      <a:pt x="271" y="61"/>
                      <a:pt x="271" y="135"/>
                    </a:cubicBezTo>
                    <a:cubicBezTo>
                      <a:pt x="271" y="210"/>
                      <a:pt x="210" y="271"/>
                      <a:pt x="136" y="271"/>
                    </a:cubicBezTo>
                    <a:close/>
                    <a:moveTo>
                      <a:pt x="136" y="16"/>
                    </a:moveTo>
                    <a:cubicBezTo>
                      <a:pt x="70" y="16"/>
                      <a:pt x="17" y="70"/>
                      <a:pt x="17" y="135"/>
                    </a:cubicBezTo>
                    <a:cubicBezTo>
                      <a:pt x="17" y="201"/>
                      <a:pt x="70" y="254"/>
                      <a:pt x="136" y="254"/>
                    </a:cubicBezTo>
                    <a:cubicBezTo>
                      <a:pt x="201" y="254"/>
                      <a:pt x="255" y="201"/>
                      <a:pt x="255" y="135"/>
                    </a:cubicBezTo>
                    <a:cubicBezTo>
                      <a:pt x="255" y="70"/>
                      <a:pt x="201" y="16"/>
                      <a:pt x="136" y="16"/>
                    </a:cubicBezTo>
                    <a:close/>
                    <a:moveTo>
                      <a:pt x="136" y="240"/>
                    </a:moveTo>
                    <a:cubicBezTo>
                      <a:pt x="78" y="240"/>
                      <a:pt x="31" y="193"/>
                      <a:pt x="31" y="135"/>
                    </a:cubicBezTo>
                    <a:cubicBezTo>
                      <a:pt x="31" y="78"/>
                      <a:pt x="78" y="31"/>
                      <a:pt x="136" y="31"/>
                    </a:cubicBezTo>
                    <a:cubicBezTo>
                      <a:pt x="193" y="31"/>
                      <a:pt x="240" y="78"/>
                      <a:pt x="240" y="135"/>
                    </a:cubicBezTo>
                    <a:cubicBezTo>
                      <a:pt x="240" y="193"/>
                      <a:pt x="193" y="240"/>
                      <a:pt x="136" y="240"/>
                    </a:cubicBezTo>
                    <a:close/>
                    <a:moveTo>
                      <a:pt x="136" y="47"/>
                    </a:moveTo>
                    <a:cubicBezTo>
                      <a:pt x="87" y="47"/>
                      <a:pt x="47" y="87"/>
                      <a:pt x="47" y="135"/>
                    </a:cubicBezTo>
                    <a:cubicBezTo>
                      <a:pt x="47" y="184"/>
                      <a:pt x="87" y="224"/>
                      <a:pt x="136" y="224"/>
                    </a:cubicBezTo>
                    <a:cubicBezTo>
                      <a:pt x="184" y="224"/>
                      <a:pt x="224" y="184"/>
                      <a:pt x="224" y="135"/>
                    </a:cubicBezTo>
                    <a:cubicBezTo>
                      <a:pt x="224" y="87"/>
                      <a:pt x="184" y="47"/>
                      <a:pt x="136" y="47"/>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8" name="Freeform 130">
                <a:extLst>
                  <a:ext uri="{FF2B5EF4-FFF2-40B4-BE49-F238E27FC236}">
                    <a16:creationId xmlns:a16="http://schemas.microsoft.com/office/drawing/2014/main" id="{48D46E2D-FCFC-30F9-9672-BD54EDF5B7D7}"/>
                  </a:ext>
                </a:extLst>
              </p:cNvPr>
              <p:cNvSpPr>
                <a:spLocks/>
              </p:cNvSpPr>
              <p:nvPr/>
            </p:nvSpPr>
            <p:spPr bwMode="auto">
              <a:xfrm>
                <a:off x="3535" y="2204"/>
                <a:ext cx="30" cy="121"/>
              </a:xfrm>
              <a:custGeom>
                <a:avLst/>
                <a:gdLst>
                  <a:gd name="T0" fmla="*/ 32 w 92"/>
                  <a:gd name="T1" fmla="*/ 143 h 376"/>
                  <a:gd name="T2" fmla="*/ 27 w 92"/>
                  <a:gd name="T3" fmla="*/ 138 h 376"/>
                  <a:gd name="T4" fmla="*/ 74 w 92"/>
                  <a:gd name="T5" fmla="*/ 376 h 376"/>
                  <a:gd name="T6" fmla="*/ 92 w 92"/>
                  <a:gd name="T7" fmla="*/ 315 h 376"/>
                  <a:gd name="T8" fmla="*/ 30 w 92"/>
                  <a:gd name="T9" fmla="*/ 0 h 376"/>
                  <a:gd name="T10" fmla="*/ 0 w 92"/>
                  <a:gd name="T11" fmla="*/ 0 h 376"/>
                  <a:gd name="T12" fmla="*/ 17 w 92"/>
                  <a:gd name="T13" fmla="*/ 89 h 376"/>
                  <a:gd name="T14" fmla="*/ 52 w 92"/>
                  <a:gd name="T15" fmla="*/ 120 h 376"/>
                  <a:gd name="T16" fmla="*/ 32 w 92"/>
                  <a:gd name="T17" fmla="*/ 143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376">
                    <a:moveTo>
                      <a:pt x="32" y="143"/>
                    </a:moveTo>
                    <a:cubicBezTo>
                      <a:pt x="27" y="138"/>
                      <a:pt x="27" y="138"/>
                      <a:pt x="27" y="138"/>
                    </a:cubicBezTo>
                    <a:cubicBezTo>
                      <a:pt x="74" y="376"/>
                      <a:pt x="74" y="376"/>
                      <a:pt x="74" y="376"/>
                    </a:cubicBezTo>
                    <a:cubicBezTo>
                      <a:pt x="78" y="355"/>
                      <a:pt x="84" y="334"/>
                      <a:pt x="92" y="315"/>
                    </a:cubicBezTo>
                    <a:cubicBezTo>
                      <a:pt x="30" y="0"/>
                      <a:pt x="30" y="0"/>
                      <a:pt x="30" y="0"/>
                    </a:cubicBezTo>
                    <a:cubicBezTo>
                      <a:pt x="0" y="0"/>
                      <a:pt x="0" y="0"/>
                      <a:pt x="0" y="0"/>
                    </a:cubicBezTo>
                    <a:cubicBezTo>
                      <a:pt x="17" y="89"/>
                      <a:pt x="17" y="89"/>
                      <a:pt x="17" y="89"/>
                    </a:cubicBezTo>
                    <a:cubicBezTo>
                      <a:pt x="52" y="120"/>
                      <a:pt x="52" y="120"/>
                      <a:pt x="52" y="120"/>
                    </a:cubicBezTo>
                    <a:lnTo>
                      <a:pt x="32" y="143"/>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39" name="Freeform 131">
                <a:extLst>
                  <a:ext uri="{FF2B5EF4-FFF2-40B4-BE49-F238E27FC236}">
                    <a16:creationId xmlns:a16="http://schemas.microsoft.com/office/drawing/2014/main" id="{602BCAAA-F67C-BD57-F0B0-6C310AB4AE87}"/>
                  </a:ext>
                </a:extLst>
              </p:cNvPr>
              <p:cNvSpPr>
                <a:spLocks noEditPoints="1"/>
              </p:cNvSpPr>
              <p:nvPr/>
            </p:nvSpPr>
            <p:spPr bwMode="auto">
              <a:xfrm>
                <a:off x="3532" y="2201"/>
                <a:ext cx="36" cy="137"/>
              </a:xfrm>
              <a:custGeom>
                <a:avLst/>
                <a:gdLst>
                  <a:gd name="T0" fmla="*/ 83 w 110"/>
                  <a:gd name="T1" fmla="*/ 423 h 423"/>
                  <a:gd name="T2" fmla="*/ 24 w 110"/>
                  <a:gd name="T3" fmla="*/ 124 h 423"/>
                  <a:gd name="T4" fmla="*/ 41 w 110"/>
                  <a:gd name="T5" fmla="*/ 139 h 423"/>
                  <a:gd name="T6" fmla="*/ 51 w 110"/>
                  <a:gd name="T7" fmla="*/ 129 h 423"/>
                  <a:gd name="T8" fmla="*/ 20 w 110"/>
                  <a:gd name="T9" fmla="*/ 101 h 423"/>
                  <a:gd name="T10" fmla="*/ 0 w 110"/>
                  <a:gd name="T11" fmla="*/ 0 h 423"/>
                  <a:gd name="T12" fmla="*/ 46 w 110"/>
                  <a:gd name="T13" fmla="*/ 0 h 423"/>
                  <a:gd name="T14" fmla="*/ 71 w 110"/>
                  <a:gd name="T15" fmla="*/ 125 h 423"/>
                  <a:gd name="T16" fmla="*/ 72 w 110"/>
                  <a:gd name="T17" fmla="*/ 130 h 423"/>
                  <a:gd name="T18" fmla="*/ 110 w 110"/>
                  <a:gd name="T19" fmla="*/ 323 h 423"/>
                  <a:gd name="T20" fmla="*/ 109 w 110"/>
                  <a:gd name="T21" fmla="*/ 325 h 423"/>
                  <a:gd name="T22" fmla="*/ 92 w 110"/>
                  <a:gd name="T23" fmla="*/ 386 h 423"/>
                  <a:gd name="T24" fmla="*/ 83 w 110"/>
                  <a:gd name="T25" fmla="*/ 423 h 423"/>
                  <a:gd name="T26" fmla="*/ 47 w 110"/>
                  <a:gd name="T27" fmla="*/ 157 h 423"/>
                  <a:gd name="T28" fmla="*/ 85 w 110"/>
                  <a:gd name="T29" fmla="*/ 347 h 423"/>
                  <a:gd name="T30" fmla="*/ 93 w 110"/>
                  <a:gd name="T31" fmla="*/ 322 h 423"/>
                  <a:gd name="T32" fmla="*/ 58 w 110"/>
                  <a:gd name="T33" fmla="*/ 145 h 423"/>
                  <a:gd name="T34" fmla="*/ 47 w 110"/>
                  <a:gd name="T35" fmla="*/ 157 h 423"/>
                  <a:gd name="T36" fmla="*/ 35 w 110"/>
                  <a:gd name="T37" fmla="*/ 93 h 423"/>
                  <a:gd name="T38" fmla="*/ 51 w 110"/>
                  <a:gd name="T39" fmla="*/ 107 h 423"/>
                  <a:gd name="T40" fmla="*/ 33 w 110"/>
                  <a:gd name="T41" fmla="*/ 17 h 423"/>
                  <a:gd name="T42" fmla="*/ 20 w 110"/>
                  <a:gd name="T43" fmla="*/ 17 h 423"/>
                  <a:gd name="T44" fmla="*/ 35 w 110"/>
                  <a:gd name="T45" fmla="*/ 93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0" h="423">
                    <a:moveTo>
                      <a:pt x="83" y="423"/>
                    </a:moveTo>
                    <a:cubicBezTo>
                      <a:pt x="24" y="124"/>
                      <a:pt x="24" y="124"/>
                      <a:pt x="24" y="124"/>
                    </a:cubicBezTo>
                    <a:cubicBezTo>
                      <a:pt x="41" y="139"/>
                      <a:pt x="41" y="139"/>
                      <a:pt x="41" y="139"/>
                    </a:cubicBezTo>
                    <a:cubicBezTo>
                      <a:pt x="51" y="129"/>
                      <a:pt x="51" y="129"/>
                      <a:pt x="51" y="129"/>
                    </a:cubicBezTo>
                    <a:cubicBezTo>
                      <a:pt x="20" y="101"/>
                      <a:pt x="20" y="101"/>
                      <a:pt x="20" y="101"/>
                    </a:cubicBezTo>
                    <a:cubicBezTo>
                      <a:pt x="0" y="0"/>
                      <a:pt x="0" y="0"/>
                      <a:pt x="0" y="0"/>
                    </a:cubicBezTo>
                    <a:cubicBezTo>
                      <a:pt x="46" y="0"/>
                      <a:pt x="46" y="0"/>
                      <a:pt x="46" y="0"/>
                    </a:cubicBezTo>
                    <a:cubicBezTo>
                      <a:pt x="71" y="125"/>
                      <a:pt x="71" y="125"/>
                      <a:pt x="71" y="125"/>
                    </a:cubicBezTo>
                    <a:cubicBezTo>
                      <a:pt x="72" y="130"/>
                      <a:pt x="72" y="130"/>
                      <a:pt x="72" y="130"/>
                    </a:cubicBezTo>
                    <a:cubicBezTo>
                      <a:pt x="110" y="323"/>
                      <a:pt x="110" y="323"/>
                      <a:pt x="110" y="323"/>
                    </a:cubicBezTo>
                    <a:cubicBezTo>
                      <a:pt x="109" y="325"/>
                      <a:pt x="109" y="325"/>
                      <a:pt x="109" y="325"/>
                    </a:cubicBezTo>
                    <a:cubicBezTo>
                      <a:pt x="102" y="344"/>
                      <a:pt x="96" y="365"/>
                      <a:pt x="92" y="386"/>
                    </a:cubicBezTo>
                    <a:lnTo>
                      <a:pt x="83" y="423"/>
                    </a:lnTo>
                    <a:close/>
                    <a:moveTo>
                      <a:pt x="47" y="157"/>
                    </a:moveTo>
                    <a:cubicBezTo>
                      <a:pt x="85" y="347"/>
                      <a:pt x="85" y="347"/>
                      <a:pt x="85" y="347"/>
                    </a:cubicBezTo>
                    <a:cubicBezTo>
                      <a:pt x="87" y="339"/>
                      <a:pt x="90" y="330"/>
                      <a:pt x="93" y="322"/>
                    </a:cubicBezTo>
                    <a:cubicBezTo>
                      <a:pt x="58" y="145"/>
                      <a:pt x="58" y="145"/>
                      <a:pt x="58" y="145"/>
                    </a:cubicBezTo>
                    <a:lnTo>
                      <a:pt x="47" y="157"/>
                    </a:lnTo>
                    <a:close/>
                    <a:moveTo>
                      <a:pt x="35" y="93"/>
                    </a:moveTo>
                    <a:cubicBezTo>
                      <a:pt x="51" y="107"/>
                      <a:pt x="51" y="107"/>
                      <a:pt x="51" y="107"/>
                    </a:cubicBezTo>
                    <a:cubicBezTo>
                      <a:pt x="33" y="17"/>
                      <a:pt x="33" y="17"/>
                      <a:pt x="33" y="17"/>
                    </a:cubicBezTo>
                    <a:cubicBezTo>
                      <a:pt x="20" y="17"/>
                      <a:pt x="20" y="17"/>
                      <a:pt x="20" y="17"/>
                    </a:cubicBezTo>
                    <a:lnTo>
                      <a:pt x="35" y="93"/>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0" name="Freeform 132">
                <a:extLst>
                  <a:ext uri="{FF2B5EF4-FFF2-40B4-BE49-F238E27FC236}">
                    <a16:creationId xmlns:a16="http://schemas.microsoft.com/office/drawing/2014/main" id="{D95DCF2D-F660-30E9-6A51-A17FD1822653}"/>
                  </a:ext>
                </a:extLst>
              </p:cNvPr>
              <p:cNvSpPr>
                <a:spLocks/>
              </p:cNvSpPr>
              <p:nvPr/>
            </p:nvSpPr>
            <p:spPr bwMode="auto">
              <a:xfrm>
                <a:off x="3541" y="2232"/>
                <a:ext cx="11" cy="18"/>
              </a:xfrm>
              <a:custGeom>
                <a:avLst/>
                <a:gdLst>
                  <a:gd name="T0" fmla="*/ 5 w 11"/>
                  <a:gd name="T1" fmla="*/ 18 h 18"/>
                  <a:gd name="T2" fmla="*/ 11 w 11"/>
                  <a:gd name="T3" fmla="*/ 10 h 18"/>
                  <a:gd name="T4" fmla="*/ 0 w 11"/>
                  <a:gd name="T5" fmla="*/ 0 h 18"/>
                  <a:gd name="T6" fmla="*/ 3 w 11"/>
                  <a:gd name="T7" fmla="*/ 16 h 18"/>
                  <a:gd name="T8" fmla="*/ 5 w 11"/>
                  <a:gd name="T9" fmla="*/ 18 h 18"/>
                </a:gdLst>
                <a:ahLst/>
                <a:cxnLst>
                  <a:cxn ang="0">
                    <a:pos x="T0" y="T1"/>
                  </a:cxn>
                  <a:cxn ang="0">
                    <a:pos x="T2" y="T3"/>
                  </a:cxn>
                  <a:cxn ang="0">
                    <a:pos x="T4" y="T5"/>
                  </a:cxn>
                  <a:cxn ang="0">
                    <a:pos x="T6" y="T7"/>
                  </a:cxn>
                  <a:cxn ang="0">
                    <a:pos x="T8" y="T9"/>
                  </a:cxn>
                </a:cxnLst>
                <a:rect l="0" t="0" r="r" b="b"/>
                <a:pathLst>
                  <a:path w="11" h="18">
                    <a:moveTo>
                      <a:pt x="5" y="18"/>
                    </a:moveTo>
                    <a:lnTo>
                      <a:pt x="11" y="10"/>
                    </a:lnTo>
                    <a:lnTo>
                      <a:pt x="0" y="0"/>
                    </a:lnTo>
                    <a:lnTo>
                      <a:pt x="3" y="16"/>
                    </a:lnTo>
                    <a:lnTo>
                      <a:pt x="5" y="18"/>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1" name="Freeform 133">
                <a:extLst>
                  <a:ext uri="{FF2B5EF4-FFF2-40B4-BE49-F238E27FC236}">
                    <a16:creationId xmlns:a16="http://schemas.microsoft.com/office/drawing/2014/main" id="{F732FBCE-5B0A-3F37-DF8A-41BA5418DC71}"/>
                  </a:ext>
                </a:extLst>
              </p:cNvPr>
              <p:cNvSpPr>
                <a:spLocks noEditPoints="1"/>
              </p:cNvSpPr>
              <p:nvPr/>
            </p:nvSpPr>
            <p:spPr bwMode="auto">
              <a:xfrm>
                <a:off x="3831" y="1961"/>
                <a:ext cx="83" cy="83"/>
              </a:xfrm>
              <a:custGeom>
                <a:avLst/>
                <a:gdLst>
                  <a:gd name="T0" fmla="*/ 127 w 255"/>
                  <a:gd name="T1" fmla="*/ 255 h 255"/>
                  <a:gd name="T2" fmla="*/ 255 w 255"/>
                  <a:gd name="T3" fmla="*/ 127 h 255"/>
                  <a:gd name="T4" fmla="*/ 127 w 255"/>
                  <a:gd name="T5" fmla="*/ 0 h 255"/>
                  <a:gd name="T6" fmla="*/ 0 w 255"/>
                  <a:gd name="T7" fmla="*/ 127 h 255"/>
                  <a:gd name="T8" fmla="*/ 127 w 255"/>
                  <a:gd name="T9" fmla="*/ 255 h 255"/>
                  <a:gd name="T10" fmla="*/ 127 w 255"/>
                  <a:gd name="T11" fmla="*/ 31 h 255"/>
                  <a:gd name="T12" fmla="*/ 224 w 255"/>
                  <a:gd name="T13" fmla="*/ 127 h 255"/>
                  <a:gd name="T14" fmla="*/ 127 w 255"/>
                  <a:gd name="T15" fmla="*/ 224 h 255"/>
                  <a:gd name="T16" fmla="*/ 31 w 255"/>
                  <a:gd name="T17" fmla="*/ 127 h 255"/>
                  <a:gd name="T18" fmla="*/ 127 w 255"/>
                  <a:gd name="T19" fmla="*/ 31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255">
                    <a:moveTo>
                      <a:pt x="127" y="255"/>
                    </a:moveTo>
                    <a:cubicBezTo>
                      <a:pt x="198" y="255"/>
                      <a:pt x="255" y="197"/>
                      <a:pt x="255" y="127"/>
                    </a:cubicBezTo>
                    <a:cubicBezTo>
                      <a:pt x="255" y="57"/>
                      <a:pt x="198" y="0"/>
                      <a:pt x="127" y="0"/>
                    </a:cubicBezTo>
                    <a:cubicBezTo>
                      <a:pt x="57" y="0"/>
                      <a:pt x="0" y="57"/>
                      <a:pt x="0" y="127"/>
                    </a:cubicBezTo>
                    <a:cubicBezTo>
                      <a:pt x="0" y="197"/>
                      <a:pt x="57" y="255"/>
                      <a:pt x="127" y="255"/>
                    </a:cubicBezTo>
                    <a:close/>
                    <a:moveTo>
                      <a:pt x="127" y="31"/>
                    </a:moveTo>
                    <a:cubicBezTo>
                      <a:pt x="181" y="31"/>
                      <a:pt x="224" y="74"/>
                      <a:pt x="224" y="127"/>
                    </a:cubicBezTo>
                    <a:cubicBezTo>
                      <a:pt x="224" y="181"/>
                      <a:pt x="181" y="224"/>
                      <a:pt x="127" y="224"/>
                    </a:cubicBezTo>
                    <a:cubicBezTo>
                      <a:pt x="74" y="224"/>
                      <a:pt x="31" y="181"/>
                      <a:pt x="31" y="127"/>
                    </a:cubicBezTo>
                    <a:cubicBezTo>
                      <a:pt x="31" y="74"/>
                      <a:pt x="74" y="31"/>
                      <a:pt x="127" y="31"/>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2" name="Freeform 134">
                <a:extLst>
                  <a:ext uri="{FF2B5EF4-FFF2-40B4-BE49-F238E27FC236}">
                    <a16:creationId xmlns:a16="http://schemas.microsoft.com/office/drawing/2014/main" id="{890CA039-C30B-2D82-420E-A96674B68E21}"/>
                  </a:ext>
                </a:extLst>
              </p:cNvPr>
              <p:cNvSpPr>
                <a:spLocks noEditPoints="1"/>
              </p:cNvSpPr>
              <p:nvPr/>
            </p:nvSpPr>
            <p:spPr bwMode="auto">
              <a:xfrm>
                <a:off x="3829" y="1959"/>
                <a:ext cx="88" cy="87"/>
              </a:xfrm>
              <a:custGeom>
                <a:avLst/>
                <a:gdLst>
                  <a:gd name="T0" fmla="*/ 135 w 271"/>
                  <a:gd name="T1" fmla="*/ 271 h 271"/>
                  <a:gd name="T2" fmla="*/ 0 w 271"/>
                  <a:gd name="T3" fmla="*/ 135 h 271"/>
                  <a:gd name="T4" fmla="*/ 135 w 271"/>
                  <a:gd name="T5" fmla="*/ 0 h 271"/>
                  <a:gd name="T6" fmla="*/ 271 w 271"/>
                  <a:gd name="T7" fmla="*/ 135 h 271"/>
                  <a:gd name="T8" fmla="*/ 135 w 271"/>
                  <a:gd name="T9" fmla="*/ 271 h 271"/>
                  <a:gd name="T10" fmla="*/ 135 w 271"/>
                  <a:gd name="T11" fmla="*/ 16 h 271"/>
                  <a:gd name="T12" fmla="*/ 16 w 271"/>
                  <a:gd name="T13" fmla="*/ 135 h 271"/>
                  <a:gd name="T14" fmla="*/ 135 w 271"/>
                  <a:gd name="T15" fmla="*/ 254 h 271"/>
                  <a:gd name="T16" fmla="*/ 255 w 271"/>
                  <a:gd name="T17" fmla="*/ 135 h 271"/>
                  <a:gd name="T18" fmla="*/ 135 w 271"/>
                  <a:gd name="T19" fmla="*/ 16 h 271"/>
                  <a:gd name="T20" fmla="*/ 135 w 271"/>
                  <a:gd name="T21" fmla="*/ 240 h 271"/>
                  <a:gd name="T22" fmla="*/ 31 w 271"/>
                  <a:gd name="T23" fmla="*/ 135 h 271"/>
                  <a:gd name="T24" fmla="*/ 135 w 271"/>
                  <a:gd name="T25" fmla="*/ 31 h 271"/>
                  <a:gd name="T26" fmla="*/ 240 w 271"/>
                  <a:gd name="T27" fmla="*/ 135 h 271"/>
                  <a:gd name="T28" fmla="*/ 135 w 271"/>
                  <a:gd name="T29" fmla="*/ 240 h 271"/>
                  <a:gd name="T30" fmla="*/ 135 w 271"/>
                  <a:gd name="T31" fmla="*/ 47 h 271"/>
                  <a:gd name="T32" fmla="*/ 47 w 271"/>
                  <a:gd name="T33" fmla="*/ 135 h 271"/>
                  <a:gd name="T34" fmla="*/ 135 w 271"/>
                  <a:gd name="T35" fmla="*/ 224 h 271"/>
                  <a:gd name="T36" fmla="*/ 224 w 271"/>
                  <a:gd name="T37" fmla="*/ 135 h 271"/>
                  <a:gd name="T38" fmla="*/ 135 w 271"/>
                  <a:gd name="T39" fmla="*/ 47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1" h="271">
                    <a:moveTo>
                      <a:pt x="135" y="271"/>
                    </a:moveTo>
                    <a:cubicBezTo>
                      <a:pt x="61" y="271"/>
                      <a:pt x="0" y="210"/>
                      <a:pt x="0" y="135"/>
                    </a:cubicBezTo>
                    <a:cubicBezTo>
                      <a:pt x="0" y="61"/>
                      <a:pt x="61" y="0"/>
                      <a:pt x="135" y="0"/>
                    </a:cubicBezTo>
                    <a:cubicBezTo>
                      <a:pt x="210" y="0"/>
                      <a:pt x="271" y="61"/>
                      <a:pt x="271" y="135"/>
                    </a:cubicBezTo>
                    <a:cubicBezTo>
                      <a:pt x="271" y="210"/>
                      <a:pt x="210" y="271"/>
                      <a:pt x="135" y="271"/>
                    </a:cubicBezTo>
                    <a:close/>
                    <a:moveTo>
                      <a:pt x="135" y="16"/>
                    </a:moveTo>
                    <a:cubicBezTo>
                      <a:pt x="70" y="16"/>
                      <a:pt x="16" y="70"/>
                      <a:pt x="16" y="135"/>
                    </a:cubicBezTo>
                    <a:cubicBezTo>
                      <a:pt x="16" y="201"/>
                      <a:pt x="70" y="254"/>
                      <a:pt x="135" y="254"/>
                    </a:cubicBezTo>
                    <a:cubicBezTo>
                      <a:pt x="201" y="254"/>
                      <a:pt x="255" y="201"/>
                      <a:pt x="255" y="135"/>
                    </a:cubicBezTo>
                    <a:cubicBezTo>
                      <a:pt x="255" y="70"/>
                      <a:pt x="201" y="16"/>
                      <a:pt x="135" y="16"/>
                    </a:cubicBezTo>
                    <a:close/>
                    <a:moveTo>
                      <a:pt x="135" y="240"/>
                    </a:moveTo>
                    <a:cubicBezTo>
                      <a:pt x="78" y="240"/>
                      <a:pt x="31" y="193"/>
                      <a:pt x="31" y="135"/>
                    </a:cubicBezTo>
                    <a:cubicBezTo>
                      <a:pt x="31" y="78"/>
                      <a:pt x="78" y="31"/>
                      <a:pt x="135" y="31"/>
                    </a:cubicBezTo>
                    <a:cubicBezTo>
                      <a:pt x="193" y="31"/>
                      <a:pt x="240" y="78"/>
                      <a:pt x="240" y="135"/>
                    </a:cubicBezTo>
                    <a:cubicBezTo>
                      <a:pt x="240" y="193"/>
                      <a:pt x="193" y="240"/>
                      <a:pt x="135" y="240"/>
                    </a:cubicBezTo>
                    <a:close/>
                    <a:moveTo>
                      <a:pt x="135" y="47"/>
                    </a:moveTo>
                    <a:cubicBezTo>
                      <a:pt x="87" y="47"/>
                      <a:pt x="47" y="87"/>
                      <a:pt x="47" y="135"/>
                    </a:cubicBezTo>
                    <a:cubicBezTo>
                      <a:pt x="47" y="184"/>
                      <a:pt x="87" y="224"/>
                      <a:pt x="135" y="224"/>
                    </a:cubicBezTo>
                    <a:cubicBezTo>
                      <a:pt x="184" y="224"/>
                      <a:pt x="224" y="184"/>
                      <a:pt x="224" y="135"/>
                    </a:cubicBezTo>
                    <a:cubicBezTo>
                      <a:pt x="224" y="87"/>
                      <a:pt x="184" y="47"/>
                      <a:pt x="135" y="47"/>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3" name="Freeform 135">
                <a:extLst>
                  <a:ext uri="{FF2B5EF4-FFF2-40B4-BE49-F238E27FC236}">
                    <a16:creationId xmlns:a16="http://schemas.microsoft.com/office/drawing/2014/main" id="{8DFBE1C6-3F1C-F39D-161A-83D9DFFDF521}"/>
                  </a:ext>
                </a:extLst>
              </p:cNvPr>
              <p:cNvSpPr>
                <a:spLocks/>
              </p:cNvSpPr>
              <p:nvPr/>
            </p:nvSpPr>
            <p:spPr bwMode="auto">
              <a:xfrm>
                <a:off x="3905" y="2204"/>
                <a:ext cx="1" cy="0"/>
              </a:xfrm>
              <a:custGeom>
                <a:avLst/>
                <a:gdLst>
                  <a:gd name="T0" fmla="*/ 1 w 1"/>
                  <a:gd name="T1" fmla="*/ 0 w 1"/>
                  <a:gd name="T2" fmla="*/ 1 w 1"/>
                  <a:gd name="T3" fmla="*/ 1 w 1"/>
                </a:gdLst>
                <a:ahLst/>
                <a:cxnLst>
                  <a:cxn ang="0">
                    <a:pos x="T0" y="0"/>
                  </a:cxn>
                  <a:cxn ang="0">
                    <a:pos x="T1" y="0"/>
                  </a:cxn>
                  <a:cxn ang="0">
                    <a:pos x="T2" y="0"/>
                  </a:cxn>
                  <a:cxn ang="0">
                    <a:pos x="T3" y="0"/>
                  </a:cxn>
                </a:cxnLst>
                <a:rect l="0" t="0" r="r" b="b"/>
                <a:pathLst>
                  <a:path w="1">
                    <a:moveTo>
                      <a:pt x="1" y="0"/>
                    </a:moveTo>
                    <a:lnTo>
                      <a:pt x="0" y="0"/>
                    </a:lnTo>
                    <a:lnTo>
                      <a:pt x="1" y="0"/>
                    </a:lnTo>
                    <a:lnTo>
                      <a:pt x="1"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4" name="Freeform 136">
                <a:extLst>
                  <a:ext uri="{FF2B5EF4-FFF2-40B4-BE49-F238E27FC236}">
                    <a16:creationId xmlns:a16="http://schemas.microsoft.com/office/drawing/2014/main" id="{1E20D507-F383-4BBA-884D-EBC29922FDA0}"/>
                  </a:ext>
                </a:extLst>
              </p:cNvPr>
              <p:cNvSpPr>
                <a:spLocks/>
              </p:cNvSpPr>
              <p:nvPr/>
            </p:nvSpPr>
            <p:spPr bwMode="auto">
              <a:xfrm>
                <a:off x="3898" y="2232"/>
                <a:ext cx="12" cy="18"/>
              </a:xfrm>
              <a:custGeom>
                <a:avLst/>
                <a:gdLst>
                  <a:gd name="T0" fmla="*/ 0 w 12"/>
                  <a:gd name="T1" fmla="*/ 10 h 18"/>
                  <a:gd name="T2" fmla="*/ 7 w 12"/>
                  <a:gd name="T3" fmla="*/ 18 h 18"/>
                  <a:gd name="T4" fmla="*/ 8 w 12"/>
                  <a:gd name="T5" fmla="*/ 16 h 18"/>
                  <a:gd name="T6" fmla="*/ 12 w 12"/>
                  <a:gd name="T7" fmla="*/ 0 h 18"/>
                  <a:gd name="T8" fmla="*/ 0 w 12"/>
                  <a:gd name="T9" fmla="*/ 10 h 18"/>
                </a:gdLst>
                <a:ahLst/>
                <a:cxnLst>
                  <a:cxn ang="0">
                    <a:pos x="T0" y="T1"/>
                  </a:cxn>
                  <a:cxn ang="0">
                    <a:pos x="T2" y="T3"/>
                  </a:cxn>
                  <a:cxn ang="0">
                    <a:pos x="T4" y="T5"/>
                  </a:cxn>
                  <a:cxn ang="0">
                    <a:pos x="T6" y="T7"/>
                  </a:cxn>
                  <a:cxn ang="0">
                    <a:pos x="T8" y="T9"/>
                  </a:cxn>
                </a:cxnLst>
                <a:rect l="0" t="0" r="r" b="b"/>
                <a:pathLst>
                  <a:path w="12" h="18">
                    <a:moveTo>
                      <a:pt x="0" y="10"/>
                    </a:moveTo>
                    <a:lnTo>
                      <a:pt x="7" y="18"/>
                    </a:lnTo>
                    <a:lnTo>
                      <a:pt x="8" y="16"/>
                    </a:lnTo>
                    <a:lnTo>
                      <a:pt x="12" y="0"/>
                    </a:lnTo>
                    <a:lnTo>
                      <a:pt x="0" y="1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5" name="Freeform 137">
                <a:extLst>
                  <a:ext uri="{FF2B5EF4-FFF2-40B4-BE49-F238E27FC236}">
                    <a16:creationId xmlns:a16="http://schemas.microsoft.com/office/drawing/2014/main" id="{0F1C1AA6-8C46-AB98-AE8E-C539873058D1}"/>
                  </a:ext>
                </a:extLst>
              </p:cNvPr>
              <p:cNvSpPr>
                <a:spLocks/>
              </p:cNvSpPr>
              <p:nvPr/>
            </p:nvSpPr>
            <p:spPr bwMode="auto">
              <a:xfrm>
                <a:off x="3555" y="2305"/>
                <a:ext cx="341" cy="227"/>
              </a:xfrm>
              <a:custGeom>
                <a:avLst/>
                <a:gdLst>
                  <a:gd name="T0" fmla="*/ 1032 w 1046"/>
                  <a:gd name="T1" fmla="*/ 61 h 701"/>
                  <a:gd name="T2" fmla="*/ 1015 w 1046"/>
                  <a:gd name="T3" fmla="*/ 0 h 701"/>
                  <a:gd name="T4" fmla="*/ 1002 w 1046"/>
                  <a:gd name="T5" fmla="*/ 65 h 701"/>
                  <a:gd name="T6" fmla="*/ 1014 w 1046"/>
                  <a:gd name="T7" fmla="*/ 152 h 701"/>
                  <a:gd name="T8" fmla="*/ 1015 w 1046"/>
                  <a:gd name="T9" fmla="*/ 179 h 701"/>
                  <a:gd name="T10" fmla="*/ 871 w 1046"/>
                  <a:gd name="T11" fmla="*/ 526 h 701"/>
                  <a:gd name="T12" fmla="*/ 523 w 1046"/>
                  <a:gd name="T13" fmla="*/ 671 h 701"/>
                  <a:gd name="T14" fmla="*/ 175 w 1046"/>
                  <a:gd name="T15" fmla="*/ 526 h 701"/>
                  <a:gd name="T16" fmla="*/ 31 w 1046"/>
                  <a:gd name="T17" fmla="*/ 179 h 701"/>
                  <a:gd name="T18" fmla="*/ 32 w 1046"/>
                  <a:gd name="T19" fmla="*/ 152 h 701"/>
                  <a:gd name="T20" fmla="*/ 44 w 1046"/>
                  <a:gd name="T21" fmla="*/ 65 h 701"/>
                  <a:gd name="T22" fmla="*/ 32 w 1046"/>
                  <a:gd name="T23" fmla="*/ 1 h 701"/>
                  <a:gd name="T24" fmla="*/ 14 w 1046"/>
                  <a:gd name="T25" fmla="*/ 62 h 701"/>
                  <a:gd name="T26" fmla="*/ 0 w 1046"/>
                  <a:gd name="T27" fmla="*/ 179 h 701"/>
                  <a:gd name="T28" fmla="*/ 523 w 1046"/>
                  <a:gd name="T29" fmla="*/ 701 h 701"/>
                  <a:gd name="T30" fmla="*/ 1046 w 1046"/>
                  <a:gd name="T31" fmla="*/ 179 h 701"/>
                  <a:gd name="T32" fmla="*/ 1032 w 1046"/>
                  <a:gd name="T33" fmla="*/ 61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6" h="701">
                    <a:moveTo>
                      <a:pt x="1032" y="61"/>
                    </a:moveTo>
                    <a:cubicBezTo>
                      <a:pt x="1028" y="41"/>
                      <a:pt x="1022" y="20"/>
                      <a:pt x="1015" y="0"/>
                    </a:cubicBezTo>
                    <a:cubicBezTo>
                      <a:pt x="1002" y="65"/>
                      <a:pt x="1002" y="65"/>
                      <a:pt x="1002" y="65"/>
                    </a:cubicBezTo>
                    <a:cubicBezTo>
                      <a:pt x="1008" y="93"/>
                      <a:pt x="1013" y="122"/>
                      <a:pt x="1014" y="152"/>
                    </a:cubicBezTo>
                    <a:cubicBezTo>
                      <a:pt x="1015" y="161"/>
                      <a:pt x="1015" y="170"/>
                      <a:pt x="1015" y="179"/>
                    </a:cubicBezTo>
                    <a:cubicBezTo>
                      <a:pt x="1015" y="314"/>
                      <a:pt x="960" y="437"/>
                      <a:pt x="871" y="526"/>
                    </a:cubicBezTo>
                    <a:cubicBezTo>
                      <a:pt x="782" y="616"/>
                      <a:pt x="659" y="671"/>
                      <a:pt x="523" y="671"/>
                    </a:cubicBezTo>
                    <a:cubicBezTo>
                      <a:pt x="387" y="671"/>
                      <a:pt x="264" y="616"/>
                      <a:pt x="175" y="526"/>
                    </a:cubicBezTo>
                    <a:cubicBezTo>
                      <a:pt x="86" y="437"/>
                      <a:pt x="31" y="314"/>
                      <a:pt x="31" y="179"/>
                    </a:cubicBezTo>
                    <a:cubicBezTo>
                      <a:pt x="31" y="170"/>
                      <a:pt x="31" y="161"/>
                      <a:pt x="32" y="152"/>
                    </a:cubicBezTo>
                    <a:cubicBezTo>
                      <a:pt x="33" y="122"/>
                      <a:pt x="38" y="93"/>
                      <a:pt x="44" y="65"/>
                    </a:cubicBezTo>
                    <a:cubicBezTo>
                      <a:pt x="32" y="1"/>
                      <a:pt x="32" y="1"/>
                      <a:pt x="32" y="1"/>
                    </a:cubicBezTo>
                    <a:cubicBezTo>
                      <a:pt x="24" y="20"/>
                      <a:pt x="18" y="41"/>
                      <a:pt x="14" y="62"/>
                    </a:cubicBezTo>
                    <a:cubicBezTo>
                      <a:pt x="5" y="99"/>
                      <a:pt x="0" y="138"/>
                      <a:pt x="0" y="179"/>
                    </a:cubicBezTo>
                    <a:cubicBezTo>
                      <a:pt x="0" y="467"/>
                      <a:pt x="234" y="701"/>
                      <a:pt x="523" y="701"/>
                    </a:cubicBezTo>
                    <a:cubicBezTo>
                      <a:pt x="812" y="701"/>
                      <a:pt x="1046" y="467"/>
                      <a:pt x="1046" y="179"/>
                    </a:cubicBezTo>
                    <a:cubicBezTo>
                      <a:pt x="1046" y="138"/>
                      <a:pt x="1041" y="99"/>
                      <a:pt x="1032" y="61"/>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6" name="Freeform 138">
                <a:extLst>
                  <a:ext uri="{FF2B5EF4-FFF2-40B4-BE49-F238E27FC236}">
                    <a16:creationId xmlns:a16="http://schemas.microsoft.com/office/drawing/2014/main" id="{8BED0564-A253-8E3B-0F76-7F70E9F7C832}"/>
                  </a:ext>
                </a:extLst>
              </p:cNvPr>
              <p:cNvSpPr>
                <a:spLocks noEditPoints="1"/>
              </p:cNvSpPr>
              <p:nvPr/>
            </p:nvSpPr>
            <p:spPr bwMode="auto">
              <a:xfrm>
                <a:off x="3552" y="2296"/>
                <a:ext cx="346" cy="239"/>
              </a:xfrm>
              <a:custGeom>
                <a:avLst/>
                <a:gdLst>
                  <a:gd name="T0" fmla="*/ 531 w 1062"/>
                  <a:gd name="T1" fmla="*/ 739 h 739"/>
                  <a:gd name="T2" fmla="*/ 0 w 1062"/>
                  <a:gd name="T3" fmla="*/ 209 h 739"/>
                  <a:gd name="T4" fmla="*/ 14 w 1062"/>
                  <a:gd name="T5" fmla="*/ 90 h 739"/>
                  <a:gd name="T6" fmla="*/ 32 w 1062"/>
                  <a:gd name="T7" fmla="*/ 28 h 739"/>
                  <a:gd name="T8" fmla="*/ 42 w 1062"/>
                  <a:gd name="T9" fmla="*/ 0 h 739"/>
                  <a:gd name="T10" fmla="*/ 61 w 1062"/>
                  <a:gd name="T11" fmla="*/ 96 h 739"/>
                  <a:gd name="T12" fmla="*/ 60 w 1062"/>
                  <a:gd name="T13" fmla="*/ 97 h 739"/>
                  <a:gd name="T14" fmla="*/ 48 w 1062"/>
                  <a:gd name="T15" fmla="*/ 182 h 739"/>
                  <a:gd name="T16" fmla="*/ 47 w 1062"/>
                  <a:gd name="T17" fmla="*/ 209 h 739"/>
                  <a:gd name="T18" fmla="*/ 189 w 1062"/>
                  <a:gd name="T19" fmla="*/ 551 h 739"/>
                  <a:gd name="T20" fmla="*/ 531 w 1062"/>
                  <a:gd name="T21" fmla="*/ 692 h 739"/>
                  <a:gd name="T22" fmla="*/ 873 w 1062"/>
                  <a:gd name="T23" fmla="*/ 551 h 739"/>
                  <a:gd name="T24" fmla="*/ 1015 w 1062"/>
                  <a:gd name="T25" fmla="*/ 209 h 739"/>
                  <a:gd name="T26" fmla="*/ 1014 w 1062"/>
                  <a:gd name="T27" fmla="*/ 182 h 739"/>
                  <a:gd name="T28" fmla="*/ 1002 w 1062"/>
                  <a:gd name="T29" fmla="*/ 97 h 739"/>
                  <a:gd name="T30" fmla="*/ 1001 w 1062"/>
                  <a:gd name="T31" fmla="*/ 95 h 739"/>
                  <a:gd name="T32" fmla="*/ 1020 w 1062"/>
                  <a:gd name="T33" fmla="*/ 0 h 739"/>
                  <a:gd name="T34" fmla="*/ 1030 w 1062"/>
                  <a:gd name="T35" fmla="*/ 27 h 739"/>
                  <a:gd name="T36" fmla="*/ 1048 w 1062"/>
                  <a:gd name="T37" fmla="*/ 90 h 739"/>
                  <a:gd name="T38" fmla="*/ 1048 w 1062"/>
                  <a:gd name="T39" fmla="*/ 90 h 739"/>
                  <a:gd name="T40" fmla="*/ 1062 w 1062"/>
                  <a:gd name="T41" fmla="*/ 209 h 739"/>
                  <a:gd name="T42" fmla="*/ 531 w 1062"/>
                  <a:gd name="T43" fmla="*/ 739 h 739"/>
                  <a:gd name="T44" fmla="*/ 38 w 1062"/>
                  <a:gd name="T45" fmla="*/ 63 h 739"/>
                  <a:gd name="T46" fmla="*/ 30 w 1062"/>
                  <a:gd name="T47" fmla="*/ 94 h 739"/>
                  <a:gd name="T48" fmla="*/ 17 w 1062"/>
                  <a:gd name="T49" fmla="*/ 209 h 739"/>
                  <a:gd name="T50" fmla="*/ 531 w 1062"/>
                  <a:gd name="T51" fmla="*/ 723 h 739"/>
                  <a:gd name="T52" fmla="*/ 1046 w 1062"/>
                  <a:gd name="T53" fmla="*/ 209 h 739"/>
                  <a:gd name="T54" fmla="*/ 1033 w 1062"/>
                  <a:gd name="T55" fmla="*/ 93 h 739"/>
                  <a:gd name="T56" fmla="*/ 1033 w 1062"/>
                  <a:gd name="T57" fmla="*/ 93 h 739"/>
                  <a:gd name="T58" fmla="*/ 1025 w 1062"/>
                  <a:gd name="T59" fmla="*/ 63 h 739"/>
                  <a:gd name="T60" fmla="*/ 1018 w 1062"/>
                  <a:gd name="T61" fmla="*/ 95 h 739"/>
                  <a:gd name="T62" fmla="*/ 1030 w 1062"/>
                  <a:gd name="T63" fmla="*/ 181 h 739"/>
                  <a:gd name="T64" fmla="*/ 1031 w 1062"/>
                  <a:gd name="T65" fmla="*/ 209 h 739"/>
                  <a:gd name="T66" fmla="*/ 885 w 1062"/>
                  <a:gd name="T67" fmla="*/ 562 h 739"/>
                  <a:gd name="T68" fmla="*/ 531 w 1062"/>
                  <a:gd name="T69" fmla="*/ 709 h 739"/>
                  <a:gd name="T70" fmla="*/ 177 w 1062"/>
                  <a:gd name="T71" fmla="*/ 562 h 739"/>
                  <a:gd name="T72" fmla="*/ 31 w 1062"/>
                  <a:gd name="T73" fmla="*/ 209 h 739"/>
                  <a:gd name="T74" fmla="*/ 32 w 1062"/>
                  <a:gd name="T75" fmla="*/ 181 h 739"/>
                  <a:gd name="T76" fmla="*/ 44 w 1062"/>
                  <a:gd name="T77" fmla="*/ 95 h 739"/>
                  <a:gd name="T78" fmla="*/ 38 w 1062"/>
                  <a:gd name="T79" fmla="*/ 63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2" h="739">
                    <a:moveTo>
                      <a:pt x="531" y="739"/>
                    </a:moveTo>
                    <a:cubicBezTo>
                      <a:pt x="238" y="739"/>
                      <a:pt x="0" y="501"/>
                      <a:pt x="0" y="209"/>
                    </a:cubicBezTo>
                    <a:cubicBezTo>
                      <a:pt x="0" y="169"/>
                      <a:pt x="5" y="129"/>
                      <a:pt x="14" y="90"/>
                    </a:cubicBezTo>
                    <a:cubicBezTo>
                      <a:pt x="19" y="68"/>
                      <a:pt x="25" y="48"/>
                      <a:pt x="32" y="28"/>
                    </a:cubicBezTo>
                    <a:cubicBezTo>
                      <a:pt x="42" y="0"/>
                      <a:pt x="42" y="0"/>
                      <a:pt x="42" y="0"/>
                    </a:cubicBezTo>
                    <a:cubicBezTo>
                      <a:pt x="61" y="96"/>
                      <a:pt x="61" y="96"/>
                      <a:pt x="61" y="96"/>
                    </a:cubicBezTo>
                    <a:cubicBezTo>
                      <a:pt x="60" y="97"/>
                      <a:pt x="60" y="97"/>
                      <a:pt x="60" y="97"/>
                    </a:cubicBezTo>
                    <a:cubicBezTo>
                      <a:pt x="54" y="125"/>
                      <a:pt x="50" y="154"/>
                      <a:pt x="48" y="182"/>
                    </a:cubicBezTo>
                    <a:cubicBezTo>
                      <a:pt x="48" y="191"/>
                      <a:pt x="47" y="200"/>
                      <a:pt x="47" y="209"/>
                    </a:cubicBezTo>
                    <a:cubicBezTo>
                      <a:pt x="47" y="338"/>
                      <a:pt x="98" y="459"/>
                      <a:pt x="189" y="551"/>
                    </a:cubicBezTo>
                    <a:cubicBezTo>
                      <a:pt x="280" y="642"/>
                      <a:pt x="402" y="692"/>
                      <a:pt x="531" y="692"/>
                    </a:cubicBezTo>
                    <a:cubicBezTo>
                      <a:pt x="660" y="692"/>
                      <a:pt x="782" y="642"/>
                      <a:pt x="873" y="551"/>
                    </a:cubicBezTo>
                    <a:cubicBezTo>
                      <a:pt x="965" y="459"/>
                      <a:pt x="1015" y="338"/>
                      <a:pt x="1015" y="209"/>
                    </a:cubicBezTo>
                    <a:cubicBezTo>
                      <a:pt x="1015" y="200"/>
                      <a:pt x="1015" y="191"/>
                      <a:pt x="1014" y="182"/>
                    </a:cubicBezTo>
                    <a:cubicBezTo>
                      <a:pt x="1013" y="154"/>
                      <a:pt x="1008" y="125"/>
                      <a:pt x="1002" y="97"/>
                    </a:cubicBezTo>
                    <a:cubicBezTo>
                      <a:pt x="1001" y="95"/>
                      <a:pt x="1001" y="95"/>
                      <a:pt x="1001" y="95"/>
                    </a:cubicBezTo>
                    <a:cubicBezTo>
                      <a:pt x="1020" y="0"/>
                      <a:pt x="1020" y="0"/>
                      <a:pt x="1020" y="0"/>
                    </a:cubicBezTo>
                    <a:cubicBezTo>
                      <a:pt x="1030" y="27"/>
                      <a:pt x="1030" y="27"/>
                      <a:pt x="1030" y="27"/>
                    </a:cubicBezTo>
                    <a:cubicBezTo>
                      <a:pt x="1037" y="47"/>
                      <a:pt x="1043" y="68"/>
                      <a:pt x="1048" y="90"/>
                    </a:cubicBezTo>
                    <a:cubicBezTo>
                      <a:pt x="1048" y="90"/>
                      <a:pt x="1048" y="90"/>
                      <a:pt x="1048" y="90"/>
                    </a:cubicBezTo>
                    <a:cubicBezTo>
                      <a:pt x="1057" y="129"/>
                      <a:pt x="1062" y="169"/>
                      <a:pt x="1062" y="209"/>
                    </a:cubicBezTo>
                    <a:cubicBezTo>
                      <a:pt x="1062" y="501"/>
                      <a:pt x="824" y="739"/>
                      <a:pt x="531" y="739"/>
                    </a:cubicBezTo>
                    <a:close/>
                    <a:moveTo>
                      <a:pt x="38" y="63"/>
                    </a:moveTo>
                    <a:cubicBezTo>
                      <a:pt x="35" y="73"/>
                      <a:pt x="32" y="83"/>
                      <a:pt x="30" y="94"/>
                    </a:cubicBezTo>
                    <a:cubicBezTo>
                      <a:pt x="21" y="132"/>
                      <a:pt x="17" y="170"/>
                      <a:pt x="17" y="209"/>
                    </a:cubicBezTo>
                    <a:cubicBezTo>
                      <a:pt x="17" y="492"/>
                      <a:pt x="247" y="723"/>
                      <a:pt x="531" y="723"/>
                    </a:cubicBezTo>
                    <a:cubicBezTo>
                      <a:pt x="815" y="723"/>
                      <a:pt x="1046" y="492"/>
                      <a:pt x="1046" y="209"/>
                    </a:cubicBezTo>
                    <a:cubicBezTo>
                      <a:pt x="1046" y="170"/>
                      <a:pt x="1041" y="131"/>
                      <a:pt x="1033" y="93"/>
                    </a:cubicBezTo>
                    <a:cubicBezTo>
                      <a:pt x="1033" y="93"/>
                      <a:pt x="1033" y="93"/>
                      <a:pt x="1033" y="93"/>
                    </a:cubicBezTo>
                    <a:cubicBezTo>
                      <a:pt x="1030" y="83"/>
                      <a:pt x="1027" y="73"/>
                      <a:pt x="1025" y="63"/>
                    </a:cubicBezTo>
                    <a:cubicBezTo>
                      <a:pt x="1018" y="95"/>
                      <a:pt x="1018" y="95"/>
                      <a:pt x="1018" y="95"/>
                    </a:cubicBezTo>
                    <a:cubicBezTo>
                      <a:pt x="1025" y="123"/>
                      <a:pt x="1029" y="152"/>
                      <a:pt x="1030" y="181"/>
                    </a:cubicBezTo>
                    <a:cubicBezTo>
                      <a:pt x="1031" y="190"/>
                      <a:pt x="1031" y="199"/>
                      <a:pt x="1031" y="209"/>
                    </a:cubicBezTo>
                    <a:cubicBezTo>
                      <a:pt x="1031" y="342"/>
                      <a:pt x="979" y="468"/>
                      <a:pt x="885" y="562"/>
                    </a:cubicBezTo>
                    <a:cubicBezTo>
                      <a:pt x="790" y="657"/>
                      <a:pt x="665" y="709"/>
                      <a:pt x="531" y="709"/>
                    </a:cubicBezTo>
                    <a:cubicBezTo>
                      <a:pt x="398" y="709"/>
                      <a:pt x="272" y="657"/>
                      <a:pt x="177" y="562"/>
                    </a:cubicBezTo>
                    <a:cubicBezTo>
                      <a:pt x="83" y="468"/>
                      <a:pt x="31" y="342"/>
                      <a:pt x="31" y="209"/>
                    </a:cubicBezTo>
                    <a:cubicBezTo>
                      <a:pt x="31" y="199"/>
                      <a:pt x="31" y="190"/>
                      <a:pt x="32" y="181"/>
                    </a:cubicBezTo>
                    <a:cubicBezTo>
                      <a:pt x="33" y="153"/>
                      <a:pt x="37" y="124"/>
                      <a:pt x="44" y="95"/>
                    </a:cubicBezTo>
                    <a:lnTo>
                      <a:pt x="38" y="63"/>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7" name="Freeform 139">
                <a:extLst>
                  <a:ext uri="{FF2B5EF4-FFF2-40B4-BE49-F238E27FC236}">
                    <a16:creationId xmlns:a16="http://schemas.microsoft.com/office/drawing/2014/main" id="{6F28A5E1-BBEB-8EBD-FB84-1BA0B28DD834}"/>
                  </a:ext>
                </a:extLst>
              </p:cNvPr>
              <p:cNvSpPr>
                <a:spLocks/>
              </p:cNvSpPr>
              <p:nvPr/>
            </p:nvSpPr>
            <p:spPr bwMode="auto">
              <a:xfrm>
                <a:off x="3947" y="2437"/>
                <a:ext cx="6" cy="5"/>
              </a:xfrm>
              <a:custGeom>
                <a:avLst/>
                <a:gdLst>
                  <a:gd name="T0" fmla="*/ 0 w 19"/>
                  <a:gd name="T1" fmla="*/ 13 h 18"/>
                  <a:gd name="T2" fmla="*/ 15 w 19"/>
                  <a:gd name="T3" fmla="*/ 18 h 18"/>
                  <a:gd name="T4" fmla="*/ 19 w 19"/>
                  <a:gd name="T5" fmla="*/ 6 h 18"/>
                  <a:gd name="T6" fmla="*/ 8 w 19"/>
                  <a:gd name="T7" fmla="*/ 0 h 18"/>
                  <a:gd name="T8" fmla="*/ 0 w 19"/>
                  <a:gd name="T9" fmla="*/ 13 h 18"/>
                </a:gdLst>
                <a:ahLst/>
                <a:cxnLst>
                  <a:cxn ang="0">
                    <a:pos x="T0" y="T1"/>
                  </a:cxn>
                  <a:cxn ang="0">
                    <a:pos x="T2" y="T3"/>
                  </a:cxn>
                  <a:cxn ang="0">
                    <a:pos x="T4" y="T5"/>
                  </a:cxn>
                  <a:cxn ang="0">
                    <a:pos x="T6" y="T7"/>
                  </a:cxn>
                  <a:cxn ang="0">
                    <a:pos x="T8" y="T9"/>
                  </a:cxn>
                </a:cxnLst>
                <a:rect l="0" t="0" r="r" b="b"/>
                <a:pathLst>
                  <a:path w="19" h="18">
                    <a:moveTo>
                      <a:pt x="0" y="13"/>
                    </a:moveTo>
                    <a:cubicBezTo>
                      <a:pt x="15" y="18"/>
                      <a:pt x="15" y="18"/>
                      <a:pt x="15" y="18"/>
                    </a:cubicBezTo>
                    <a:cubicBezTo>
                      <a:pt x="16" y="14"/>
                      <a:pt x="17" y="10"/>
                      <a:pt x="19" y="6"/>
                    </a:cubicBezTo>
                    <a:cubicBezTo>
                      <a:pt x="8" y="0"/>
                      <a:pt x="8" y="0"/>
                      <a:pt x="8" y="0"/>
                    </a:cubicBezTo>
                    <a:lnTo>
                      <a:pt x="0" y="13"/>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8" name="Freeform 140">
                <a:extLst>
                  <a:ext uri="{FF2B5EF4-FFF2-40B4-BE49-F238E27FC236}">
                    <a16:creationId xmlns:a16="http://schemas.microsoft.com/office/drawing/2014/main" id="{48441484-87DF-E673-0E7D-ACB161136145}"/>
                  </a:ext>
                </a:extLst>
              </p:cNvPr>
              <p:cNvSpPr>
                <a:spLocks/>
              </p:cNvSpPr>
              <p:nvPr/>
            </p:nvSpPr>
            <p:spPr bwMode="auto">
              <a:xfrm>
                <a:off x="3875" y="2537"/>
                <a:ext cx="7" cy="7"/>
              </a:xfrm>
              <a:custGeom>
                <a:avLst/>
                <a:gdLst>
                  <a:gd name="T0" fmla="*/ 0 w 19"/>
                  <a:gd name="T1" fmla="*/ 7 h 19"/>
                  <a:gd name="T2" fmla="*/ 9 w 19"/>
                  <a:gd name="T3" fmla="*/ 19 h 19"/>
                  <a:gd name="T4" fmla="*/ 19 w 19"/>
                  <a:gd name="T5" fmla="*/ 11 h 19"/>
                  <a:gd name="T6" fmla="*/ 13 w 19"/>
                  <a:gd name="T7" fmla="*/ 0 h 19"/>
                  <a:gd name="T8" fmla="*/ 0 w 19"/>
                  <a:gd name="T9" fmla="*/ 7 h 19"/>
                </a:gdLst>
                <a:ahLst/>
                <a:cxnLst>
                  <a:cxn ang="0">
                    <a:pos x="T0" y="T1"/>
                  </a:cxn>
                  <a:cxn ang="0">
                    <a:pos x="T2" y="T3"/>
                  </a:cxn>
                  <a:cxn ang="0">
                    <a:pos x="T4" y="T5"/>
                  </a:cxn>
                  <a:cxn ang="0">
                    <a:pos x="T6" y="T7"/>
                  </a:cxn>
                  <a:cxn ang="0">
                    <a:pos x="T8" y="T9"/>
                  </a:cxn>
                </a:cxnLst>
                <a:rect l="0" t="0" r="r" b="b"/>
                <a:pathLst>
                  <a:path w="19" h="19">
                    <a:moveTo>
                      <a:pt x="0" y="7"/>
                    </a:moveTo>
                    <a:cubicBezTo>
                      <a:pt x="9" y="19"/>
                      <a:pt x="9" y="19"/>
                      <a:pt x="9" y="19"/>
                    </a:cubicBezTo>
                    <a:cubicBezTo>
                      <a:pt x="13" y="17"/>
                      <a:pt x="16" y="14"/>
                      <a:pt x="19" y="11"/>
                    </a:cubicBezTo>
                    <a:cubicBezTo>
                      <a:pt x="13" y="0"/>
                      <a:pt x="13" y="0"/>
                      <a:pt x="13" y="0"/>
                    </a:cubicBezTo>
                    <a:lnTo>
                      <a:pt x="0" y="7"/>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49" name="Freeform 141">
                <a:extLst>
                  <a:ext uri="{FF2B5EF4-FFF2-40B4-BE49-F238E27FC236}">
                    <a16:creationId xmlns:a16="http://schemas.microsoft.com/office/drawing/2014/main" id="{1131ED21-1B00-0907-597C-5FBB62377966}"/>
                  </a:ext>
                </a:extLst>
              </p:cNvPr>
              <p:cNvSpPr>
                <a:spLocks/>
              </p:cNvSpPr>
              <p:nvPr/>
            </p:nvSpPr>
            <p:spPr bwMode="auto">
              <a:xfrm>
                <a:off x="3959" y="2314"/>
                <a:ext cx="5" cy="5"/>
              </a:xfrm>
              <a:custGeom>
                <a:avLst/>
                <a:gdLst>
                  <a:gd name="T0" fmla="*/ 0 w 15"/>
                  <a:gd name="T1" fmla="*/ 16 h 16"/>
                  <a:gd name="T2" fmla="*/ 15 w 15"/>
                  <a:gd name="T3" fmla="*/ 13 h 16"/>
                  <a:gd name="T4" fmla="*/ 13 w 15"/>
                  <a:gd name="T5" fmla="*/ 1 h 16"/>
                  <a:gd name="T6" fmla="*/ 1 w 15"/>
                  <a:gd name="T7" fmla="*/ 0 h 16"/>
                  <a:gd name="T8" fmla="*/ 0 w 15"/>
                  <a:gd name="T9" fmla="*/ 16 h 16"/>
                </a:gdLst>
                <a:ahLst/>
                <a:cxnLst>
                  <a:cxn ang="0">
                    <a:pos x="T0" y="T1"/>
                  </a:cxn>
                  <a:cxn ang="0">
                    <a:pos x="T2" y="T3"/>
                  </a:cxn>
                  <a:cxn ang="0">
                    <a:pos x="T4" y="T5"/>
                  </a:cxn>
                  <a:cxn ang="0">
                    <a:pos x="T6" y="T7"/>
                  </a:cxn>
                  <a:cxn ang="0">
                    <a:pos x="T8" y="T9"/>
                  </a:cxn>
                </a:cxnLst>
                <a:rect l="0" t="0" r="r" b="b"/>
                <a:pathLst>
                  <a:path w="15" h="16">
                    <a:moveTo>
                      <a:pt x="0" y="16"/>
                    </a:moveTo>
                    <a:cubicBezTo>
                      <a:pt x="15" y="13"/>
                      <a:pt x="15" y="13"/>
                      <a:pt x="15" y="13"/>
                    </a:cubicBezTo>
                    <a:cubicBezTo>
                      <a:pt x="15" y="9"/>
                      <a:pt x="14" y="5"/>
                      <a:pt x="13" y="1"/>
                    </a:cubicBezTo>
                    <a:cubicBezTo>
                      <a:pt x="1" y="0"/>
                      <a:pt x="1" y="0"/>
                      <a:pt x="1" y="0"/>
                    </a:cubicBezTo>
                    <a:lnTo>
                      <a:pt x="0" y="16"/>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0" name="Freeform 142">
                <a:extLst>
                  <a:ext uri="{FF2B5EF4-FFF2-40B4-BE49-F238E27FC236}">
                    <a16:creationId xmlns:a16="http://schemas.microsoft.com/office/drawing/2014/main" id="{99EB2FD0-8692-FCF5-EB6D-F804B5AAA6C4}"/>
                  </a:ext>
                </a:extLst>
              </p:cNvPr>
              <p:cNvSpPr>
                <a:spLocks/>
              </p:cNvSpPr>
              <p:nvPr/>
            </p:nvSpPr>
            <p:spPr bwMode="auto">
              <a:xfrm>
                <a:off x="3805" y="2578"/>
                <a:ext cx="6" cy="6"/>
              </a:xfrm>
              <a:custGeom>
                <a:avLst/>
                <a:gdLst>
                  <a:gd name="T0" fmla="*/ 13 w 18"/>
                  <a:gd name="T1" fmla="*/ 0 h 19"/>
                  <a:gd name="T2" fmla="*/ 0 w 18"/>
                  <a:gd name="T3" fmla="*/ 8 h 19"/>
                  <a:gd name="T4" fmla="*/ 6 w 18"/>
                  <a:gd name="T5" fmla="*/ 19 h 19"/>
                  <a:gd name="T6" fmla="*/ 18 w 18"/>
                  <a:gd name="T7" fmla="*/ 14 h 19"/>
                  <a:gd name="T8" fmla="*/ 13 w 18"/>
                  <a:gd name="T9" fmla="*/ 0 h 19"/>
                </a:gdLst>
                <a:ahLst/>
                <a:cxnLst>
                  <a:cxn ang="0">
                    <a:pos x="T0" y="T1"/>
                  </a:cxn>
                  <a:cxn ang="0">
                    <a:pos x="T2" y="T3"/>
                  </a:cxn>
                  <a:cxn ang="0">
                    <a:pos x="T4" y="T5"/>
                  </a:cxn>
                  <a:cxn ang="0">
                    <a:pos x="T6" y="T7"/>
                  </a:cxn>
                  <a:cxn ang="0">
                    <a:pos x="T8" y="T9"/>
                  </a:cxn>
                </a:cxnLst>
                <a:rect l="0" t="0" r="r" b="b"/>
                <a:pathLst>
                  <a:path w="18" h="19">
                    <a:moveTo>
                      <a:pt x="13" y="0"/>
                    </a:moveTo>
                    <a:cubicBezTo>
                      <a:pt x="0" y="8"/>
                      <a:pt x="0" y="8"/>
                      <a:pt x="0" y="8"/>
                    </a:cubicBezTo>
                    <a:cubicBezTo>
                      <a:pt x="6" y="19"/>
                      <a:pt x="6" y="19"/>
                      <a:pt x="6" y="19"/>
                    </a:cubicBezTo>
                    <a:cubicBezTo>
                      <a:pt x="10" y="17"/>
                      <a:pt x="14" y="16"/>
                      <a:pt x="18" y="14"/>
                    </a:cubicBezTo>
                    <a:lnTo>
                      <a:pt x="13"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1" name="Freeform 143">
                <a:extLst>
                  <a:ext uri="{FF2B5EF4-FFF2-40B4-BE49-F238E27FC236}">
                    <a16:creationId xmlns:a16="http://schemas.microsoft.com/office/drawing/2014/main" id="{5207422E-9AB5-3DF4-4BBB-4B1255799E70}"/>
                  </a:ext>
                </a:extLst>
              </p:cNvPr>
              <p:cNvSpPr>
                <a:spLocks/>
              </p:cNvSpPr>
              <p:nvPr/>
            </p:nvSpPr>
            <p:spPr bwMode="auto">
              <a:xfrm>
                <a:off x="3487" y="2314"/>
                <a:ext cx="4" cy="5"/>
              </a:xfrm>
              <a:custGeom>
                <a:avLst/>
                <a:gdLst>
                  <a:gd name="T0" fmla="*/ 15 w 15"/>
                  <a:gd name="T1" fmla="*/ 16 h 16"/>
                  <a:gd name="T2" fmla="*/ 14 w 15"/>
                  <a:gd name="T3" fmla="*/ 0 h 16"/>
                  <a:gd name="T4" fmla="*/ 2 w 15"/>
                  <a:gd name="T5" fmla="*/ 1 h 16"/>
                  <a:gd name="T6" fmla="*/ 0 w 15"/>
                  <a:gd name="T7" fmla="*/ 13 h 16"/>
                  <a:gd name="T8" fmla="*/ 15 w 15"/>
                  <a:gd name="T9" fmla="*/ 16 h 16"/>
                </a:gdLst>
                <a:ahLst/>
                <a:cxnLst>
                  <a:cxn ang="0">
                    <a:pos x="T0" y="T1"/>
                  </a:cxn>
                  <a:cxn ang="0">
                    <a:pos x="T2" y="T3"/>
                  </a:cxn>
                  <a:cxn ang="0">
                    <a:pos x="T4" y="T5"/>
                  </a:cxn>
                  <a:cxn ang="0">
                    <a:pos x="T6" y="T7"/>
                  </a:cxn>
                  <a:cxn ang="0">
                    <a:pos x="T8" y="T9"/>
                  </a:cxn>
                </a:cxnLst>
                <a:rect l="0" t="0" r="r" b="b"/>
                <a:pathLst>
                  <a:path w="15" h="16">
                    <a:moveTo>
                      <a:pt x="15" y="16"/>
                    </a:moveTo>
                    <a:cubicBezTo>
                      <a:pt x="14" y="0"/>
                      <a:pt x="14" y="0"/>
                      <a:pt x="14" y="0"/>
                    </a:cubicBezTo>
                    <a:cubicBezTo>
                      <a:pt x="2" y="1"/>
                      <a:pt x="2" y="1"/>
                      <a:pt x="2" y="1"/>
                    </a:cubicBezTo>
                    <a:cubicBezTo>
                      <a:pt x="1" y="5"/>
                      <a:pt x="0" y="9"/>
                      <a:pt x="0" y="13"/>
                    </a:cubicBezTo>
                    <a:lnTo>
                      <a:pt x="15" y="16"/>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2" name="Freeform 144">
                <a:extLst>
                  <a:ext uri="{FF2B5EF4-FFF2-40B4-BE49-F238E27FC236}">
                    <a16:creationId xmlns:a16="http://schemas.microsoft.com/office/drawing/2014/main" id="{AB436DB4-DDFB-7B70-76E0-6CE0A75AACC4}"/>
                  </a:ext>
                </a:extLst>
              </p:cNvPr>
              <p:cNvSpPr>
                <a:spLocks/>
              </p:cNvSpPr>
              <p:nvPr/>
            </p:nvSpPr>
            <p:spPr bwMode="auto">
              <a:xfrm>
                <a:off x="3947" y="2272"/>
                <a:ext cx="6" cy="6"/>
              </a:xfrm>
              <a:custGeom>
                <a:avLst/>
                <a:gdLst>
                  <a:gd name="T0" fmla="*/ 0 w 19"/>
                  <a:gd name="T1" fmla="*/ 5 h 18"/>
                  <a:gd name="T2" fmla="*/ 8 w 19"/>
                  <a:gd name="T3" fmla="*/ 18 h 18"/>
                  <a:gd name="T4" fmla="*/ 19 w 19"/>
                  <a:gd name="T5" fmla="*/ 12 h 18"/>
                  <a:gd name="T6" fmla="*/ 15 w 19"/>
                  <a:gd name="T7" fmla="*/ 0 h 18"/>
                  <a:gd name="T8" fmla="*/ 0 w 19"/>
                  <a:gd name="T9" fmla="*/ 5 h 18"/>
                </a:gdLst>
                <a:ahLst/>
                <a:cxnLst>
                  <a:cxn ang="0">
                    <a:pos x="T0" y="T1"/>
                  </a:cxn>
                  <a:cxn ang="0">
                    <a:pos x="T2" y="T3"/>
                  </a:cxn>
                  <a:cxn ang="0">
                    <a:pos x="T4" y="T5"/>
                  </a:cxn>
                  <a:cxn ang="0">
                    <a:pos x="T6" y="T7"/>
                  </a:cxn>
                  <a:cxn ang="0">
                    <a:pos x="T8" y="T9"/>
                  </a:cxn>
                </a:cxnLst>
                <a:rect l="0" t="0" r="r" b="b"/>
                <a:pathLst>
                  <a:path w="19" h="18">
                    <a:moveTo>
                      <a:pt x="0" y="5"/>
                    </a:moveTo>
                    <a:cubicBezTo>
                      <a:pt x="8" y="18"/>
                      <a:pt x="8" y="18"/>
                      <a:pt x="8" y="18"/>
                    </a:cubicBezTo>
                    <a:cubicBezTo>
                      <a:pt x="19" y="12"/>
                      <a:pt x="19" y="12"/>
                      <a:pt x="19" y="12"/>
                    </a:cubicBezTo>
                    <a:cubicBezTo>
                      <a:pt x="17" y="8"/>
                      <a:pt x="16" y="4"/>
                      <a:pt x="15" y="0"/>
                    </a:cubicBezTo>
                    <a:lnTo>
                      <a:pt x="0" y="5"/>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3" name="Freeform 145">
                <a:extLst>
                  <a:ext uri="{FF2B5EF4-FFF2-40B4-BE49-F238E27FC236}">
                    <a16:creationId xmlns:a16="http://schemas.microsoft.com/office/drawing/2014/main" id="{98735961-D8D6-D19B-787C-CAF457718213}"/>
                  </a:ext>
                </a:extLst>
              </p:cNvPr>
              <p:cNvSpPr>
                <a:spLocks/>
              </p:cNvSpPr>
              <p:nvPr/>
            </p:nvSpPr>
            <p:spPr bwMode="auto">
              <a:xfrm>
                <a:off x="3498" y="2272"/>
                <a:ext cx="6" cy="6"/>
              </a:xfrm>
              <a:custGeom>
                <a:avLst/>
                <a:gdLst>
                  <a:gd name="T0" fmla="*/ 18 w 18"/>
                  <a:gd name="T1" fmla="*/ 5 h 18"/>
                  <a:gd name="T2" fmla="*/ 4 w 18"/>
                  <a:gd name="T3" fmla="*/ 0 h 18"/>
                  <a:gd name="T4" fmla="*/ 0 w 18"/>
                  <a:gd name="T5" fmla="*/ 12 h 18"/>
                  <a:gd name="T6" fmla="*/ 10 w 18"/>
                  <a:gd name="T7" fmla="*/ 18 h 18"/>
                  <a:gd name="T8" fmla="*/ 18 w 18"/>
                  <a:gd name="T9" fmla="*/ 5 h 18"/>
                </a:gdLst>
                <a:ahLst/>
                <a:cxnLst>
                  <a:cxn ang="0">
                    <a:pos x="T0" y="T1"/>
                  </a:cxn>
                  <a:cxn ang="0">
                    <a:pos x="T2" y="T3"/>
                  </a:cxn>
                  <a:cxn ang="0">
                    <a:pos x="T4" y="T5"/>
                  </a:cxn>
                  <a:cxn ang="0">
                    <a:pos x="T6" y="T7"/>
                  </a:cxn>
                  <a:cxn ang="0">
                    <a:pos x="T8" y="T9"/>
                  </a:cxn>
                </a:cxnLst>
                <a:rect l="0" t="0" r="r" b="b"/>
                <a:pathLst>
                  <a:path w="18" h="18">
                    <a:moveTo>
                      <a:pt x="18" y="5"/>
                    </a:moveTo>
                    <a:cubicBezTo>
                      <a:pt x="4" y="0"/>
                      <a:pt x="4" y="0"/>
                      <a:pt x="4" y="0"/>
                    </a:cubicBezTo>
                    <a:cubicBezTo>
                      <a:pt x="2" y="4"/>
                      <a:pt x="1" y="8"/>
                      <a:pt x="0" y="12"/>
                    </a:cubicBezTo>
                    <a:cubicBezTo>
                      <a:pt x="10" y="18"/>
                      <a:pt x="10" y="18"/>
                      <a:pt x="10" y="18"/>
                    </a:cubicBezTo>
                    <a:lnTo>
                      <a:pt x="18" y="5"/>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4" name="Freeform 146">
                <a:extLst>
                  <a:ext uri="{FF2B5EF4-FFF2-40B4-BE49-F238E27FC236}">
                    <a16:creationId xmlns:a16="http://schemas.microsoft.com/office/drawing/2014/main" id="{F36DD6AA-64C9-D09A-2C11-3A841153C577}"/>
                  </a:ext>
                </a:extLst>
              </p:cNvPr>
              <p:cNvSpPr>
                <a:spLocks/>
              </p:cNvSpPr>
              <p:nvPr/>
            </p:nvSpPr>
            <p:spPr bwMode="auto">
              <a:xfrm>
                <a:off x="3763" y="2590"/>
                <a:ext cx="6" cy="5"/>
              </a:xfrm>
              <a:custGeom>
                <a:avLst/>
                <a:gdLst>
                  <a:gd name="T0" fmla="*/ 0 w 16"/>
                  <a:gd name="T1" fmla="*/ 0 h 15"/>
                  <a:gd name="T2" fmla="*/ 3 w 16"/>
                  <a:gd name="T3" fmla="*/ 15 h 15"/>
                  <a:gd name="T4" fmla="*/ 15 w 16"/>
                  <a:gd name="T5" fmla="*/ 13 h 15"/>
                  <a:gd name="T6" fmla="*/ 16 w 16"/>
                  <a:gd name="T7" fmla="*/ 1 h 15"/>
                  <a:gd name="T8" fmla="*/ 0 w 16"/>
                  <a:gd name="T9" fmla="*/ 0 h 15"/>
                </a:gdLst>
                <a:ahLst/>
                <a:cxnLst>
                  <a:cxn ang="0">
                    <a:pos x="T0" y="T1"/>
                  </a:cxn>
                  <a:cxn ang="0">
                    <a:pos x="T2" y="T3"/>
                  </a:cxn>
                  <a:cxn ang="0">
                    <a:pos x="T4" y="T5"/>
                  </a:cxn>
                  <a:cxn ang="0">
                    <a:pos x="T6" y="T7"/>
                  </a:cxn>
                  <a:cxn ang="0">
                    <a:pos x="T8" y="T9"/>
                  </a:cxn>
                </a:cxnLst>
                <a:rect l="0" t="0" r="r" b="b"/>
                <a:pathLst>
                  <a:path w="16" h="15">
                    <a:moveTo>
                      <a:pt x="0" y="0"/>
                    </a:moveTo>
                    <a:cubicBezTo>
                      <a:pt x="3" y="15"/>
                      <a:pt x="3" y="15"/>
                      <a:pt x="3" y="15"/>
                    </a:cubicBezTo>
                    <a:cubicBezTo>
                      <a:pt x="7" y="15"/>
                      <a:pt x="11" y="14"/>
                      <a:pt x="15" y="13"/>
                    </a:cubicBezTo>
                    <a:cubicBezTo>
                      <a:pt x="16" y="1"/>
                      <a:pt x="16" y="1"/>
                      <a:pt x="16" y="1"/>
                    </a:cubicBezTo>
                    <a:lnTo>
                      <a:pt x="0"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5" name="Freeform 147">
                <a:extLst>
                  <a:ext uri="{FF2B5EF4-FFF2-40B4-BE49-F238E27FC236}">
                    <a16:creationId xmlns:a16="http://schemas.microsoft.com/office/drawing/2014/main" id="{40B9518C-12B6-27D3-65AE-4289C10BFEBF}"/>
                  </a:ext>
                </a:extLst>
              </p:cNvPr>
              <p:cNvSpPr>
                <a:spLocks/>
              </p:cNvSpPr>
              <p:nvPr/>
            </p:nvSpPr>
            <p:spPr bwMode="auto">
              <a:xfrm>
                <a:off x="3906" y="2507"/>
                <a:ext cx="7" cy="6"/>
              </a:xfrm>
              <a:custGeom>
                <a:avLst/>
                <a:gdLst>
                  <a:gd name="T0" fmla="*/ 7 w 19"/>
                  <a:gd name="T1" fmla="*/ 0 h 19"/>
                  <a:gd name="T2" fmla="*/ 0 w 19"/>
                  <a:gd name="T3" fmla="*/ 13 h 19"/>
                  <a:gd name="T4" fmla="*/ 11 w 19"/>
                  <a:gd name="T5" fmla="*/ 19 h 19"/>
                  <a:gd name="T6" fmla="*/ 19 w 19"/>
                  <a:gd name="T7" fmla="*/ 9 h 19"/>
                  <a:gd name="T8" fmla="*/ 7 w 19"/>
                  <a:gd name="T9" fmla="*/ 0 h 19"/>
                </a:gdLst>
                <a:ahLst/>
                <a:cxnLst>
                  <a:cxn ang="0">
                    <a:pos x="T0" y="T1"/>
                  </a:cxn>
                  <a:cxn ang="0">
                    <a:pos x="T2" y="T3"/>
                  </a:cxn>
                  <a:cxn ang="0">
                    <a:pos x="T4" y="T5"/>
                  </a:cxn>
                  <a:cxn ang="0">
                    <a:pos x="T6" y="T7"/>
                  </a:cxn>
                  <a:cxn ang="0">
                    <a:pos x="T8" y="T9"/>
                  </a:cxn>
                </a:cxnLst>
                <a:rect l="0" t="0" r="r" b="b"/>
                <a:pathLst>
                  <a:path w="19" h="19">
                    <a:moveTo>
                      <a:pt x="7" y="0"/>
                    </a:moveTo>
                    <a:cubicBezTo>
                      <a:pt x="0" y="13"/>
                      <a:pt x="0" y="13"/>
                      <a:pt x="0" y="13"/>
                    </a:cubicBezTo>
                    <a:cubicBezTo>
                      <a:pt x="11" y="19"/>
                      <a:pt x="11" y="19"/>
                      <a:pt x="11" y="19"/>
                    </a:cubicBezTo>
                    <a:cubicBezTo>
                      <a:pt x="14" y="16"/>
                      <a:pt x="17" y="13"/>
                      <a:pt x="19" y="9"/>
                    </a:cubicBezTo>
                    <a:lnTo>
                      <a:pt x="7"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6" name="Freeform 148">
                <a:extLst>
                  <a:ext uri="{FF2B5EF4-FFF2-40B4-BE49-F238E27FC236}">
                    <a16:creationId xmlns:a16="http://schemas.microsoft.com/office/drawing/2014/main" id="{D053364E-4904-58CC-2DFE-EA9C0639E0E3}"/>
                  </a:ext>
                </a:extLst>
              </p:cNvPr>
              <p:cNvSpPr>
                <a:spLocks/>
              </p:cNvSpPr>
              <p:nvPr/>
            </p:nvSpPr>
            <p:spPr bwMode="auto">
              <a:xfrm>
                <a:off x="3640" y="2578"/>
                <a:ext cx="6" cy="6"/>
              </a:xfrm>
              <a:custGeom>
                <a:avLst/>
                <a:gdLst>
                  <a:gd name="T0" fmla="*/ 5 w 18"/>
                  <a:gd name="T1" fmla="*/ 0 h 19"/>
                  <a:gd name="T2" fmla="*/ 0 w 18"/>
                  <a:gd name="T3" fmla="*/ 14 h 19"/>
                  <a:gd name="T4" fmla="*/ 12 w 18"/>
                  <a:gd name="T5" fmla="*/ 19 h 19"/>
                  <a:gd name="T6" fmla="*/ 18 w 18"/>
                  <a:gd name="T7" fmla="*/ 8 h 19"/>
                  <a:gd name="T8" fmla="*/ 5 w 18"/>
                  <a:gd name="T9" fmla="*/ 0 h 19"/>
                </a:gdLst>
                <a:ahLst/>
                <a:cxnLst>
                  <a:cxn ang="0">
                    <a:pos x="T0" y="T1"/>
                  </a:cxn>
                  <a:cxn ang="0">
                    <a:pos x="T2" y="T3"/>
                  </a:cxn>
                  <a:cxn ang="0">
                    <a:pos x="T4" y="T5"/>
                  </a:cxn>
                  <a:cxn ang="0">
                    <a:pos x="T6" y="T7"/>
                  </a:cxn>
                  <a:cxn ang="0">
                    <a:pos x="T8" y="T9"/>
                  </a:cxn>
                </a:cxnLst>
                <a:rect l="0" t="0" r="r" b="b"/>
                <a:pathLst>
                  <a:path w="18" h="19">
                    <a:moveTo>
                      <a:pt x="5" y="0"/>
                    </a:moveTo>
                    <a:cubicBezTo>
                      <a:pt x="0" y="14"/>
                      <a:pt x="0" y="14"/>
                      <a:pt x="0" y="14"/>
                    </a:cubicBezTo>
                    <a:cubicBezTo>
                      <a:pt x="4" y="16"/>
                      <a:pt x="8" y="17"/>
                      <a:pt x="12" y="19"/>
                    </a:cubicBezTo>
                    <a:cubicBezTo>
                      <a:pt x="18" y="8"/>
                      <a:pt x="18" y="8"/>
                      <a:pt x="18" y="8"/>
                    </a:cubicBezTo>
                    <a:lnTo>
                      <a:pt x="5"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7" name="Freeform 149">
                <a:extLst>
                  <a:ext uri="{FF2B5EF4-FFF2-40B4-BE49-F238E27FC236}">
                    <a16:creationId xmlns:a16="http://schemas.microsoft.com/office/drawing/2014/main" id="{F7C4E6D4-2C18-3ED5-57A0-EE4D1007BA5D}"/>
                  </a:ext>
                </a:extLst>
              </p:cNvPr>
              <p:cNvSpPr>
                <a:spLocks/>
              </p:cNvSpPr>
              <p:nvPr/>
            </p:nvSpPr>
            <p:spPr bwMode="auto">
              <a:xfrm>
                <a:off x="3569" y="2537"/>
                <a:ext cx="7" cy="7"/>
              </a:xfrm>
              <a:custGeom>
                <a:avLst/>
                <a:gdLst>
                  <a:gd name="T0" fmla="*/ 20 w 20"/>
                  <a:gd name="T1" fmla="*/ 7 h 19"/>
                  <a:gd name="T2" fmla="*/ 6 w 20"/>
                  <a:gd name="T3" fmla="*/ 0 h 19"/>
                  <a:gd name="T4" fmla="*/ 0 w 20"/>
                  <a:gd name="T5" fmla="*/ 11 h 19"/>
                  <a:gd name="T6" fmla="*/ 10 w 20"/>
                  <a:gd name="T7" fmla="*/ 19 h 19"/>
                  <a:gd name="T8" fmla="*/ 20 w 20"/>
                  <a:gd name="T9" fmla="*/ 7 h 19"/>
                </a:gdLst>
                <a:ahLst/>
                <a:cxnLst>
                  <a:cxn ang="0">
                    <a:pos x="T0" y="T1"/>
                  </a:cxn>
                  <a:cxn ang="0">
                    <a:pos x="T2" y="T3"/>
                  </a:cxn>
                  <a:cxn ang="0">
                    <a:pos x="T4" y="T5"/>
                  </a:cxn>
                  <a:cxn ang="0">
                    <a:pos x="T6" y="T7"/>
                  </a:cxn>
                  <a:cxn ang="0">
                    <a:pos x="T8" y="T9"/>
                  </a:cxn>
                </a:cxnLst>
                <a:rect l="0" t="0" r="r" b="b"/>
                <a:pathLst>
                  <a:path w="20" h="19">
                    <a:moveTo>
                      <a:pt x="20" y="7"/>
                    </a:moveTo>
                    <a:cubicBezTo>
                      <a:pt x="6" y="0"/>
                      <a:pt x="6" y="0"/>
                      <a:pt x="6" y="0"/>
                    </a:cubicBezTo>
                    <a:cubicBezTo>
                      <a:pt x="0" y="11"/>
                      <a:pt x="0" y="11"/>
                      <a:pt x="0" y="11"/>
                    </a:cubicBezTo>
                    <a:cubicBezTo>
                      <a:pt x="3" y="14"/>
                      <a:pt x="7" y="17"/>
                      <a:pt x="10" y="19"/>
                    </a:cubicBezTo>
                    <a:lnTo>
                      <a:pt x="20" y="7"/>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8" name="Freeform 150">
                <a:extLst>
                  <a:ext uri="{FF2B5EF4-FFF2-40B4-BE49-F238E27FC236}">
                    <a16:creationId xmlns:a16="http://schemas.microsoft.com/office/drawing/2014/main" id="{D36ADE5A-59BB-C355-0DC0-921B2BB0E0D1}"/>
                  </a:ext>
                </a:extLst>
              </p:cNvPr>
              <p:cNvSpPr>
                <a:spLocks/>
              </p:cNvSpPr>
              <p:nvPr/>
            </p:nvSpPr>
            <p:spPr bwMode="auto">
              <a:xfrm>
                <a:off x="3428" y="2174"/>
                <a:ext cx="594" cy="479"/>
              </a:xfrm>
              <a:custGeom>
                <a:avLst/>
                <a:gdLst>
                  <a:gd name="T0" fmla="*/ 1645 w 1824"/>
                  <a:gd name="T1" fmla="*/ 684 h 1476"/>
                  <a:gd name="T2" fmla="*/ 1824 w 1824"/>
                  <a:gd name="T3" fmla="*/ 439 h 1476"/>
                  <a:gd name="T4" fmla="*/ 1630 w 1824"/>
                  <a:gd name="T5" fmla="*/ 447 h 1476"/>
                  <a:gd name="T6" fmla="*/ 1612 w 1824"/>
                  <a:gd name="T7" fmla="*/ 313 h 1476"/>
                  <a:gd name="T8" fmla="*/ 1608 w 1824"/>
                  <a:gd name="T9" fmla="*/ 301 h 1476"/>
                  <a:gd name="T10" fmla="*/ 1639 w 1824"/>
                  <a:gd name="T11" fmla="*/ 0 h 1476"/>
                  <a:gd name="T12" fmla="*/ 1627 w 1824"/>
                  <a:gd name="T13" fmla="*/ 41 h 1476"/>
                  <a:gd name="T14" fmla="*/ 1579 w 1824"/>
                  <a:gd name="T15" fmla="*/ 312 h 1476"/>
                  <a:gd name="T16" fmla="*/ 1793 w 1824"/>
                  <a:gd name="T17" fmla="*/ 468 h 1476"/>
                  <a:gd name="T18" fmla="*/ 1615 w 1824"/>
                  <a:gd name="T19" fmla="*/ 679 h 1476"/>
                  <a:gd name="T20" fmla="*/ 1723 w 1824"/>
                  <a:gd name="T21" fmla="*/ 922 h 1476"/>
                  <a:gd name="T22" fmla="*/ 1464 w 1824"/>
                  <a:gd name="T23" fmla="*/ 1015 h 1476"/>
                  <a:gd name="T24" fmla="*/ 1435 w 1824"/>
                  <a:gd name="T25" fmla="*/ 1279 h 1476"/>
                  <a:gd name="T26" fmla="*/ 1165 w 1824"/>
                  <a:gd name="T27" fmla="*/ 1231 h 1476"/>
                  <a:gd name="T28" fmla="*/ 1008 w 1824"/>
                  <a:gd name="T29" fmla="*/ 1445 h 1476"/>
                  <a:gd name="T30" fmla="*/ 797 w 1824"/>
                  <a:gd name="T31" fmla="*/ 1267 h 1476"/>
                  <a:gd name="T32" fmla="*/ 554 w 1824"/>
                  <a:gd name="T33" fmla="*/ 1375 h 1476"/>
                  <a:gd name="T34" fmla="*/ 461 w 1824"/>
                  <a:gd name="T35" fmla="*/ 1115 h 1476"/>
                  <a:gd name="T36" fmla="*/ 197 w 1824"/>
                  <a:gd name="T37" fmla="*/ 1087 h 1476"/>
                  <a:gd name="T38" fmla="*/ 245 w 1824"/>
                  <a:gd name="T39" fmla="*/ 816 h 1476"/>
                  <a:gd name="T40" fmla="*/ 31 w 1824"/>
                  <a:gd name="T41" fmla="*/ 660 h 1476"/>
                  <a:gd name="T42" fmla="*/ 209 w 1824"/>
                  <a:gd name="T43" fmla="*/ 449 h 1476"/>
                  <a:gd name="T44" fmla="*/ 101 w 1824"/>
                  <a:gd name="T45" fmla="*/ 206 h 1476"/>
                  <a:gd name="T46" fmla="*/ 258 w 1824"/>
                  <a:gd name="T47" fmla="*/ 38 h 1476"/>
                  <a:gd name="T48" fmla="*/ 213 w 1824"/>
                  <a:gd name="T49" fmla="*/ 313 h 1476"/>
                  <a:gd name="T50" fmla="*/ 223 w 1824"/>
                  <a:gd name="T51" fmla="*/ 319 h 1476"/>
                  <a:gd name="T52" fmla="*/ 193 w 1824"/>
                  <a:gd name="T53" fmla="*/ 431 h 1476"/>
                  <a:gd name="T54" fmla="*/ 181 w 1824"/>
                  <a:gd name="T55" fmla="*/ 432 h 1476"/>
                  <a:gd name="T56" fmla="*/ 181 w 1824"/>
                  <a:gd name="T57" fmla="*/ 696 h 1476"/>
                  <a:gd name="T58" fmla="*/ 193 w 1824"/>
                  <a:gd name="T59" fmla="*/ 697 h 1476"/>
                  <a:gd name="T60" fmla="*/ 223 w 1824"/>
                  <a:gd name="T61" fmla="*/ 809 h 1476"/>
                  <a:gd name="T62" fmla="*/ 213 w 1824"/>
                  <a:gd name="T63" fmla="*/ 815 h 1476"/>
                  <a:gd name="T64" fmla="*/ 345 w 1824"/>
                  <a:gd name="T65" fmla="*/ 1044 h 1476"/>
                  <a:gd name="T66" fmla="*/ 356 w 1824"/>
                  <a:gd name="T67" fmla="*/ 1038 h 1476"/>
                  <a:gd name="T68" fmla="*/ 438 w 1824"/>
                  <a:gd name="T69" fmla="*/ 1120 h 1476"/>
                  <a:gd name="T70" fmla="*/ 432 w 1824"/>
                  <a:gd name="T71" fmla="*/ 1131 h 1476"/>
                  <a:gd name="T72" fmla="*/ 661 w 1824"/>
                  <a:gd name="T73" fmla="*/ 1264 h 1476"/>
                  <a:gd name="T74" fmla="*/ 667 w 1824"/>
                  <a:gd name="T75" fmla="*/ 1253 h 1476"/>
                  <a:gd name="T76" fmla="*/ 780 w 1824"/>
                  <a:gd name="T77" fmla="*/ 1283 h 1476"/>
                  <a:gd name="T78" fmla="*/ 780 w 1824"/>
                  <a:gd name="T79" fmla="*/ 1295 h 1476"/>
                  <a:gd name="T80" fmla="*/ 1044 w 1824"/>
                  <a:gd name="T81" fmla="*/ 1295 h 1476"/>
                  <a:gd name="T82" fmla="*/ 1045 w 1824"/>
                  <a:gd name="T83" fmla="*/ 1283 h 1476"/>
                  <a:gd name="T84" fmla="*/ 1157 w 1824"/>
                  <a:gd name="T85" fmla="*/ 1253 h 1476"/>
                  <a:gd name="T86" fmla="*/ 1163 w 1824"/>
                  <a:gd name="T87" fmla="*/ 1264 h 1476"/>
                  <a:gd name="T88" fmla="*/ 1392 w 1824"/>
                  <a:gd name="T89" fmla="*/ 1131 h 1476"/>
                  <a:gd name="T90" fmla="*/ 1386 w 1824"/>
                  <a:gd name="T91" fmla="*/ 1120 h 1476"/>
                  <a:gd name="T92" fmla="*/ 1468 w 1824"/>
                  <a:gd name="T93" fmla="*/ 1038 h 1476"/>
                  <a:gd name="T94" fmla="*/ 1479 w 1824"/>
                  <a:gd name="T95" fmla="*/ 1044 h 1476"/>
                  <a:gd name="T96" fmla="*/ 1612 w 1824"/>
                  <a:gd name="T97" fmla="*/ 815 h 1476"/>
                  <a:gd name="T98" fmla="*/ 1601 w 1824"/>
                  <a:gd name="T99" fmla="*/ 809 h 1476"/>
                  <a:gd name="T100" fmla="*/ 1631 w 1824"/>
                  <a:gd name="T101" fmla="*/ 697 h 1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24" h="1476">
                    <a:moveTo>
                      <a:pt x="1631" y="697"/>
                    </a:moveTo>
                    <a:cubicBezTo>
                      <a:pt x="1630" y="681"/>
                      <a:pt x="1630" y="681"/>
                      <a:pt x="1630" y="681"/>
                    </a:cubicBezTo>
                    <a:cubicBezTo>
                      <a:pt x="1645" y="684"/>
                      <a:pt x="1645" y="684"/>
                      <a:pt x="1645" y="684"/>
                    </a:cubicBezTo>
                    <a:cubicBezTo>
                      <a:pt x="1645" y="688"/>
                      <a:pt x="1644" y="692"/>
                      <a:pt x="1643" y="696"/>
                    </a:cubicBezTo>
                    <a:cubicBezTo>
                      <a:pt x="1824" y="689"/>
                      <a:pt x="1824" y="689"/>
                      <a:pt x="1824" y="689"/>
                    </a:cubicBezTo>
                    <a:cubicBezTo>
                      <a:pt x="1824" y="439"/>
                      <a:pt x="1824" y="439"/>
                      <a:pt x="1824" y="439"/>
                    </a:cubicBezTo>
                    <a:cubicBezTo>
                      <a:pt x="1643" y="432"/>
                      <a:pt x="1643" y="432"/>
                      <a:pt x="1643" y="432"/>
                    </a:cubicBezTo>
                    <a:cubicBezTo>
                      <a:pt x="1644" y="436"/>
                      <a:pt x="1645" y="440"/>
                      <a:pt x="1645" y="444"/>
                    </a:cubicBezTo>
                    <a:cubicBezTo>
                      <a:pt x="1630" y="447"/>
                      <a:pt x="1630" y="447"/>
                      <a:pt x="1630" y="447"/>
                    </a:cubicBezTo>
                    <a:cubicBezTo>
                      <a:pt x="1631" y="431"/>
                      <a:pt x="1631" y="431"/>
                      <a:pt x="1631" y="431"/>
                    </a:cubicBezTo>
                    <a:cubicBezTo>
                      <a:pt x="1643" y="432"/>
                      <a:pt x="1643" y="432"/>
                      <a:pt x="1643" y="432"/>
                    </a:cubicBezTo>
                    <a:cubicBezTo>
                      <a:pt x="1636" y="391"/>
                      <a:pt x="1625" y="351"/>
                      <a:pt x="1612" y="313"/>
                    </a:cubicBezTo>
                    <a:cubicBezTo>
                      <a:pt x="1601" y="319"/>
                      <a:pt x="1601" y="319"/>
                      <a:pt x="1601" y="319"/>
                    </a:cubicBezTo>
                    <a:cubicBezTo>
                      <a:pt x="1593" y="306"/>
                      <a:pt x="1593" y="306"/>
                      <a:pt x="1593" y="306"/>
                    </a:cubicBezTo>
                    <a:cubicBezTo>
                      <a:pt x="1608" y="301"/>
                      <a:pt x="1608" y="301"/>
                      <a:pt x="1608" y="301"/>
                    </a:cubicBezTo>
                    <a:cubicBezTo>
                      <a:pt x="1609" y="305"/>
                      <a:pt x="1610" y="309"/>
                      <a:pt x="1612" y="313"/>
                    </a:cubicBezTo>
                    <a:cubicBezTo>
                      <a:pt x="1764" y="217"/>
                      <a:pt x="1764" y="217"/>
                      <a:pt x="1764" y="217"/>
                    </a:cubicBezTo>
                    <a:cubicBezTo>
                      <a:pt x="1639" y="0"/>
                      <a:pt x="1639" y="0"/>
                      <a:pt x="1639" y="0"/>
                    </a:cubicBezTo>
                    <a:cubicBezTo>
                      <a:pt x="1566" y="38"/>
                      <a:pt x="1566" y="38"/>
                      <a:pt x="1566" y="38"/>
                    </a:cubicBezTo>
                    <a:cubicBezTo>
                      <a:pt x="1564" y="74"/>
                      <a:pt x="1564" y="74"/>
                      <a:pt x="1564" y="74"/>
                    </a:cubicBezTo>
                    <a:cubicBezTo>
                      <a:pt x="1627" y="41"/>
                      <a:pt x="1627" y="41"/>
                      <a:pt x="1627" y="41"/>
                    </a:cubicBezTo>
                    <a:cubicBezTo>
                      <a:pt x="1723" y="206"/>
                      <a:pt x="1723" y="206"/>
                      <a:pt x="1723" y="206"/>
                    </a:cubicBezTo>
                    <a:cubicBezTo>
                      <a:pt x="1574" y="300"/>
                      <a:pt x="1574" y="300"/>
                      <a:pt x="1574" y="300"/>
                    </a:cubicBezTo>
                    <a:cubicBezTo>
                      <a:pt x="1579" y="312"/>
                      <a:pt x="1579" y="312"/>
                      <a:pt x="1579" y="312"/>
                    </a:cubicBezTo>
                    <a:cubicBezTo>
                      <a:pt x="1595" y="355"/>
                      <a:pt x="1607" y="401"/>
                      <a:pt x="1615" y="449"/>
                    </a:cubicBezTo>
                    <a:cubicBezTo>
                      <a:pt x="1617" y="462"/>
                      <a:pt x="1617" y="462"/>
                      <a:pt x="1617" y="462"/>
                    </a:cubicBezTo>
                    <a:cubicBezTo>
                      <a:pt x="1793" y="468"/>
                      <a:pt x="1793" y="468"/>
                      <a:pt x="1793" y="468"/>
                    </a:cubicBezTo>
                    <a:cubicBezTo>
                      <a:pt x="1793" y="660"/>
                      <a:pt x="1793" y="660"/>
                      <a:pt x="1793" y="660"/>
                    </a:cubicBezTo>
                    <a:cubicBezTo>
                      <a:pt x="1617" y="666"/>
                      <a:pt x="1617" y="666"/>
                      <a:pt x="1617" y="666"/>
                    </a:cubicBezTo>
                    <a:cubicBezTo>
                      <a:pt x="1615" y="679"/>
                      <a:pt x="1615" y="679"/>
                      <a:pt x="1615" y="679"/>
                    </a:cubicBezTo>
                    <a:cubicBezTo>
                      <a:pt x="1607" y="726"/>
                      <a:pt x="1595" y="773"/>
                      <a:pt x="1579" y="816"/>
                    </a:cubicBezTo>
                    <a:cubicBezTo>
                      <a:pt x="1574" y="828"/>
                      <a:pt x="1574" y="828"/>
                      <a:pt x="1574" y="828"/>
                    </a:cubicBezTo>
                    <a:cubicBezTo>
                      <a:pt x="1723" y="922"/>
                      <a:pt x="1723" y="922"/>
                      <a:pt x="1723" y="922"/>
                    </a:cubicBezTo>
                    <a:cubicBezTo>
                      <a:pt x="1627" y="1087"/>
                      <a:pt x="1627" y="1087"/>
                      <a:pt x="1627" y="1087"/>
                    </a:cubicBezTo>
                    <a:cubicBezTo>
                      <a:pt x="1472" y="1005"/>
                      <a:pt x="1472" y="1005"/>
                      <a:pt x="1472" y="1005"/>
                    </a:cubicBezTo>
                    <a:cubicBezTo>
                      <a:pt x="1464" y="1015"/>
                      <a:pt x="1464" y="1015"/>
                      <a:pt x="1464" y="1015"/>
                    </a:cubicBezTo>
                    <a:cubicBezTo>
                      <a:pt x="1433" y="1052"/>
                      <a:pt x="1400" y="1085"/>
                      <a:pt x="1363" y="1115"/>
                    </a:cubicBezTo>
                    <a:cubicBezTo>
                      <a:pt x="1353" y="1123"/>
                      <a:pt x="1353" y="1123"/>
                      <a:pt x="1353" y="1123"/>
                    </a:cubicBezTo>
                    <a:cubicBezTo>
                      <a:pt x="1435" y="1279"/>
                      <a:pt x="1435" y="1279"/>
                      <a:pt x="1435" y="1279"/>
                    </a:cubicBezTo>
                    <a:cubicBezTo>
                      <a:pt x="1270" y="1375"/>
                      <a:pt x="1270" y="1375"/>
                      <a:pt x="1270" y="1375"/>
                    </a:cubicBezTo>
                    <a:cubicBezTo>
                      <a:pt x="1176" y="1226"/>
                      <a:pt x="1176" y="1226"/>
                      <a:pt x="1176" y="1226"/>
                    </a:cubicBezTo>
                    <a:cubicBezTo>
                      <a:pt x="1165" y="1231"/>
                      <a:pt x="1165" y="1231"/>
                      <a:pt x="1165" y="1231"/>
                    </a:cubicBezTo>
                    <a:cubicBezTo>
                      <a:pt x="1121" y="1247"/>
                      <a:pt x="1075" y="1259"/>
                      <a:pt x="1027" y="1267"/>
                    </a:cubicBezTo>
                    <a:cubicBezTo>
                      <a:pt x="1014" y="1269"/>
                      <a:pt x="1014" y="1269"/>
                      <a:pt x="1014" y="1269"/>
                    </a:cubicBezTo>
                    <a:cubicBezTo>
                      <a:pt x="1008" y="1445"/>
                      <a:pt x="1008" y="1445"/>
                      <a:pt x="1008" y="1445"/>
                    </a:cubicBezTo>
                    <a:cubicBezTo>
                      <a:pt x="817" y="1445"/>
                      <a:pt x="817" y="1445"/>
                      <a:pt x="817" y="1445"/>
                    </a:cubicBezTo>
                    <a:cubicBezTo>
                      <a:pt x="810" y="1269"/>
                      <a:pt x="810" y="1269"/>
                      <a:pt x="810" y="1269"/>
                    </a:cubicBezTo>
                    <a:cubicBezTo>
                      <a:pt x="797" y="1267"/>
                      <a:pt x="797" y="1267"/>
                      <a:pt x="797" y="1267"/>
                    </a:cubicBezTo>
                    <a:cubicBezTo>
                      <a:pt x="750" y="1259"/>
                      <a:pt x="703" y="1247"/>
                      <a:pt x="660" y="1231"/>
                    </a:cubicBezTo>
                    <a:cubicBezTo>
                      <a:pt x="648" y="1226"/>
                      <a:pt x="648" y="1226"/>
                      <a:pt x="648" y="1226"/>
                    </a:cubicBezTo>
                    <a:cubicBezTo>
                      <a:pt x="554" y="1375"/>
                      <a:pt x="554" y="1375"/>
                      <a:pt x="554" y="1375"/>
                    </a:cubicBezTo>
                    <a:cubicBezTo>
                      <a:pt x="389" y="1279"/>
                      <a:pt x="389" y="1279"/>
                      <a:pt x="389" y="1279"/>
                    </a:cubicBezTo>
                    <a:cubicBezTo>
                      <a:pt x="471" y="1123"/>
                      <a:pt x="471" y="1123"/>
                      <a:pt x="471" y="1123"/>
                    </a:cubicBezTo>
                    <a:cubicBezTo>
                      <a:pt x="461" y="1115"/>
                      <a:pt x="461" y="1115"/>
                      <a:pt x="461" y="1115"/>
                    </a:cubicBezTo>
                    <a:cubicBezTo>
                      <a:pt x="424" y="1085"/>
                      <a:pt x="391" y="1052"/>
                      <a:pt x="361" y="1015"/>
                    </a:cubicBezTo>
                    <a:cubicBezTo>
                      <a:pt x="353" y="1005"/>
                      <a:pt x="353" y="1005"/>
                      <a:pt x="353" y="1005"/>
                    </a:cubicBezTo>
                    <a:cubicBezTo>
                      <a:pt x="197" y="1087"/>
                      <a:pt x="197" y="1087"/>
                      <a:pt x="197" y="1087"/>
                    </a:cubicBezTo>
                    <a:cubicBezTo>
                      <a:pt x="101" y="922"/>
                      <a:pt x="101" y="922"/>
                      <a:pt x="101" y="922"/>
                    </a:cubicBezTo>
                    <a:cubicBezTo>
                      <a:pt x="250" y="828"/>
                      <a:pt x="250" y="828"/>
                      <a:pt x="250" y="828"/>
                    </a:cubicBezTo>
                    <a:cubicBezTo>
                      <a:pt x="245" y="816"/>
                      <a:pt x="245" y="816"/>
                      <a:pt x="245" y="816"/>
                    </a:cubicBezTo>
                    <a:cubicBezTo>
                      <a:pt x="229" y="773"/>
                      <a:pt x="217" y="727"/>
                      <a:pt x="209" y="679"/>
                    </a:cubicBezTo>
                    <a:cubicBezTo>
                      <a:pt x="207" y="666"/>
                      <a:pt x="207" y="666"/>
                      <a:pt x="207" y="666"/>
                    </a:cubicBezTo>
                    <a:cubicBezTo>
                      <a:pt x="31" y="660"/>
                      <a:pt x="31" y="660"/>
                      <a:pt x="31" y="660"/>
                    </a:cubicBezTo>
                    <a:cubicBezTo>
                      <a:pt x="31" y="468"/>
                      <a:pt x="31" y="468"/>
                      <a:pt x="31" y="468"/>
                    </a:cubicBezTo>
                    <a:cubicBezTo>
                      <a:pt x="207" y="462"/>
                      <a:pt x="207" y="462"/>
                      <a:pt x="207" y="462"/>
                    </a:cubicBezTo>
                    <a:cubicBezTo>
                      <a:pt x="209" y="449"/>
                      <a:pt x="209" y="449"/>
                      <a:pt x="209" y="449"/>
                    </a:cubicBezTo>
                    <a:cubicBezTo>
                      <a:pt x="217" y="401"/>
                      <a:pt x="229" y="355"/>
                      <a:pt x="245" y="312"/>
                    </a:cubicBezTo>
                    <a:cubicBezTo>
                      <a:pt x="250" y="300"/>
                      <a:pt x="250" y="300"/>
                      <a:pt x="250" y="300"/>
                    </a:cubicBezTo>
                    <a:cubicBezTo>
                      <a:pt x="101" y="206"/>
                      <a:pt x="101" y="206"/>
                      <a:pt x="101" y="206"/>
                    </a:cubicBezTo>
                    <a:cubicBezTo>
                      <a:pt x="197" y="41"/>
                      <a:pt x="197" y="41"/>
                      <a:pt x="197" y="41"/>
                    </a:cubicBezTo>
                    <a:cubicBezTo>
                      <a:pt x="261" y="74"/>
                      <a:pt x="261" y="74"/>
                      <a:pt x="261" y="74"/>
                    </a:cubicBezTo>
                    <a:cubicBezTo>
                      <a:pt x="258" y="38"/>
                      <a:pt x="258" y="38"/>
                      <a:pt x="258" y="38"/>
                    </a:cubicBezTo>
                    <a:cubicBezTo>
                      <a:pt x="185" y="0"/>
                      <a:pt x="185" y="0"/>
                      <a:pt x="185" y="0"/>
                    </a:cubicBezTo>
                    <a:cubicBezTo>
                      <a:pt x="60" y="217"/>
                      <a:pt x="60" y="217"/>
                      <a:pt x="60" y="217"/>
                    </a:cubicBezTo>
                    <a:cubicBezTo>
                      <a:pt x="213" y="313"/>
                      <a:pt x="213" y="313"/>
                      <a:pt x="213" y="313"/>
                    </a:cubicBezTo>
                    <a:cubicBezTo>
                      <a:pt x="214" y="309"/>
                      <a:pt x="215" y="305"/>
                      <a:pt x="217" y="301"/>
                    </a:cubicBezTo>
                    <a:cubicBezTo>
                      <a:pt x="231" y="306"/>
                      <a:pt x="231" y="306"/>
                      <a:pt x="231" y="306"/>
                    </a:cubicBezTo>
                    <a:cubicBezTo>
                      <a:pt x="223" y="319"/>
                      <a:pt x="223" y="319"/>
                      <a:pt x="223" y="319"/>
                    </a:cubicBezTo>
                    <a:cubicBezTo>
                      <a:pt x="213" y="313"/>
                      <a:pt x="213" y="313"/>
                      <a:pt x="213" y="313"/>
                    </a:cubicBezTo>
                    <a:cubicBezTo>
                      <a:pt x="199" y="351"/>
                      <a:pt x="188" y="391"/>
                      <a:pt x="181" y="432"/>
                    </a:cubicBezTo>
                    <a:cubicBezTo>
                      <a:pt x="193" y="431"/>
                      <a:pt x="193" y="431"/>
                      <a:pt x="193" y="431"/>
                    </a:cubicBezTo>
                    <a:cubicBezTo>
                      <a:pt x="194" y="447"/>
                      <a:pt x="194" y="447"/>
                      <a:pt x="194" y="447"/>
                    </a:cubicBezTo>
                    <a:cubicBezTo>
                      <a:pt x="179" y="444"/>
                      <a:pt x="179" y="444"/>
                      <a:pt x="179" y="444"/>
                    </a:cubicBezTo>
                    <a:cubicBezTo>
                      <a:pt x="179" y="440"/>
                      <a:pt x="180" y="436"/>
                      <a:pt x="181" y="432"/>
                    </a:cubicBezTo>
                    <a:cubicBezTo>
                      <a:pt x="0" y="439"/>
                      <a:pt x="0" y="439"/>
                      <a:pt x="0" y="439"/>
                    </a:cubicBezTo>
                    <a:cubicBezTo>
                      <a:pt x="0" y="689"/>
                      <a:pt x="0" y="689"/>
                      <a:pt x="0" y="689"/>
                    </a:cubicBezTo>
                    <a:cubicBezTo>
                      <a:pt x="181" y="696"/>
                      <a:pt x="181" y="696"/>
                      <a:pt x="181" y="696"/>
                    </a:cubicBezTo>
                    <a:cubicBezTo>
                      <a:pt x="180" y="692"/>
                      <a:pt x="179" y="688"/>
                      <a:pt x="179" y="684"/>
                    </a:cubicBezTo>
                    <a:cubicBezTo>
                      <a:pt x="194" y="681"/>
                      <a:pt x="194" y="681"/>
                      <a:pt x="194" y="681"/>
                    </a:cubicBezTo>
                    <a:cubicBezTo>
                      <a:pt x="193" y="697"/>
                      <a:pt x="193" y="697"/>
                      <a:pt x="193" y="697"/>
                    </a:cubicBezTo>
                    <a:cubicBezTo>
                      <a:pt x="181" y="696"/>
                      <a:pt x="181" y="696"/>
                      <a:pt x="181" y="696"/>
                    </a:cubicBezTo>
                    <a:cubicBezTo>
                      <a:pt x="188" y="737"/>
                      <a:pt x="199" y="777"/>
                      <a:pt x="213" y="815"/>
                    </a:cubicBezTo>
                    <a:cubicBezTo>
                      <a:pt x="223" y="809"/>
                      <a:pt x="223" y="809"/>
                      <a:pt x="223" y="809"/>
                    </a:cubicBezTo>
                    <a:cubicBezTo>
                      <a:pt x="231" y="822"/>
                      <a:pt x="231" y="822"/>
                      <a:pt x="231" y="822"/>
                    </a:cubicBezTo>
                    <a:cubicBezTo>
                      <a:pt x="217" y="827"/>
                      <a:pt x="217" y="827"/>
                      <a:pt x="217" y="827"/>
                    </a:cubicBezTo>
                    <a:cubicBezTo>
                      <a:pt x="215" y="823"/>
                      <a:pt x="214" y="819"/>
                      <a:pt x="213" y="815"/>
                    </a:cubicBezTo>
                    <a:cubicBezTo>
                      <a:pt x="60" y="911"/>
                      <a:pt x="60" y="911"/>
                      <a:pt x="60" y="911"/>
                    </a:cubicBezTo>
                    <a:cubicBezTo>
                      <a:pt x="185" y="1128"/>
                      <a:pt x="185" y="1128"/>
                      <a:pt x="185" y="1128"/>
                    </a:cubicBezTo>
                    <a:cubicBezTo>
                      <a:pt x="345" y="1044"/>
                      <a:pt x="345" y="1044"/>
                      <a:pt x="345" y="1044"/>
                    </a:cubicBezTo>
                    <a:cubicBezTo>
                      <a:pt x="342" y="1041"/>
                      <a:pt x="340" y="1038"/>
                      <a:pt x="337" y="1034"/>
                    </a:cubicBezTo>
                    <a:cubicBezTo>
                      <a:pt x="349" y="1025"/>
                      <a:pt x="349" y="1025"/>
                      <a:pt x="349" y="1025"/>
                    </a:cubicBezTo>
                    <a:cubicBezTo>
                      <a:pt x="356" y="1038"/>
                      <a:pt x="356" y="1038"/>
                      <a:pt x="356" y="1038"/>
                    </a:cubicBezTo>
                    <a:cubicBezTo>
                      <a:pt x="345" y="1044"/>
                      <a:pt x="345" y="1044"/>
                      <a:pt x="345" y="1044"/>
                    </a:cubicBezTo>
                    <a:cubicBezTo>
                      <a:pt x="372" y="1075"/>
                      <a:pt x="401" y="1104"/>
                      <a:pt x="432" y="1131"/>
                    </a:cubicBezTo>
                    <a:cubicBezTo>
                      <a:pt x="438" y="1120"/>
                      <a:pt x="438" y="1120"/>
                      <a:pt x="438" y="1120"/>
                    </a:cubicBezTo>
                    <a:cubicBezTo>
                      <a:pt x="452" y="1127"/>
                      <a:pt x="452" y="1127"/>
                      <a:pt x="452" y="1127"/>
                    </a:cubicBezTo>
                    <a:cubicBezTo>
                      <a:pt x="442" y="1139"/>
                      <a:pt x="442" y="1139"/>
                      <a:pt x="442" y="1139"/>
                    </a:cubicBezTo>
                    <a:cubicBezTo>
                      <a:pt x="439" y="1137"/>
                      <a:pt x="435" y="1134"/>
                      <a:pt x="432" y="1131"/>
                    </a:cubicBezTo>
                    <a:cubicBezTo>
                      <a:pt x="348" y="1291"/>
                      <a:pt x="348" y="1291"/>
                      <a:pt x="348" y="1291"/>
                    </a:cubicBezTo>
                    <a:cubicBezTo>
                      <a:pt x="565" y="1416"/>
                      <a:pt x="565" y="1416"/>
                      <a:pt x="565" y="1416"/>
                    </a:cubicBezTo>
                    <a:cubicBezTo>
                      <a:pt x="661" y="1264"/>
                      <a:pt x="661" y="1264"/>
                      <a:pt x="661" y="1264"/>
                    </a:cubicBezTo>
                    <a:cubicBezTo>
                      <a:pt x="657" y="1262"/>
                      <a:pt x="653" y="1261"/>
                      <a:pt x="649" y="1259"/>
                    </a:cubicBezTo>
                    <a:cubicBezTo>
                      <a:pt x="654" y="1245"/>
                      <a:pt x="654" y="1245"/>
                      <a:pt x="654" y="1245"/>
                    </a:cubicBezTo>
                    <a:cubicBezTo>
                      <a:pt x="667" y="1253"/>
                      <a:pt x="667" y="1253"/>
                      <a:pt x="667" y="1253"/>
                    </a:cubicBezTo>
                    <a:cubicBezTo>
                      <a:pt x="661" y="1264"/>
                      <a:pt x="661" y="1264"/>
                      <a:pt x="661" y="1264"/>
                    </a:cubicBezTo>
                    <a:cubicBezTo>
                      <a:pt x="699" y="1277"/>
                      <a:pt x="739" y="1288"/>
                      <a:pt x="780" y="1295"/>
                    </a:cubicBezTo>
                    <a:cubicBezTo>
                      <a:pt x="780" y="1283"/>
                      <a:pt x="780" y="1283"/>
                      <a:pt x="780" y="1283"/>
                    </a:cubicBezTo>
                    <a:cubicBezTo>
                      <a:pt x="795" y="1282"/>
                      <a:pt x="795" y="1282"/>
                      <a:pt x="795" y="1282"/>
                    </a:cubicBezTo>
                    <a:cubicBezTo>
                      <a:pt x="792" y="1297"/>
                      <a:pt x="792" y="1297"/>
                      <a:pt x="792" y="1297"/>
                    </a:cubicBezTo>
                    <a:cubicBezTo>
                      <a:pt x="788" y="1297"/>
                      <a:pt x="784" y="1296"/>
                      <a:pt x="780" y="1295"/>
                    </a:cubicBezTo>
                    <a:cubicBezTo>
                      <a:pt x="787" y="1476"/>
                      <a:pt x="787" y="1476"/>
                      <a:pt x="787" y="1476"/>
                    </a:cubicBezTo>
                    <a:cubicBezTo>
                      <a:pt x="1037" y="1476"/>
                      <a:pt x="1037" y="1476"/>
                      <a:pt x="1037" y="1476"/>
                    </a:cubicBezTo>
                    <a:cubicBezTo>
                      <a:pt x="1044" y="1295"/>
                      <a:pt x="1044" y="1295"/>
                      <a:pt x="1044" y="1295"/>
                    </a:cubicBezTo>
                    <a:cubicBezTo>
                      <a:pt x="1040" y="1296"/>
                      <a:pt x="1036" y="1297"/>
                      <a:pt x="1032" y="1297"/>
                    </a:cubicBezTo>
                    <a:cubicBezTo>
                      <a:pt x="1029" y="1282"/>
                      <a:pt x="1029" y="1282"/>
                      <a:pt x="1029" y="1282"/>
                    </a:cubicBezTo>
                    <a:cubicBezTo>
                      <a:pt x="1045" y="1283"/>
                      <a:pt x="1045" y="1283"/>
                      <a:pt x="1045" y="1283"/>
                    </a:cubicBezTo>
                    <a:cubicBezTo>
                      <a:pt x="1044" y="1295"/>
                      <a:pt x="1044" y="1295"/>
                      <a:pt x="1044" y="1295"/>
                    </a:cubicBezTo>
                    <a:cubicBezTo>
                      <a:pt x="1085" y="1288"/>
                      <a:pt x="1125" y="1277"/>
                      <a:pt x="1163" y="1264"/>
                    </a:cubicBezTo>
                    <a:cubicBezTo>
                      <a:pt x="1157" y="1253"/>
                      <a:pt x="1157" y="1253"/>
                      <a:pt x="1157" y="1253"/>
                    </a:cubicBezTo>
                    <a:cubicBezTo>
                      <a:pt x="1170" y="1245"/>
                      <a:pt x="1170" y="1245"/>
                      <a:pt x="1170" y="1245"/>
                    </a:cubicBezTo>
                    <a:cubicBezTo>
                      <a:pt x="1175" y="1259"/>
                      <a:pt x="1175" y="1259"/>
                      <a:pt x="1175" y="1259"/>
                    </a:cubicBezTo>
                    <a:cubicBezTo>
                      <a:pt x="1171" y="1261"/>
                      <a:pt x="1167" y="1262"/>
                      <a:pt x="1163" y="1264"/>
                    </a:cubicBezTo>
                    <a:cubicBezTo>
                      <a:pt x="1260" y="1416"/>
                      <a:pt x="1260" y="1416"/>
                      <a:pt x="1260" y="1416"/>
                    </a:cubicBezTo>
                    <a:cubicBezTo>
                      <a:pt x="1476" y="1291"/>
                      <a:pt x="1476" y="1291"/>
                      <a:pt x="1476" y="1291"/>
                    </a:cubicBezTo>
                    <a:cubicBezTo>
                      <a:pt x="1392" y="1131"/>
                      <a:pt x="1392" y="1131"/>
                      <a:pt x="1392" y="1131"/>
                    </a:cubicBezTo>
                    <a:cubicBezTo>
                      <a:pt x="1389" y="1134"/>
                      <a:pt x="1386" y="1137"/>
                      <a:pt x="1382" y="1139"/>
                    </a:cubicBezTo>
                    <a:cubicBezTo>
                      <a:pt x="1373" y="1127"/>
                      <a:pt x="1373" y="1127"/>
                      <a:pt x="1373" y="1127"/>
                    </a:cubicBezTo>
                    <a:cubicBezTo>
                      <a:pt x="1386" y="1120"/>
                      <a:pt x="1386" y="1120"/>
                      <a:pt x="1386" y="1120"/>
                    </a:cubicBezTo>
                    <a:cubicBezTo>
                      <a:pt x="1392" y="1131"/>
                      <a:pt x="1392" y="1131"/>
                      <a:pt x="1392" y="1131"/>
                    </a:cubicBezTo>
                    <a:cubicBezTo>
                      <a:pt x="1423" y="1104"/>
                      <a:pt x="1453" y="1075"/>
                      <a:pt x="1479" y="1044"/>
                    </a:cubicBezTo>
                    <a:cubicBezTo>
                      <a:pt x="1468" y="1038"/>
                      <a:pt x="1468" y="1038"/>
                      <a:pt x="1468" y="1038"/>
                    </a:cubicBezTo>
                    <a:cubicBezTo>
                      <a:pt x="1475" y="1025"/>
                      <a:pt x="1475" y="1025"/>
                      <a:pt x="1475" y="1025"/>
                    </a:cubicBezTo>
                    <a:cubicBezTo>
                      <a:pt x="1487" y="1034"/>
                      <a:pt x="1487" y="1034"/>
                      <a:pt x="1487" y="1034"/>
                    </a:cubicBezTo>
                    <a:cubicBezTo>
                      <a:pt x="1485" y="1038"/>
                      <a:pt x="1482" y="1041"/>
                      <a:pt x="1479" y="1044"/>
                    </a:cubicBezTo>
                    <a:cubicBezTo>
                      <a:pt x="1639" y="1128"/>
                      <a:pt x="1639" y="1128"/>
                      <a:pt x="1639" y="1128"/>
                    </a:cubicBezTo>
                    <a:cubicBezTo>
                      <a:pt x="1764" y="911"/>
                      <a:pt x="1764" y="911"/>
                      <a:pt x="1764" y="911"/>
                    </a:cubicBezTo>
                    <a:cubicBezTo>
                      <a:pt x="1612" y="815"/>
                      <a:pt x="1612" y="815"/>
                      <a:pt x="1612" y="815"/>
                    </a:cubicBezTo>
                    <a:cubicBezTo>
                      <a:pt x="1610" y="819"/>
                      <a:pt x="1609" y="823"/>
                      <a:pt x="1608" y="827"/>
                    </a:cubicBezTo>
                    <a:cubicBezTo>
                      <a:pt x="1593" y="822"/>
                      <a:pt x="1593" y="822"/>
                      <a:pt x="1593" y="822"/>
                    </a:cubicBezTo>
                    <a:cubicBezTo>
                      <a:pt x="1601" y="809"/>
                      <a:pt x="1601" y="809"/>
                      <a:pt x="1601" y="809"/>
                    </a:cubicBezTo>
                    <a:cubicBezTo>
                      <a:pt x="1612" y="815"/>
                      <a:pt x="1612" y="815"/>
                      <a:pt x="1612" y="815"/>
                    </a:cubicBezTo>
                    <a:cubicBezTo>
                      <a:pt x="1625" y="777"/>
                      <a:pt x="1636" y="737"/>
                      <a:pt x="1643" y="696"/>
                    </a:cubicBezTo>
                    <a:lnTo>
                      <a:pt x="1631" y="697"/>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59" name="Freeform 152">
                <a:extLst>
                  <a:ext uri="{FF2B5EF4-FFF2-40B4-BE49-F238E27FC236}">
                    <a16:creationId xmlns:a16="http://schemas.microsoft.com/office/drawing/2014/main" id="{D1D105F7-45E2-129A-5A4F-B6C4B806384D}"/>
                  </a:ext>
                </a:extLst>
              </p:cNvPr>
              <p:cNvSpPr>
                <a:spLocks/>
              </p:cNvSpPr>
              <p:nvPr/>
            </p:nvSpPr>
            <p:spPr bwMode="auto">
              <a:xfrm>
                <a:off x="3538" y="2507"/>
                <a:ext cx="6" cy="6"/>
              </a:xfrm>
              <a:custGeom>
                <a:avLst/>
                <a:gdLst>
                  <a:gd name="T0" fmla="*/ 12 w 19"/>
                  <a:gd name="T1" fmla="*/ 0 h 19"/>
                  <a:gd name="T2" fmla="*/ 0 w 19"/>
                  <a:gd name="T3" fmla="*/ 9 h 19"/>
                  <a:gd name="T4" fmla="*/ 8 w 19"/>
                  <a:gd name="T5" fmla="*/ 19 h 19"/>
                  <a:gd name="T6" fmla="*/ 19 w 19"/>
                  <a:gd name="T7" fmla="*/ 13 h 19"/>
                  <a:gd name="T8" fmla="*/ 12 w 19"/>
                  <a:gd name="T9" fmla="*/ 0 h 19"/>
                </a:gdLst>
                <a:ahLst/>
                <a:cxnLst>
                  <a:cxn ang="0">
                    <a:pos x="T0" y="T1"/>
                  </a:cxn>
                  <a:cxn ang="0">
                    <a:pos x="T2" y="T3"/>
                  </a:cxn>
                  <a:cxn ang="0">
                    <a:pos x="T4" y="T5"/>
                  </a:cxn>
                  <a:cxn ang="0">
                    <a:pos x="T6" y="T7"/>
                  </a:cxn>
                  <a:cxn ang="0">
                    <a:pos x="T8" y="T9"/>
                  </a:cxn>
                </a:cxnLst>
                <a:rect l="0" t="0" r="r" b="b"/>
                <a:pathLst>
                  <a:path w="19" h="19">
                    <a:moveTo>
                      <a:pt x="12" y="0"/>
                    </a:moveTo>
                    <a:cubicBezTo>
                      <a:pt x="0" y="9"/>
                      <a:pt x="0" y="9"/>
                      <a:pt x="0" y="9"/>
                    </a:cubicBezTo>
                    <a:cubicBezTo>
                      <a:pt x="3" y="13"/>
                      <a:pt x="5" y="16"/>
                      <a:pt x="8" y="19"/>
                    </a:cubicBezTo>
                    <a:cubicBezTo>
                      <a:pt x="19" y="13"/>
                      <a:pt x="19" y="13"/>
                      <a:pt x="19" y="13"/>
                    </a:cubicBezTo>
                    <a:lnTo>
                      <a:pt x="12"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0" name="Freeform 153">
                <a:extLst>
                  <a:ext uri="{FF2B5EF4-FFF2-40B4-BE49-F238E27FC236}">
                    <a16:creationId xmlns:a16="http://schemas.microsoft.com/office/drawing/2014/main" id="{4E94513F-9021-A1A9-A4DD-81C0E79BAD01}"/>
                  </a:ext>
                </a:extLst>
              </p:cNvPr>
              <p:cNvSpPr>
                <a:spLocks/>
              </p:cNvSpPr>
              <p:nvPr/>
            </p:nvSpPr>
            <p:spPr bwMode="auto">
              <a:xfrm>
                <a:off x="3959" y="2395"/>
                <a:ext cx="5" cy="5"/>
              </a:xfrm>
              <a:custGeom>
                <a:avLst/>
                <a:gdLst>
                  <a:gd name="T0" fmla="*/ 0 w 15"/>
                  <a:gd name="T1" fmla="*/ 0 h 16"/>
                  <a:gd name="T2" fmla="*/ 1 w 15"/>
                  <a:gd name="T3" fmla="*/ 16 h 16"/>
                  <a:gd name="T4" fmla="*/ 13 w 15"/>
                  <a:gd name="T5" fmla="*/ 15 h 16"/>
                  <a:gd name="T6" fmla="*/ 15 w 15"/>
                  <a:gd name="T7" fmla="*/ 3 h 16"/>
                  <a:gd name="T8" fmla="*/ 0 w 15"/>
                  <a:gd name="T9" fmla="*/ 0 h 16"/>
                </a:gdLst>
                <a:ahLst/>
                <a:cxnLst>
                  <a:cxn ang="0">
                    <a:pos x="T0" y="T1"/>
                  </a:cxn>
                  <a:cxn ang="0">
                    <a:pos x="T2" y="T3"/>
                  </a:cxn>
                  <a:cxn ang="0">
                    <a:pos x="T4" y="T5"/>
                  </a:cxn>
                  <a:cxn ang="0">
                    <a:pos x="T6" y="T7"/>
                  </a:cxn>
                  <a:cxn ang="0">
                    <a:pos x="T8" y="T9"/>
                  </a:cxn>
                </a:cxnLst>
                <a:rect l="0" t="0" r="r" b="b"/>
                <a:pathLst>
                  <a:path w="15" h="16">
                    <a:moveTo>
                      <a:pt x="0" y="0"/>
                    </a:moveTo>
                    <a:cubicBezTo>
                      <a:pt x="1" y="16"/>
                      <a:pt x="1" y="16"/>
                      <a:pt x="1" y="16"/>
                    </a:cubicBezTo>
                    <a:cubicBezTo>
                      <a:pt x="13" y="15"/>
                      <a:pt x="13" y="15"/>
                      <a:pt x="13" y="15"/>
                    </a:cubicBezTo>
                    <a:cubicBezTo>
                      <a:pt x="14" y="11"/>
                      <a:pt x="15" y="7"/>
                      <a:pt x="15" y="3"/>
                    </a:cubicBezTo>
                    <a:lnTo>
                      <a:pt x="0"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1" name="Freeform 154">
                <a:extLst>
                  <a:ext uri="{FF2B5EF4-FFF2-40B4-BE49-F238E27FC236}">
                    <a16:creationId xmlns:a16="http://schemas.microsoft.com/office/drawing/2014/main" id="{BB213AEE-10C2-B9D2-1844-99523A5295D8}"/>
                  </a:ext>
                </a:extLst>
              </p:cNvPr>
              <p:cNvSpPr>
                <a:spLocks/>
              </p:cNvSpPr>
              <p:nvPr/>
            </p:nvSpPr>
            <p:spPr bwMode="auto">
              <a:xfrm>
                <a:off x="3498" y="2437"/>
                <a:ext cx="6" cy="5"/>
              </a:xfrm>
              <a:custGeom>
                <a:avLst/>
                <a:gdLst>
                  <a:gd name="T0" fmla="*/ 18 w 18"/>
                  <a:gd name="T1" fmla="*/ 13 h 18"/>
                  <a:gd name="T2" fmla="*/ 10 w 18"/>
                  <a:gd name="T3" fmla="*/ 0 h 18"/>
                  <a:gd name="T4" fmla="*/ 0 w 18"/>
                  <a:gd name="T5" fmla="*/ 6 h 18"/>
                  <a:gd name="T6" fmla="*/ 4 w 18"/>
                  <a:gd name="T7" fmla="*/ 18 h 18"/>
                  <a:gd name="T8" fmla="*/ 18 w 18"/>
                  <a:gd name="T9" fmla="*/ 13 h 18"/>
                </a:gdLst>
                <a:ahLst/>
                <a:cxnLst>
                  <a:cxn ang="0">
                    <a:pos x="T0" y="T1"/>
                  </a:cxn>
                  <a:cxn ang="0">
                    <a:pos x="T2" y="T3"/>
                  </a:cxn>
                  <a:cxn ang="0">
                    <a:pos x="T4" y="T5"/>
                  </a:cxn>
                  <a:cxn ang="0">
                    <a:pos x="T6" y="T7"/>
                  </a:cxn>
                  <a:cxn ang="0">
                    <a:pos x="T8" y="T9"/>
                  </a:cxn>
                </a:cxnLst>
                <a:rect l="0" t="0" r="r" b="b"/>
                <a:pathLst>
                  <a:path w="18" h="18">
                    <a:moveTo>
                      <a:pt x="18" y="13"/>
                    </a:moveTo>
                    <a:cubicBezTo>
                      <a:pt x="10" y="0"/>
                      <a:pt x="10" y="0"/>
                      <a:pt x="10" y="0"/>
                    </a:cubicBezTo>
                    <a:cubicBezTo>
                      <a:pt x="0" y="6"/>
                      <a:pt x="0" y="6"/>
                      <a:pt x="0" y="6"/>
                    </a:cubicBezTo>
                    <a:cubicBezTo>
                      <a:pt x="1" y="10"/>
                      <a:pt x="2" y="14"/>
                      <a:pt x="4" y="18"/>
                    </a:cubicBezTo>
                    <a:lnTo>
                      <a:pt x="18" y="13"/>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2" name="Freeform 155">
                <a:extLst>
                  <a:ext uri="{FF2B5EF4-FFF2-40B4-BE49-F238E27FC236}">
                    <a16:creationId xmlns:a16="http://schemas.microsoft.com/office/drawing/2014/main" id="{D2820F82-E481-F0B5-2BF4-5B650EEC524A}"/>
                  </a:ext>
                </a:extLst>
              </p:cNvPr>
              <p:cNvSpPr>
                <a:spLocks/>
              </p:cNvSpPr>
              <p:nvPr/>
            </p:nvSpPr>
            <p:spPr bwMode="auto">
              <a:xfrm>
                <a:off x="3682" y="2590"/>
                <a:ext cx="5" cy="5"/>
              </a:xfrm>
              <a:custGeom>
                <a:avLst/>
                <a:gdLst>
                  <a:gd name="T0" fmla="*/ 15 w 15"/>
                  <a:gd name="T1" fmla="*/ 0 h 15"/>
                  <a:gd name="T2" fmla="*/ 0 w 15"/>
                  <a:gd name="T3" fmla="*/ 1 h 15"/>
                  <a:gd name="T4" fmla="*/ 0 w 15"/>
                  <a:gd name="T5" fmla="*/ 13 h 15"/>
                  <a:gd name="T6" fmla="*/ 12 w 15"/>
                  <a:gd name="T7" fmla="*/ 15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cubicBezTo>
                      <a:pt x="0" y="1"/>
                      <a:pt x="0" y="1"/>
                      <a:pt x="0" y="1"/>
                    </a:cubicBezTo>
                    <a:cubicBezTo>
                      <a:pt x="0" y="13"/>
                      <a:pt x="0" y="13"/>
                      <a:pt x="0" y="13"/>
                    </a:cubicBezTo>
                    <a:cubicBezTo>
                      <a:pt x="4" y="14"/>
                      <a:pt x="8" y="15"/>
                      <a:pt x="12" y="15"/>
                    </a:cubicBezTo>
                    <a:lnTo>
                      <a:pt x="15"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3" name="Freeform 156">
                <a:extLst>
                  <a:ext uri="{FF2B5EF4-FFF2-40B4-BE49-F238E27FC236}">
                    <a16:creationId xmlns:a16="http://schemas.microsoft.com/office/drawing/2014/main" id="{81AEA34D-5847-A745-2E03-98FD1A49D7E6}"/>
                  </a:ext>
                </a:extLst>
              </p:cNvPr>
              <p:cNvSpPr>
                <a:spLocks/>
              </p:cNvSpPr>
              <p:nvPr/>
            </p:nvSpPr>
            <p:spPr bwMode="auto">
              <a:xfrm>
                <a:off x="3487" y="2395"/>
                <a:ext cx="4" cy="5"/>
              </a:xfrm>
              <a:custGeom>
                <a:avLst/>
                <a:gdLst>
                  <a:gd name="T0" fmla="*/ 15 w 15"/>
                  <a:gd name="T1" fmla="*/ 0 h 16"/>
                  <a:gd name="T2" fmla="*/ 0 w 15"/>
                  <a:gd name="T3" fmla="*/ 3 h 16"/>
                  <a:gd name="T4" fmla="*/ 2 w 15"/>
                  <a:gd name="T5" fmla="*/ 15 h 16"/>
                  <a:gd name="T6" fmla="*/ 14 w 15"/>
                  <a:gd name="T7" fmla="*/ 16 h 16"/>
                  <a:gd name="T8" fmla="*/ 15 w 15"/>
                  <a:gd name="T9" fmla="*/ 0 h 16"/>
                </a:gdLst>
                <a:ahLst/>
                <a:cxnLst>
                  <a:cxn ang="0">
                    <a:pos x="T0" y="T1"/>
                  </a:cxn>
                  <a:cxn ang="0">
                    <a:pos x="T2" y="T3"/>
                  </a:cxn>
                  <a:cxn ang="0">
                    <a:pos x="T4" y="T5"/>
                  </a:cxn>
                  <a:cxn ang="0">
                    <a:pos x="T6" y="T7"/>
                  </a:cxn>
                  <a:cxn ang="0">
                    <a:pos x="T8" y="T9"/>
                  </a:cxn>
                </a:cxnLst>
                <a:rect l="0" t="0" r="r" b="b"/>
                <a:pathLst>
                  <a:path w="15" h="16">
                    <a:moveTo>
                      <a:pt x="15" y="0"/>
                    </a:moveTo>
                    <a:cubicBezTo>
                      <a:pt x="0" y="3"/>
                      <a:pt x="0" y="3"/>
                      <a:pt x="0" y="3"/>
                    </a:cubicBezTo>
                    <a:cubicBezTo>
                      <a:pt x="0" y="7"/>
                      <a:pt x="1" y="11"/>
                      <a:pt x="2" y="15"/>
                    </a:cubicBezTo>
                    <a:cubicBezTo>
                      <a:pt x="14" y="16"/>
                      <a:pt x="14" y="16"/>
                      <a:pt x="14" y="16"/>
                    </a:cubicBezTo>
                    <a:lnTo>
                      <a:pt x="15"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4" name="Freeform 157">
                <a:extLst>
                  <a:ext uri="{FF2B5EF4-FFF2-40B4-BE49-F238E27FC236}">
                    <a16:creationId xmlns:a16="http://schemas.microsoft.com/office/drawing/2014/main" id="{C9A6DFB6-72B4-169E-B5DC-85F0819266F2}"/>
                  </a:ext>
                </a:extLst>
              </p:cNvPr>
              <p:cNvSpPr>
                <a:spLocks/>
              </p:cNvSpPr>
              <p:nvPr/>
            </p:nvSpPr>
            <p:spPr bwMode="auto">
              <a:xfrm>
                <a:off x="3507" y="2056"/>
                <a:ext cx="126" cy="192"/>
              </a:xfrm>
              <a:custGeom>
                <a:avLst/>
                <a:gdLst>
                  <a:gd name="T0" fmla="*/ 230 w 386"/>
                  <a:gd name="T1" fmla="*/ 0 h 592"/>
                  <a:gd name="T2" fmla="*/ 206 w 386"/>
                  <a:gd name="T3" fmla="*/ 0 h 592"/>
                  <a:gd name="T4" fmla="*/ 0 w 386"/>
                  <a:gd name="T5" fmla="*/ 209 h 592"/>
                  <a:gd name="T6" fmla="*/ 4 w 386"/>
                  <a:gd name="T7" fmla="*/ 269 h 592"/>
                  <a:gd name="T8" fmla="*/ 15 w 386"/>
                  <a:gd name="T9" fmla="*/ 402 h 592"/>
                  <a:gd name="T10" fmla="*/ 18 w 386"/>
                  <a:gd name="T11" fmla="*/ 438 h 592"/>
                  <a:gd name="T12" fmla="*/ 24 w 386"/>
                  <a:gd name="T13" fmla="*/ 514 h 592"/>
                  <a:gd name="T14" fmla="*/ 113 w 386"/>
                  <a:gd name="T15" fmla="*/ 592 h 592"/>
                  <a:gd name="T16" fmla="*/ 103 w 386"/>
                  <a:gd name="T17" fmla="*/ 543 h 592"/>
                  <a:gd name="T18" fmla="*/ 53 w 386"/>
                  <a:gd name="T19" fmla="*/ 499 h 592"/>
                  <a:gd name="T20" fmla="*/ 50 w 386"/>
                  <a:gd name="T21" fmla="*/ 455 h 592"/>
                  <a:gd name="T22" fmla="*/ 47 w 386"/>
                  <a:gd name="T23" fmla="*/ 419 h 592"/>
                  <a:gd name="T24" fmla="*/ 34 w 386"/>
                  <a:gd name="T25" fmla="*/ 267 h 592"/>
                  <a:gd name="T26" fmla="*/ 30 w 386"/>
                  <a:gd name="T27" fmla="*/ 208 h 592"/>
                  <a:gd name="T28" fmla="*/ 206 w 386"/>
                  <a:gd name="T29" fmla="*/ 31 h 592"/>
                  <a:gd name="T30" fmla="*/ 230 w 386"/>
                  <a:gd name="T31" fmla="*/ 31 h 592"/>
                  <a:gd name="T32" fmla="*/ 362 w 386"/>
                  <a:gd name="T33" fmla="*/ 93 h 592"/>
                  <a:gd name="T34" fmla="*/ 386 w 386"/>
                  <a:gd name="T35" fmla="*/ 74 h 592"/>
                  <a:gd name="T36" fmla="*/ 230 w 386"/>
                  <a:gd name="T37"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6" h="592">
                    <a:moveTo>
                      <a:pt x="230" y="0"/>
                    </a:moveTo>
                    <a:cubicBezTo>
                      <a:pt x="206" y="0"/>
                      <a:pt x="206" y="0"/>
                      <a:pt x="206" y="0"/>
                    </a:cubicBezTo>
                    <a:cubicBezTo>
                      <a:pt x="92" y="0"/>
                      <a:pt x="0" y="93"/>
                      <a:pt x="0" y="209"/>
                    </a:cubicBezTo>
                    <a:cubicBezTo>
                      <a:pt x="4" y="269"/>
                      <a:pt x="4" y="269"/>
                      <a:pt x="4" y="269"/>
                    </a:cubicBezTo>
                    <a:cubicBezTo>
                      <a:pt x="15" y="402"/>
                      <a:pt x="15" y="402"/>
                      <a:pt x="15" y="402"/>
                    </a:cubicBezTo>
                    <a:cubicBezTo>
                      <a:pt x="18" y="438"/>
                      <a:pt x="18" y="438"/>
                      <a:pt x="18" y="438"/>
                    </a:cubicBezTo>
                    <a:cubicBezTo>
                      <a:pt x="24" y="514"/>
                      <a:pt x="24" y="514"/>
                      <a:pt x="24" y="514"/>
                    </a:cubicBezTo>
                    <a:cubicBezTo>
                      <a:pt x="113" y="592"/>
                      <a:pt x="113" y="592"/>
                      <a:pt x="113" y="592"/>
                    </a:cubicBezTo>
                    <a:cubicBezTo>
                      <a:pt x="103" y="543"/>
                      <a:pt x="103" y="543"/>
                      <a:pt x="103" y="543"/>
                    </a:cubicBezTo>
                    <a:cubicBezTo>
                      <a:pt x="53" y="499"/>
                      <a:pt x="53" y="499"/>
                      <a:pt x="53" y="499"/>
                    </a:cubicBezTo>
                    <a:cubicBezTo>
                      <a:pt x="50" y="455"/>
                      <a:pt x="50" y="455"/>
                      <a:pt x="50" y="455"/>
                    </a:cubicBezTo>
                    <a:cubicBezTo>
                      <a:pt x="47" y="419"/>
                      <a:pt x="47" y="419"/>
                      <a:pt x="47" y="419"/>
                    </a:cubicBezTo>
                    <a:cubicBezTo>
                      <a:pt x="34" y="267"/>
                      <a:pt x="34" y="267"/>
                      <a:pt x="34" y="267"/>
                    </a:cubicBezTo>
                    <a:cubicBezTo>
                      <a:pt x="30" y="208"/>
                      <a:pt x="30" y="208"/>
                      <a:pt x="30" y="208"/>
                    </a:cubicBezTo>
                    <a:cubicBezTo>
                      <a:pt x="30" y="110"/>
                      <a:pt x="109" y="31"/>
                      <a:pt x="206" y="31"/>
                    </a:cubicBezTo>
                    <a:cubicBezTo>
                      <a:pt x="230" y="31"/>
                      <a:pt x="230" y="31"/>
                      <a:pt x="230" y="31"/>
                    </a:cubicBezTo>
                    <a:cubicBezTo>
                      <a:pt x="281" y="31"/>
                      <a:pt x="330" y="53"/>
                      <a:pt x="362" y="93"/>
                    </a:cubicBezTo>
                    <a:cubicBezTo>
                      <a:pt x="386" y="74"/>
                      <a:pt x="386" y="74"/>
                      <a:pt x="386" y="74"/>
                    </a:cubicBezTo>
                    <a:cubicBezTo>
                      <a:pt x="347" y="27"/>
                      <a:pt x="291" y="0"/>
                      <a:pt x="230" y="0"/>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5" name="Freeform 158">
                <a:extLst>
                  <a:ext uri="{FF2B5EF4-FFF2-40B4-BE49-F238E27FC236}">
                    <a16:creationId xmlns:a16="http://schemas.microsoft.com/office/drawing/2014/main" id="{89EE355C-E243-5EE5-1518-4CEDBFC8BE87}"/>
                  </a:ext>
                </a:extLst>
              </p:cNvPr>
              <p:cNvSpPr>
                <a:spLocks noEditPoints="1"/>
              </p:cNvSpPr>
              <p:nvPr/>
            </p:nvSpPr>
            <p:spPr bwMode="auto">
              <a:xfrm>
                <a:off x="3505" y="2054"/>
                <a:ext cx="132" cy="201"/>
              </a:xfrm>
              <a:custGeom>
                <a:avLst/>
                <a:gdLst>
                  <a:gd name="T0" fmla="*/ 133 w 406"/>
                  <a:gd name="T1" fmla="*/ 622 h 622"/>
                  <a:gd name="T2" fmla="*/ 24 w 406"/>
                  <a:gd name="T3" fmla="*/ 526 h 622"/>
                  <a:gd name="T4" fmla="*/ 4 w 406"/>
                  <a:gd name="T5" fmla="*/ 278 h 622"/>
                  <a:gd name="T6" fmla="*/ 0 w 406"/>
                  <a:gd name="T7" fmla="*/ 217 h 622"/>
                  <a:gd name="T8" fmla="*/ 63 w 406"/>
                  <a:gd name="T9" fmla="*/ 63 h 622"/>
                  <a:gd name="T10" fmla="*/ 214 w 406"/>
                  <a:gd name="T11" fmla="*/ 0 h 622"/>
                  <a:gd name="T12" fmla="*/ 238 w 406"/>
                  <a:gd name="T13" fmla="*/ 0 h 622"/>
                  <a:gd name="T14" fmla="*/ 400 w 406"/>
                  <a:gd name="T15" fmla="*/ 77 h 622"/>
                  <a:gd name="T16" fmla="*/ 406 w 406"/>
                  <a:gd name="T17" fmla="*/ 83 h 622"/>
                  <a:gd name="T18" fmla="*/ 369 w 406"/>
                  <a:gd name="T19" fmla="*/ 113 h 622"/>
                  <a:gd name="T20" fmla="*/ 364 w 406"/>
                  <a:gd name="T21" fmla="*/ 106 h 622"/>
                  <a:gd name="T22" fmla="*/ 238 w 406"/>
                  <a:gd name="T23" fmla="*/ 47 h 622"/>
                  <a:gd name="T24" fmla="*/ 214 w 406"/>
                  <a:gd name="T25" fmla="*/ 47 h 622"/>
                  <a:gd name="T26" fmla="*/ 47 w 406"/>
                  <a:gd name="T27" fmla="*/ 216 h 622"/>
                  <a:gd name="T28" fmla="*/ 50 w 406"/>
                  <a:gd name="T29" fmla="*/ 274 h 622"/>
                  <a:gd name="T30" fmla="*/ 69 w 406"/>
                  <a:gd name="T31" fmla="*/ 503 h 622"/>
                  <a:gd name="T32" fmla="*/ 119 w 406"/>
                  <a:gd name="T33" fmla="*/ 547 h 622"/>
                  <a:gd name="T34" fmla="*/ 133 w 406"/>
                  <a:gd name="T35" fmla="*/ 622 h 622"/>
                  <a:gd name="T36" fmla="*/ 40 w 406"/>
                  <a:gd name="T37" fmla="*/ 518 h 622"/>
                  <a:gd name="T38" fmla="*/ 108 w 406"/>
                  <a:gd name="T39" fmla="*/ 578 h 622"/>
                  <a:gd name="T40" fmla="*/ 104 w 406"/>
                  <a:gd name="T41" fmla="*/ 555 h 622"/>
                  <a:gd name="T42" fmla="*/ 53 w 406"/>
                  <a:gd name="T43" fmla="*/ 511 h 622"/>
                  <a:gd name="T44" fmla="*/ 34 w 406"/>
                  <a:gd name="T45" fmla="*/ 275 h 622"/>
                  <a:gd name="T46" fmla="*/ 30 w 406"/>
                  <a:gd name="T47" fmla="*/ 216 h 622"/>
                  <a:gd name="T48" fmla="*/ 214 w 406"/>
                  <a:gd name="T49" fmla="*/ 30 h 622"/>
                  <a:gd name="T50" fmla="*/ 238 w 406"/>
                  <a:gd name="T51" fmla="*/ 30 h 622"/>
                  <a:gd name="T52" fmla="*/ 371 w 406"/>
                  <a:gd name="T53" fmla="*/ 90 h 622"/>
                  <a:gd name="T54" fmla="*/ 382 w 406"/>
                  <a:gd name="T55" fmla="*/ 81 h 622"/>
                  <a:gd name="T56" fmla="*/ 238 w 406"/>
                  <a:gd name="T57" fmla="*/ 16 h 622"/>
                  <a:gd name="T58" fmla="*/ 214 w 406"/>
                  <a:gd name="T59" fmla="*/ 16 h 622"/>
                  <a:gd name="T60" fmla="*/ 74 w 406"/>
                  <a:gd name="T61" fmla="*/ 75 h 622"/>
                  <a:gd name="T62" fmla="*/ 16 w 406"/>
                  <a:gd name="T63" fmla="*/ 217 h 622"/>
                  <a:gd name="T64" fmla="*/ 20 w 406"/>
                  <a:gd name="T65" fmla="*/ 276 h 622"/>
                  <a:gd name="T66" fmla="*/ 40 w 406"/>
                  <a:gd name="T67" fmla="*/ 518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06" h="622">
                    <a:moveTo>
                      <a:pt x="133" y="622"/>
                    </a:moveTo>
                    <a:cubicBezTo>
                      <a:pt x="24" y="526"/>
                      <a:pt x="24" y="526"/>
                      <a:pt x="24" y="526"/>
                    </a:cubicBezTo>
                    <a:cubicBezTo>
                      <a:pt x="4" y="278"/>
                      <a:pt x="4" y="278"/>
                      <a:pt x="4" y="278"/>
                    </a:cubicBezTo>
                    <a:cubicBezTo>
                      <a:pt x="0" y="217"/>
                      <a:pt x="0" y="217"/>
                      <a:pt x="0" y="217"/>
                    </a:cubicBezTo>
                    <a:cubicBezTo>
                      <a:pt x="0" y="159"/>
                      <a:pt x="22" y="104"/>
                      <a:pt x="63" y="63"/>
                    </a:cubicBezTo>
                    <a:cubicBezTo>
                      <a:pt x="103" y="22"/>
                      <a:pt x="157" y="0"/>
                      <a:pt x="214" y="0"/>
                    </a:cubicBezTo>
                    <a:cubicBezTo>
                      <a:pt x="238" y="0"/>
                      <a:pt x="238" y="0"/>
                      <a:pt x="238" y="0"/>
                    </a:cubicBezTo>
                    <a:cubicBezTo>
                      <a:pt x="301" y="0"/>
                      <a:pt x="360" y="28"/>
                      <a:pt x="400" y="77"/>
                    </a:cubicBezTo>
                    <a:cubicBezTo>
                      <a:pt x="406" y="83"/>
                      <a:pt x="406" y="83"/>
                      <a:pt x="406" y="83"/>
                    </a:cubicBezTo>
                    <a:cubicBezTo>
                      <a:pt x="369" y="113"/>
                      <a:pt x="369" y="113"/>
                      <a:pt x="369" y="113"/>
                    </a:cubicBezTo>
                    <a:cubicBezTo>
                      <a:pt x="364" y="106"/>
                      <a:pt x="364" y="106"/>
                      <a:pt x="364" y="106"/>
                    </a:cubicBezTo>
                    <a:cubicBezTo>
                      <a:pt x="333" y="69"/>
                      <a:pt x="287" y="47"/>
                      <a:pt x="238" y="47"/>
                    </a:cubicBezTo>
                    <a:cubicBezTo>
                      <a:pt x="214" y="47"/>
                      <a:pt x="214" y="47"/>
                      <a:pt x="214" y="47"/>
                    </a:cubicBezTo>
                    <a:cubicBezTo>
                      <a:pt x="122" y="47"/>
                      <a:pt x="47" y="123"/>
                      <a:pt x="47" y="216"/>
                    </a:cubicBezTo>
                    <a:cubicBezTo>
                      <a:pt x="50" y="274"/>
                      <a:pt x="50" y="274"/>
                      <a:pt x="50" y="274"/>
                    </a:cubicBezTo>
                    <a:cubicBezTo>
                      <a:pt x="69" y="503"/>
                      <a:pt x="69" y="503"/>
                      <a:pt x="69" y="503"/>
                    </a:cubicBezTo>
                    <a:cubicBezTo>
                      <a:pt x="119" y="547"/>
                      <a:pt x="119" y="547"/>
                      <a:pt x="119" y="547"/>
                    </a:cubicBezTo>
                    <a:lnTo>
                      <a:pt x="133" y="622"/>
                    </a:lnTo>
                    <a:close/>
                    <a:moveTo>
                      <a:pt x="40" y="518"/>
                    </a:moveTo>
                    <a:cubicBezTo>
                      <a:pt x="108" y="578"/>
                      <a:pt x="108" y="578"/>
                      <a:pt x="108" y="578"/>
                    </a:cubicBezTo>
                    <a:cubicBezTo>
                      <a:pt x="104" y="555"/>
                      <a:pt x="104" y="555"/>
                      <a:pt x="104" y="555"/>
                    </a:cubicBezTo>
                    <a:cubicBezTo>
                      <a:pt x="53" y="511"/>
                      <a:pt x="53" y="511"/>
                      <a:pt x="53" y="511"/>
                    </a:cubicBezTo>
                    <a:cubicBezTo>
                      <a:pt x="34" y="275"/>
                      <a:pt x="34" y="275"/>
                      <a:pt x="34" y="275"/>
                    </a:cubicBezTo>
                    <a:cubicBezTo>
                      <a:pt x="30" y="216"/>
                      <a:pt x="30" y="216"/>
                      <a:pt x="30" y="216"/>
                    </a:cubicBezTo>
                    <a:cubicBezTo>
                      <a:pt x="30" y="114"/>
                      <a:pt x="113" y="30"/>
                      <a:pt x="214" y="30"/>
                    </a:cubicBezTo>
                    <a:cubicBezTo>
                      <a:pt x="238" y="30"/>
                      <a:pt x="238" y="30"/>
                      <a:pt x="238" y="30"/>
                    </a:cubicBezTo>
                    <a:cubicBezTo>
                      <a:pt x="289" y="30"/>
                      <a:pt x="337" y="52"/>
                      <a:pt x="371" y="90"/>
                    </a:cubicBezTo>
                    <a:cubicBezTo>
                      <a:pt x="382" y="81"/>
                      <a:pt x="382" y="81"/>
                      <a:pt x="382" y="81"/>
                    </a:cubicBezTo>
                    <a:cubicBezTo>
                      <a:pt x="346" y="40"/>
                      <a:pt x="293" y="16"/>
                      <a:pt x="238" y="16"/>
                    </a:cubicBezTo>
                    <a:cubicBezTo>
                      <a:pt x="214" y="16"/>
                      <a:pt x="214" y="16"/>
                      <a:pt x="214" y="16"/>
                    </a:cubicBezTo>
                    <a:cubicBezTo>
                      <a:pt x="161" y="16"/>
                      <a:pt x="112" y="37"/>
                      <a:pt x="74" y="75"/>
                    </a:cubicBezTo>
                    <a:cubicBezTo>
                      <a:pt x="37" y="113"/>
                      <a:pt x="16" y="163"/>
                      <a:pt x="16" y="217"/>
                    </a:cubicBezTo>
                    <a:cubicBezTo>
                      <a:pt x="20" y="276"/>
                      <a:pt x="20" y="276"/>
                      <a:pt x="20" y="276"/>
                    </a:cubicBezTo>
                    <a:lnTo>
                      <a:pt x="40" y="518"/>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6" name="Freeform 159">
                <a:extLst>
                  <a:ext uri="{FF2B5EF4-FFF2-40B4-BE49-F238E27FC236}">
                    <a16:creationId xmlns:a16="http://schemas.microsoft.com/office/drawing/2014/main" id="{53362D3B-89FC-02A4-D8C5-03E6B706448F}"/>
                  </a:ext>
                </a:extLst>
              </p:cNvPr>
              <p:cNvSpPr>
                <a:spLocks/>
              </p:cNvSpPr>
              <p:nvPr/>
            </p:nvSpPr>
            <p:spPr bwMode="auto">
              <a:xfrm>
                <a:off x="3818" y="2056"/>
                <a:ext cx="125" cy="192"/>
              </a:xfrm>
              <a:custGeom>
                <a:avLst/>
                <a:gdLst>
                  <a:gd name="T0" fmla="*/ 180 w 386"/>
                  <a:gd name="T1" fmla="*/ 0 h 592"/>
                  <a:gd name="T2" fmla="*/ 156 w 386"/>
                  <a:gd name="T3" fmla="*/ 0 h 592"/>
                  <a:gd name="T4" fmla="*/ 0 w 386"/>
                  <a:gd name="T5" fmla="*/ 74 h 592"/>
                  <a:gd name="T6" fmla="*/ 24 w 386"/>
                  <a:gd name="T7" fmla="*/ 93 h 592"/>
                  <a:gd name="T8" fmla="*/ 156 w 386"/>
                  <a:gd name="T9" fmla="*/ 31 h 592"/>
                  <a:gd name="T10" fmla="*/ 180 w 386"/>
                  <a:gd name="T11" fmla="*/ 31 h 592"/>
                  <a:gd name="T12" fmla="*/ 356 w 386"/>
                  <a:gd name="T13" fmla="*/ 207 h 592"/>
                  <a:gd name="T14" fmla="*/ 352 w 386"/>
                  <a:gd name="T15" fmla="*/ 266 h 592"/>
                  <a:gd name="T16" fmla="*/ 339 w 386"/>
                  <a:gd name="T17" fmla="*/ 419 h 592"/>
                  <a:gd name="T18" fmla="*/ 336 w 386"/>
                  <a:gd name="T19" fmla="*/ 455 h 592"/>
                  <a:gd name="T20" fmla="*/ 333 w 386"/>
                  <a:gd name="T21" fmla="*/ 499 h 592"/>
                  <a:gd name="T22" fmla="*/ 283 w 386"/>
                  <a:gd name="T23" fmla="*/ 543 h 592"/>
                  <a:gd name="T24" fmla="*/ 273 w 386"/>
                  <a:gd name="T25" fmla="*/ 592 h 592"/>
                  <a:gd name="T26" fmla="*/ 362 w 386"/>
                  <a:gd name="T27" fmla="*/ 514 h 592"/>
                  <a:gd name="T28" fmla="*/ 369 w 386"/>
                  <a:gd name="T29" fmla="*/ 438 h 592"/>
                  <a:gd name="T30" fmla="*/ 371 w 386"/>
                  <a:gd name="T31" fmla="*/ 402 h 592"/>
                  <a:gd name="T32" fmla="*/ 382 w 386"/>
                  <a:gd name="T33" fmla="*/ 269 h 592"/>
                  <a:gd name="T34" fmla="*/ 386 w 386"/>
                  <a:gd name="T35" fmla="*/ 208 h 592"/>
                  <a:gd name="T36" fmla="*/ 180 w 386"/>
                  <a:gd name="T37"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6" h="592">
                    <a:moveTo>
                      <a:pt x="180" y="0"/>
                    </a:moveTo>
                    <a:cubicBezTo>
                      <a:pt x="156" y="0"/>
                      <a:pt x="156" y="0"/>
                      <a:pt x="156" y="0"/>
                    </a:cubicBezTo>
                    <a:cubicBezTo>
                      <a:pt x="95" y="0"/>
                      <a:pt x="39" y="27"/>
                      <a:pt x="0" y="74"/>
                    </a:cubicBezTo>
                    <a:cubicBezTo>
                      <a:pt x="24" y="93"/>
                      <a:pt x="24" y="93"/>
                      <a:pt x="24" y="93"/>
                    </a:cubicBezTo>
                    <a:cubicBezTo>
                      <a:pt x="56" y="53"/>
                      <a:pt x="105" y="31"/>
                      <a:pt x="156" y="31"/>
                    </a:cubicBezTo>
                    <a:cubicBezTo>
                      <a:pt x="180" y="31"/>
                      <a:pt x="180" y="31"/>
                      <a:pt x="180" y="31"/>
                    </a:cubicBezTo>
                    <a:cubicBezTo>
                      <a:pt x="277" y="31"/>
                      <a:pt x="356" y="110"/>
                      <a:pt x="356" y="207"/>
                    </a:cubicBezTo>
                    <a:cubicBezTo>
                      <a:pt x="352" y="266"/>
                      <a:pt x="352" y="266"/>
                      <a:pt x="352" y="266"/>
                    </a:cubicBezTo>
                    <a:cubicBezTo>
                      <a:pt x="339" y="419"/>
                      <a:pt x="339" y="419"/>
                      <a:pt x="339" y="419"/>
                    </a:cubicBezTo>
                    <a:cubicBezTo>
                      <a:pt x="336" y="455"/>
                      <a:pt x="336" y="455"/>
                      <a:pt x="336" y="455"/>
                    </a:cubicBezTo>
                    <a:cubicBezTo>
                      <a:pt x="333" y="499"/>
                      <a:pt x="333" y="499"/>
                      <a:pt x="333" y="499"/>
                    </a:cubicBezTo>
                    <a:cubicBezTo>
                      <a:pt x="283" y="543"/>
                      <a:pt x="283" y="543"/>
                      <a:pt x="283" y="543"/>
                    </a:cubicBezTo>
                    <a:cubicBezTo>
                      <a:pt x="273" y="592"/>
                      <a:pt x="273" y="592"/>
                      <a:pt x="273" y="592"/>
                    </a:cubicBezTo>
                    <a:cubicBezTo>
                      <a:pt x="362" y="514"/>
                      <a:pt x="362" y="514"/>
                      <a:pt x="362" y="514"/>
                    </a:cubicBezTo>
                    <a:cubicBezTo>
                      <a:pt x="369" y="438"/>
                      <a:pt x="369" y="438"/>
                      <a:pt x="369" y="438"/>
                    </a:cubicBezTo>
                    <a:cubicBezTo>
                      <a:pt x="371" y="402"/>
                      <a:pt x="371" y="402"/>
                      <a:pt x="371" y="402"/>
                    </a:cubicBezTo>
                    <a:cubicBezTo>
                      <a:pt x="382" y="269"/>
                      <a:pt x="382" y="269"/>
                      <a:pt x="382" y="269"/>
                    </a:cubicBezTo>
                    <a:cubicBezTo>
                      <a:pt x="386" y="208"/>
                      <a:pt x="386" y="208"/>
                      <a:pt x="386" y="208"/>
                    </a:cubicBezTo>
                    <a:cubicBezTo>
                      <a:pt x="386" y="93"/>
                      <a:pt x="294" y="0"/>
                      <a:pt x="180" y="0"/>
                    </a:cubicBez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7" name="Freeform 160">
                <a:extLst>
                  <a:ext uri="{FF2B5EF4-FFF2-40B4-BE49-F238E27FC236}">
                    <a16:creationId xmlns:a16="http://schemas.microsoft.com/office/drawing/2014/main" id="{42BDEA7A-468C-0645-6DEA-C24E73A1E44A}"/>
                  </a:ext>
                </a:extLst>
              </p:cNvPr>
              <p:cNvSpPr>
                <a:spLocks noEditPoints="1"/>
              </p:cNvSpPr>
              <p:nvPr/>
            </p:nvSpPr>
            <p:spPr bwMode="auto">
              <a:xfrm>
                <a:off x="3814" y="2054"/>
                <a:ext cx="132" cy="201"/>
              </a:xfrm>
              <a:custGeom>
                <a:avLst/>
                <a:gdLst>
                  <a:gd name="T0" fmla="*/ 272 w 405"/>
                  <a:gd name="T1" fmla="*/ 622 h 622"/>
                  <a:gd name="T2" fmla="*/ 286 w 405"/>
                  <a:gd name="T3" fmla="*/ 547 h 622"/>
                  <a:gd name="T4" fmla="*/ 336 w 405"/>
                  <a:gd name="T5" fmla="*/ 503 h 622"/>
                  <a:gd name="T6" fmla="*/ 355 w 405"/>
                  <a:gd name="T7" fmla="*/ 274 h 622"/>
                  <a:gd name="T8" fmla="*/ 358 w 405"/>
                  <a:gd name="T9" fmla="*/ 214 h 622"/>
                  <a:gd name="T10" fmla="*/ 191 w 405"/>
                  <a:gd name="T11" fmla="*/ 47 h 622"/>
                  <a:gd name="T12" fmla="*/ 167 w 405"/>
                  <a:gd name="T13" fmla="*/ 47 h 622"/>
                  <a:gd name="T14" fmla="*/ 41 w 405"/>
                  <a:gd name="T15" fmla="*/ 106 h 622"/>
                  <a:gd name="T16" fmla="*/ 36 w 405"/>
                  <a:gd name="T17" fmla="*/ 113 h 622"/>
                  <a:gd name="T18" fmla="*/ 0 w 405"/>
                  <a:gd name="T19" fmla="*/ 83 h 622"/>
                  <a:gd name="T20" fmla="*/ 5 w 405"/>
                  <a:gd name="T21" fmla="*/ 77 h 622"/>
                  <a:gd name="T22" fmla="*/ 167 w 405"/>
                  <a:gd name="T23" fmla="*/ 0 h 622"/>
                  <a:gd name="T24" fmla="*/ 191 w 405"/>
                  <a:gd name="T25" fmla="*/ 0 h 622"/>
                  <a:gd name="T26" fmla="*/ 405 w 405"/>
                  <a:gd name="T27" fmla="*/ 216 h 622"/>
                  <a:gd name="T28" fmla="*/ 402 w 405"/>
                  <a:gd name="T29" fmla="*/ 277 h 622"/>
                  <a:gd name="T30" fmla="*/ 381 w 405"/>
                  <a:gd name="T31" fmla="*/ 526 h 622"/>
                  <a:gd name="T32" fmla="*/ 272 w 405"/>
                  <a:gd name="T33" fmla="*/ 622 h 622"/>
                  <a:gd name="T34" fmla="*/ 301 w 405"/>
                  <a:gd name="T35" fmla="*/ 555 h 622"/>
                  <a:gd name="T36" fmla="*/ 297 w 405"/>
                  <a:gd name="T37" fmla="*/ 578 h 622"/>
                  <a:gd name="T38" fmla="*/ 365 w 405"/>
                  <a:gd name="T39" fmla="*/ 518 h 622"/>
                  <a:gd name="T40" fmla="*/ 385 w 405"/>
                  <a:gd name="T41" fmla="*/ 276 h 622"/>
                  <a:gd name="T42" fmla="*/ 389 w 405"/>
                  <a:gd name="T43" fmla="*/ 215 h 622"/>
                  <a:gd name="T44" fmla="*/ 191 w 405"/>
                  <a:gd name="T45" fmla="*/ 16 h 622"/>
                  <a:gd name="T46" fmla="*/ 167 w 405"/>
                  <a:gd name="T47" fmla="*/ 16 h 622"/>
                  <a:gd name="T48" fmla="*/ 23 w 405"/>
                  <a:gd name="T49" fmla="*/ 81 h 622"/>
                  <a:gd name="T50" fmla="*/ 34 w 405"/>
                  <a:gd name="T51" fmla="*/ 90 h 622"/>
                  <a:gd name="T52" fmla="*/ 167 w 405"/>
                  <a:gd name="T53" fmla="*/ 30 h 622"/>
                  <a:gd name="T54" fmla="*/ 191 w 405"/>
                  <a:gd name="T55" fmla="*/ 30 h 622"/>
                  <a:gd name="T56" fmla="*/ 375 w 405"/>
                  <a:gd name="T57" fmla="*/ 215 h 622"/>
                  <a:gd name="T58" fmla="*/ 371 w 405"/>
                  <a:gd name="T59" fmla="*/ 275 h 622"/>
                  <a:gd name="T60" fmla="*/ 352 w 405"/>
                  <a:gd name="T61" fmla="*/ 511 h 622"/>
                  <a:gd name="T62" fmla="*/ 301 w 405"/>
                  <a:gd name="T63" fmla="*/ 555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5" h="622">
                    <a:moveTo>
                      <a:pt x="272" y="622"/>
                    </a:moveTo>
                    <a:cubicBezTo>
                      <a:pt x="286" y="547"/>
                      <a:pt x="286" y="547"/>
                      <a:pt x="286" y="547"/>
                    </a:cubicBezTo>
                    <a:cubicBezTo>
                      <a:pt x="336" y="503"/>
                      <a:pt x="336" y="503"/>
                      <a:pt x="336" y="503"/>
                    </a:cubicBezTo>
                    <a:cubicBezTo>
                      <a:pt x="355" y="274"/>
                      <a:pt x="355" y="274"/>
                      <a:pt x="355" y="274"/>
                    </a:cubicBezTo>
                    <a:cubicBezTo>
                      <a:pt x="358" y="214"/>
                      <a:pt x="358" y="214"/>
                      <a:pt x="358" y="214"/>
                    </a:cubicBezTo>
                    <a:cubicBezTo>
                      <a:pt x="358" y="122"/>
                      <a:pt x="283" y="47"/>
                      <a:pt x="191" y="47"/>
                    </a:cubicBezTo>
                    <a:cubicBezTo>
                      <a:pt x="167" y="47"/>
                      <a:pt x="167" y="47"/>
                      <a:pt x="167" y="47"/>
                    </a:cubicBezTo>
                    <a:cubicBezTo>
                      <a:pt x="118" y="47"/>
                      <a:pt x="72" y="69"/>
                      <a:pt x="41" y="106"/>
                    </a:cubicBezTo>
                    <a:cubicBezTo>
                      <a:pt x="36" y="113"/>
                      <a:pt x="36" y="113"/>
                      <a:pt x="36" y="113"/>
                    </a:cubicBezTo>
                    <a:cubicBezTo>
                      <a:pt x="0" y="83"/>
                      <a:pt x="0" y="83"/>
                      <a:pt x="0" y="83"/>
                    </a:cubicBezTo>
                    <a:cubicBezTo>
                      <a:pt x="5" y="77"/>
                      <a:pt x="5" y="77"/>
                      <a:pt x="5" y="77"/>
                    </a:cubicBezTo>
                    <a:cubicBezTo>
                      <a:pt x="45" y="28"/>
                      <a:pt x="104" y="0"/>
                      <a:pt x="167" y="0"/>
                    </a:cubicBezTo>
                    <a:cubicBezTo>
                      <a:pt x="191" y="0"/>
                      <a:pt x="191" y="0"/>
                      <a:pt x="191" y="0"/>
                    </a:cubicBezTo>
                    <a:cubicBezTo>
                      <a:pt x="309" y="0"/>
                      <a:pt x="405" y="97"/>
                      <a:pt x="405" y="216"/>
                    </a:cubicBezTo>
                    <a:cubicBezTo>
                      <a:pt x="402" y="277"/>
                      <a:pt x="402" y="277"/>
                      <a:pt x="402" y="277"/>
                    </a:cubicBezTo>
                    <a:cubicBezTo>
                      <a:pt x="381" y="526"/>
                      <a:pt x="381" y="526"/>
                      <a:pt x="381" y="526"/>
                    </a:cubicBezTo>
                    <a:lnTo>
                      <a:pt x="272" y="622"/>
                    </a:lnTo>
                    <a:close/>
                    <a:moveTo>
                      <a:pt x="301" y="555"/>
                    </a:moveTo>
                    <a:cubicBezTo>
                      <a:pt x="297" y="578"/>
                      <a:pt x="297" y="578"/>
                      <a:pt x="297" y="578"/>
                    </a:cubicBezTo>
                    <a:cubicBezTo>
                      <a:pt x="365" y="518"/>
                      <a:pt x="365" y="518"/>
                      <a:pt x="365" y="518"/>
                    </a:cubicBezTo>
                    <a:cubicBezTo>
                      <a:pt x="385" y="276"/>
                      <a:pt x="385" y="276"/>
                      <a:pt x="385" y="276"/>
                    </a:cubicBezTo>
                    <a:cubicBezTo>
                      <a:pt x="389" y="215"/>
                      <a:pt x="389" y="215"/>
                      <a:pt x="389" y="215"/>
                    </a:cubicBezTo>
                    <a:cubicBezTo>
                      <a:pt x="389" y="106"/>
                      <a:pt x="300" y="16"/>
                      <a:pt x="191" y="16"/>
                    </a:cubicBezTo>
                    <a:cubicBezTo>
                      <a:pt x="167" y="16"/>
                      <a:pt x="167" y="16"/>
                      <a:pt x="167" y="16"/>
                    </a:cubicBezTo>
                    <a:cubicBezTo>
                      <a:pt x="112" y="16"/>
                      <a:pt x="60" y="40"/>
                      <a:pt x="23" y="81"/>
                    </a:cubicBezTo>
                    <a:cubicBezTo>
                      <a:pt x="34" y="90"/>
                      <a:pt x="34" y="90"/>
                      <a:pt x="34" y="90"/>
                    </a:cubicBezTo>
                    <a:cubicBezTo>
                      <a:pt x="68" y="52"/>
                      <a:pt x="116" y="30"/>
                      <a:pt x="167" y="30"/>
                    </a:cubicBezTo>
                    <a:cubicBezTo>
                      <a:pt x="191" y="30"/>
                      <a:pt x="191" y="30"/>
                      <a:pt x="191" y="30"/>
                    </a:cubicBezTo>
                    <a:cubicBezTo>
                      <a:pt x="292" y="30"/>
                      <a:pt x="375" y="113"/>
                      <a:pt x="375" y="215"/>
                    </a:cubicBezTo>
                    <a:cubicBezTo>
                      <a:pt x="371" y="275"/>
                      <a:pt x="371" y="275"/>
                      <a:pt x="371" y="275"/>
                    </a:cubicBezTo>
                    <a:cubicBezTo>
                      <a:pt x="352" y="511"/>
                      <a:pt x="352" y="511"/>
                      <a:pt x="352" y="511"/>
                    </a:cubicBezTo>
                    <a:lnTo>
                      <a:pt x="301" y="555"/>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8" name="Freeform 161">
                <a:extLst>
                  <a:ext uri="{FF2B5EF4-FFF2-40B4-BE49-F238E27FC236}">
                    <a16:creationId xmlns:a16="http://schemas.microsoft.com/office/drawing/2014/main" id="{4D7D75E1-9650-48A0-E29C-562CCECD16CB}"/>
                  </a:ext>
                </a:extLst>
              </p:cNvPr>
              <p:cNvSpPr>
                <a:spLocks/>
              </p:cNvSpPr>
              <p:nvPr/>
            </p:nvSpPr>
            <p:spPr bwMode="auto">
              <a:xfrm>
                <a:off x="3910" y="2220"/>
                <a:ext cx="1"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69" name="Freeform 162">
                <a:extLst>
                  <a:ext uri="{FF2B5EF4-FFF2-40B4-BE49-F238E27FC236}">
                    <a16:creationId xmlns:a16="http://schemas.microsoft.com/office/drawing/2014/main" id="{17F2E724-5956-182D-E52D-0C6067093A46}"/>
                  </a:ext>
                </a:extLst>
              </p:cNvPr>
              <p:cNvSpPr>
                <a:spLocks/>
              </p:cNvSpPr>
              <p:nvPr/>
            </p:nvSpPr>
            <p:spPr bwMode="auto">
              <a:xfrm>
                <a:off x="3908" y="2220"/>
                <a:ext cx="2" cy="3"/>
              </a:xfrm>
              <a:custGeom>
                <a:avLst/>
                <a:gdLst>
                  <a:gd name="T0" fmla="*/ 0 w 2"/>
                  <a:gd name="T1" fmla="*/ 0 h 3"/>
                  <a:gd name="T2" fmla="*/ 2 w 2"/>
                  <a:gd name="T3" fmla="*/ 3 h 3"/>
                  <a:gd name="T4" fmla="*/ 0 w 2"/>
                  <a:gd name="T5" fmla="*/ 0 h 3"/>
                  <a:gd name="T6" fmla="*/ 0 w 2"/>
                  <a:gd name="T7" fmla="*/ 0 h 3"/>
                </a:gdLst>
                <a:ahLst/>
                <a:cxnLst>
                  <a:cxn ang="0">
                    <a:pos x="T0" y="T1"/>
                  </a:cxn>
                  <a:cxn ang="0">
                    <a:pos x="T2" y="T3"/>
                  </a:cxn>
                  <a:cxn ang="0">
                    <a:pos x="T4" y="T5"/>
                  </a:cxn>
                  <a:cxn ang="0">
                    <a:pos x="T6" y="T7"/>
                  </a:cxn>
                </a:cxnLst>
                <a:rect l="0" t="0" r="r" b="b"/>
                <a:pathLst>
                  <a:path w="2" h="3">
                    <a:moveTo>
                      <a:pt x="0" y="0"/>
                    </a:moveTo>
                    <a:lnTo>
                      <a:pt x="2" y="3"/>
                    </a:lnTo>
                    <a:lnTo>
                      <a:pt x="0" y="0"/>
                    </a:lnTo>
                    <a:lnTo>
                      <a:pt x="0"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70" name="Freeform 163">
                <a:extLst>
                  <a:ext uri="{FF2B5EF4-FFF2-40B4-BE49-F238E27FC236}">
                    <a16:creationId xmlns:a16="http://schemas.microsoft.com/office/drawing/2014/main" id="{C2F57B0D-7B2A-01A6-1C05-4EFF64AE1EAA}"/>
                  </a:ext>
                </a:extLst>
              </p:cNvPr>
              <p:cNvSpPr>
                <a:spLocks/>
              </p:cNvSpPr>
              <p:nvPr/>
            </p:nvSpPr>
            <p:spPr bwMode="auto">
              <a:xfrm>
                <a:off x="3905" y="2213"/>
                <a:ext cx="2" cy="1"/>
              </a:xfrm>
              <a:custGeom>
                <a:avLst/>
                <a:gdLst>
                  <a:gd name="T0" fmla="*/ 2 w 2"/>
                  <a:gd name="T1" fmla="*/ 1 h 1"/>
                  <a:gd name="T2" fmla="*/ 0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0"/>
                    </a:lnTo>
                    <a:lnTo>
                      <a:pt x="2" y="1"/>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71" name="Freeform 164">
                <a:extLst>
                  <a:ext uri="{FF2B5EF4-FFF2-40B4-BE49-F238E27FC236}">
                    <a16:creationId xmlns:a16="http://schemas.microsoft.com/office/drawing/2014/main" id="{C7384FCC-82F4-3959-80B0-58BFC68701C1}"/>
                  </a:ext>
                </a:extLst>
              </p:cNvPr>
              <p:cNvSpPr>
                <a:spLocks noEditPoints="1"/>
              </p:cNvSpPr>
              <p:nvPr/>
            </p:nvSpPr>
            <p:spPr bwMode="auto">
              <a:xfrm>
                <a:off x="3886" y="2204"/>
                <a:ext cx="29" cy="121"/>
              </a:xfrm>
              <a:custGeom>
                <a:avLst/>
                <a:gdLst>
                  <a:gd name="T0" fmla="*/ 63 w 91"/>
                  <a:gd name="T1" fmla="*/ 0 h 375"/>
                  <a:gd name="T2" fmla="*/ 62 w 91"/>
                  <a:gd name="T3" fmla="*/ 0 h 375"/>
                  <a:gd name="T4" fmla="*/ 61 w 91"/>
                  <a:gd name="T5" fmla="*/ 1 h 375"/>
                  <a:gd name="T6" fmla="*/ 49 w 91"/>
                  <a:gd name="T7" fmla="*/ 65 h 375"/>
                  <a:gd name="T8" fmla="*/ 0 w 91"/>
                  <a:gd name="T9" fmla="*/ 314 h 375"/>
                  <a:gd name="T10" fmla="*/ 17 w 91"/>
                  <a:gd name="T11" fmla="*/ 375 h 375"/>
                  <a:gd name="T12" fmla="*/ 64 w 91"/>
                  <a:gd name="T13" fmla="*/ 138 h 375"/>
                  <a:gd name="T14" fmla="*/ 59 w 91"/>
                  <a:gd name="T15" fmla="*/ 143 h 375"/>
                  <a:gd name="T16" fmla="*/ 39 w 91"/>
                  <a:gd name="T17" fmla="*/ 120 h 375"/>
                  <a:gd name="T18" fmla="*/ 74 w 91"/>
                  <a:gd name="T19" fmla="*/ 89 h 375"/>
                  <a:gd name="T20" fmla="*/ 76 w 91"/>
                  <a:gd name="T21" fmla="*/ 80 h 375"/>
                  <a:gd name="T22" fmla="*/ 78 w 91"/>
                  <a:gd name="T23" fmla="*/ 68 h 375"/>
                  <a:gd name="T24" fmla="*/ 87 w 91"/>
                  <a:gd name="T25" fmla="*/ 22 h 375"/>
                  <a:gd name="T26" fmla="*/ 91 w 91"/>
                  <a:gd name="T27" fmla="*/ 0 h 375"/>
                  <a:gd name="T28" fmla="*/ 63 w 91"/>
                  <a:gd name="T29" fmla="*/ 0 h 375"/>
                  <a:gd name="T30" fmla="*/ 60 w 91"/>
                  <a:gd name="T31" fmla="*/ 29 h 375"/>
                  <a:gd name="T32" fmla="*/ 60 w 91"/>
                  <a:gd name="T33" fmla="*/ 29 h 375"/>
                  <a:gd name="T34" fmla="*/ 65 w 91"/>
                  <a:gd name="T35" fmla="*/ 32 h 375"/>
                  <a:gd name="T36" fmla="*/ 60 w 91"/>
                  <a:gd name="T37" fmla="*/ 29 h 375"/>
                  <a:gd name="T38" fmla="*/ 69 w 91"/>
                  <a:gd name="T39" fmla="*/ 51 h 375"/>
                  <a:gd name="T40" fmla="*/ 69 w 91"/>
                  <a:gd name="T41" fmla="*/ 51 h 375"/>
                  <a:gd name="T42" fmla="*/ 74 w 91"/>
                  <a:gd name="T43" fmla="*/ 60 h 375"/>
                  <a:gd name="T44" fmla="*/ 69 w 91"/>
                  <a:gd name="T45" fmla="*/ 51 h 375"/>
                  <a:gd name="T46" fmla="*/ 76 w 91"/>
                  <a:gd name="T47" fmla="*/ 52 h 375"/>
                  <a:gd name="T48" fmla="*/ 76 w 91"/>
                  <a:gd name="T49" fmla="*/ 52 h 375"/>
                  <a:gd name="T50" fmla="*/ 77 w 91"/>
                  <a:gd name="T51" fmla="*/ 51 h 375"/>
                  <a:gd name="T52" fmla="*/ 77 w 91"/>
                  <a:gd name="T53" fmla="*/ 51 h 375"/>
                  <a:gd name="T54" fmla="*/ 76 w 91"/>
                  <a:gd name="T55" fmla="*/ 52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 h="375">
                    <a:moveTo>
                      <a:pt x="63" y="0"/>
                    </a:moveTo>
                    <a:cubicBezTo>
                      <a:pt x="62" y="0"/>
                      <a:pt x="62" y="0"/>
                      <a:pt x="62" y="0"/>
                    </a:cubicBezTo>
                    <a:cubicBezTo>
                      <a:pt x="61" y="1"/>
                      <a:pt x="61" y="1"/>
                      <a:pt x="61" y="1"/>
                    </a:cubicBezTo>
                    <a:cubicBezTo>
                      <a:pt x="49" y="65"/>
                      <a:pt x="49" y="65"/>
                      <a:pt x="49" y="65"/>
                    </a:cubicBezTo>
                    <a:cubicBezTo>
                      <a:pt x="0" y="314"/>
                      <a:pt x="0" y="314"/>
                      <a:pt x="0" y="314"/>
                    </a:cubicBezTo>
                    <a:cubicBezTo>
                      <a:pt x="7" y="334"/>
                      <a:pt x="13" y="355"/>
                      <a:pt x="17" y="375"/>
                    </a:cubicBezTo>
                    <a:cubicBezTo>
                      <a:pt x="64" y="138"/>
                      <a:pt x="64" y="138"/>
                      <a:pt x="64" y="138"/>
                    </a:cubicBezTo>
                    <a:cubicBezTo>
                      <a:pt x="59" y="143"/>
                      <a:pt x="59" y="143"/>
                      <a:pt x="59" y="143"/>
                    </a:cubicBezTo>
                    <a:cubicBezTo>
                      <a:pt x="39" y="120"/>
                      <a:pt x="39" y="120"/>
                      <a:pt x="39" y="120"/>
                    </a:cubicBezTo>
                    <a:cubicBezTo>
                      <a:pt x="74" y="89"/>
                      <a:pt x="74" y="89"/>
                      <a:pt x="74" y="89"/>
                    </a:cubicBezTo>
                    <a:cubicBezTo>
                      <a:pt x="76" y="80"/>
                      <a:pt x="76" y="80"/>
                      <a:pt x="76" y="80"/>
                    </a:cubicBezTo>
                    <a:cubicBezTo>
                      <a:pt x="78" y="68"/>
                      <a:pt x="78" y="68"/>
                      <a:pt x="78" y="68"/>
                    </a:cubicBezTo>
                    <a:cubicBezTo>
                      <a:pt x="87" y="22"/>
                      <a:pt x="87" y="22"/>
                      <a:pt x="87" y="22"/>
                    </a:cubicBezTo>
                    <a:cubicBezTo>
                      <a:pt x="91" y="0"/>
                      <a:pt x="91" y="0"/>
                      <a:pt x="91" y="0"/>
                    </a:cubicBezTo>
                    <a:lnTo>
                      <a:pt x="63" y="0"/>
                    </a:lnTo>
                    <a:close/>
                    <a:moveTo>
                      <a:pt x="60" y="29"/>
                    </a:moveTo>
                    <a:cubicBezTo>
                      <a:pt x="60" y="29"/>
                      <a:pt x="60" y="29"/>
                      <a:pt x="60" y="29"/>
                    </a:cubicBezTo>
                    <a:cubicBezTo>
                      <a:pt x="65" y="32"/>
                      <a:pt x="65" y="32"/>
                      <a:pt x="65" y="32"/>
                    </a:cubicBezTo>
                    <a:lnTo>
                      <a:pt x="60" y="29"/>
                    </a:lnTo>
                    <a:close/>
                    <a:moveTo>
                      <a:pt x="69" y="51"/>
                    </a:moveTo>
                    <a:cubicBezTo>
                      <a:pt x="69" y="51"/>
                      <a:pt x="69" y="51"/>
                      <a:pt x="69" y="51"/>
                    </a:cubicBezTo>
                    <a:cubicBezTo>
                      <a:pt x="74" y="60"/>
                      <a:pt x="74" y="60"/>
                      <a:pt x="74" y="60"/>
                    </a:cubicBezTo>
                    <a:lnTo>
                      <a:pt x="69" y="51"/>
                    </a:lnTo>
                    <a:close/>
                    <a:moveTo>
                      <a:pt x="76" y="52"/>
                    </a:moveTo>
                    <a:cubicBezTo>
                      <a:pt x="76" y="52"/>
                      <a:pt x="76" y="52"/>
                      <a:pt x="76" y="52"/>
                    </a:cubicBezTo>
                    <a:cubicBezTo>
                      <a:pt x="77" y="51"/>
                      <a:pt x="77" y="51"/>
                      <a:pt x="77" y="51"/>
                    </a:cubicBezTo>
                    <a:cubicBezTo>
                      <a:pt x="77" y="51"/>
                      <a:pt x="77" y="51"/>
                      <a:pt x="77" y="51"/>
                    </a:cubicBezTo>
                    <a:lnTo>
                      <a:pt x="76" y="52"/>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72" name="Freeform 166">
                <a:extLst>
                  <a:ext uri="{FF2B5EF4-FFF2-40B4-BE49-F238E27FC236}">
                    <a16:creationId xmlns:a16="http://schemas.microsoft.com/office/drawing/2014/main" id="{CF1FB1CA-BD3D-7338-3F67-426FEFED654F}"/>
                  </a:ext>
                </a:extLst>
              </p:cNvPr>
              <p:cNvSpPr>
                <a:spLocks/>
              </p:cNvSpPr>
              <p:nvPr/>
            </p:nvSpPr>
            <p:spPr bwMode="auto">
              <a:xfrm>
                <a:off x="3910" y="2220"/>
                <a:ext cx="1"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3175">
                <a:solidFill>
                  <a:sysClr val="windowText" lastClr="000000">
                    <a:lumMod val="40000"/>
                    <a:lumOff val="60000"/>
                  </a:sysClr>
                </a:solid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grpSp>
      <p:grpSp>
        <p:nvGrpSpPr>
          <p:cNvPr id="273" name="Group 272">
            <a:extLst>
              <a:ext uri="{FF2B5EF4-FFF2-40B4-BE49-F238E27FC236}">
                <a16:creationId xmlns:a16="http://schemas.microsoft.com/office/drawing/2014/main" id="{55431A35-74F3-8B2F-EC75-3E3B25ACA456}"/>
              </a:ext>
            </a:extLst>
          </p:cNvPr>
          <p:cNvGrpSpPr>
            <a:grpSpLocks noChangeAspect="1"/>
          </p:cNvGrpSpPr>
          <p:nvPr/>
        </p:nvGrpSpPr>
        <p:grpSpPr>
          <a:xfrm>
            <a:off x="2358984" y="5983788"/>
            <a:ext cx="467982" cy="467982"/>
            <a:chOff x="2182867" y="4542002"/>
            <a:chExt cx="607489" cy="613034"/>
          </a:xfrm>
        </p:grpSpPr>
        <p:sp>
          <p:nvSpPr>
            <p:cNvPr id="274" name="Oval 273">
              <a:extLst>
                <a:ext uri="{FF2B5EF4-FFF2-40B4-BE49-F238E27FC236}">
                  <a16:creationId xmlns:a16="http://schemas.microsoft.com/office/drawing/2014/main" id="{0A59536A-77E4-6207-79FD-7288FEFE09C2}"/>
                </a:ext>
              </a:extLst>
            </p:cNvPr>
            <p:cNvSpPr/>
            <p:nvPr/>
          </p:nvSpPr>
          <p:spPr>
            <a:xfrm>
              <a:off x="2182867" y="4542002"/>
              <a:ext cx="607489" cy="613034"/>
            </a:xfrm>
            <a:prstGeom prst="ellipse">
              <a:avLst/>
            </a:prstGeom>
            <a:solidFill>
              <a:srgbClr val="FFFFFF"/>
            </a:solidFill>
            <a:ln w="19050" cap="flat" cmpd="sng" algn="ctr">
              <a:solidFill>
                <a:srgbClr val="FFFFFF">
                  <a:lumMod val="50000"/>
                </a:srgb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8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pic>
          <p:nvPicPr>
            <p:cNvPr id="275" name="Picture 274">
              <a:extLst>
                <a:ext uri="{FF2B5EF4-FFF2-40B4-BE49-F238E27FC236}">
                  <a16:creationId xmlns:a16="http://schemas.microsoft.com/office/drawing/2014/main" id="{7CCEF2C6-C866-C8D7-E78C-6338558F74D5}"/>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291408" y="4713089"/>
              <a:ext cx="390401" cy="269525"/>
            </a:xfrm>
            <a:prstGeom prst="rect">
              <a:avLst/>
            </a:prstGeom>
            <a:ln>
              <a:noFill/>
            </a:ln>
          </p:spPr>
        </p:pic>
      </p:grpSp>
      <p:grpSp>
        <p:nvGrpSpPr>
          <p:cNvPr id="276" name="Group 275">
            <a:extLst>
              <a:ext uri="{FF2B5EF4-FFF2-40B4-BE49-F238E27FC236}">
                <a16:creationId xmlns:a16="http://schemas.microsoft.com/office/drawing/2014/main" id="{5095B00B-5915-703D-D919-A71CE664781F}"/>
              </a:ext>
            </a:extLst>
          </p:cNvPr>
          <p:cNvGrpSpPr>
            <a:grpSpLocks noChangeAspect="1"/>
          </p:cNvGrpSpPr>
          <p:nvPr/>
        </p:nvGrpSpPr>
        <p:grpSpPr>
          <a:xfrm>
            <a:off x="3901271" y="5920627"/>
            <a:ext cx="467982" cy="467982"/>
            <a:chOff x="3470389" y="4302770"/>
            <a:chExt cx="607489" cy="613032"/>
          </a:xfrm>
        </p:grpSpPr>
        <p:sp>
          <p:nvSpPr>
            <p:cNvPr id="277" name="Oval 195">
              <a:extLst>
                <a:ext uri="{FF2B5EF4-FFF2-40B4-BE49-F238E27FC236}">
                  <a16:creationId xmlns:a16="http://schemas.microsoft.com/office/drawing/2014/main" id="{35550357-658A-76BE-A6D2-43437433D86B}"/>
                </a:ext>
              </a:extLst>
            </p:cNvPr>
            <p:cNvSpPr/>
            <p:nvPr/>
          </p:nvSpPr>
          <p:spPr>
            <a:xfrm>
              <a:off x="3470389" y="4302770"/>
              <a:ext cx="607489" cy="613032"/>
            </a:xfrm>
            <a:prstGeom prst="ellipse">
              <a:avLst/>
            </a:prstGeom>
            <a:solidFill>
              <a:srgbClr val="FFFFFF"/>
            </a:solidFill>
            <a:ln w="19050" cap="flat" cmpd="sng" algn="ctr">
              <a:solidFill>
                <a:srgbClr val="FFFFFF">
                  <a:lumMod val="50000"/>
                </a:srgb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8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pic>
          <p:nvPicPr>
            <p:cNvPr id="278" name="Picture 277">
              <a:extLst>
                <a:ext uri="{FF2B5EF4-FFF2-40B4-BE49-F238E27FC236}">
                  <a16:creationId xmlns:a16="http://schemas.microsoft.com/office/drawing/2014/main" id="{174B0630-3634-B064-8ED5-068AAC312AE6}"/>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3602492" y="4386963"/>
              <a:ext cx="364508" cy="372383"/>
            </a:xfrm>
            <a:prstGeom prst="rect">
              <a:avLst/>
            </a:prstGeom>
            <a:ln>
              <a:noFill/>
            </a:ln>
          </p:spPr>
        </p:pic>
      </p:grpSp>
      <p:grpSp>
        <p:nvGrpSpPr>
          <p:cNvPr id="279" name="Group 278">
            <a:extLst>
              <a:ext uri="{FF2B5EF4-FFF2-40B4-BE49-F238E27FC236}">
                <a16:creationId xmlns:a16="http://schemas.microsoft.com/office/drawing/2014/main" id="{8381F7B4-8E5E-7DC4-D744-512FDD2DECF6}"/>
              </a:ext>
            </a:extLst>
          </p:cNvPr>
          <p:cNvGrpSpPr>
            <a:grpSpLocks noChangeAspect="1"/>
          </p:cNvGrpSpPr>
          <p:nvPr/>
        </p:nvGrpSpPr>
        <p:grpSpPr>
          <a:xfrm>
            <a:off x="7730016" y="6221892"/>
            <a:ext cx="467982" cy="467982"/>
            <a:chOff x="6854140" y="5265843"/>
            <a:chExt cx="607489" cy="613034"/>
          </a:xfrm>
        </p:grpSpPr>
        <p:sp>
          <p:nvSpPr>
            <p:cNvPr id="280" name="Oval 279">
              <a:extLst>
                <a:ext uri="{FF2B5EF4-FFF2-40B4-BE49-F238E27FC236}">
                  <a16:creationId xmlns:a16="http://schemas.microsoft.com/office/drawing/2014/main" id="{B75D472E-54EF-7BD5-4C6D-9EFCF4D9903A}"/>
                </a:ext>
              </a:extLst>
            </p:cNvPr>
            <p:cNvSpPr/>
            <p:nvPr/>
          </p:nvSpPr>
          <p:spPr>
            <a:xfrm>
              <a:off x="6854140" y="5265843"/>
              <a:ext cx="607489" cy="613034"/>
            </a:xfrm>
            <a:prstGeom prst="ellipse">
              <a:avLst/>
            </a:prstGeom>
            <a:solidFill>
              <a:srgbClr val="FFFFFF"/>
            </a:solidFill>
            <a:ln w="19050" cap="flat" cmpd="sng" algn="ctr">
              <a:solidFill>
                <a:srgbClr val="FFFFFF">
                  <a:lumMod val="50000"/>
                </a:srgb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8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nvGrpSpPr>
            <p:cNvPr id="281" name="Group 116">
              <a:extLst>
                <a:ext uri="{FF2B5EF4-FFF2-40B4-BE49-F238E27FC236}">
                  <a16:creationId xmlns:a16="http://schemas.microsoft.com/office/drawing/2014/main" id="{86CFF5A0-0F1B-2A72-E7F5-A7715A0A84F9}"/>
                </a:ext>
              </a:extLst>
            </p:cNvPr>
            <p:cNvGrpSpPr>
              <a:grpSpLocks noChangeAspect="1"/>
            </p:cNvGrpSpPr>
            <p:nvPr/>
          </p:nvGrpSpPr>
          <p:grpSpPr bwMode="auto">
            <a:xfrm>
              <a:off x="6964794" y="5351396"/>
              <a:ext cx="401643" cy="433825"/>
              <a:chOff x="4629" y="3001"/>
              <a:chExt cx="736" cy="795"/>
            </a:xfrm>
            <a:solidFill>
              <a:sysClr val="windowText" lastClr="000000"/>
            </a:solidFill>
          </p:grpSpPr>
          <p:sp>
            <p:nvSpPr>
              <p:cNvPr id="282" name="Rectangle 117">
                <a:extLst>
                  <a:ext uri="{FF2B5EF4-FFF2-40B4-BE49-F238E27FC236}">
                    <a16:creationId xmlns:a16="http://schemas.microsoft.com/office/drawing/2014/main" id="{CD088B1E-32A5-E163-E04A-18482DA9D37C}"/>
                  </a:ext>
                </a:extLst>
              </p:cNvPr>
              <p:cNvSpPr>
                <a:spLocks noChangeArrowheads="1"/>
              </p:cNvSpPr>
              <p:nvPr/>
            </p:nvSpPr>
            <p:spPr bwMode="auto">
              <a:xfrm>
                <a:off x="4876" y="3064"/>
                <a:ext cx="489" cy="16"/>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3" name="Rectangle 118">
                <a:extLst>
                  <a:ext uri="{FF2B5EF4-FFF2-40B4-BE49-F238E27FC236}">
                    <a16:creationId xmlns:a16="http://schemas.microsoft.com/office/drawing/2014/main" id="{270D912D-DB95-1D75-67DB-C4587E94498F}"/>
                  </a:ext>
                </a:extLst>
              </p:cNvPr>
              <p:cNvSpPr>
                <a:spLocks noChangeArrowheads="1"/>
              </p:cNvSpPr>
              <p:nvPr/>
            </p:nvSpPr>
            <p:spPr bwMode="auto">
              <a:xfrm>
                <a:off x="5348" y="3069"/>
                <a:ext cx="17" cy="70"/>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4" name="Rectangle 119">
                <a:extLst>
                  <a:ext uri="{FF2B5EF4-FFF2-40B4-BE49-F238E27FC236}">
                    <a16:creationId xmlns:a16="http://schemas.microsoft.com/office/drawing/2014/main" id="{DC99F4A9-1C7E-6067-CD6F-300591B04EF7}"/>
                  </a:ext>
                </a:extLst>
              </p:cNvPr>
              <p:cNvSpPr>
                <a:spLocks noChangeArrowheads="1"/>
              </p:cNvSpPr>
              <p:nvPr/>
            </p:nvSpPr>
            <p:spPr bwMode="auto">
              <a:xfrm>
                <a:off x="5314" y="3132"/>
                <a:ext cx="16" cy="338"/>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5" name="Rectangle 120">
                <a:extLst>
                  <a:ext uri="{FF2B5EF4-FFF2-40B4-BE49-F238E27FC236}">
                    <a16:creationId xmlns:a16="http://schemas.microsoft.com/office/drawing/2014/main" id="{897BC6B6-807C-DA7C-F2C1-32E866FE1E36}"/>
                  </a:ext>
                </a:extLst>
              </p:cNvPr>
              <p:cNvSpPr>
                <a:spLocks noChangeArrowheads="1"/>
              </p:cNvSpPr>
              <p:nvPr/>
            </p:nvSpPr>
            <p:spPr bwMode="auto">
              <a:xfrm>
                <a:off x="4876" y="3125"/>
                <a:ext cx="489" cy="17"/>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6" name="Rectangle 121">
                <a:extLst>
                  <a:ext uri="{FF2B5EF4-FFF2-40B4-BE49-F238E27FC236}">
                    <a16:creationId xmlns:a16="http://schemas.microsoft.com/office/drawing/2014/main" id="{FBDEC947-703B-E98F-B6C5-CD65BF038B6A}"/>
                  </a:ext>
                </a:extLst>
              </p:cNvPr>
              <p:cNvSpPr>
                <a:spLocks noChangeArrowheads="1"/>
              </p:cNvSpPr>
              <p:nvPr/>
            </p:nvSpPr>
            <p:spPr bwMode="auto">
              <a:xfrm>
                <a:off x="5119" y="3205"/>
                <a:ext cx="166" cy="17"/>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7" name="Rectangle 122">
                <a:extLst>
                  <a:ext uri="{FF2B5EF4-FFF2-40B4-BE49-F238E27FC236}">
                    <a16:creationId xmlns:a16="http://schemas.microsoft.com/office/drawing/2014/main" id="{F1F1A55B-9BA7-C0E1-3069-F243A3A7865B}"/>
                  </a:ext>
                </a:extLst>
              </p:cNvPr>
              <p:cNvSpPr>
                <a:spLocks noChangeArrowheads="1"/>
              </p:cNvSpPr>
              <p:nvPr/>
            </p:nvSpPr>
            <p:spPr bwMode="auto">
              <a:xfrm>
                <a:off x="5119" y="3260"/>
                <a:ext cx="166" cy="16"/>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8" name="Rectangle 123">
                <a:extLst>
                  <a:ext uri="{FF2B5EF4-FFF2-40B4-BE49-F238E27FC236}">
                    <a16:creationId xmlns:a16="http://schemas.microsoft.com/office/drawing/2014/main" id="{3FF967D3-480D-377C-C451-64DE5404BF51}"/>
                  </a:ext>
                </a:extLst>
              </p:cNvPr>
              <p:cNvSpPr>
                <a:spLocks noChangeArrowheads="1"/>
              </p:cNvSpPr>
              <p:nvPr/>
            </p:nvSpPr>
            <p:spPr bwMode="auto">
              <a:xfrm>
                <a:off x="5010" y="3313"/>
                <a:ext cx="275" cy="16"/>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89" name="Rectangle 124">
                <a:extLst>
                  <a:ext uri="{FF2B5EF4-FFF2-40B4-BE49-F238E27FC236}">
                    <a16:creationId xmlns:a16="http://schemas.microsoft.com/office/drawing/2014/main" id="{0BE0F006-7934-1D44-0400-9747E44D62B3}"/>
                  </a:ext>
                </a:extLst>
              </p:cNvPr>
              <p:cNvSpPr>
                <a:spLocks noChangeArrowheads="1"/>
              </p:cNvSpPr>
              <p:nvPr/>
            </p:nvSpPr>
            <p:spPr bwMode="auto">
              <a:xfrm>
                <a:off x="5010" y="3367"/>
                <a:ext cx="275" cy="17"/>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0" name="Rectangle 125">
                <a:extLst>
                  <a:ext uri="{FF2B5EF4-FFF2-40B4-BE49-F238E27FC236}">
                    <a16:creationId xmlns:a16="http://schemas.microsoft.com/office/drawing/2014/main" id="{8257CB6F-90F2-0622-7CB3-F5568B6E9906}"/>
                  </a:ext>
                </a:extLst>
              </p:cNvPr>
              <p:cNvSpPr>
                <a:spLocks noChangeArrowheads="1"/>
              </p:cNvSpPr>
              <p:nvPr/>
            </p:nvSpPr>
            <p:spPr bwMode="auto">
              <a:xfrm>
                <a:off x="4876" y="3454"/>
                <a:ext cx="449" cy="16"/>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1" name="Freeform 126">
                <a:extLst>
                  <a:ext uri="{FF2B5EF4-FFF2-40B4-BE49-F238E27FC236}">
                    <a16:creationId xmlns:a16="http://schemas.microsoft.com/office/drawing/2014/main" id="{FFEC1792-58B1-7337-7902-8562ACD6833D}"/>
                  </a:ext>
                </a:extLst>
              </p:cNvPr>
              <p:cNvSpPr>
                <a:spLocks noEditPoints="1"/>
              </p:cNvSpPr>
              <p:nvPr/>
            </p:nvSpPr>
            <p:spPr bwMode="auto">
              <a:xfrm>
                <a:off x="4950" y="3534"/>
                <a:ext cx="109" cy="155"/>
              </a:xfrm>
              <a:custGeom>
                <a:avLst/>
                <a:gdLst>
                  <a:gd name="T0" fmla="*/ 55 w 110"/>
                  <a:gd name="T1" fmla="*/ 157 h 157"/>
                  <a:gd name="T2" fmla="*/ 0 w 110"/>
                  <a:gd name="T3" fmla="*/ 78 h 157"/>
                  <a:gd name="T4" fmla="*/ 55 w 110"/>
                  <a:gd name="T5" fmla="*/ 0 h 157"/>
                  <a:gd name="T6" fmla="*/ 110 w 110"/>
                  <a:gd name="T7" fmla="*/ 78 h 157"/>
                  <a:gd name="T8" fmla="*/ 55 w 110"/>
                  <a:gd name="T9" fmla="*/ 157 h 157"/>
                  <a:gd name="T10" fmla="*/ 55 w 110"/>
                  <a:gd name="T11" fmla="*/ 5 h 157"/>
                  <a:gd name="T12" fmla="*/ 5 w 110"/>
                  <a:gd name="T13" fmla="*/ 78 h 157"/>
                  <a:gd name="T14" fmla="*/ 55 w 110"/>
                  <a:gd name="T15" fmla="*/ 152 h 157"/>
                  <a:gd name="T16" fmla="*/ 105 w 110"/>
                  <a:gd name="T17" fmla="*/ 78 h 157"/>
                  <a:gd name="T18" fmla="*/ 55 w 110"/>
                  <a:gd name="T19" fmla="*/ 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7">
                    <a:moveTo>
                      <a:pt x="55" y="157"/>
                    </a:moveTo>
                    <a:cubicBezTo>
                      <a:pt x="25" y="157"/>
                      <a:pt x="0" y="122"/>
                      <a:pt x="0" y="78"/>
                    </a:cubicBezTo>
                    <a:cubicBezTo>
                      <a:pt x="0" y="25"/>
                      <a:pt x="18" y="0"/>
                      <a:pt x="55" y="0"/>
                    </a:cubicBezTo>
                    <a:cubicBezTo>
                      <a:pt x="92" y="0"/>
                      <a:pt x="110" y="25"/>
                      <a:pt x="110" y="78"/>
                    </a:cubicBezTo>
                    <a:cubicBezTo>
                      <a:pt x="110" y="122"/>
                      <a:pt x="86" y="157"/>
                      <a:pt x="55" y="157"/>
                    </a:cubicBezTo>
                    <a:close/>
                    <a:moveTo>
                      <a:pt x="55" y="5"/>
                    </a:moveTo>
                    <a:cubicBezTo>
                      <a:pt x="34" y="5"/>
                      <a:pt x="5" y="12"/>
                      <a:pt x="5" y="78"/>
                    </a:cubicBezTo>
                    <a:cubicBezTo>
                      <a:pt x="5" y="119"/>
                      <a:pt x="28" y="152"/>
                      <a:pt x="55" y="152"/>
                    </a:cubicBezTo>
                    <a:cubicBezTo>
                      <a:pt x="83" y="152"/>
                      <a:pt x="105" y="119"/>
                      <a:pt x="105" y="78"/>
                    </a:cubicBezTo>
                    <a:cubicBezTo>
                      <a:pt x="105" y="12"/>
                      <a:pt x="77" y="5"/>
                      <a:pt x="55" y="5"/>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2" name="Freeform 127">
                <a:extLst>
                  <a:ext uri="{FF2B5EF4-FFF2-40B4-BE49-F238E27FC236}">
                    <a16:creationId xmlns:a16="http://schemas.microsoft.com/office/drawing/2014/main" id="{532F8EC4-7584-EB3F-0724-80B9B36AAD51}"/>
                  </a:ext>
                </a:extLst>
              </p:cNvPr>
              <p:cNvSpPr>
                <a:spLocks noEditPoints="1"/>
              </p:cNvSpPr>
              <p:nvPr/>
            </p:nvSpPr>
            <p:spPr bwMode="auto">
              <a:xfrm>
                <a:off x="4945" y="3529"/>
                <a:ext cx="119" cy="165"/>
              </a:xfrm>
              <a:custGeom>
                <a:avLst/>
                <a:gdLst>
                  <a:gd name="T0" fmla="*/ 60 w 120"/>
                  <a:gd name="T1" fmla="*/ 167 h 167"/>
                  <a:gd name="T2" fmla="*/ 0 w 120"/>
                  <a:gd name="T3" fmla="*/ 83 h 167"/>
                  <a:gd name="T4" fmla="*/ 60 w 120"/>
                  <a:gd name="T5" fmla="*/ 0 h 167"/>
                  <a:gd name="T6" fmla="*/ 120 w 120"/>
                  <a:gd name="T7" fmla="*/ 83 h 167"/>
                  <a:gd name="T8" fmla="*/ 60 w 120"/>
                  <a:gd name="T9" fmla="*/ 167 h 167"/>
                  <a:gd name="T10" fmla="*/ 60 w 120"/>
                  <a:gd name="T11" fmla="*/ 15 h 167"/>
                  <a:gd name="T12" fmla="*/ 15 w 120"/>
                  <a:gd name="T13" fmla="*/ 83 h 167"/>
                  <a:gd name="T14" fmla="*/ 60 w 120"/>
                  <a:gd name="T15" fmla="*/ 152 h 167"/>
                  <a:gd name="T16" fmla="*/ 105 w 120"/>
                  <a:gd name="T17" fmla="*/ 83 h 167"/>
                  <a:gd name="T18" fmla="*/ 60 w 120"/>
                  <a:gd name="T19" fmla="*/ 1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67">
                    <a:moveTo>
                      <a:pt x="60" y="167"/>
                    </a:moveTo>
                    <a:cubicBezTo>
                      <a:pt x="27" y="167"/>
                      <a:pt x="0" y="129"/>
                      <a:pt x="0" y="83"/>
                    </a:cubicBezTo>
                    <a:cubicBezTo>
                      <a:pt x="0" y="28"/>
                      <a:pt x="21" y="0"/>
                      <a:pt x="60" y="0"/>
                    </a:cubicBezTo>
                    <a:cubicBezTo>
                      <a:pt x="100" y="0"/>
                      <a:pt x="120" y="28"/>
                      <a:pt x="120" y="83"/>
                    </a:cubicBezTo>
                    <a:cubicBezTo>
                      <a:pt x="120" y="129"/>
                      <a:pt x="93" y="167"/>
                      <a:pt x="60" y="167"/>
                    </a:cubicBezTo>
                    <a:close/>
                    <a:moveTo>
                      <a:pt x="60" y="15"/>
                    </a:moveTo>
                    <a:cubicBezTo>
                      <a:pt x="39" y="15"/>
                      <a:pt x="15" y="22"/>
                      <a:pt x="15" y="83"/>
                    </a:cubicBezTo>
                    <a:cubicBezTo>
                      <a:pt x="15" y="121"/>
                      <a:pt x="35" y="152"/>
                      <a:pt x="60" y="152"/>
                    </a:cubicBezTo>
                    <a:cubicBezTo>
                      <a:pt x="85" y="152"/>
                      <a:pt x="105" y="121"/>
                      <a:pt x="105" y="83"/>
                    </a:cubicBezTo>
                    <a:cubicBezTo>
                      <a:pt x="105" y="22"/>
                      <a:pt x="81" y="15"/>
                      <a:pt x="60" y="15"/>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3" name="Freeform 128">
                <a:extLst>
                  <a:ext uri="{FF2B5EF4-FFF2-40B4-BE49-F238E27FC236}">
                    <a16:creationId xmlns:a16="http://schemas.microsoft.com/office/drawing/2014/main" id="{9342A4EB-C682-208C-BDDE-829822FFFE61}"/>
                  </a:ext>
                </a:extLst>
              </p:cNvPr>
              <p:cNvSpPr>
                <a:spLocks/>
              </p:cNvSpPr>
              <p:nvPr/>
            </p:nvSpPr>
            <p:spPr bwMode="auto">
              <a:xfrm>
                <a:off x="4902" y="3679"/>
                <a:ext cx="83" cy="112"/>
              </a:xfrm>
              <a:custGeom>
                <a:avLst/>
                <a:gdLst>
                  <a:gd name="T0" fmla="*/ 5 w 84"/>
                  <a:gd name="T1" fmla="*/ 113 h 113"/>
                  <a:gd name="T2" fmla="*/ 0 w 84"/>
                  <a:gd name="T3" fmla="*/ 113 h 113"/>
                  <a:gd name="T4" fmla="*/ 78 w 84"/>
                  <a:gd name="T5" fmla="*/ 18 h 113"/>
                  <a:gd name="T6" fmla="*/ 79 w 84"/>
                  <a:gd name="T7" fmla="*/ 0 h 113"/>
                  <a:gd name="T8" fmla="*/ 84 w 84"/>
                  <a:gd name="T9" fmla="*/ 0 h 113"/>
                  <a:gd name="T10" fmla="*/ 83 w 84"/>
                  <a:gd name="T11" fmla="*/ 23 h 113"/>
                  <a:gd name="T12" fmla="*/ 81 w 84"/>
                  <a:gd name="T13" fmla="*/ 23 h 113"/>
                  <a:gd name="T14" fmla="*/ 5 w 84"/>
                  <a:gd name="T15" fmla="*/ 113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13">
                    <a:moveTo>
                      <a:pt x="5" y="113"/>
                    </a:moveTo>
                    <a:cubicBezTo>
                      <a:pt x="0" y="113"/>
                      <a:pt x="0" y="113"/>
                      <a:pt x="0" y="113"/>
                    </a:cubicBezTo>
                    <a:cubicBezTo>
                      <a:pt x="0" y="67"/>
                      <a:pt x="33" y="27"/>
                      <a:pt x="78" y="18"/>
                    </a:cubicBezTo>
                    <a:cubicBezTo>
                      <a:pt x="79" y="0"/>
                      <a:pt x="79" y="0"/>
                      <a:pt x="79" y="0"/>
                    </a:cubicBezTo>
                    <a:cubicBezTo>
                      <a:pt x="84" y="0"/>
                      <a:pt x="84" y="0"/>
                      <a:pt x="84" y="0"/>
                    </a:cubicBezTo>
                    <a:cubicBezTo>
                      <a:pt x="83" y="23"/>
                      <a:pt x="83" y="23"/>
                      <a:pt x="83" y="23"/>
                    </a:cubicBezTo>
                    <a:cubicBezTo>
                      <a:pt x="81" y="23"/>
                      <a:pt x="81" y="23"/>
                      <a:pt x="81" y="23"/>
                    </a:cubicBezTo>
                    <a:cubicBezTo>
                      <a:pt x="37" y="31"/>
                      <a:pt x="5" y="69"/>
                      <a:pt x="5" y="113"/>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4" name="Freeform 129">
                <a:extLst>
                  <a:ext uri="{FF2B5EF4-FFF2-40B4-BE49-F238E27FC236}">
                    <a16:creationId xmlns:a16="http://schemas.microsoft.com/office/drawing/2014/main" id="{E5CE78DC-2702-C313-D41E-B23053945728}"/>
                  </a:ext>
                </a:extLst>
              </p:cNvPr>
              <p:cNvSpPr>
                <a:spLocks/>
              </p:cNvSpPr>
              <p:nvPr/>
            </p:nvSpPr>
            <p:spPr bwMode="auto">
              <a:xfrm>
                <a:off x="4897" y="3675"/>
                <a:ext cx="93" cy="121"/>
              </a:xfrm>
              <a:custGeom>
                <a:avLst/>
                <a:gdLst>
                  <a:gd name="T0" fmla="*/ 15 w 94"/>
                  <a:gd name="T1" fmla="*/ 123 h 123"/>
                  <a:gd name="T2" fmla="*/ 0 w 94"/>
                  <a:gd name="T3" fmla="*/ 123 h 123"/>
                  <a:gd name="T4" fmla="*/ 0 w 94"/>
                  <a:gd name="T5" fmla="*/ 118 h 123"/>
                  <a:gd name="T6" fmla="*/ 78 w 94"/>
                  <a:gd name="T7" fmla="*/ 20 h 123"/>
                  <a:gd name="T8" fmla="*/ 79 w 94"/>
                  <a:gd name="T9" fmla="*/ 0 h 123"/>
                  <a:gd name="T10" fmla="*/ 94 w 94"/>
                  <a:gd name="T11" fmla="*/ 1 h 123"/>
                  <a:gd name="T12" fmla="*/ 92 w 94"/>
                  <a:gd name="T13" fmla="*/ 32 h 123"/>
                  <a:gd name="T14" fmla="*/ 87 w 94"/>
                  <a:gd name="T15" fmla="*/ 33 h 123"/>
                  <a:gd name="T16" fmla="*/ 15 w 94"/>
                  <a:gd name="T17" fmla="*/ 118 h 123"/>
                  <a:gd name="T18" fmla="*/ 15 w 94"/>
                  <a:gd name="T1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23">
                    <a:moveTo>
                      <a:pt x="15" y="123"/>
                    </a:moveTo>
                    <a:cubicBezTo>
                      <a:pt x="0" y="123"/>
                      <a:pt x="0" y="123"/>
                      <a:pt x="0" y="123"/>
                    </a:cubicBezTo>
                    <a:cubicBezTo>
                      <a:pt x="0" y="118"/>
                      <a:pt x="0" y="118"/>
                      <a:pt x="0" y="118"/>
                    </a:cubicBezTo>
                    <a:cubicBezTo>
                      <a:pt x="0" y="71"/>
                      <a:pt x="33" y="30"/>
                      <a:pt x="78" y="20"/>
                    </a:cubicBezTo>
                    <a:cubicBezTo>
                      <a:pt x="79" y="0"/>
                      <a:pt x="79" y="0"/>
                      <a:pt x="79" y="0"/>
                    </a:cubicBezTo>
                    <a:cubicBezTo>
                      <a:pt x="94" y="1"/>
                      <a:pt x="94" y="1"/>
                      <a:pt x="94" y="1"/>
                    </a:cubicBezTo>
                    <a:cubicBezTo>
                      <a:pt x="92" y="32"/>
                      <a:pt x="92" y="32"/>
                      <a:pt x="92" y="32"/>
                    </a:cubicBezTo>
                    <a:cubicBezTo>
                      <a:pt x="87" y="33"/>
                      <a:pt x="87" y="33"/>
                      <a:pt x="87" y="33"/>
                    </a:cubicBezTo>
                    <a:cubicBezTo>
                      <a:pt x="45" y="40"/>
                      <a:pt x="15" y="76"/>
                      <a:pt x="15" y="118"/>
                    </a:cubicBezTo>
                    <a:lnTo>
                      <a:pt x="15" y="123"/>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5" name="Freeform 130">
                <a:extLst>
                  <a:ext uri="{FF2B5EF4-FFF2-40B4-BE49-F238E27FC236}">
                    <a16:creationId xmlns:a16="http://schemas.microsoft.com/office/drawing/2014/main" id="{F6274930-CB33-D79F-889A-23956AA5BF73}"/>
                  </a:ext>
                </a:extLst>
              </p:cNvPr>
              <p:cNvSpPr>
                <a:spLocks/>
              </p:cNvSpPr>
              <p:nvPr/>
            </p:nvSpPr>
            <p:spPr bwMode="auto">
              <a:xfrm>
                <a:off x="5024" y="3679"/>
                <a:ext cx="84" cy="112"/>
              </a:xfrm>
              <a:custGeom>
                <a:avLst/>
                <a:gdLst>
                  <a:gd name="T0" fmla="*/ 85 w 85"/>
                  <a:gd name="T1" fmla="*/ 113 h 113"/>
                  <a:gd name="T2" fmla="*/ 80 w 85"/>
                  <a:gd name="T3" fmla="*/ 113 h 113"/>
                  <a:gd name="T4" fmla="*/ 4 w 85"/>
                  <a:gd name="T5" fmla="*/ 23 h 113"/>
                  <a:gd name="T6" fmla="*/ 2 w 85"/>
                  <a:gd name="T7" fmla="*/ 23 h 113"/>
                  <a:gd name="T8" fmla="*/ 0 w 85"/>
                  <a:gd name="T9" fmla="*/ 0 h 113"/>
                  <a:gd name="T10" fmla="*/ 6 w 85"/>
                  <a:gd name="T11" fmla="*/ 0 h 113"/>
                  <a:gd name="T12" fmla="*/ 7 w 85"/>
                  <a:gd name="T13" fmla="*/ 18 h 113"/>
                  <a:gd name="T14" fmla="*/ 85 w 85"/>
                  <a:gd name="T15" fmla="*/ 113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 h="113">
                    <a:moveTo>
                      <a:pt x="85" y="113"/>
                    </a:moveTo>
                    <a:cubicBezTo>
                      <a:pt x="80" y="113"/>
                      <a:pt x="80" y="113"/>
                      <a:pt x="80" y="113"/>
                    </a:cubicBezTo>
                    <a:cubicBezTo>
                      <a:pt x="80" y="69"/>
                      <a:pt x="48" y="31"/>
                      <a:pt x="4" y="23"/>
                    </a:cubicBezTo>
                    <a:cubicBezTo>
                      <a:pt x="2" y="23"/>
                      <a:pt x="2" y="23"/>
                      <a:pt x="2" y="23"/>
                    </a:cubicBezTo>
                    <a:cubicBezTo>
                      <a:pt x="0" y="0"/>
                      <a:pt x="0" y="0"/>
                      <a:pt x="0" y="0"/>
                    </a:cubicBezTo>
                    <a:cubicBezTo>
                      <a:pt x="6" y="0"/>
                      <a:pt x="6" y="0"/>
                      <a:pt x="6" y="0"/>
                    </a:cubicBezTo>
                    <a:cubicBezTo>
                      <a:pt x="7" y="18"/>
                      <a:pt x="7" y="18"/>
                      <a:pt x="7" y="18"/>
                    </a:cubicBezTo>
                    <a:cubicBezTo>
                      <a:pt x="52" y="27"/>
                      <a:pt x="85" y="67"/>
                      <a:pt x="85" y="113"/>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6" name="Freeform 131">
                <a:extLst>
                  <a:ext uri="{FF2B5EF4-FFF2-40B4-BE49-F238E27FC236}">
                    <a16:creationId xmlns:a16="http://schemas.microsoft.com/office/drawing/2014/main" id="{B2A892C8-1076-A168-6607-A0AA05DAA4CD}"/>
                  </a:ext>
                </a:extLst>
              </p:cNvPr>
              <p:cNvSpPr>
                <a:spLocks/>
              </p:cNvSpPr>
              <p:nvPr/>
            </p:nvSpPr>
            <p:spPr bwMode="auto">
              <a:xfrm>
                <a:off x="5019" y="3675"/>
                <a:ext cx="93" cy="121"/>
              </a:xfrm>
              <a:custGeom>
                <a:avLst/>
                <a:gdLst>
                  <a:gd name="T0" fmla="*/ 94 w 94"/>
                  <a:gd name="T1" fmla="*/ 123 h 123"/>
                  <a:gd name="T2" fmla="*/ 80 w 94"/>
                  <a:gd name="T3" fmla="*/ 123 h 123"/>
                  <a:gd name="T4" fmla="*/ 80 w 94"/>
                  <a:gd name="T5" fmla="*/ 118 h 123"/>
                  <a:gd name="T6" fmla="*/ 8 w 94"/>
                  <a:gd name="T7" fmla="*/ 33 h 123"/>
                  <a:gd name="T8" fmla="*/ 2 w 94"/>
                  <a:gd name="T9" fmla="*/ 32 h 123"/>
                  <a:gd name="T10" fmla="*/ 0 w 94"/>
                  <a:gd name="T11" fmla="*/ 1 h 123"/>
                  <a:gd name="T12" fmla="*/ 15 w 94"/>
                  <a:gd name="T13" fmla="*/ 0 h 123"/>
                  <a:gd name="T14" fmla="*/ 16 w 94"/>
                  <a:gd name="T15" fmla="*/ 20 h 123"/>
                  <a:gd name="T16" fmla="*/ 94 w 94"/>
                  <a:gd name="T17" fmla="*/ 118 h 123"/>
                  <a:gd name="T18" fmla="*/ 94 w 94"/>
                  <a:gd name="T1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23">
                    <a:moveTo>
                      <a:pt x="94" y="123"/>
                    </a:moveTo>
                    <a:cubicBezTo>
                      <a:pt x="80" y="123"/>
                      <a:pt x="80" y="123"/>
                      <a:pt x="80" y="123"/>
                    </a:cubicBezTo>
                    <a:cubicBezTo>
                      <a:pt x="80" y="118"/>
                      <a:pt x="80" y="118"/>
                      <a:pt x="80" y="118"/>
                    </a:cubicBezTo>
                    <a:cubicBezTo>
                      <a:pt x="80" y="76"/>
                      <a:pt x="50" y="40"/>
                      <a:pt x="8" y="33"/>
                    </a:cubicBezTo>
                    <a:cubicBezTo>
                      <a:pt x="2" y="32"/>
                      <a:pt x="2" y="32"/>
                      <a:pt x="2" y="32"/>
                    </a:cubicBezTo>
                    <a:cubicBezTo>
                      <a:pt x="0" y="1"/>
                      <a:pt x="0" y="1"/>
                      <a:pt x="0" y="1"/>
                    </a:cubicBezTo>
                    <a:cubicBezTo>
                      <a:pt x="15" y="0"/>
                      <a:pt x="15" y="0"/>
                      <a:pt x="15" y="0"/>
                    </a:cubicBezTo>
                    <a:cubicBezTo>
                      <a:pt x="16" y="20"/>
                      <a:pt x="16" y="20"/>
                      <a:pt x="16" y="20"/>
                    </a:cubicBezTo>
                    <a:cubicBezTo>
                      <a:pt x="62" y="30"/>
                      <a:pt x="94" y="71"/>
                      <a:pt x="94" y="118"/>
                    </a:cubicBezTo>
                    <a:lnTo>
                      <a:pt x="94" y="123"/>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7" name="Freeform 132">
                <a:extLst>
                  <a:ext uri="{FF2B5EF4-FFF2-40B4-BE49-F238E27FC236}">
                    <a16:creationId xmlns:a16="http://schemas.microsoft.com/office/drawing/2014/main" id="{363C4C7E-A929-D46D-62D9-E63674D6D5F8}"/>
                  </a:ext>
                </a:extLst>
              </p:cNvPr>
              <p:cNvSpPr>
                <a:spLocks noEditPoints="1"/>
              </p:cNvSpPr>
              <p:nvPr/>
            </p:nvSpPr>
            <p:spPr bwMode="auto">
              <a:xfrm>
                <a:off x="5154" y="3534"/>
                <a:ext cx="109" cy="155"/>
              </a:xfrm>
              <a:custGeom>
                <a:avLst/>
                <a:gdLst>
                  <a:gd name="T0" fmla="*/ 55 w 110"/>
                  <a:gd name="T1" fmla="*/ 157 h 157"/>
                  <a:gd name="T2" fmla="*/ 0 w 110"/>
                  <a:gd name="T3" fmla="*/ 78 h 157"/>
                  <a:gd name="T4" fmla="*/ 55 w 110"/>
                  <a:gd name="T5" fmla="*/ 0 h 157"/>
                  <a:gd name="T6" fmla="*/ 110 w 110"/>
                  <a:gd name="T7" fmla="*/ 78 h 157"/>
                  <a:gd name="T8" fmla="*/ 55 w 110"/>
                  <a:gd name="T9" fmla="*/ 157 h 157"/>
                  <a:gd name="T10" fmla="*/ 55 w 110"/>
                  <a:gd name="T11" fmla="*/ 5 h 157"/>
                  <a:gd name="T12" fmla="*/ 5 w 110"/>
                  <a:gd name="T13" fmla="*/ 78 h 157"/>
                  <a:gd name="T14" fmla="*/ 55 w 110"/>
                  <a:gd name="T15" fmla="*/ 152 h 157"/>
                  <a:gd name="T16" fmla="*/ 105 w 110"/>
                  <a:gd name="T17" fmla="*/ 78 h 157"/>
                  <a:gd name="T18" fmla="*/ 55 w 110"/>
                  <a:gd name="T19" fmla="*/ 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7">
                    <a:moveTo>
                      <a:pt x="55" y="157"/>
                    </a:moveTo>
                    <a:cubicBezTo>
                      <a:pt x="24" y="157"/>
                      <a:pt x="0" y="122"/>
                      <a:pt x="0" y="78"/>
                    </a:cubicBezTo>
                    <a:cubicBezTo>
                      <a:pt x="0" y="25"/>
                      <a:pt x="18" y="0"/>
                      <a:pt x="55" y="0"/>
                    </a:cubicBezTo>
                    <a:cubicBezTo>
                      <a:pt x="92" y="0"/>
                      <a:pt x="110" y="25"/>
                      <a:pt x="110" y="78"/>
                    </a:cubicBezTo>
                    <a:cubicBezTo>
                      <a:pt x="110" y="122"/>
                      <a:pt x="85" y="157"/>
                      <a:pt x="55" y="157"/>
                    </a:cubicBezTo>
                    <a:close/>
                    <a:moveTo>
                      <a:pt x="55" y="5"/>
                    </a:moveTo>
                    <a:cubicBezTo>
                      <a:pt x="33" y="5"/>
                      <a:pt x="5" y="12"/>
                      <a:pt x="5" y="78"/>
                    </a:cubicBezTo>
                    <a:cubicBezTo>
                      <a:pt x="5" y="119"/>
                      <a:pt x="27" y="152"/>
                      <a:pt x="55" y="152"/>
                    </a:cubicBezTo>
                    <a:cubicBezTo>
                      <a:pt x="82" y="152"/>
                      <a:pt x="105" y="119"/>
                      <a:pt x="105" y="78"/>
                    </a:cubicBezTo>
                    <a:cubicBezTo>
                      <a:pt x="105" y="12"/>
                      <a:pt x="76" y="5"/>
                      <a:pt x="55" y="5"/>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8" name="Freeform 133">
                <a:extLst>
                  <a:ext uri="{FF2B5EF4-FFF2-40B4-BE49-F238E27FC236}">
                    <a16:creationId xmlns:a16="http://schemas.microsoft.com/office/drawing/2014/main" id="{FB139591-313B-24F9-6F02-E02591D96161}"/>
                  </a:ext>
                </a:extLst>
              </p:cNvPr>
              <p:cNvSpPr>
                <a:spLocks noEditPoints="1"/>
              </p:cNvSpPr>
              <p:nvPr/>
            </p:nvSpPr>
            <p:spPr bwMode="auto">
              <a:xfrm>
                <a:off x="5149" y="3529"/>
                <a:ext cx="119" cy="165"/>
              </a:xfrm>
              <a:custGeom>
                <a:avLst/>
                <a:gdLst>
                  <a:gd name="T0" fmla="*/ 60 w 120"/>
                  <a:gd name="T1" fmla="*/ 167 h 167"/>
                  <a:gd name="T2" fmla="*/ 0 w 120"/>
                  <a:gd name="T3" fmla="*/ 83 h 167"/>
                  <a:gd name="T4" fmla="*/ 60 w 120"/>
                  <a:gd name="T5" fmla="*/ 0 h 167"/>
                  <a:gd name="T6" fmla="*/ 120 w 120"/>
                  <a:gd name="T7" fmla="*/ 83 h 167"/>
                  <a:gd name="T8" fmla="*/ 60 w 120"/>
                  <a:gd name="T9" fmla="*/ 167 h 167"/>
                  <a:gd name="T10" fmla="*/ 60 w 120"/>
                  <a:gd name="T11" fmla="*/ 15 h 167"/>
                  <a:gd name="T12" fmla="*/ 15 w 120"/>
                  <a:gd name="T13" fmla="*/ 83 h 167"/>
                  <a:gd name="T14" fmla="*/ 60 w 120"/>
                  <a:gd name="T15" fmla="*/ 152 h 167"/>
                  <a:gd name="T16" fmla="*/ 105 w 120"/>
                  <a:gd name="T17" fmla="*/ 83 h 167"/>
                  <a:gd name="T18" fmla="*/ 60 w 120"/>
                  <a:gd name="T19" fmla="*/ 1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67">
                    <a:moveTo>
                      <a:pt x="60" y="167"/>
                    </a:moveTo>
                    <a:cubicBezTo>
                      <a:pt x="27" y="167"/>
                      <a:pt x="0" y="129"/>
                      <a:pt x="0" y="83"/>
                    </a:cubicBezTo>
                    <a:cubicBezTo>
                      <a:pt x="0" y="28"/>
                      <a:pt x="20" y="0"/>
                      <a:pt x="60" y="0"/>
                    </a:cubicBezTo>
                    <a:cubicBezTo>
                      <a:pt x="100" y="0"/>
                      <a:pt x="120" y="28"/>
                      <a:pt x="120" y="83"/>
                    </a:cubicBezTo>
                    <a:cubicBezTo>
                      <a:pt x="120" y="129"/>
                      <a:pt x="93" y="167"/>
                      <a:pt x="60" y="167"/>
                    </a:cubicBezTo>
                    <a:close/>
                    <a:moveTo>
                      <a:pt x="60" y="15"/>
                    </a:moveTo>
                    <a:cubicBezTo>
                      <a:pt x="39" y="15"/>
                      <a:pt x="15" y="22"/>
                      <a:pt x="15" y="83"/>
                    </a:cubicBezTo>
                    <a:cubicBezTo>
                      <a:pt x="15" y="121"/>
                      <a:pt x="35" y="152"/>
                      <a:pt x="60" y="152"/>
                    </a:cubicBezTo>
                    <a:cubicBezTo>
                      <a:pt x="85" y="152"/>
                      <a:pt x="105" y="121"/>
                      <a:pt x="105" y="83"/>
                    </a:cubicBezTo>
                    <a:cubicBezTo>
                      <a:pt x="105" y="22"/>
                      <a:pt x="81" y="15"/>
                      <a:pt x="60" y="15"/>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299" name="Freeform 134">
                <a:extLst>
                  <a:ext uri="{FF2B5EF4-FFF2-40B4-BE49-F238E27FC236}">
                    <a16:creationId xmlns:a16="http://schemas.microsoft.com/office/drawing/2014/main" id="{312AF806-0832-F5D8-A4FE-33F1A9557176}"/>
                  </a:ext>
                </a:extLst>
              </p:cNvPr>
              <p:cNvSpPr>
                <a:spLocks/>
              </p:cNvSpPr>
              <p:nvPr/>
            </p:nvSpPr>
            <p:spPr bwMode="auto">
              <a:xfrm>
                <a:off x="5105" y="3679"/>
                <a:ext cx="82" cy="112"/>
              </a:xfrm>
              <a:custGeom>
                <a:avLst/>
                <a:gdLst>
                  <a:gd name="T0" fmla="*/ 5 w 83"/>
                  <a:gd name="T1" fmla="*/ 113 h 113"/>
                  <a:gd name="T2" fmla="*/ 0 w 83"/>
                  <a:gd name="T3" fmla="*/ 113 h 113"/>
                  <a:gd name="T4" fmla="*/ 77 w 83"/>
                  <a:gd name="T5" fmla="*/ 18 h 113"/>
                  <a:gd name="T6" fmla="*/ 78 w 83"/>
                  <a:gd name="T7" fmla="*/ 0 h 113"/>
                  <a:gd name="T8" fmla="*/ 83 w 83"/>
                  <a:gd name="T9" fmla="*/ 0 h 113"/>
                  <a:gd name="T10" fmla="*/ 82 w 83"/>
                  <a:gd name="T11" fmla="*/ 23 h 113"/>
                  <a:gd name="T12" fmla="*/ 80 w 83"/>
                  <a:gd name="T13" fmla="*/ 23 h 113"/>
                  <a:gd name="T14" fmla="*/ 5 w 83"/>
                  <a:gd name="T15" fmla="*/ 113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113">
                    <a:moveTo>
                      <a:pt x="5" y="113"/>
                    </a:moveTo>
                    <a:cubicBezTo>
                      <a:pt x="0" y="113"/>
                      <a:pt x="0" y="113"/>
                      <a:pt x="0" y="113"/>
                    </a:cubicBezTo>
                    <a:cubicBezTo>
                      <a:pt x="0" y="67"/>
                      <a:pt x="32" y="27"/>
                      <a:pt x="77" y="18"/>
                    </a:cubicBezTo>
                    <a:cubicBezTo>
                      <a:pt x="78" y="0"/>
                      <a:pt x="78" y="0"/>
                      <a:pt x="78" y="0"/>
                    </a:cubicBezTo>
                    <a:cubicBezTo>
                      <a:pt x="83" y="0"/>
                      <a:pt x="83" y="0"/>
                      <a:pt x="83" y="0"/>
                    </a:cubicBezTo>
                    <a:cubicBezTo>
                      <a:pt x="82" y="23"/>
                      <a:pt x="82" y="23"/>
                      <a:pt x="82" y="23"/>
                    </a:cubicBezTo>
                    <a:cubicBezTo>
                      <a:pt x="80" y="23"/>
                      <a:pt x="80" y="23"/>
                      <a:pt x="80" y="23"/>
                    </a:cubicBezTo>
                    <a:cubicBezTo>
                      <a:pt x="36" y="31"/>
                      <a:pt x="5" y="69"/>
                      <a:pt x="5" y="113"/>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0" name="Freeform 135">
                <a:extLst>
                  <a:ext uri="{FF2B5EF4-FFF2-40B4-BE49-F238E27FC236}">
                    <a16:creationId xmlns:a16="http://schemas.microsoft.com/office/drawing/2014/main" id="{696F1F5B-6288-344D-8148-5A7C007CC2EF}"/>
                  </a:ext>
                </a:extLst>
              </p:cNvPr>
              <p:cNvSpPr>
                <a:spLocks/>
              </p:cNvSpPr>
              <p:nvPr/>
            </p:nvSpPr>
            <p:spPr bwMode="auto">
              <a:xfrm>
                <a:off x="5100" y="3675"/>
                <a:ext cx="92" cy="121"/>
              </a:xfrm>
              <a:custGeom>
                <a:avLst/>
                <a:gdLst>
                  <a:gd name="T0" fmla="*/ 15 w 93"/>
                  <a:gd name="T1" fmla="*/ 123 h 123"/>
                  <a:gd name="T2" fmla="*/ 0 w 93"/>
                  <a:gd name="T3" fmla="*/ 123 h 123"/>
                  <a:gd name="T4" fmla="*/ 0 w 93"/>
                  <a:gd name="T5" fmla="*/ 118 h 123"/>
                  <a:gd name="T6" fmla="*/ 78 w 93"/>
                  <a:gd name="T7" fmla="*/ 20 h 123"/>
                  <a:gd name="T8" fmla="*/ 79 w 93"/>
                  <a:gd name="T9" fmla="*/ 0 h 123"/>
                  <a:gd name="T10" fmla="*/ 93 w 93"/>
                  <a:gd name="T11" fmla="*/ 1 h 123"/>
                  <a:gd name="T12" fmla="*/ 92 w 93"/>
                  <a:gd name="T13" fmla="*/ 32 h 123"/>
                  <a:gd name="T14" fmla="*/ 86 w 93"/>
                  <a:gd name="T15" fmla="*/ 33 h 123"/>
                  <a:gd name="T16" fmla="*/ 15 w 93"/>
                  <a:gd name="T17" fmla="*/ 118 h 123"/>
                  <a:gd name="T18" fmla="*/ 15 w 93"/>
                  <a:gd name="T1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23">
                    <a:moveTo>
                      <a:pt x="15" y="123"/>
                    </a:moveTo>
                    <a:cubicBezTo>
                      <a:pt x="0" y="123"/>
                      <a:pt x="0" y="123"/>
                      <a:pt x="0" y="123"/>
                    </a:cubicBezTo>
                    <a:cubicBezTo>
                      <a:pt x="0" y="118"/>
                      <a:pt x="0" y="118"/>
                      <a:pt x="0" y="118"/>
                    </a:cubicBezTo>
                    <a:cubicBezTo>
                      <a:pt x="0" y="71"/>
                      <a:pt x="32" y="30"/>
                      <a:pt x="78" y="20"/>
                    </a:cubicBezTo>
                    <a:cubicBezTo>
                      <a:pt x="79" y="0"/>
                      <a:pt x="79" y="0"/>
                      <a:pt x="79" y="0"/>
                    </a:cubicBezTo>
                    <a:cubicBezTo>
                      <a:pt x="93" y="1"/>
                      <a:pt x="93" y="1"/>
                      <a:pt x="93" y="1"/>
                    </a:cubicBezTo>
                    <a:cubicBezTo>
                      <a:pt x="92" y="32"/>
                      <a:pt x="92" y="32"/>
                      <a:pt x="92" y="32"/>
                    </a:cubicBezTo>
                    <a:cubicBezTo>
                      <a:pt x="86" y="33"/>
                      <a:pt x="86" y="33"/>
                      <a:pt x="86" y="33"/>
                    </a:cubicBezTo>
                    <a:cubicBezTo>
                      <a:pt x="45" y="40"/>
                      <a:pt x="15" y="76"/>
                      <a:pt x="15" y="118"/>
                    </a:cubicBezTo>
                    <a:lnTo>
                      <a:pt x="15" y="123"/>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1" name="Freeform 136">
                <a:extLst>
                  <a:ext uri="{FF2B5EF4-FFF2-40B4-BE49-F238E27FC236}">
                    <a16:creationId xmlns:a16="http://schemas.microsoft.com/office/drawing/2014/main" id="{3AE6AE84-1F09-E8F7-1A75-9900F2C977A2}"/>
                  </a:ext>
                </a:extLst>
              </p:cNvPr>
              <p:cNvSpPr>
                <a:spLocks/>
              </p:cNvSpPr>
              <p:nvPr/>
            </p:nvSpPr>
            <p:spPr bwMode="auto">
              <a:xfrm>
                <a:off x="5227" y="3679"/>
                <a:ext cx="83" cy="112"/>
              </a:xfrm>
              <a:custGeom>
                <a:avLst/>
                <a:gdLst>
                  <a:gd name="T0" fmla="*/ 84 w 84"/>
                  <a:gd name="T1" fmla="*/ 113 h 113"/>
                  <a:gd name="T2" fmla="*/ 79 w 84"/>
                  <a:gd name="T3" fmla="*/ 113 h 113"/>
                  <a:gd name="T4" fmla="*/ 3 w 84"/>
                  <a:gd name="T5" fmla="*/ 23 h 113"/>
                  <a:gd name="T6" fmla="*/ 1 w 84"/>
                  <a:gd name="T7" fmla="*/ 23 h 113"/>
                  <a:gd name="T8" fmla="*/ 0 w 84"/>
                  <a:gd name="T9" fmla="*/ 0 h 113"/>
                  <a:gd name="T10" fmla="*/ 5 w 84"/>
                  <a:gd name="T11" fmla="*/ 0 h 113"/>
                  <a:gd name="T12" fmla="*/ 6 w 84"/>
                  <a:gd name="T13" fmla="*/ 18 h 113"/>
                  <a:gd name="T14" fmla="*/ 84 w 84"/>
                  <a:gd name="T15" fmla="*/ 113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13">
                    <a:moveTo>
                      <a:pt x="84" y="113"/>
                    </a:moveTo>
                    <a:cubicBezTo>
                      <a:pt x="79" y="113"/>
                      <a:pt x="79" y="113"/>
                      <a:pt x="79" y="113"/>
                    </a:cubicBezTo>
                    <a:cubicBezTo>
                      <a:pt x="79" y="69"/>
                      <a:pt x="47" y="31"/>
                      <a:pt x="3" y="23"/>
                    </a:cubicBezTo>
                    <a:cubicBezTo>
                      <a:pt x="1" y="23"/>
                      <a:pt x="1" y="23"/>
                      <a:pt x="1" y="23"/>
                    </a:cubicBezTo>
                    <a:cubicBezTo>
                      <a:pt x="0" y="0"/>
                      <a:pt x="0" y="0"/>
                      <a:pt x="0" y="0"/>
                    </a:cubicBezTo>
                    <a:cubicBezTo>
                      <a:pt x="5" y="0"/>
                      <a:pt x="5" y="0"/>
                      <a:pt x="5" y="0"/>
                    </a:cubicBezTo>
                    <a:cubicBezTo>
                      <a:pt x="6" y="18"/>
                      <a:pt x="6" y="18"/>
                      <a:pt x="6" y="18"/>
                    </a:cubicBezTo>
                    <a:cubicBezTo>
                      <a:pt x="51" y="27"/>
                      <a:pt x="84" y="67"/>
                      <a:pt x="84" y="113"/>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2" name="Freeform 137">
                <a:extLst>
                  <a:ext uri="{FF2B5EF4-FFF2-40B4-BE49-F238E27FC236}">
                    <a16:creationId xmlns:a16="http://schemas.microsoft.com/office/drawing/2014/main" id="{C53E36B4-216A-5E22-7FA8-90E3CA32013F}"/>
                  </a:ext>
                </a:extLst>
              </p:cNvPr>
              <p:cNvSpPr>
                <a:spLocks/>
              </p:cNvSpPr>
              <p:nvPr/>
            </p:nvSpPr>
            <p:spPr bwMode="auto">
              <a:xfrm>
                <a:off x="5222" y="3675"/>
                <a:ext cx="93" cy="121"/>
              </a:xfrm>
              <a:custGeom>
                <a:avLst/>
                <a:gdLst>
                  <a:gd name="T0" fmla="*/ 94 w 94"/>
                  <a:gd name="T1" fmla="*/ 123 h 123"/>
                  <a:gd name="T2" fmla="*/ 79 w 94"/>
                  <a:gd name="T3" fmla="*/ 123 h 123"/>
                  <a:gd name="T4" fmla="*/ 79 w 94"/>
                  <a:gd name="T5" fmla="*/ 118 h 123"/>
                  <a:gd name="T6" fmla="*/ 7 w 94"/>
                  <a:gd name="T7" fmla="*/ 33 h 123"/>
                  <a:gd name="T8" fmla="*/ 2 w 94"/>
                  <a:gd name="T9" fmla="*/ 32 h 123"/>
                  <a:gd name="T10" fmla="*/ 0 w 94"/>
                  <a:gd name="T11" fmla="*/ 1 h 123"/>
                  <a:gd name="T12" fmla="*/ 14 w 94"/>
                  <a:gd name="T13" fmla="*/ 0 h 123"/>
                  <a:gd name="T14" fmla="*/ 16 w 94"/>
                  <a:gd name="T15" fmla="*/ 20 h 123"/>
                  <a:gd name="T16" fmla="*/ 94 w 94"/>
                  <a:gd name="T17" fmla="*/ 118 h 123"/>
                  <a:gd name="T18" fmla="*/ 94 w 94"/>
                  <a:gd name="T1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23">
                    <a:moveTo>
                      <a:pt x="94" y="123"/>
                    </a:moveTo>
                    <a:cubicBezTo>
                      <a:pt x="79" y="123"/>
                      <a:pt x="79" y="123"/>
                      <a:pt x="79" y="123"/>
                    </a:cubicBezTo>
                    <a:cubicBezTo>
                      <a:pt x="79" y="118"/>
                      <a:pt x="79" y="118"/>
                      <a:pt x="79" y="118"/>
                    </a:cubicBezTo>
                    <a:cubicBezTo>
                      <a:pt x="79" y="76"/>
                      <a:pt x="49" y="40"/>
                      <a:pt x="7" y="33"/>
                    </a:cubicBezTo>
                    <a:cubicBezTo>
                      <a:pt x="2" y="32"/>
                      <a:pt x="2" y="32"/>
                      <a:pt x="2" y="32"/>
                    </a:cubicBezTo>
                    <a:cubicBezTo>
                      <a:pt x="0" y="1"/>
                      <a:pt x="0" y="1"/>
                      <a:pt x="0" y="1"/>
                    </a:cubicBezTo>
                    <a:cubicBezTo>
                      <a:pt x="14" y="0"/>
                      <a:pt x="14" y="0"/>
                      <a:pt x="14" y="0"/>
                    </a:cubicBezTo>
                    <a:cubicBezTo>
                      <a:pt x="16" y="20"/>
                      <a:pt x="16" y="20"/>
                      <a:pt x="16" y="20"/>
                    </a:cubicBezTo>
                    <a:cubicBezTo>
                      <a:pt x="61" y="30"/>
                      <a:pt x="94" y="71"/>
                      <a:pt x="94" y="118"/>
                    </a:cubicBezTo>
                    <a:lnTo>
                      <a:pt x="94" y="123"/>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3" name="Freeform 138">
                <a:extLst>
                  <a:ext uri="{FF2B5EF4-FFF2-40B4-BE49-F238E27FC236}">
                    <a16:creationId xmlns:a16="http://schemas.microsoft.com/office/drawing/2014/main" id="{1CEE40C6-D878-0309-D33C-0D5BA3E21514}"/>
                  </a:ext>
                </a:extLst>
              </p:cNvPr>
              <p:cNvSpPr>
                <a:spLocks noEditPoints="1"/>
              </p:cNvSpPr>
              <p:nvPr/>
            </p:nvSpPr>
            <p:spPr bwMode="auto">
              <a:xfrm>
                <a:off x="4682" y="3001"/>
                <a:ext cx="149" cy="149"/>
              </a:xfrm>
              <a:custGeom>
                <a:avLst/>
                <a:gdLst>
                  <a:gd name="T0" fmla="*/ 76 w 151"/>
                  <a:gd name="T1" fmla="*/ 151 h 151"/>
                  <a:gd name="T2" fmla="*/ 0 w 151"/>
                  <a:gd name="T3" fmla="*/ 76 h 151"/>
                  <a:gd name="T4" fmla="*/ 76 w 151"/>
                  <a:gd name="T5" fmla="*/ 0 h 151"/>
                  <a:gd name="T6" fmla="*/ 151 w 151"/>
                  <a:gd name="T7" fmla="*/ 76 h 151"/>
                  <a:gd name="T8" fmla="*/ 76 w 151"/>
                  <a:gd name="T9" fmla="*/ 151 h 151"/>
                  <a:gd name="T10" fmla="*/ 76 w 151"/>
                  <a:gd name="T11" fmla="*/ 17 h 151"/>
                  <a:gd name="T12" fmla="*/ 17 w 151"/>
                  <a:gd name="T13" fmla="*/ 76 h 151"/>
                  <a:gd name="T14" fmla="*/ 76 w 151"/>
                  <a:gd name="T15" fmla="*/ 135 h 151"/>
                  <a:gd name="T16" fmla="*/ 135 w 151"/>
                  <a:gd name="T17" fmla="*/ 76 h 151"/>
                  <a:gd name="T18" fmla="*/ 76 w 151"/>
                  <a:gd name="T19" fmla="*/ 17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 h="151">
                    <a:moveTo>
                      <a:pt x="76" y="151"/>
                    </a:moveTo>
                    <a:cubicBezTo>
                      <a:pt x="34" y="151"/>
                      <a:pt x="0" y="118"/>
                      <a:pt x="0" y="76"/>
                    </a:cubicBezTo>
                    <a:cubicBezTo>
                      <a:pt x="0" y="34"/>
                      <a:pt x="34" y="0"/>
                      <a:pt x="76" y="0"/>
                    </a:cubicBezTo>
                    <a:cubicBezTo>
                      <a:pt x="117" y="0"/>
                      <a:pt x="151" y="34"/>
                      <a:pt x="151" y="76"/>
                    </a:cubicBezTo>
                    <a:cubicBezTo>
                      <a:pt x="151" y="118"/>
                      <a:pt x="117" y="151"/>
                      <a:pt x="76" y="151"/>
                    </a:cubicBezTo>
                    <a:close/>
                    <a:moveTo>
                      <a:pt x="76" y="17"/>
                    </a:moveTo>
                    <a:cubicBezTo>
                      <a:pt x="43" y="17"/>
                      <a:pt x="17" y="43"/>
                      <a:pt x="17" y="76"/>
                    </a:cubicBezTo>
                    <a:cubicBezTo>
                      <a:pt x="17" y="109"/>
                      <a:pt x="43" y="135"/>
                      <a:pt x="76" y="135"/>
                    </a:cubicBezTo>
                    <a:cubicBezTo>
                      <a:pt x="108" y="135"/>
                      <a:pt x="135" y="109"/>
                      <a:pt x="135" y="76"/>
                    </a:cubicBezTo>
                    <a:cubicBezTo>
                      <a:pt x="135" y="43"/>
                      <a:pt x="108" y="17"/>
                      <a:pt x="76" y="17"/>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4" name="Freeform 139">
                <a:extLst>
                  <a:ext uri="{FF2B5EF4-FFF2-40B4-BE49-F238E27FC236}">
                    <a16:creationId xmlns:a16="http://schemas.microsoft.com/office/drawing/2014/main" id="{49320425-394F-7927-4981-DD9E90319484}"/>
                  </a:ext>
                </a:extLst>
              </p:cNvPr>
              <p:cNvSpPr>
                <a:spLocks/>
              </p:cNvSpPr>
              <p:nvPr/>
            </p:nvSpPr>
            <p:spPr bwMode="auto">
              <a:xfrm>
                <a:off x="4667" y="3442"/>
                <a:ext cx="179" cy="324"/>
              </a:xfrm>
              <a:custGeom>
                <a:avLst/>
                <a:gdLst>
                  <a:gd name="T0" fmla="*/ 150 w 179"/>
                  <a:gd name="T1" fmla="*/ 324 h 324"/>
                  <a:gd name="T2" fmla="*/ 32 w 179"/>
                  <a:gd name="T3" fmla="*/ 324 h 324"/>
                  <a:gd name="T4" fmla="*/ 0 w 179"/>
                  <a:gd name="T5" fmla="*/ 2 h 324"/>
                  <a:gd name="T6" fmla="*/ 17 w 179"/>
                  <a:gd name="T7" fmla="*/ 0 h 324"/>
                  <a:gd name="T8" fmla="*/ 47 w 179"/>
                  <a:gd name="T9" fmla="*/ 308 h 324"/>
                  <a:gd name="T10" fmla="*/ 136 w 179"/>
                  <a:gd name="T11" fmla="*/ 308 h 324"/>
                  <a:gd name="T12" fmla="*/ 163 w 179"/>
                  <a:gd name="T13" fmla="*/ 1 h 324"/>
                  <a:gd name="T14" fmla="*/ 179 w 179"/>
                  <a:gd name="T15" fmla="*/ 2 h 324"/>
                  <a:gd name="T16" fmla="*/ 150 w 179"/>
                  <a:gd name="T17"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324">
                    <a:moveTo>
                      <a:pt x="150" y="324"/>
                    </a:moveTo>
                    <a:lnTo>
                      <a:pt x="32" y="324"/>
                    </a:lnTo>
                    <a:lnTo>
                      <a:pt x="0" y="2"/>
                    </a:lnTo>
                    <a:lnTo>
                      <a:pt x="17" y="0"/>
                    </a:lnTo>
                    <a:lnTo>
                      <a:pt x="47" y="308"/>
                    </a:lnTo>
                    <a:lnTo>
                      <a:pt x="136" y="308"/>
                    </a:lnTo>
                    <a:lnTo>
                      <a:pt x="163" y="1"/>
                    </a:lnTo>
                    <a:lnTo>
                      <a:pt x="179" y="2"/>
                    </a:lnTo>
                    <a:lnTo>
                      <a:pt x="150" y="324"/>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5" name="Rectangle 140">
                <a:extLst>
                  <a:ext uri="{FF2B5EF4-FFF2-40B4-BE49-F238E27FC236}">
                    <a16:creationId xmlns:a16="http://schemas.microsoft.com/office/drawing/2014/main" id="{D73462D7-CF65-D310-3BDA-A7892C474A8D}"/>
                  </a:ext>
                </a:extLst>
              </p:cNvPr>
              <p:cNvSpPr>
                <a:spLocks noChangeArrowheads="1"/>
              </p:cNvSpPr>
              <p:nvPr/>
            </p:nvSpPr>
            <p:spPr bwMode="auto">
              <a:xfrm>
                <a:off x="4749" y="3544"/>
                <a:ext cx="16" cy="214"/>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6" name="Freeform 141">
                <a:extLst>
                  <a:ext uri="{FF2B5EF4-FFF2-40B4-BE49-F238E27FC236}">
                    <a16:creationId xmlns:a16="http://schemas.microsoft.com/office/drawing/2014/main" id="{5AA3C4E3-709B-8123-3FCA-68243CAFF888}"/>
                  </a:ext>
                </a:extLst>
              </p:cNvPr>
              <p:cNvSpPr>
                <a:spLocks/>
              </p:cNvSpPr>
              <p:nvPr/>
            </p:nvSpPr>
            <p:spPr bwMode="auto">
              <a:xfrm>
                <a:off x="4629" y="3166"/>
                <a:ext cx="121" cy="343"/>
              </a:xfrm>
              <a:custGeom>
                <a:avLst/>
                <a:gdLst>
                  <a:gd name="T0" fmla="*/ 122 w 122"/>
                  <a:gd name="T1" fmla="*/ 0 h 347"/>
                  <a:gd name="T2" fmla="*/ 0 w 122"/>
                  <a:gd name="T3" fmla="*/ 123 h 347"/>
                  <a:gd name="T4" fmla="*/ 2 w 122"/>
                  <a:gd name="T5" fmla="*/ 160 h 347"/>
                  <a:gd name="T6" fmla="*/ 14 w 122"/>
                  <a:gd name="T7" fmla="*/ 306 h 347"/>
                  <a:gd name="T8" fmla="*/ 46 w 122"/>
                  <a:gd name="T9" fmla="*/ 347 h 347"/>
                  <a:gd name="T10" fmla="*/ 58 w 122"/>
                  <a:gd name="T11" fmla="*/ 338 h 347"/>
                  <a:gd name="T12" fmla="*/ 29 w 122"/>
                  <a:gd name="T13" fmla="*/ 300 h 347"/>
                  <a:gd name="T14" fmla="*/ 17 w 122"/>
                  <a:gd name="T15" fmla="*/ 159 h 347"/>
                  <a:gd name="T16" fmla="*/ 15 w 122"/>
                  <a:gd name="T17" fmla="*/ 123 h 347"/>
                  <a:gd name="T18" fmla="*/ 122 w 122"/>
                  <a:gd name="T19" fmla="*/ 15 h 347"/>
                  <a:gd name="T20" fmla="*/ 122 w 122"/>
                  <a:gd name="T21" fmla="*/ 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347">
                    <a:moveTo>
                      <a:pt x="122" y="0"/>
                    </a:moveTo>
                    <a:cubicBezTo>
                      <a:pt x="55" y="0"/>
                      <a:pt x="0" y="55"/>
                      <a:pt x="0" y="123"/>
                    </a:cubicBezTo>
                    <a:cubicBezTo>
                      <a:pt x="2" y="160"/>
                      <a:pt x="2" y="160"/>
                      <a:pt x="2" y="160"/>
                    </a:cubicBezTo>
                    <a:cubicBezTo>
                      <a:pt x="14" y="306"/>
                      <a:pt x="14" y="306"/>
                      <a:pt x="14" y="306"/>
                    </a:cubicBezTo>
                    <a:cubicBezTo>
                      <a:pt x="46" y="347"/>
                      <a:pt x="46" y="347"/>
                      <a:pt x="46" y="347"/>
                    </a:cubicBezTo>
                    <a:cubicBezTo>
                      <a:pt x="58" y="338"/>
                      <a:pt x="58" y="338"/>
                      <a:pt x="58" y="338"/>
                    </a:cubicBezTo>
                    <a:cubicBezTo>
                      <a:pt x="29" y="300"/>
                      <a:pt x="29" y="300"/>
                      <a:pt x="29" y="300"/>
                    </a:cubicBezTo>
                    <a:cubicBezTo>
                      <a:pt x="17" y="159"/>
                      <a:pt x="17" y="159"/>
                      <a:pt x="17" y="159"/>
                    </a:cubicBezTo>
                    <a:cubicBezTo>
                      <a:pt x="15" y="123"/>
                      <a:pt x="15" y="123"/>
                      <a:pt x="15" y="123"/>
                    </a:cubicBezTo>
                    <a:cubicBezTo>
                      <a:pt x="15" y="63"/>
                      <a:pt x="63" y="15"/>
                      <a:pt x="122" y="15"/>
                    </a:cubicBezTo>
                    <a:lnTo>
                      <a:pt x="122" y="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7" name="Rectangle 142">
                <a:extLst>
                  <a:ext uri="{FF2B5EF4-FFF2-40B4-BE49-F238E27FC236}">
                    <a16:creationId xmlns:a16="http://schemas.microsoft.com/office/drawing/2014/main" id="{56DDC73A-8CCF-31B3-68F5-2B97B6191127}"/>
                  </a:ext>
                </a:extLst>
              </p:cNvPr>
              <p:cNvSpPr>
                <a:spLocks noChangeArrowheads="1"/>
              </p:cNvSpPr>
              <p:nvPr/>
            </p:nvSpPr>
            <p:spPr bwMode="auto">
              <a:xfrm>
                <a:off x="4750" y="3166"/>
                <a:ext cx="332" cy="15"/>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8" name="Rectangle 143">
                <a:extLst>
                  <a:ext uri="{FF2B5EF4-FFF2-40B4-BE49-F238E27FC236}">
                    <a16:creationId xmlns:a16="http://schemas.microsoft.com/office/drawing/2014/main" id="{19B49C77-4F72-F494-3E0C-73FC4EC903F2}"/>
                  </a:ext>
                </a:extLst>
              </p:cNvPr>
              <p:cNvSpPr>
                <a:spLocks noChangeArrowheads="1"/>
              </p:cNvSpPr>
              <p:nvPr/>
            </p:nvSpPr>
            <p:spPr bwMode="auto">
              <a:xfrm>
                <a:off x="4830" y="3240"/>
                <a:ext cx="16" cy="204"/>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09" name="Rectangle 144">
                <a:extLst>
                  <a:ext uri="{FF2B5EF4-FFF2-40B4-BE49-F238E27FC236}">
                    <a16:creationId xmlns:a16="http://schemas.microsoft.com/office/drawing/2014/main" id="{DCD89CAC-22E7-49A7-63B8-9F04006AFFB5}"/>
                  </a:ext>
                </a:extLst>
              </p:cNvPr>
              <p:cNvSpPr>
                <a:spLocks noChangeArrowheads="1"/>
              </p:cNvSpPr>
              <p:nvPr/>
            </p:nvSpPr>
            <p:spPr bwMode="auto">
              <a:xfrm>
                <a:off x="4830" y="3240"/>
                <a:ext cx="252" cy="16"/>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grpSp>
      <p:grpSp>
        <p:nvGrpSpPr>
          <p:cNvPr id="310" name="Group 309">
            <a:extLst>
              <a:ext uri="{FF2B5EF4-FFF2-40B4-BE49-F238E27FC236}">
                <a16:creationId xmlns:a16="http://schemas.microsoft.com/office/drawing/2014/main" id="{43324543-DF62-2168-3464-09F79D53B31F}"/>
              </a:ext>
            </a:extLst>
          </p:cNvPr>
          <p:cNvGrpSpPr>
            <a:grpSpLocks noChangeAspect="1"/>
          </p:cNvGrpSpPr>
          <p:nvPr/>
        </p:nvGrpSpPr>
        <p:grpSpPr>
          <a:xfrm>
            <a:off x="10877315" y="5981115"/>
            <a:ext cx="467982" cy="467982"/>
            <a:chOff x="10180370" y="4721840"/>
            <a:chExt cx="607489" cy="613034"/>
          </a:xfrm>
        </p:grpSpPr>
        <p:sp>
          <p:nvSpPr>
            <p:cNvPr id="311" name="Oval 310">
              <a:extLst>
                <a:ext uri="{FF2B5EF4-FFF2-40B4-BE49-F238E27FC236}">
                  <a16:creationId xmlns:a16="http://schemas.microsoft.com/office/drawing/2014/main" id="{E42BA920-89F4-91CE-2BB2-7FFE43912318}"/>
                </a:ext>
              </a:extLst>
            </p:cNvPr>
            <p:cNvSpPr/>
            <p:nvPr/>
          </p:nvSpPr>
          <p:spPr>
            <a:xfrm>
              <a:off x="10180370" y="4721840"/>
              <a:ext cx="607489" cy="613034"/>
            </a:xfrm>
            <a:prstGeom prst="ellipse">
              <a:avLst/>
            </a:prstGeom>
            <a:solidFill>
              <a:srgbClr val="FFFFFF"/>
            </a:solidFill>
            <a:ln w="19050" cap="flat" cmpd="sng" algn="ctr">
              <a:solidFill>
                <a:srgbClr val="FFFFFF">
                  <a:lumMod val="50000"/>
                </a:srgb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8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nvGrpSpPr>
            <p:cNvPr id="312" name="Graphic 3">
              <a:extLst>
                <a:ext uri="{FF2B5EF4-FFF2-40B4-BE49-F238E27FC236}">
                  <a16:creationId xmlns:a16="http://schemas.microsoft.com/office/drawing/2014/main" id="{0007A1C5-FCA3-C03D-5AF2-05B53CB1CD80}"/>
                </a:ext>
              </a:extLst>
            </p:cNvPr>
            <p:cNvGrpSpPr/>
            <p:nvPr/>
          </p:nvGrpSpPr>
          <p:grpSpPr>
            <a:xfrm>
              <a:off x="10263952" y="4827784"/>
              <a:ext cx="423944" cy="367118"/>
              <a:chOff x="6081565" y="-331062"/>
              <a:chExt cx="1315210" cy="1344961"/>
            </a:xfrm>
            <a:solidFill>
              <a:sysClr val="windowText" lastClr="000000"/>
            </a:solidFill>
          </p:grpSpPr>
          <p:sp>
            <p:nvSpPr>
              <p:cNvPr id="313" name="Freeform: Shape 312">
                <a:extLst>
                  <a:ext uri="{FF2B5EF4-FFF2-40B4-BE49-F238E27FC236}">
                    <a16:creationId xmlns:a16="http://schemas.microsoft.com/office/drawing/2014/main" id="{54FBD498-3162-FF55-A058-6B8349189C83}"/>
                  </a:ext>
                </a:extLst>
              </p:cNvPr>
              <p:cNvSpPr/>
              <p:nvPr/>
            </p:nvSpPr>
            <p:spPr>
              <a:xfrm>
                <a:off x="6748787" y="437910"/>
                <a:ext cx="647988" cy="575989"/>
              </a:xfrm>
              <a:custGeom>
                <a:avLst/>
                <a:gdLst>
                  <a:gd name="connsiteX0" fmla="*/ 324558 w 647987"/>
                  <a:gd name="connsiteY0" fmla="*/ 561202 h 575988"/>
                  <a:gd name="connsiteX1" fmla="*/ 320959 w 647987"/>
                  <a:gd name="connsiteY1" fmla="*/ 561202 h 575988"/>
                  <a:gd name="connsiteX2" fmla="*/ 32964 w 647987"/>
                  <a:gd name="connsiteY2" fmla="*/ 406404 h 575988"/>
                  <a:gd name="connsiteX3" fmla="*/ 29364 w 647987"/>
                  <a:gd name="connsiteY3" fmla="*/ 388405 h 575988"/>
                  <a:gd name="connsiteX4" fmla="*/ 47364 w 647987"/>
                  <a:gd name="connsiteY4" fmla="*/ 384805 h 575988"/>
                  <a:gd name="connsiteX5" fmla="*/ 320959 w 647987"/>
                  <a:gd name="connsiteY5" fmla="*/ 532402 h 575988"/>
                  <a:gd name="connsiteX6" fmla="*/ 590953 w 647987"/>
                  <a:gd name="connsiteY6" fmla="*/ 262407 h 575988"/>
                  <a:gd name="connsiteX7" fmla="*/ 457756 w 647987"/>
                  <a:gd name="connsiteY7" fmla="*/ 46411 h 575988"/>
                  <a:gd name="connsiteX8" fmla="*/ 464956 w 647987"/>
                  <a:gd name="connsiteY8" fmla="*/ 28412 h 575988"/>
                  <a:gd name="connsiteX9" fmla="*/ 482956 w 647987"/>
                  <a:gd name="connsiteY9" fmla="*/ 35612 h 575988"/>
                  <a:gd name="connsiteX10" fmla="*/ 619753 w 647987"/>
                  <a:gd name="connsiteY10" fmla="*/ 251607 h 575988"/>
                  <a:gd name="connsiteX11" fmla="*/ 619753 w 647987"/>
                  <a:gd name="connsiteY11" fmla="*/ 269607 h 575988"/>
                  <a:gd name="connsiteX12" fmla="*/ 331758 w 647987"/>
                  <a:gd name="connsiteY12" fmla="*/ 557602 h 575988"/>
                  <a:gd name="connsiteX13" fmla="*/ 324558 w 647987"/>
                  <a:gd name="connsiteY13" fmla="*/ 561202 h 5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7987" h="575988">
                    <a:moveTo>
                      <a:pt x="324558" y="561202"/>
                    </a:moveTo>
                    <a:cubicBezTo>
                      <a:pt x="324558" y="561202"/>
                      <a:pt x="320959" y="561202"/>
                      <a:pt x="320959" y="561202"/>
                    </a:cubicBezTo>
                    <a:cubicBezTo>
                      <a:pt x="230960" y="525202"/>
                      <a:pt x="133762" y="471203"/>
                      <a:pt x="32964" y="406404"/>
                    </a:cubicBezTo>
                    <a:cubicBezTo>
                      <a:pt x="25764" y="402805"/>
                      <a:pt x="25764" y="392005"/>
                      <a:pt x="29364" y="388405"/>
                    </a:cubicBezTo>
                    <a:cubicBezTo>
                      <a:pt x="32964" y="381205"/>
                      <a:pt x="43764" y="381205"/>
                      <a:pt x="47364" y="384805"/>
                    </a:cubicBezTo>
                    <a:cubicBezTo>
                      <a:pt x="144562" y="446004"/>
                      <a:pt x="234560" y="496403"/>
                      <a:pt x="320959" y="532402"/>
                    </a:cubicBezTo>
                    <a:lnTo>
                      <a:pt x="590953" y="262407"/>
                    </a:lnTo>
                    <a:cubicBezTo>
                      <a:pt x="569354" y="237208"/>
                      <a:pt x="511755" y="165209"/>
                      <a:pt x="457756" y="46411"/>
                    </a:cubicBezTo>
                    <a:cubicBezTo>
                      <a:pt x="454156" y="39212"/>
                      <a:pt x="457756" y="32012"/>
                      <a:pt x="464956" y="28412"/>
                    </a:cubicBezTo>
                    <a:cubicBezTo>
                      <a:pt x="472156" y="24812"/>
                      <a:pt x="479356" y="28412"/>
                      <a:pt x="482956" y="35612"/>
                    </a:cubicBezTo>
                    <a:cubicBezTo>
                      <a:pt x="547754" y="179609"/>
                      <a:pt x="619753" y="251607"/>
                      <a:pt x="619753" y="251607"/>
                    </a:cubicBezTo>
                    <a:cubicBezTo>
                      <a:pt x="623353" y="258807"/>
                      <a:pt x="623353" y="266007"/>
                      <a:pt x="619753" y="269607"/>
                    </a:cubicBezTo>
                    <a:lnTo>
                      <a:pt x="331758" y="557602"/>
                    </a:lnTo>
                    <a:cubicBezTo>
                      <a:pt x="331758" y="557602"/>
                      <a:pt x="328158" y="561202"/>
                      <a:pt x="324558" y="561202"/>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14" name="Freeform: Shape 313">
                <a:extLst>
                  <a:ext uri="{FF2B5EF4-FFF2-40B4-BE49-F238E27FC236}">
                    <a16:creationId xmlns:a16="http://schemas.microsoft.com/office/drawing/2014/main" id="{7676C3DC-0E40-1D34-981A-F71E51C416D3}"/>
                  </a:ext>
                </a:extLst>
              </p:cNvPr>
              <p:cNvSpPr/>
              <p:nvPr/>
            </p:nvSpPr>
            <p:spPr>
              <a:xfrm>
                <a:off x="6943748" y="-151676"/>
                <a:ext cx="215996" cy="215996"/>
              </a:xfrm>
              <a:custGeom>
                <a:avLst/>
                <a:gdLst>
                  <a:gd name="connsiteX0" fmla="*/ 154797 w 215995"/>
                  <a:gd name="connsiteY0" fmla="*/ 222005 h 215995"/>
                  <a:gd name="connsiteX1" fmla="*/ 143997 w 215995"/>
                  <a:gd name="connsiteY1" fmla="*/ 218405 h 215995"/>
                  <a:gd name="connsiteX2" fmla="*/ 143997 w 215995"/>
                  <a:gd name="connsiteY2" fmla="*/ 200406 h 215995"/>
                  <a:gd name="connsiteX3" fmla="*/ 158397 w 215995"/>
                  <a:gd name="connsiteY3" fmla="*/ 103208 h 215995"/>
                  <a:gd name="connsiteX4" fmla="*/ 129598 w 215995"/>
                  <a:gd name="connsiteY4" fmla="*/ 74408 h 215995"/>
                  <a:gd name="connsiteX5" fmla="*/ 50399 w 215995"/>
                  <a:gd name="connsiteY5" fmla="*/ 67208 h 215995"/>
                  <a:gd name="connsiteX6" fmla="*/ 32399 w 215995"/>
                  <a:gd name="connsiteY6" fmla="*/ 67208 h 215995"/>
                  <a:gd name="connsiteX7" fmla="*/ 32399 w 215995"/>
                  <a:gd name="connsiteY7" fmla="*/ 49209 h 215995"/>
                  <a:gd name="connsiteX8" fmla="*/ 151197 w 215995"/>
                  <a:gd name="connsiteY8" fmla="*/ 56409 h 215995"/>
                  <a:gd name="connsiteX9" fmla="*/ 179997 w 215995"/>
                  <a:gd name="connsiteY9" fmla="*/ 85208 h 215995"/>
                  <a:gd name="connsiteX10" fmla="*/ 165597 w 215995"/>
                  <a:gd name="connsiteY10" fmla="*/ 222005 h 215995"/>
                  <a:gd name="connsiteX11" fmla="*/ 154797 w 215995"/>
                  <a:gd name="connsiteY11" fmla="*/ 222005 h 215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5995" h="215995">
                    <a:moveTo>
                      <a:pt x="154797" y="222005"/>
                    </a:moveTo>
                    <a:cubicBezTo>
                      <a:pt x="151197" y="222005"/>
                      <a:pt x="147597" y="222005"/>
                      <a:pt x="143997" y="218405"/>
                    </a:cubicBezTo>
                    <a:cubicBezTo>
                      <a:pt x="136797" y="211206"/>
                      <a:pt x="136797" y="204006"/>
                      <a:pt x="143997" y="200406"/>
                    </a:cubicBezTo>
                    <a:cubicBezTo>
                      <a:pt x="169197" y="175206"/>
                      <a:pt x="179997" y="124807"/>
                      <a:pt x="158397" y="103208"/>
                    </a:cubicBezTo>
                    <a:lnTo>
                      <a:pt x="129598" y="74408"/>
                    </a:lnTo>
                    <a:cubicBezTo>
                      <a:pt x="107998" y="52809"/>
                      <a:pt x="75599" y="45609"/>
                      <a:pt x="50399" y="67208"/>
                    </a:cubicBezTo>
                    <a:cubicBezTo>
                      <a:pt x="43199" y="74408"/>
                      <a:pt x="35999" y="74408"/>
                      <a:pt x="32399" y="67208"/>
                    </a:cubicBezTo>
                    <a:cubicBezTo>
                      <a:pt x="25200" y="60008"/>
                      <a:pt x="25200" y="52809"/>
                      <a:pt x="32399" y="49209"/>
                    </a:cubicBezTo>
                    <a:cubicBezTo>
                      <a:pt x="64799" y="16809"/>
                      <a:pt x="115198" y="20409"/>
                      <a:pt x="151197" y="56409"/>
                    </a:cubicBezTo>
                    <a:lnTo>
                      <a:pt x="179997" y="85208"/>
                    </a:lnTo>
                    <a:cubicBezTo>
                      <a:pt x="212396" y="117607"/>
                      <a:pt x="201596" y="186006"/>
                      <a:pt x="165597" y="222005"/>
                    </a:cubicBezTo>
                    <a:cubicBezTo>
                      <a:pt x="161997" y="222005"/>
                      <a:pt x="158397" y="222005"/>
                      <a:pt x="154797" y="222005"/>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15" name="Freeform: Shape 314">
                <a:extLst>
                  <a:ext uri="{FF2B5EF4-FFF2-40B4-BE49-F238E27FC236}">
                    <a16:creationId xmlns:a16="http://schemas.microsoft.com/office/drawing/2014/main" id="{5DE35454-457A-8B8E-0545-789B3B4A79D2}"/>
                  </a:ext>
                </a:extLst>
              </p:cNvPr>
              <p:cNvSpPr/>
              <p:nvPr/>
            </p:nvSpPr>
            <p:spPr>
              <a:xfrm>
                <a:off x="6622454" y="-331062"/>
                <a:ext cx="431992" cy="323994"/>
              </a:xfrm>
              <a:custGeom>
                <a:avLst/>
                <a:gdLst>
                  <a:gd name="connsiteX0" fmla="*/ 40499 w 431991"/>
                  <a:gd name="connsiteY0" fmla="*/ 304194 h 323993"/>
                  <a:gd name="connsiteX1" fmla="*/ 29699 w 431991"/>
                  <a:gd name="connsiteY1" fmla="*/ 300594 h 323993"/>
                  <a:gd name="connsiteX2" fmla="*/ 29699 w 431991"/>
                  <a:gd name="connsiteY2" fmla="*/ 278995 h 323993"/>
                  <a:gd name="connsiteX3" fmla="*/ 231296 w 431991"/>
                  <a:gd name="connsiteY3" fmla="*/ 77399 h 323993"/>
                  <a:gd name="connsiteX4" fmla="*/ 321294 w 431991"/>
                  <a:gd name="connsiteY4" fmla="*/ 26999 h 323993"/>
                  <a:gd name="connsiteX5" fmla="*/ 321294 w 431991"/>
                  <a:gd name="connsiteY5" fmla="*/ 26999 h 323993"/>
                  <a:gd name="connsiteX6" fmla="*/ 382493 w 431991"/>
                  <a:gd name="connsiteY6" fmla="*/ 55799 h 323993"/>
                  <a:gd name="connsiteX7" fmla="*/ 411292 w 431991"/>
                  <a:gd name="connsiteY7" fmla="*/ 84598 h 323993"/>
                  <a:gd name="connsiteX8" fmla="*/ 436492 w 431991"/>
                  <a:gd name="connsiteY8" fmla="*/ 138597 h 323993"/>
                  <a:gd name="connsiteX9" fmla="*/ 375293 w 431991"/>
                  <a:gd name="connsiteY9" fmla="*/ 239395 h 323993"/>
                  <a:gd name="connsiteX10" fmla="*/ 368093 w 431991"/>
                  <a:gd name="connsiteY10" fmla="*/ 246595 h 323993"/>
                  <a:gd name="connsiteX11" fmla="*/ 350093 w 431991"/>
                  <a:gd name="connsiteY11" fmla="*/ 246595 h 323993"/>
                  <a:gd name="connsiteX12" fmla="*/ 350093 w 431991"/>
                  <a:gd name="connsiteY12" fmla="*/ 228596 h 323993"/>
                  <a:gd name="connsiteX13" fmla="*/ 357293 w 431991"/>
                  <a:gd name="connsiteY13" fmla="*/ 221396 h 323993"/>
                  <a:gd name="connsiteX14" fmla="*/ 407692 w 431991"/>
                  <a:gd name="connsiteY14" fmla="*/ 142197 h 323993"/>
                  <a:gd name="connsiteX15" fmla="*/ 389693 w 431991"/>
                  <a:gd name="connsiteY15" fmla="*/ 106198 h 323993"/>
                  <a:gd name="connsiteX16" fmla="*/ 360893 w 431991"/>
                  <a:gd name="connsiteY16" fmla="*/ 77399 h 323993"/>
                  <a:gd name="connsiteX17" fmla="*/ 321294 w 431991"/>
                  <a:gd name="connsiteY17" fmla="*/ 55799 h 323993"/>
                  <a:gd name="connsiteX18" fmla="*/ 321294 w 431991"/>
                  <a:gd name="connsiteY18" fmla="*/ 55799 h 323993"/>
                  <a:gd name="connsiteX19" fmla="*/ 252895 w 431991"/>
                  <a:gd name="connsiteY19" fmla="*/ 98998 h 323993"/>
                  <a:gd name="connsiteX20" fmla="*/ 249295 w 431991"/>
                  <a:gd name="connsiteY20" fmla="*/ 102598 h 323993"/>
                  <a:gd name="connsiteX21" fmla="*/ 51299 w 431991"/>
                  <a:gd name="connsiteY21" fmla="*/ 300594 h 323993"/>
                  <a:gd name="connsiteX22" fmla="*/ 40499 w 431991"/>
                  <a:gd name="connsiteY22" fmla="*/ 304194 h 32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1991" h="323993">
                    <a:moveTo>
                      <a:pt x="40499" y="304194"/>
                    </a:moveTo>
                    <a:cubicBezTo>
                      <a:pt x="36899" y="304194"/>
                      <a:pt x="33299" y="304194"/>
                      <a:pt x="29699" y="300594"/>
                    </a:cubicBezTo>
                    <a:cubicBezTo>
                      <a:pt x="26100" y="293394"/>
                      <a:pt x="26100" y="286194"/>
                      <a:pt x="29699" y="278995"/>
                    </a:cubicBezTo>
                    <a:lnTo>
                      <a:pt x="231296" y="77399"/>
                    </a:lnTo>
                    <a:cubicBezTo>
                      <a:pt x="252895" y="55799"/>
                      <a:pt x="285295" y="26999"/>
                      <a:pt x="321294" y="26999"/>
                    </a:cubicBezTo>
                    <a:lnTo>
                      <a:pt x="321294" y="26999"/>
                    </a:lnTo>
                    <a:cubicBezTo>
                      <a:pt x="342893" y="26999"/>
                      <a:pt x="364493" y="37799"/>
                      <a:pt x="382493" y="55799"/>
                    </a:cubicBezTo>
                    <a:lnTo>
                      <a:pt x="411292" y="84598"/>
                    </a:lnTo>
                    <a:cubicBezTo>
                      <a:pt x="429292" y="102598"/>
                      <a:pt x="436492" y="120598"/>
                      <a:pt x="436492" y="138597"/>
                    </a:cubicBezTo>
                    <a:cubicBezTo>
                      <a:pt x="436492" y="178197"/>
                      <a:pt x="400492" y="214196"/>
                      <a:pt x="375293" y="239395"/>
                    </a:cubicBezTo>
                    <a:cubicBezTo>
                      <a:pt x="375293" y="242995"/>
                      <a:pt x="371693" y="242995"/>
                      <a:pt x="368093" y="246595"/>
                    </a:cubicBezTo>
                    <a:cubicBezTo>
                      <a:pt x="360893" y="253795"/>
                      <a:pt x="353693" y="253795"/>
                      <a:pt x="350093" y="246595"/>
                    </a:cubicBezTo>
                    <a:cubicBezTo>
                      <a:pt x="342893" y="239395"/>
                      <a:pt x="342893" y="232196"/>
                      <a:pt x="350093" y="228596"/>
                    </a:cubicBezTo>
                    <a:cubicBezTo>
                      <a:pt x="353693" y="224996"/>
                      <a:pt x="353693" y="224996"/>
                      <a:pt x="357293" y="221396"/>
                    </a:cubicBezTo>
                    <a:cubicBezTo>
                      <a:pt x="378893" y="199796"/>
                      <a:pt x="407692" y="170997"/>
                      <a:pt x="407692" y="142197"/>
                    </a:cubicBezTo>
                    <a:cubicBezTo>
                      <a:pt x="407692" y="131397"/>
                      <a:pt x="404092" y="116998"/>
                      <a:pt x="389693" y="106198"/>
                    </a:cubicBezTo>
                    <a:lnTo>
                      <a:pt x="360893" y="77399"/>
                    </a:lnTo>
                    <a:cubicBezTo>
                      <a:pt x="346493" y="62999"/>
                      <a:pt x="332094" y="55799"/>
                      <a:pt x="321294" y="55799"/>
                    </a:cubicBezTo>
                    <a:lnTo>
                      <a:pt x="321294" y="55799"/>
                    </a:lnTo>
                    <a:cubicBezTo>
                      <a:pt x="296094" y="55799"/>
                      <a:pt x="270895" y="80998"/>
                      <a:pt x="252895" y="98998"/>
                    </a:cubicBezTo>
                    <a:lnTo>
                      <a:pt x="249295" y="102598"/>
                    </a:lnTo>
                    <a:lnTo>
                      <a:pt x="51299" y="300594"/>
                    </a:lnTo>
                    <a:cubicBezTo>
                      <a:pt x="47699" y="304194"/>
                      <a:pt x="44099" y="304194"/>
                      <a:pt x="40499" y="304194"/>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16" name="Freeform: Shape 315">
                <a:extLst>
                  <a:ext uri="{FF2B5EF4-FFF2-40B4-BE49-F238E27FC236}">
                    <a16:creationId xmlns:a16="http://schemas.microsoft.com/office/drawing/2014/main" id="{E940365E-8FBD-4B69-3749-00991C939909}"/>
                  </a:ext>
                </a:extLst>
              </p:cNvPr>
              <p:cNvSpPr/>
              <p:nvPr/>
            </p:nvSpPr>
            <p:spPr>
              <a:xfrm>
                <a:off x="6156606" y="3121"/>
                <a:ext cx="1223977" cy="1007981"/>
              </a:xfrm>
              <a:custGeom>
                <a:avLst/>
                <a:gdLst>
                  <a:gd name="connsiteX0" fmla="*/ 329951 w 1223976"/>
                  <a:gd name="connsiteY0" fmla="*/ 995990 h 1007980"/>
                  <a:gd name="connsiteX1" fmla="*/ 319151 w 1223976"/>
                  <a:gd name="connsiteY1" fmla="*/ 992390 h 1007980"/>
                  <a:gd name="connsiteX2" fmla="*/ 31156 w 1223976"/>
                  <a:gd name="connsiteY2" fmla="*/ 704396 h 1007980"/>
                  <a:gd name="connsiteX3" fmla="*/ 31156 w 1223976"/>
                  <a:gd name="connsiteY3" fmla="*/ 686396 h 1007980"/>
                  <a:gd name="connsiteX4" fmla="*/ 153554 w 1223976"/>
                  <a:gd name="connsiteY4" fmla="*/ 495600 h 1007980"/>
                  <a:gd name="connsiteX5" fmla="*/ 171554 w 1223976"/>
                  <a:gd name="connsiteY5" fmla="*/ 484800 h 1007980"/>
                  <a:gd name="connsiteX6" fmla="*/ 178754 w 1223976"/>
                  <a:gd name="connsiteY6" fmla="*/ 502800 h 1007980"/>
                  <a:gd name="connsiteX7" fmla="*/ 59956 w 1223976"/>
                  <a:gd name="connsiteY7" fmla="*/ 693596 h 1007980"/>
                  <a:gd name="connsiteX8" fmla="*/ 329951 w 1223976"/>
                  <a:gd name="connsiteY8" fmla="*/ 963591 h 1007980"/>
                  <a:gd name="connsiteX9" fmla="*/ 1150735 w 1223976"/>
                  <a:gd name="connsiteY9" fmla="*/ 351603 h 1007980"/>
                  <a:gd name="connsiteX10" fmla="*/ 1154335 w 1223976"/>
                  <a:gd name="connsiteY10" fmla="*/ 348003 h 1007980"/>
                  <a:gd name="connsiteX11" fmla="*/ 1172335 w 1223976"/>
                  <a:gd name="connsiteY11" fmla="*/ 308404 h 1007980"/>
                  <a:gd name="connsiteX12" fmla="*/ 1154335 w 1223976"/>
                  <a:gd name="connsiteY12" fmla="*/ 268804 h 1007980"/>
                  <a:gd name="connsiteX13" fmla="*/ 1125535 w 1223976"/>
                  <a:gd name="connsiteY13" fmla="*/ 240005 h 1007980"/>
                  <a:gd name="connsiteX14" fmla="*/ 1046337 w 1223976"/>
                  <a:gd name="connsiteY14" fmla="*/ 240005 h 1007980"/>
                  <a:gd name="connsiteX15" fmla="*/ 1046337 w 1223976"/>
                  <a:gd name="connsiteY15" fmla="*/ 240005 h 1007980"/>
                  <a:gd name="connsiteX16" fmla="*/ 1028337 w 1223976"/>
                  <a:gd name="connsiteY16" fmla="*/ 240005 h 1007980"/>
                  <a:gd name="connsiteX17" fmla="*/ 1028337 w 1223976"/>
                  <a:gd name="connsiteY17" fmla="*/ 222005 h 1007980"/>
                  <a:gd name="connsiteX18" fmla="*/ 1028337 w 1223976"/>
                  <a:gd name="connsiteY18" fmla="*/ 222005 h 1007980"/>
                  <a:gd name="connsiteX19" fmla="*/ 1060737 w 1223976"/>
                  <a:gd name="connsiteY19" fmla="*/ 189606 h 1007980"/>
                  <a:gd name="connsiteX20" fmla="*/ 1057137 w 1223976"/>
                  <a:gd name="connsiteY20" fmla="*/ 103208 h 1007980"/>
                  <a:gd name="connsiteX21" fmla="*/ 1028337 w 1223976"/>
                  <a:gd name="connsiteY21" fmla="*/ 74408 h 1007980"/>
                  <a:gd name="connsiteX22" fmla="*/ 952739 w 1223976"/>
                  <a:gd name="connsiteY22" fmla="*/ 67208 h 1007980"/>
                  <a:gd name="connsiteX23" fmla="*/ 934739 w 1223976"/>
                  <a:gd name="connsiteY23" fmla="*/ 67208 h 1007980"/>
                  <a:gd name="connsiteX24" fmla="*/ 934739 w 1223976"/>
                  <a:gd name="connsiteY24" fmla="*/ 49209 h 1007980"/>
                  <a:gd name="connsiteX25" fmla="*/ 1049937 w 1223976"/>
                  <a:gd name="connsiteY25" fmla="*/ 56409 h 1007980"/>
                  <a:gd name="connsiteX26" fmla="*/ 1078736 w 1223976"/>
                  <a:gd name="connsiteY26" fmla="*/ 85208 h 1007980"/>
                  <a:gd name="connsiteX27" fmla="*/ 1093136 w 1223976"/>
                  <a:gd name="connsiteY27" fmla="*/ 200406 h 1007980"/>
                  <a:gd name="connsiteX28" fmla="*/ 1150735 w 1223976"/>
                  <a:gd name="connsiteY28" fmla="*/ 225605 h 1007980"/>
                  <a:gd name="connsiteX29" fmla="*/ 1179534 w 1223976"/>
                  <a:gd name="connsiteY29" fmla="*/ 254405 h 1007980"/>
                  <a:gd name="connsiteX30" fmla="*/ 1204734 w 1223976"/>
                  <a:gd name="connsiteY30" fmla="*/ 315604 h 1007980"/>
                  <a:gd name="connsiteX31" fmla="*/ 1179534 w 1223976"/>
                  <a:gd name="connsiteY31" fmla="*/ 376802 h 1007980"/>
                  <a:gd name="connsiteX32" fmla="*/ 1175935 w 1223976"/>
                  <a:gd name="connsiteY32" fmla="*/ 380402 h 1007980"/>
                  <a:gd name="connsiteX33" fmla="*/ 333551 w 1223976"/>
                  <a:gd name="connsiteY33" fmla="*/ 995990 h 1007980"/>
                  <a:gd name="connsiteX34" fmla="*/ 329951 w 1223976"/>
                  <a:gd name="connsiteY34" fmla="*/ 995990 h 100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23976" h="1007980">
                    <a:moveTo>
                      <a:pt x="329951" y="995990"/>
                    </a:moveTo>
                    <a:cubicBezTo>
                      <a:pt x="326351" y="995990"/>
                      <a:pt x="322751" y="995990"/>
                      <a:pt x="319151" y="992390"/>
                    </a:cubicBezTo>
                    <a:lnTo>
                      <a:pt x="31156" y="704396"/>
                    </a:lnTo>
                    <a:cubicBezTo>
                      <a:pt x="27556" y="700796"/>
                      <a:pt x="23956" y="689996"/>
                      <a:pt x="31156" y="686396"/>
                    </a:cubicBezTo>
                    <a:cubicBezTo>
                      <a:pt x="31156" y="686396"/>
                      <a:pt x="110355" y="599998"/>
                      <a:pt x="153554" y="495600"/>
                    </a:cubicBezTo>
                    <a:cubicBezTo>
                      <a:pt x="157154" y="484800"/>
                      <a:pt x="164354" y="481200"/>
                      <a:pt x="171554" y="484800"/>
                    </a:cubicBezTo>
                    <a:cubicBezTo>
                      <a:pt x="178754" y="488400"/>
                      <a:pt x="182353" y="495600"/>
                      <a:pt x="178754" y="502800"/>
                    </a:cubicBezTo>
                    <a:cubicBezTo>
                      <a:pt x="142754" y="592798"/>
                      <a:pt x="81555" y="668397"/>
                      <a:pt x="59956" y="693596"/>
                    </a:cubicBezTo>
                    <a:lnTo>
                      <a:pt x="329951" y="963591"/>
                    </a:lnTo>
                    <a:cubicBezTo>
                      <a:pt x="733143" y="797994"/>
                      <a:pt x="1147135" y="355203"/>
                      <a:pt x="1150735" y="351603"/>
                    </a:cubicBezTo>
                    <a:lnTo>
                      <a:pt x="1154335" y="348003"/>
                    </a:lnTo>
                    <a:cubicBezTo>
                      <a:pt x="1165135" y="337203"/>
                      <a:pt x="1172335" y="322803"/>
                      <a:pt x="1172335" y="308404"/>
                    </a:cubicBezTo>
                    <a:cubicBezTo>
                      <a:pt x="1172335" y="294004"/>
                      <a:pt x="1165135" y="279604"/>
                      <a:pt x="1154335" y="268804"/>
                    </a:cubicBezTo>
                    <a:lnTo>
                      <a:pt x="1125535" y="240005"/>
                    </a:lnTo>
                    <a:cubicBezTo>
                      <a:pt x="1103936" y="218405"/>
                      <a:pt x="1067937" y="218405"/>
                      <a:pt x="1046337" y="240005"/>
                    </a:cubicBezTo>
                    <a:lnTo>
                      <a:pt x="1046337" y="240005"/>
                    </a:lnTo>
                    <a:cubicBezTo>
                      <a:pt x="1039137" y="243605"/>
                      <a:pt x="1031937" y="243605"/>
                      <a:pt x="1028337" y="240005"/>
                    </a:cubicBezTo>
                    <a:cubicBezTo>
                      <a:pt x="1024737" y="232805"/>
                      <a:pt x="1024737" y="225605"/>
                      <a:pt x="1028337" y="222005"/>
                    </a:cubicBezTo>
                    <a:cubicBezTo>
                      <a:pt x="1028337" y="222005"/>
                      <a:pt x="1028337" y="222005"/>
                      <a:pt x="1028337" y="222005"/>
                    </a:cubicBezTo>
                    <a:lnTo>
                      <a:pt x="1060737" y="189606"/>
                    </a:lnTo>
                    <a:cubicBezTo>
                      <a:pt x="1082336" y="168006"/>
                      <a:pt x="1078736" y="128407"/>
                      <a:pt x="1057137" y="103208"/>
                    </a:cubicBezTo>
                    <a:lnTo>
                      <a:pt x="1028337" y="74408"/>
                    </a:lnTo>
                    <a:cubicBezTo>
                      <a:pt x="1010338" y="56409"/>
                      <a:pt x="977938" y="45609"/>
                      <a:pt x="952739" y="67208"/>
                    </a:cubicBezTo>
                    <a:cubicBezTo>
                      <a:pt x="945539" y="74408"/>
                      <a:pt x="938339" y="74408"/>
                      <a:pt x="934739" y="67208"/>
                    </a:cubicBezTo>
                    <a:cubicBezTo>
                      <a:pt x="927539" y="60008"/>
                      <a:pt x="927539" y="52809"/>
                      <a:pt x="934739" y="49209"/>
                    </a:cubicBezTo>
                    <a:cubicBezTo>
                      <a:pt x="967139" y="16809"/>
                      <a:pt x="1013938" y="20409"/>
                      <a:pt x="1049937" y="56409"/>
                    </a:cubicBezTo>
                    <a:lnTo>
                      <a:pt x="1078736" y="85208"/>
                    </a:lnTo>
                    <a:cubicBezTo>
                      <a:pt x="1111136" y="117607"/>
                      <a:pt x="1114736" y="164406"/>
                      <a:pt x="1093136" y="200406"/>
                    </a:cubicBezTo>
                    <a:cubicBezTo>
                      <a:pt x="1114736" y="200406"/>
                      <a:pt x="1132735" y="211206"/>
                      <a:pt x="1150735" y="225605"/>
                    </a:cubicBezTo>
                    <a:lnTo>
                      <a:pt x="1179534" y="254405"/>
                    </a:lnTo>
                    <a:cubicBezTo>
                      <a:pt x="1193934" y="268804"/>
                      <a:pt x="1204734" y="290404"/>
                      <a:pt x="1204734" y="315604"/>
                    </a:cubicBezTo>
                    <a:cubicBezTo>
                      <a:pt x="1204734" y="337203"/>
                      <a:pt x="1193934" y="358803"/>
                      <a:pt x="1179534" y="376802"/>
                    </a:cubicBezTo>
                    <a:lnTo>
                      <a:pt x="1175935" y="380402"/>
                    </a:lnTo>
                    <a:cubicBezTo>
                      <a:pt x="1168735" y="376802"/>
                      <a:pt x="743943" y="826794"/>
                      <a:pt x="333551" y="995990"/>
                    </a:cubicBezTo>
                    <a:cubicBezTo>
                      <a:pt x="333551" y="995990"/>
                      <a:pt x="329951" y="995990"/>
                      <a:pt x="329951" y="995990"/>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17" name="Freeform: Shape 316">
                <a:extLst>
                  <a:ext uri="{FF2B5EF4-FFF2-40B4-BE49-F238E27FC236}">
                    <a16:creationId xmlns:a16="http://schemas.microsoft.com/office/drawing/2014/main" id="{1894BE36-46DD-22C3-DD8E-75E9E8737163}"/>
                  </a:ext>
                </a:extLst>
              </p:cNvPr>
              <p:cNvSpPr/>
              <p:nvPr/>
            </p:nvSpPr>
            <p:spPr>
              <a:xfrm>
                <a:off x="6081565" y="244926"/>
                <a:ext cx="287995" cy="287994"/>
              </a:xfrm>
              <a:custGeom>
                <a:avLst/>
                <a:gdLst>
                  <a:gd name="connsiteX0" fmla="*/ 203396 w 287994"/>
                  <a:gd name="connsiteY0" fmla="*/ 278995 h 287994"/>
                  <a:gd name="connsiteX1" fmla="*/ 145797 w 287994"/>
                  <a:gd name="connsiteY1" fmla="*/ 257395 h 287994"/>
                  <a:gd name="connsiteX2" fmla="*/ 48599 w 287994"/>
                  <a:gd name="connsiteY2" fmla="*/ 178197 h 287994"/>
                  <a:gd name="connsiteX3" fmla="*/ 26999 w 287994"/>
                  <a:gd name="connsiteY3" fmla="*/ 134997 h 287994"/>
                  <a:gd name="connsiteX4" fmla="*/ 41399 w 287994"/>
                  <a:gd name="connsiteY4" fmla="*/ 88198 h 287994"/>
                  <a:gd name="connsiteX5" fmla="*/ 73799 w 287994"/>
                  <a:gd name="connsiteY5" fmla="*/ 48599 h 287994"/>
                  <a:gd name="connsiteX6" fmla="*/ 116998 w 287994"/>
                  <a:gd name="connsiteY6" fmla="*/ 26999 h 287994"/>
                  <a:gd name="connsiteX7" fmla="*/ 163797 w 287994"/>
                  <a:gd name="connsiteY7" fmla="*/ 41399 h 287994"/>
                  <a:gd name="connsiteX8" fmla="*/ 260995 w 287994"/>
                  <a:gd name="connsiteY8" fmla="*/ 120598 h 287994"/>
                  <a:gd name="connsiteX9" fmla="*/ 293394 w 287994"/>
                  <a:gd name="connsiteY9" fmla="*/ 181796 h 287994"/>
                  <a:gd name="connsiteX10" fmla="*/ 271795 w 287994"/>
                  <a:gd name="connsiteY10" fmla="*/ 246595 h 287994"/>
                  <a:gd name="connsiteX11" fmla="*/ 210596 w 287994"/>
                  <a:gd name="connsiteY11" fmla="*/ 278995 h 287994"/>
                  <a:gd name="connsiteX12" fmla="*/ 203396 w 287994"/>
                  <a:gd name="connsiteY12" fmla="*/ 278995 h 287994"/>
                  <a:gd name="connsiteX13" fmla="*/ 124198 w 287994"/>
                  <a:gd name="connsiteY13" fmla="*/ 52199 h 287994"/>
                  <a:gd name="connsiteX14" fmla="*/ 95398 w 287994"/>
                  <a:gd name="connsiteY14" fmla="*/ 66599 h 287994"/>
                  <a:gd name="connsiteX15" fmla="*/ 62999 w 287994"/>
                  <a:gd name="connsiteY15" fmla="*/ 106198 h 287994"/>
                  <a:gd name="connsiteX16" fmla="*/ 66599 w 287994"/>
                  <a:gd name="connsiteY16" fmla="*/ 156597 h 287994"/>
                  <a:gd name="connsiteX17" fmla="*/ 163797 w 287994"/>
                  <a:gd name="connsiteY17" fmla="*/ 235795 h 287994"/>
                  <a:gd name="connsiteX18" fmla="*/ 210596 w 287994"/>
                  <a:gd name="connsiteY18" fmla="*/ 250195 h 287994"/>
                  <a:gd name="connsiteX19" fmla="*/ 253795 w 287994"/>
                  <a:gd name="connsiteY19" fmla="*/ 228596 h 287994"/>
                  <a:gd name="connsiteX20" fmla="*/ 268195 w 287994"/>
                  <a:gd name="connsiteY20" fmla="*/ 181796 h 287994"/>
                  <a:gd name="connsiteX21" fmla="*/ 246595 w 287994"/>
                  <a:gd name="connsiteY21" fmla="*/ 138597 h 287994"/>
                  <a:gd name="connsiteX22" fmla="*/ 188996 w 287994"/>
                  <a:gd name="connsiteY22" fmla="*/ 91798 h 287994"/>
                  <a:gd name="connsiteX23" fmla="*/ 188996 w 287994"/>
                  <a:gd name="connsiteY23" fmla="*/ 91798 h 287994"/>
                  <a:gd name="connsiteX24" fmla="*/ 145797 w 287994"/>
                  <a:gd name="connsiteY24" fmla="*/ 62999 h 287994"/>
                  <a:gd name="connsiteX25" fmla="*/ 124198 w 287994"/>
                  <a:gd name="connsiteY25" fmla="*/ 52199 h 287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7994" h="287994">
                    <a:moveTo>
                      <a:pt x="203396" y="278995"/>
                    </a:moveTo>
                    <a:cubicBezTo>
                      <a:pt x="181797" y="278995"/>
                      <a:pt x="163797" y="271795"/>
                      <a:pt x="145797" y="257395"/>
                    </a:cubicBezTo>
                    <a:lnTo>
                      <a:pt x="48599" y="178197"/>
                    </a:lnTo>
                    <a:cubicBezTo>
                      <a:pt x="37799" y="167397"/>
                      <a:pt x="30599" y="152997"/>
                      <a:pt x="26999" y="134997"/>
                    </a:cubicBezTo>
                    <a:cubicBezTo>
                      <a:pt x="26999" y="116998"/>
                      <a:pt x="30599" y="102598"/>
                      <a:pt x="41399" y="88198"/>
                    </a:cubicBezTo>
                    <a:lnTo>
                      <a:pt x="73799" y="48599"/>
                    </a:lnTo>
                    <a:cubicBezTo>
                      <a:pt x="84598" y="34199"/>
                      <a:pt x="102598" y="26999"/>
                      <a:pt x="116998" y="26999"/>
                    </a:cubicBezTo>
                    <a:cubicBezTo>
                      <a:pt x="134997" y="26999"/>
                      <a:pt x="149397" y="30599"/>
                      <a:pt x="163797" y="41399"/>
                    </a:cubicBezTo>
                    <a:lnTo>
                      <a:pt x="260995" y="120598"/>
                    </a:lnTo>
                    <a:cubicBezTo>
                      <a:pt x="278995" y="134997"/>
                      <a:pt x="289795" y="156597"/>
                      <a:pt x="293394" y="181796"/>
                    </a:cubicBezTo>
                    <a:cubicBezTo>
                      <a:pt x="296994" y="206996"/>
                      <a:pt x="289795" y="228596"/>
                      <a:pt x="271795" y="246595"/>
                    </a:cubicBezTo>
                    <a:cubicBezTo>
                      <a:pt x="257395" y="264595"/>
                      <a:pt x="235796" y="275395"/>
                      <a:pt x="210596" y="278995"/>
                    </a:cubicBezTo>
                    <a:cubicBezTo>
                      <a:pt x="210596" y="278995"/>
                      <a:pt x="206996" y="278995"/>
                      <a:pt x="203396" y="278995"/>
                    </a:cubicBezTo>
                    <a:close/>
                    <a:moveTo>
                      <a:pt x="124198" y="52199"/>
                    </a:moveTo>
                    <a:cubicBezTo>
                      <a:pt x="113398" y="52199"/>
                      <a:pt x="102598" y="55799"/>
                      <a:pt x="95398" y="66599"/>
                    </a:cubicBezTo>
                    <a:lnTo>
                      <a:pt x="62999" y="106198"/>
                    </a:lnTo>
                    <a:cubicBezTo>
                      <a:pt x="52199" y="120598"/>
                      <a:pt x="52199" y="145797"/>
                      <a:pt x="66599" y="156597"/>
                    </a:cubicBezTo>
                    <a:lnTo>
                      <a:pt x="163797" y="235795"/>
                    </a:lnTo>
                    <a:cubicBezTo>
                      <a:pt x="178197" y="246595"/>
                      <a:pt x="192596" y="250195"/>
                      <a:pt x="210596" y="250195"/>
                    </a:cubicBezTo>
                    <a:cubicBezTo>
                      <a:pt x="228596" y="250195"/>
                      <a:pt x="242995" y="239395"/>
                      <a:pt x="253795" y="228596"/>
                    </a:cubicBezTo>
                    <a:cubicBezTo>
                      <a:pt x="264595" y="214196"/>
                      <a:pt x="268195" y="199796"/>
                      <a:pt x="268195" y="181796"/>
                    </a:cubicBezTo>
                    <a:cubicBezTo>
                      <a:pt x="268195" y="163797"/>
                      <a:pt x="257395" y="149397"/>
                      <a:pt x="246595" y="138597"/>
                    </a:cubicBezTo>
                    <a:lnTo>
                      <a:pt x="188996" y="91798"/>
                    </a:lnTo>
                    <a:cubicBezTo>
                      <a:pt x="188996" y="91798"/>
                      <a:pt x="188996" y="91798"/>
                      <a:pt x="188996" y="91798"/>
                    </a:cubicBezTo>
                    <a:lnTo>
                      <a:pt x="145797" y="62999"/>
                    </a:lnTo>
                    <a:cubicBezTo>
                      <a:pt x="142197" y="55799"/>
                      <a:pt x="131398" y="52199"/>
                      <a:pt x="124198" y="52199"/>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18" name="Freeform: Shape 317">
                <a:extLst>
                  <a:ext uri="{FF2B5EF4-FFF2-40B4-BE49-F238E27FC236}">
                    <a16:creationId xmlns:a16="http://schemas.microsoft.com/office/drawing/2014/main" id="{D9F4F2BF-87F7-9178-6D01-BFBEAEF055DF}"/>
                  </a:ext>
                </a:extLst>
              </p:cNvPr>
              <p:cNvSpPr/>
              <p:nvPr/>
            </p:nvSpPr>
            <p:spPr>
              <a:xfrm>
                <a:off x="6279561" y="3731"/>
                <a:ext cx="359993" cy="323994"/>
              </a:xfrm>
              <a:custGeom>
                <a:avLst/>
                <a:gdLst>
                  <a:gd name="connsiteX0" fmla="*/ 260995 w 359993"/>
                  <a:gd name="connsiteY0" fmla="*/ 332994 h 323993"/>
                  <a:gd name="connsiteX1" fmla="*/ 203396 w 359993"/>
                  <a:gd name="connsiteY1" fmla="*/ 311394 h 323993"/>
                  <a:gd name="connsiteX2" fmla="*/ 48599 w 359993"/>
                  <a:gd name="connsiteY2" fmla="*/ 181797 h 323993"/>
                  <a:gd name="connsiteX3" fmla="*/ 26999 w 359993"/>
                  <a:gd name="connsiteY3" fmla="*/ 138597 h 323993"/>
                  <a:gd name="connsiteX4" fmla="*/ 41399 w 359993"/>
                  <a:gd name="connsiteY4" fmla="*/ 91798 h 323993"/>
                  <a:gd name="connsiteX5" fmla="*/ 73799 w 359993"/>
                  <a:gd name="connsiteY5" fmla="*/ 52199 h 323993"/>
                  <a:gd name="connsiteX6" fmla="*/ 116998 w 359993"/>
                  <a:gd name="connsiteY6" fmla="*/ 26999 h 323993"/>
                  <a:gd name="connsiteX7" fmla="*/ 163797 w 359993"/>
                  <a:gd name="connsiteY7" fmla="*/ 41399 h 323993"/>
                  <a:gd name="connsiteX8" fmla="*/ 203396 w 359993"/>
                  <a:gd name="connsiteY8" fmla="*/ 73799 h 323993"/>
                  <a:gd name="connsiteX9" fmla="*/ 203396 w 359993"/>
                  <a:gd name="connsiteY9" fmla="*/ 73799 h 323993"/>
                  <a:gd name="connsiteX10" fmla="*/ 318594 w 359993"/>
                  <a:gd name="connsiteY10" fmla="*/ 170997 h 323993"/>
                  <a:gd name="connsiteX11" fmla="*/ 350993 w 359993"/>
                  <a:gd name="connsiteY11" fmla="*/ 232196 h 323993"/>
                  <a:gd name="connsiteX12" fmla="*/ 329394 w 359993"/>
                  <a:gd name="connsiteY12" fmla="*/ 296994 h 323993"/>
                  <a:gd name="connsiteX13" fmla="*/ 268195 w 359993"/>
                  <a:gd name="connsiteY13" fmla="*/ 329394 h 323993"/>
                  <a:gd name="connsiteX14" fmla="*/ 260995 w 359993"/>
                  <a:gd name="connsiteY14" fmla="*/ 332994 h 323993"/>
                  <a:gd name="connsiteX15" fmla="*/ 120598 w 359993"/>
                  <a:gd name="connsiteY15" fmla="*/ 55799 h 323993"/>
                  <a:gd name="connsiteX16" fmla="*/ 120598 w 359993"/>
                  <a:gd name="connsiteY16" fmla="*/ 55799 h 323993"/>
                  <a:gd name="connsiteX17" fmla="*/ 91798 w 359993"/>
                  <a:gd name="connsiteY17" fmla="*/ 70199 h 323993"/>
                  <a:gd name="connsiteX18" fmla="*/ 59399 w 359993"/>
                  <a:gd name="connsiteY18" fmla="*/ 109798 h 323993"/>
                  <a:gd name="connsiteX19" fmla="*/ 52199 w 359993"/>
                  <a:gd name="connsiteY19" fmla="*/ 134997 h 323993"/>
                  <a:gd name="connsiteX20" fmla="*/ 66599 w 359993"/>
                  <a:gd name="connsiteY20" fmla="*/ 160197 h 323993"/>
                  <a:gd name="connsiteX21" fmla="*/ 106198 w 359993"/>
                  <a:gd name="connsiteY21" fmla="*/ 192596 h 323993"/>
                  <a:gd name="connsiteX22" fmla="*/ 221396 w 359993"/>
                  <a:gd name="connsiteY22" fmla="*/ 289794 h 323993"/>
                  <a:gd name="connsiteX23" fmla="*/ 268195 w 359993"/>
                  <a:gd name="connsiteY23" fmla="*/ 304194 h 323993"/>
                  <a:gd name="connsiteX24" fmla="*/ 311394 w 359993"/>
                  <a:gd name="connsiteY24" fmla="*/ 282595 h 323993"/>
                  <a:gd name="connsiteX25" fmla="*/ 325794 w 359993"/>
                  <a:gd name="connsiteY25" fmla="*/ 235795 h 323993"/>
                  <a:gd name="connsiteX26" fmla="*/ 304194 w 359993"/>
                  <a:gd name="connsiteY26" fmla="*/ 192596 h 323993"/>
                  <a:gd name="connsiteX27" fmla="*/ 149397 w 359993"/>
                  <a:gd name="connsiteY27" fmla="*/ 62999 h 323993"/>
                  <a:gd name="connsiteX28" fmla="*/ 120598 w 359993"/>
                  <a:gd name="connsiteY28" fmla="*/ 55799 h 32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9993" h="323993">
                    <a:moveTo>
                      <a:pt x="260995" y="332994"/>
                    </a:moveTo>
                    <a:cubicBezTo>
                      <a:pt x="239395" y="332994"/>
                      <a:pt x="221396" y="325794"/>
                      <a:pt x="203396" y="311394"/>
                    </a:cubicBezTo>
                    <a:lnTo>
                      <a:pt x="48599" y="181797"/>
                    </a:lnTo>
                    <a:cubicBezTo>
                      <a:pt x="34199" y="170997"/>
                      <a:pt x="26999" y="156597"/>
                      <a:pt x="26999" y="138597"/>
                    </a:cubicBezTo>
                    <a:cubicBezTo>
                      <a:pt x="26999" y="120598"/>
                      <a:pt x="30599" y="106198"/>
                      <a:pt x="41399" y="91798"/>
                    </a:cubicBezTo>
                    <a:lnTo>
                      <a:pt x="73799" y="52199"/>
                    </a:lnTo>
                    <a:cubicBezTo>
                      <a:pt x="84598" y="37799"/>
                      <a:pt x="98998" y="30599"/>
                      <a:pt x="116998" y="26999"/>
                    </a:cubicBezTo>
                    <a:cubicBezTo>
                      <a:pt x="134997" y="26999"/>
                      <a:pt x="149397" y="30599"/>
                      <a:pt x="163797" y="41399"/>
                    </a:cubicBezTo>
                    <a:lnTo>
                      <a:pt x="203396" y="73799"/>
                    </a:lnTo>
                    <a:lnTo>
                      <a:pt x="203396" y="73799"/>
                    </a:lnTo>
                    <a:lnTo>
                      <a:pt x="318594" y="170997"/>
                    </a:lnTo>
                    <a:cubicBezTo>
                      <a:pt x="336594" y="185396"/>
                      <a:pt x="347393" y="206996"/>
                      <a:pt x="350993" y="232196"/>
                    </a:cubicBezTo>
                    <a:cubicBezTo>
                      <a:pt x="354593" y="257395"/>
                      <a:pt x="347393" y="278995"/>
                      <a:pt x="329394" y="296994"/>
                    </a:cubicBezTo>
                    <a:cubicBezTo>
                      <a:pt x="314994" y="314994"/>
                      <a:pt x="293394" y="325794"/>
                      <a:pt x="268195" y="329394"/>
                    </a:cubicBezTo>
                    <a:cubicBezTo>
                      <a:pt x="268195" y="332994"/>
                      <a:pt x="264595" y="332994"/>
                      <a:pt x="260995" y="332994"/>
                    </a:cubicBezTo>
                    <a:close/>
                    <a:moveTo>
                      <a:pt x="120598" y="55799"/>
                    </a:moveTo>
                    <a:cubicBezTo>
                      <a:pt x="120598" y="55799"/>
                      <a:pt x="120598" y="55799"/>
                      <a:pt x="120598" y="55799"/>
                    </a:cubicBezTo>
                    <a:cubicBezTo>
                      <a:pt x="106198" y="55799"/>
                      <a:pt x="98998" y="62999"/>
                      <a:pt x="91798" y="70199"/>
                    </a:cubicBezTo>
                    <a:lnTo>
                      <a:pt x="59399" y="109798"/>
                    </a:lnTo>
                    <a:cubicBezTo>
                      <a:pt x="52199" y="116998"/>
                      <a:pt x="52199" y="127798"/>
                      <a:pt x="52199" y="134997"/>
                    </a:cubicBezTo>
                    <a:cubicBezTo>
                      <a:pt x="52199" y="145797"/>
                      <a:pt x="59399" y="152997"/>
                      <a:pt x="66599" y="160197"/>
                    </a:cubicBezTo>
                    <a:lnTo>
                      <a:pt x="106198" y="192596"/>
                    </a:lnTo>
                    <a:lnTo>
                      <a:pt x="221396" y="289794"/>
                    </a:lnTo>
                    <a:cubicBezTo>
                      <a:pt x="235796" y="300594"/>
                      <a:pt x="250195" y="304194"/>
                      <a:pt x="268195" y="304194"/>
                    </a:cubicBezTo>
                    <a:cubicBezTo>
                      <a:pt x="286195" y="304194"/>
                      <a:pt x="300594" y="293394"/>
                      <a:pt x="311394" y="282595"/>
                    </a:cubicBezTo>
                    <a:cubicBezTo>
                      <a:pt x="322194" y="268195"/>
                      <a:pt x="325794" y="253795"/>
                      <a:pt x="325794" y="235795"/>
                    </a:cubicBezTo>
                    <a:cubicBezTo>
                      <a:pt x="325794" y="217796"/>
                      <a:pt x="314994" y="203396"/>
                      <a:pt x="304194" y="192596"/>
                    </a:cubicBezTo>
                    <a:lnTo>
                      <a:pt x="149397" y="62999"/>
                    </a:lnTo>
                    <a:cubicBezTo>
                      <a:pt x="138597" y="59399"/>
                      <a:pt x="131397" y="55799"/>
                      <a:pt x="120598" y="55799"/>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19" name="Freeform: Shape 318">
                <a:extLst>
                  <a:ext uri="{FF2B5EF4-FFF2-40B4-BE49-F238E27FC236}">
                    <a16:creationId xmlns:a16="http://schemas.microsoft.com/office/drawing/2014/main" id="{C8BBF37E-15E3-5054-40AC-D0275EF63219}"/>
                  </a:ext>
                </a:extLst>
              </p:cNvPr>
              <p:cNvSpPr/>
              <p:nvPr/>
            </p:nvSpPr>
            <p:spPr>
              <a:xfrm>
                <a:off x="6375478" y="-95267"/>
                <a:ext cx="359993" cy="323994"/>
              </a:xfrm>
              <a:custGeom>
                <a:avLst/>
                <a:gdLst>
                  <a:gd name="connsiteX0" fmla="*/ 262276 w 359993"/>
                  <a:gd name="connsiteY0" fmla="*/ 316794 h 323993"/>
                  <a:gd name="connsiteX1" fmla="*/ 204677 w 359993"/>
                  <a:gd name="connsiteY1" fmla="*/ 295194 h 323993"/>
                  <a:gd name="connsiteX2" fmla="*/ 49880 w 359993"/>
                  <a:gd name="connsiteY2" fmla="*/ 165597 h 323993"/>
                  <a:gd name="connsiteX3" fmla="*/ 42680 w 359993"/>
                  <a:gd name="connsiteY3" fmla="*/ 71999 h 323993"/>
                  <a:gd name="connsiteX4" fmla="*/ 75079 w 359993"/>
                  <a:gd name="connsiteY4" fmla="*/ 32399 h 323993"/>
                  <a:gd name="connsiteX5" fmla="*/ 93079 w 359993"/>
                  <a:gd name="connsiteY5" fmla="*/ 32399 h 323993"/>
                  <a:gd name="connsiteX6" fmla="*/ 93079 w 359993"/>
                  <a:gd name="connsiteY6" fmla="*/ 50399 h 323993"/>
                  <a:gd name="connsiteX7" fmla="*/ 64279 w 359993"/>
                  <a:gd name="connsiteY7" fmla="*/ 89998 h 323993"/>
                  <a:gd name="connsiteX8" fmla="*/ 67879 w 359993"/>
                  <a:gd name="connsiteY8" fmla="*/ 143997 h 323993"/>
                  <a:gd name="connsiteX9" fmla="*/ 107479 w 359993"/>
                  <a:gd name="connsiteY9" fmla="*/ 176397 h 323993"/>
                  <a:gd name="connsiteX10" fmla="*/ 222676 w 359993"/>
                  <a:gd name="connsiteY10" fmla="*/ 273595 h 323993"/>
                  <a:gd name="connsiteX11" fmla="*/ 309075 w 359993"/>
                  <a:gd name="connsiteY11" fmla="*/ 266395 h 323993"/>
                  <a:gd name="connsiteX12" fmla="*/ 301875 w 359993"/>
                  <a:gd name="connsiteY12" fmla="*/ 179997 h 323993"/>
                  <a:gd name="connsiteX13" fmla="*/ 226276 w 359993"/>
                  <a:gd name="connsiteY13" fmla="*/ 115198 h 323993"/>
                  <a:gd name="connsiteX14" fmla="*/ 226276 w 359993"/>
                  <a:gd name="connsiteY14" fmla="*/ 97198 h 323993"/>
                  <a:gd name="connsiteX15" fmla="*/ 244276 w 359993"/>
                  <a:gd name="connsiteY15" fmla="*/ 97198 h 323993"/>
                  <a:gd name="connsiteX16" fmla="*/ 319875 w 359993"/>
                  <a:gd name="connsiteY16" fmla="*/ 161997 h 323993"/>
                  <a:gd name="connsiteX17" fmla="*/ 330674 w 359993"/>
                  <a:gd name="connsiteY17" fmla="*/ 287994 h 323993"/>
                  <a:gd name="connsiteX18" fmla="*/ 269475 w 359993"/>
                  <a:gd name="connsiteY18" fmla="*/ 320394 h 323993"/>
                  <a:gd name="connsiteX19" fmla="*/ 262276 w 359993"/>
                  <a:gd name="connsiteY19" fmla="*/ 316794 h 32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9993" h="323993">
                    <a:moveTo>
                      <a:pt x="262276" y="316794"/>
                    </a:moveTo>
                    <a:cubicBezTo>
                      <a:pt x="240676" y="316794"/>
                      <a:pt x="222676" y="309594"/>
                      <a:pt x="204677" y="295194"/>
                    </a:cubicBezTo>
                    <a:lnTo>
                      <a:pt x="49880" y="165597"/>
                    </a:lnTo>
                    <a:cubicBezTo>
                      <a:pt x="24680" y="140397"/>
                      <a:pt x="17480" y="97198"/>
                      <a:pt x="42680" y="71999"/>
                    </a:cubicBezTo>
                    <a:lnTo>
                      <a:pt x="75079" y="32399"/>
                    </a:lnTo>
                    <a:cubicBezTo>
                      <a:pt x="78679" y="25200"/>
                      <a:pt x="89479" y="25200"/>
                      <a:pt x="93079" y="32399"/>
                    </a:cubicBezTo>
                    <a:cubicBezTo>
                      <a:pt x="100279" y="35999"/>
                      <a:pt x="100279" y="46799"/>
                      <a:pt x="93079" y="50399"/>
                    </a:cubicBezTo>
                    <a:lnTo>
                      <a:pt x="64279" y="89998"/>
                    </a:lnTo>
                    <a:cubicBezTo>
                      <a:pt x="49880" y="104398"/>
                      <a:pt x="53480" y="129597"/>
                      <a:pt x="67879" y="143997"/>
                    </a:cubicBezTo>
                    <a:lnTo>
                      <a:pt x="107479" y="176397"/>
                    </a:lnTo>
                    <a:lnTo>
                      <a:pt x="222676" y="273595"/>
                    </a:lnTo>
                    <a:cubicBezTo>
                      <a:pt x="247876" y="295194"/>
                      <a:pt x="287475" y="291594"/>
                      <a:pt x="309075" y="266395"/>
                    </a:cubicBezTo>
                    <a:cubicBezTo>
                      <a:pt x="330674" y="241195"/>
                      <a:pt x="327074" y="201596"/>
                      <a:pt x="301875" y="179997"/>
                    </a:cubicBezTo>
                    <a:lnTo>
                      <a:pt x="226276" y="115198"/>
                    </a:lnTo>
                    <a:cubicBezTo>
                      <a:pt x="219076" y="111598"/>
                      <a:pt x="219076" y="100798"/>
                      <a:pt x="226276" y="97198"/>
                    </a:cubicBezTo>
                    <a:cubicBezTo>
                      <a:pt x="229876" y="89998"/>
                      <a:pt x="240676" y="89998"/>
                      <a:pt x="244276" y="97198"/>
                    </a:cubicBezTo>
                    <a:lnTo>
                      <a:pt x="319875" y="161997"/>
                    </a:lnTo>
                    <a:cubicBezTo>
                      <a:pt x="359474" y="194396"/>
                      <a:pt x="363074" y="251995"/>
                      <a:pt x="330674" y="287994"/>
                    </a:cubicBezTo>
                    <a:cubicBezTo>
                      <a:pt x="316275" y="305994"/>
                      <a:pt x="294675" y="316794"/>
                      <a:pt x="269475" y="320394"/>
                    </a:cubicBezTo>
                    <a:cubicBezTo>
                      <a:pt x="269475" y="316794"/>
                      <a:pt x="265876" y="316794"/>
                      <a:pt x="262276" y="316794"/>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20" name="Freeform: Shape 319">
                <a:extLst>
                  <a:ext uri="{FF2B5EF4-FFF2-40B4-BE49-F238E27FC236}">
                    <a16:creationId xmlns:a16="http://schemas.microsoft.com/office/drawing/2014/main" id="{FA00689C-0332-4F27-1C8A-E00C73D347C6}"/>
                  </a:ext>
                </a:extLst>
              </p:cNvPr>
              <p:cNvSpPr/>
              <p:nvPr/>
            </p:nvSpPr>
            <p:spPr>
              <a:xfrm>
                <a:off x="6178763" y="122529"/>
                <a:ext cx="431992" cy="395992"/>
              </a:xfrm>
              <a:custGeom>
                <a:avLst/>
                <a:gdLst>
                  <a:gd name="connsiteX0" fmla="*/ 314994 w 431991"/>
                  <a:gd name="connsiteY0" fmla="*/ 376193 h 395992"/>
                  <a:gd name="connsiteX1" fmla="*/ 257395 w 431991"/>
                  <a:gd name="connsiteY1" fmla="*/ 354593 h 395992"/>
                  <a:gd name="connsiteX2" fmla="*/ 88198 w 431991"/>
                  <a:gd name="connsiteY2" fmla="*/ 210596 h 395992"/>
                  <a:gd name="connsiteX3" fmla="*/ 48599 w 431991"/>
                  <a:gd name="connsiteY3" fmla="*/ 178197 h 395992"/>
                  <a:gd name="connsiteX4" fmla="*/ 26999 w 431991"/>
                  <a:gd name="connsiteY4" fmla="*/ 134997 h 395992"/>
                  <a:gd name="connsiteX5" fmla="*/ 41399 w 431991"/>
                  <a:gd name="connsiteY5" fmla="*/ 88198 h 395992"/>
                  <a:gd name="connsiteX6" fmla="*/ 73799 w 431991"/>
                  <a:gd name="connsiteY6" fmla="*/ 48599 h 395992"/>
                  <a:gd name="connsiteX7" fmla="*/ 116998 w 431991"/>
                  <a:gd name="connsiteY7" fmla="*/ 26999 h 395992"/>
                  <a:gd name="connsiteX8" fmla="*/ 163797 w 431991"/>
                  <a:gd name="connsiteY8" fmla="*/ 41399 h 395992"/>
                  <a:gd name="connsiteX9" fmla="*/ 203396 w 431991"/>
                  <a:gd name="connsiteY9" fmla="*/ 73799 h 395992"/>
                  <a:gd name="connsiteX10" fmla="*/ 203396 w 431991"/>
                  <a:gd name="connsiteY10" fmla="*/ 73799 h 395992"/>
                  <a:gd name="connsiteX11" fmla="*/ 372593 w 431991"/>
                  <a:gd name="connsiteY11" fmla="*/ 217796 h 395992"/>
                  <a:gd name="connsiteX12" fmla="*/ 383393 w 431991"/>
                  <a:gd name="connsiteY12" fmla="*/ 343793 h 395992"/>
                  <a:gd name="connsiteX13" fmla="*/ 322194 w 431991"/>
                  <a:gd name="connsiteY13" fmla="*/ 376193 h 395992"/>
                  <a:gd name="connsiteX14" fmla="*/ 314994 w 431991"/>
                  <a:gd name="connsiteY14" fmla="*/ 376193 h 395992"/>
                  <a:gd name="connsiteX15" fmla="*/ 127798 w 431991"/>
                  <a:gd name="connsiteY15" fmla="*/ 55799 h 395992"/>
                  <a:gd name="connsiteX16" fmla="*/ 127798 w 431991"/>
                  <a:gd name="connsiteY16" fmla="*/ 55799 h 395992"/>
                  <a:gd name="connsiteX17" fmla="*/ 98998 w 431991"/>
                  <a:gd name="connsiteY17" fmla="*/ 70199 h 395992"/>
                  <a:gd name="connsiteX18" fmla="*/ 66599 w 431991"/>
                  <a:gd name="connsiteY18" fmla="*/ 109798 h 395992"/>
                  <a:gd name="connsiteX19" fmla="*/ 70199 w 431991"/>
                  <a:gd name="connsiteY19" fmla="*/ 160197 h 395992"/>
                  <a:gd name="connsiteX20" fmla="*/ 109798 w 431991"/>
                  <a:gd name="connsiteY20" fmla="*/ 192596 h 395992"/>
                  <a:gd name="connsiteX21" fmla="*/ 278995 w 431991"/>
                  <a:gd name="connsiteY21" fmla="*/ 336594 h 395992"/>
                  <a:gd name="connsiteX22" fmla="*/ 325794 w 431991"/>
                  <a:gd name="connsiteY22" fmla="*/ 350993 h 395992"/>
                  <a:gd name="connsiteX23" fmla="*/ 368993 w 431991"/>
                  <a:gd name="connsiteY23" fmla="*/ 329394 h 395992"/>
                  <a:gd name="connsiteX24" fmla="*/ 361793 w 431991"/>
                  <a:gd name="connsiteY24" fmla="*/ 242995 h 395992"/>
                  <a:gd name="connsiteX25" fmla="*/ 192596 w 431991"/>
                  <a:gd name="connsiteY25" fmla="*/ 98998 h 395992"/>
                  <a:gd name="connsiteX26" fmla="*/ 152997 w 431991"/>
                  <a:gd name="connsiteY26" fmla="*/ 66599 h 395992"/>
                  <a:gd name="connsiteX27" fmla="*/ 127798 w 431991"/>
                  <a:gd name="connsiteY27" fmla="*/ 55799 h 395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1991" h="395992">
                    <a:moveTo>
                      <a:pt x="314994" y="376193"/>
                    </a:moveTo>
                    <a:cubicBezTo>
                      <a:pt x="293394" y="376193"/>
                      <a:pt x="275395" y="368993"/>
                      <a:pt x="257395" y="354593"/>
                    </a:cubicBezTo>
                    <a:lnTo>
                      <a:pt x="88198" y="210596"/>
                    </a:lnTo>
                    <a:lnTo>
                      <a:pt x="48599" y="178197"/>
                    </a:lnTo>
                    <a:cubicBezTo>
                      <a:pt x="34199" y="167397"/>
                      <a:pt x="26999" y="152997"/>
                      <a:pt x="26999" y="134997"/>
                    </a:cubicBezTo>
                    <a:cubicBezTo>
                      <a:pt x="26999" y="116998"/>
                      <a:pt x="30599" y="102598"/>
                      <a:pt x="41399" y="88198"/>
                    </a:cubicBezTo>
                    <a:lnTo>
                      <a:pt x="73799" y="48599"/>
                    </a:lnTo>
                    <a:cubicBezTo>
                      <a:pt x="84598" y="34199"/>
                      <a:pt x="98998" y="26999"/>
                      <a:pt x="116998" y="26999"/>
                    </a:cubicBezTo>
                    <a:cubicBezTo>
                      <a:pt x="134997" y="26999"/>
                      <a:pt x="149397" y="30599"/>
                      <a:pt x="163797" y="41399"/>
                    </a:cubicBezTo>
                    <a:lnTo>
                      <a:pt x="203396" y="73799"/>
                    </a:lnTo>
                    <a:cubicBezTo>
                      <a:pt x="203396" y="73799"/>
                      <a:pt x="203396" y="73799"/>
                      <a:pt x="203396" y="73799"/>
                    </a:cubicBezTo>
                    <a:lnTo>
                      <a:pt x="372593" y="217796"/>
                    </a:lnTo>
                    <a:cubicBezTo>
                      <a:pt x="412192" y="250195"/>
                      <a:pt x="415792" y="307794"/>
                      <a:pt x="383393" y="343793"/>
                    </a:cubicBezTo>
                    <a:cubicBezTo>
                      <a:pt x="368993" y="361793"/>
                      <a:pt x="347393" y="372593"/>
                      <a:pt x="322194" y="376193"/>
                    </a:cubicBezTo>
                    <a:cubicBezTo>
                      <a:pt x="322194" y="376193"/>
                      <a:pt x="318594" y="376193"/>
                      <a:pt x="314994" y="376193"/>
                    </a:cubicBezTo>
                    <a:close/>
                    <a:moveTo>
                      <a:pt x="127798" y="55799"/>
                    </a:moveTo>
                    <a:cubicBezTo>
                      <a:pt x="124198" y="55799"/>
                      <a:pt x="124198" y="55799"/>
                      <a:pt x="127798" y="55799"/>
                    </a:cubicBezTo>
                    <a:cubicBezTo>
                      <a:pt x="113398" y="55799"/>
                      <a:pt x="106198" y="62999"/>
                      <a:pt x="98998" y="70199"/>
                    </a:cubicBezTo>
                    <a:lnTo>
                      <a:pt x="66599" y="109798"/>
                    </a:lnTo>
                    <a:cubicBezTo>
                      <a:pt x="55799" y="124198"/>
                      <a:pt x="55799" y="149397"/>
                      <a:pt x="70199" y="160197"/>
                    </a:cubicBezTo>
                    <a:lnTo>
                      <a:pt x="109798" y="192596"/>
                    </a:lnTo>
                    <a:lnTo>
                      <a:pt x="278995" y="336594"/>
                    </a:lnTo>
                    <a:cubicBezTo>
                      <a:pt x="293394" y="347393"/>
                      <a:pt x="307794" y="350993"/>
                      <a:pt x="325794" y="350993"/>
                    </a:cubicBezTo>
                    <a:cubicBezTo>
                      <a:pt x="343793" y="350993"/>
                      <a:pt x="358193" y="340193"/>
                      <a:pt x="368993" y="329394"/>
                    </a:cubicBezTo>
                    <a:cubicBezTo>
                      <a:pt x="390593" y="304194"/>
                      <a:pt x="386993" y="264595"/>
                      <a:pt x="361793" y="242995"/>
                    </a:cubicBezTo>
                    <a:lnTo>
                      <a:pt x="192596" y="98998"/>
                    </a:lnTo>
                    <a:lnTo>
                      <a:pt x="152997" y="66599"/>
                    </a:lnTo>
                    <a:cubicBezTo>
                      <a:pt x="142197" y="59399"/>
                      <a:pt x="134997" y="55799"/>
                      <a:pt x="127798" y="55799"/>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21" name="Freeform: Shape 320">
                <a:extLst>
                  <a:ext uri="{FF2B5EF4-FFF2-40B4-BE49-F238E27FC236}">
                    <a16:creationId xmlns:a16="http://schemas.microsoft.com/office/drawing/2014/main" id="{AEDEF410-BA33-089F-AFDE-3BA83EF4BB83}"/>
                  </a:ext>
                </a:extLst>
              </p:cNvPr>
              <p:cNvSpPr/>
              <p:nvPr/>
            </p:nvSpPr>
            <p:spPr>
              <a:xfrm>
                <a:off x="6397009" y="-266007"/>
                <a:ext cx="467991" cy="323994"/>
              </a:xfrm>
              <a:custGeom>
                <a:avLst/>
                <a:gdLst>
                  <a:gd name="connsiteX0" fmla="*/ 121948 w 467991"/>
                  <a:gd name="connsiteY0" fmla="*/ 307537 h 323993"/>
                  <a:gd name="connsiteX1" fmla="*/ 57149 w 467991"/>
                  <a:gd name="connsiteY1" fmla="*/ 293137 h 323993"/>
                  <a:gd name="connsiteX2" fmla="*/ 28349 w 467991"/>
                  <a:gd name="connsiteY2" fmla="*/ 260738 h 323993"/>
                  <a:gd name="connsiteX3" fmla="*/ 39149 w 467991"/>
                  <a:gd name="connsiteY3" fmla="*/ 217539 h 323993"/>
                  <a:gd name="connsiteX4" fmla="*/ 147147 w 467991"/>
                  <a:gd name="connsiteY4" fmla="*/ 102341 h 323993"/>
                  <a:gd name="connsiteX5" fmla="*/ 384743 w 467991"/>
                  <a:gd name="connsiteY5" fmla="*/ 30342 h 323993"/>
                  <a:gd name="connsiteX6" fmla="*/ 438742 w 467991"/>
                  <a:gd name="connsiteY6" fmla="*/ 37542 h 323993"/>
                  <a:gd name="connsiteX7" fmla="*/ 449541 w 467991"/>
                  <a:gd name="connsiteY7" fmla="*/ 51942 h 323993"/>
                  <a:gd name="connsiteX8" fmla="*/ 435142 w 467991"/>
                  <a:gd name="connsiteY8" fmla="*/ 62742 h 323993"/>
                  <a:gd name="connsiteX9" fmla="*/ 381143 w 467991"/>
                  <a:gd name="connsiteY9" fmla="*/ 55542 h 323993"/>
                  <a:gd name="connsiteX10" fmla="*/ 168747 w 467991"/>
                  <a:gd name="connsiteY10" fmla="*/ 116741 h 323993"/>
                  <a:gd name="connsiteX11" fmla="*/ 60749 w 467991"/>
                  <a:gd name="connsiteY11" fmla="*/ 231939 h 323993"/>
                  <a:gd name="connsiteX12" fmla="*/ 57149 w 467991"/>
                  <a:gd name="connsiteY12" fmla="*/ 253538 h 323993"/>
                  <a:gd name="connsiteX13" fmla="*/ 67949 w 467991"/>
                  <a:gd name="connsiteY13" fmla="*/ 267938 h 323993"/>
                  <a:gd name="connsiteX14" fmla="*/ 309144 w 467991"/>
                  <a:gd name="connsiteY14" fmla="*/ 163540 h 323993"/>
                  <a:gd name="connsiteX15" fmla="*/ 327144 w 467991"/>
                  <a:gd name="connsiteY15" fmla="*/ 163540 h 323993"/>
                  <a:gd name="connsiteX16" fmla="*/ 327144 w 467991"/>
                  <a:gd name="connsiteY16" fmla="*/ 181540 h 323993"/>
                  <a:gd name="connsiteX17" fmla="*/ 121948 w 467991"/>
                  <a:gd name="connsiteY17" fmla="*/ 307537 h 32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991" h="323993">
                    <a:moveTo>
                      <a:pt x="121948" y="307537"/>
                    </a:moveTo>
                    <a:cubicBezTo>
                      <a:pt x="100348" y="307537"/>
                      <a:pt x="78748" y="303937"/>
                      <a:pt x="57149" y="293137"/>
                    </a:cubicBezTo>
                    <a:cubicBezTo>
                      <a:pt x="42749" y="285938"/>
                      <a:pt x="31949" y="275138"/>
                      <a:pt x="28349" y="260738"/>
                    </a:cubicBezTo>
                    <a:cubicBezTo>
                      <a:pt x="24750" y="246338"/>
                      <a:pt x="28349" y="228339"/>
                      <a:pt x="39149" y="217539"/>
                    </a:cubicBezTo>
                    <a:lnTo>
                      <a:pt x="147147" y="102341"/>
                    </a:lnTo>
                    <a:cubicBezTo>
                      <a:pt x="150747" y="98741"/>
                      <a:pt x="233546" y="8743"/>
                      <a:pt x="384743" y="30342"/>
                    </a:cubicBezTo>
                    <a:lnTo>
                      <a:pt x="438742" y="37542"/>
                    </a:lnTo>
                    <a:cubicBezTo>
                      <a:pt x="445942" y="37542"/>
                      <a:pt x="453141" y="44742"/>
                      <a:pt x="449541" y="51942"/>
                    </a:cubicBezTo>
                    <a:cubicBezTo>
                      <a:pt x="449541" y="59142"/>
                      <a:pt x="442342" y="66342"/>
                      <a:pt x="435142" y="62742"/>
                    </a:cubicBezTo>
                    <a:lnTo>
                      <a:pt x="381143" y="55542"/>
                    </a:lnTo>
                    <a:cubicBezTo>
                      <a:pt x="244345" y="33942"/>
                      <a:pt x="172347" y="116741"/>
                      <a:pt x="168747" y="116741"/>
                    </a:cubicBezTo>
                    <a:lnTo>
                      <a:pt x="60749" y="231939"/>
                    </a:lnTo>
                    <a:cubicBezTo>
                      <a:pt x="57149" y="242738"/>
                      <a:pt x="53549" y="246338"/>
                      <a:pt x="57149" y="253538"/>
                    </a:cubicBezTo>
                    <a:cubicBezTo>
                      <a:pt x="57149" y="260738"/>
                      <a:pt x="60749" y="264338"/>
                      <a:pt x="67949" y="267938"/>
                    </a:cubicBezTo>
                    <a:cubicBezTo>
                      <a:pt x="93148" y="278738"/>
                      <a:pt x="175947" y="314737"/>
                      <a:pt x="309144" y="163540"/>
                    </a:cubicBezTo>
                    <a:cubicBezTo>
                      <a:pt x="312744" y="156340"/>
                      <a:pt x="323544" y="156340"/>
                      <a:pt x="327144" y="163540"/>
                    </a:cubicBezTo>
                    <a:cubicBezTo>
                      <a:pt x="334344" y="167140"/>
                      <a:pt x="334344" y="177940"/>
                      <a:pt x="327144" y="181540"/>
                    </a:cubicBezTo>
                    <a:cubicBezTo>
                      <a:pt x="255145" y="264338"/>
                      <a:pt x="186746" y="307537"/>
                      <a:pt x="121948" y="307537"/>
                    </a:cubicBezTo>
                    <a:close/>
                  </a:path>
                </a:pathLst>
              </a:custGeom>
              <a:grpFill/>
              <a:ln w="9525" cap="flat">
                <a:noFill/>
                <a:prstDash val="solid"/>
                <a:miter/>
              </a:ln>
            </p:spPr>
            <p:txBody>
              <a:bodyPr rtlCol="0" anchor="ct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grpSp>
      <p:grpSp>
        <p:nvGrpSpPr>
          <p:cNvPr id="322" name="Group 321">
            <a:extLst>
              <a:ext uri="{FF2B5EF4-FFF2-40B4-BE49-F238E27FC236}">
                <a16:creationId xmlns:a16="http://schemas.microsoft.com/office/drawing/2014/main" id="{1F3EB68D-715D-807B-2B64-A8B8FE7A4C4B}"/>
              </a:ext>
            </a:extLst>
          </p:cNvPr>
          <p:cNvGrpSpPr>
            <a:grpSpLocks noChangeAspect="1"/>
          </p:cNvGrpSpPr>
          <p:nvPr/>
        </p:nvGrpSpPr>
        <p:grpSpPr>
          <a:xfrm>
            <a:off x="5602817" y="5985151"/>
            <a:ext cx="467982" cy="467982"/>
            <a:chOff x="5092806" y="4599863"/>
            <a:chExt cx="607489" cy="613034"/>
          </a:xfrm>
        </p:grpSpPr>
        <p:sp>
          <p:nvSpPr>
            <p:cNvPr id="323" name="Oval 322">
              <a:extLst>
                <a:ext uri="{FF2B5EF4-FFF2-40B4-BE49-F238E27FC236}">
                  <a16:creationId xmlns:a16="http://schemas.microsoft.com/office/drawing/2014/main" id="{1FF9BF24-D272-218F-FEF6-7E03F1C4F049}"/>
                </a:ext>
              </a:extLst>
            </p:cNvPr>
            <p:cNvSpPr/>
            <p:nvPr/>
          </p:nvSpPr>
          <p:spPr>
            <a:xfrm>
              <a:off x="5092806" y="4599863"/>
              <a:ext cx="607489" cy="613034"/>
            </a:xfrm>
            <a:prstGeom prst="ellipse">
              <a:avLst/>
            </a:prstGeom>
            <a:solidFill>
              <a:srgbClr val="FFFFFF"/>
            </a:solidFill>
            <a:ln w="19050" cap="flat" cmpd="sng" algn="ctr">
              <a:solidFill>
                <a:srgbClr val="FFFFFF">
                  <a:lumMod val="50000"/>
                </a:srgb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8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nvGrpSpPr>
            <p:cNvPr id="324" name="Group 224">
              <a:extLst>
                <a:ext uri="{FF2B5EF4-FFF2-40B4-BE49-F238E27FC236}">
                  <a16:creationId xmlns:a16="http://schemas.microsoft.com/office/drawing/2014/main" id="{DBB3C671-A31B-2B6B-A51B-914209AD13DF}"/>
                </a:ext>
              </a:extLst>
            </p:cNvPr>
            <p:cNvGrpSpPr>
              <a:grpSpLocks noChangeAspect="1"/>
            </p:cNvGrpSpPr>
            <p:nvPr/>
          </p:nvGrpSpPr>
          <p:grpSpPr bwMode="auto">
            <a:xfrm>
              <a:off x="5199926" y="4703561"/>
              <a:ext cx="404625" cy="391824"/>
              <a:chOff x="3310" y="3033"/>
              <a:chExt cx="938" cy="907"/>
            </a:xfrm>
            <a:solidFill>
              <a:sysClr val="windowText" lastClr="000000"/>
            </a:solidFill>
          </p:grpSpPr>
          <p:sp>
            <p:nvSpPr>
              <p:cNvPr id="325" name="Freeform 225">
                <a:extLst>
                  <a:ext uri="{FF2B5EF4-FFF2-40B4-BE49-F238E27FC236}">
                    <a16:creationId xmlns:a16="http://schemas.microsoft.com/office/drawing/2014/main" id="{E19468D1-EA04-08F1-3094-B25BE71F4CBD}"/>
                  </a:ext>
                </a:extLst>
              </p:cNvPr>
              <p:cNvSpPr>
                <a:spLocks/>
              </p:cNvSpPr>
              <p:nvPr/>
            </p:nvSpPr>
            <p:spPr bwMode="auto">
              <a:xfrm>
                <a:off x="3445" y="3233"/>
                <a:ext cx="11" cy="1"/>
              </a:xfrm>
              <a:custGeom>
                <a:avLst/>
                <a:gdLst>
                  <a:gd name="T0" fmla="*/ 29 w 29"/>
                  <a:gd name="T1" fmla="*/ 0 h 3"/>
                  <a:gd name="T2" fmla="*/ 0 w 29"/>
                  <a:gd name="T3" fmla="*/ 3 h 3"/>
                  <a:gd name="T4" fmla="*/ 29 w 29"/>
                  <a:gd name="T5" fmla="*/ 0 h 3"/>
                </a:gdLst>
                <a:ahLst/>
                <a:cxnLst>
                  <a:cxn ang="0">
                    <a:pos x="T0" y="T1"/>
                  </a:cxn>
                  <a:cxn ang="0">
                    <a:pos x="T2" y="T3"/>
                  </a:cxn>
                  <a:cxn ang="0">
                    <a:pos x="T4" y="T5"/>
                  </a:cxn>
                </a:cxnLst>
                <a:rect l="0" t="0" r="r" b="b"/>
                <a:pathLst>
                  <a:path w="29" h="3">
                    <a:moveTo>
                      <a:pt x="29" y="0"/>
                    </a:moveTo>
                    <a:cubicBezTo>
                      <a:pt x="17" y="1"/>
                      <a:pt x="7" y="2"/>
                      <a:pt x="0" y="3"/>
                    </a:cubicBezTo>
                    <a:cubicBezTo>
                      <a:pt x="10" y="2"/>
                      <a:pt x="19" y="1"/>
                      <a:pt x="29" y="0"/>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26" name="Freeform 226">
                <a:extLst>
                  <a:ext uri="{FF2B5EF4-FFF2-40B4-BE49-F238E27FC236}">
                    <a16:creationId xmlns:a16="http://schemas.microsoft.com/office/drawing/2014/main" id="{5CED056A-E90D-63A6-98B0-8B754F88B567}"/>
                  </a:ext>
                </a:extLst>
              </p:cNvPr>
              <p:cNvSpPr>
                <a:spLocks/>
              </p:cNvSpPr>
              <p:nvPr/>
            </p:nvSpPr>
            <p:spPr bwMode="auto">
              <a:xfrm>
                <a:off x="3453" y="3678"/>
                <a:ext cx="19" cy="252"/>
              </a:xfrm>
              <a:custGeom>
                <a:avLst/>
                <a:gdLst>
                  <a:gd name="T0" fmla="*/ 0 w 19"/>
                  <a:gd name="T1" fmla="*/ 243 h 252"/>
                  <a:gd name="T2" fmla="*/ 0 w 19"/>
                  <a:gd name="T3" fmla="*/ 252 h 252"/>
                  <a:gd name="T4" fmla="*/ 19 w 19"/>
                  <a:gd name="T5" fmla="*/ 252 h 252"/>
                  <a:gd name="T6" fmla="*/ 19 w 19"/>
                  <a:gd name="T7" fmla="*/ 243 h 252"/>
                  <a:gd name="T8" fmla="*/ 19 w 19"/>
                  <a:gd name="T9" fmla="*/ 0 h 252"/>
                  <a:gd name="T10" fmla="*/ 0 w 19"/>
                  <a:gd name="T11" fmla="*/ 0 h 252"/>
                  <a:gd name="T12" fmla="*/ 0 w 19"/>
                  <a:gd name="T13" fmla="*/ 243 h 252"/>
                </a:gdLst>
                <a:ahLst/>
                <a:cxnLst>
                  <a:cxn ang="0">
                    <a:pos x="T0" y="T1"/>
                  </a:cxn>
                  <a:cxn ang="0">
                    <a:pos x="T2" y="T3"/>
                  </a:cxn>
                  <a:cxn ang="0">
                    <a:pos x="T4" y="T5"/>
                  </a:cxn>
                  <a:cxn ang="0">
                    <a:pos x="T6" y="T7"/>
                  </a:cxn>
                  <a:cxn ang="0">
                    <a:pos x="T8" y="T9"/>
                  </a:cxn>
                  <a:cxn ang="0">
                    <a:pos x="T10" y="T11"/>
                  </a:cxn>
                  <a:cxn ang="0">
                    <a:pos x="T12" y="T13"/>
                  </a:cxn>
                </a:cxnLst>
                <a:rect l="0" t="0" r="r" b="b"/>
                <a:pathLst>
                  <a:path w="19" h="252">
                    <a:moveTo>
                      <a:pt x="0" y="243"/>
                    </a:moveTo>
                    <a:lnTo>
                      <a:pt x="0" y="252"/>
                    </a:lnTo>
                    <a:lnTo>
                      <a:pt x="19" y="252"/>
                    </a:lnTo>
                    <a:lnTo>
                      <a:pt x="19" y="243"/>
                    </a:lnTo>
                    <a:lnTo>
                      <a:pt x="19" y="0"/>
                    </a:lnTo>
                    <a:lnTo>
                      <a:pt x="0" y="0"/>
                    </a:lnTo>
                    <a:lnTo>
                      <a:pt x="0" y="243"/>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27" name="Freeform 227">
                <a:extLst>
                  <a:ext uri="{FF2B5EF4-FFF2-40B4-BE49-F238E27FC236}">
                    <a16:creationId xmlns:a16="http://schemas.microsoft.com/office/drawing/2014/main" id="{6ECECE90-23B8-C88B-051C-469C48CD627F}"/>
                  </a:ext>
                </a:extLst>
              </p:cNvPr>
              <p:cNvSpPr>
                <a:spLocks/>
              </p:cNvSpPr>
              <p:nvPr/>
            </p:nvSpPr>
            <p:spPr bwMode="auto">
              <a:xfrm>
                <a:off x="3651" y="3090"/>
                <a:ext cx="597" cy="98"/>
              </a:xfrm>
              <a:custGeom>
                <a:avLst/>
                <a:gdLst>
                  <a:gd name="T0" fmla="*/ 0 w 597"/>
                  <a:gd name="T1" fmla="*/ 19 h 98"/>
                  <a:gd name="T2" fmla="*/ 577 w 597"/>
                  <a:gd name="T3" fmla="*/ 19 h 98"/>
                  <a:gd name="T4" fmla="*/ 577 w 597"/>
                  <a:gd name="T5" fmla="*/ 79 h 98"/>
                  <a:gd name="T6" fmla="*/ 0 w 597"/>
                  <a:gd name="T7" fmla="*/ 79 h 98"/>
                  <a:gd name="T8" fmla="*/ 0 w 597"/>
                  <a:gd name="T9" fmla="*/ 98 h 98"/>
                  <a:gd name="T10" fmla="*/ 597 w 597"/>
                  <a:gd name="T11" fmla="*/ 98 h 98"/>
                  <a:gd name="T12" fmla="*/ 597 w 597"/>
                  <a:gd name="T13" fmla="*/ 0 h 98"/>
                  <a:gd name="T14" fmla="*/ 0 w 597"/>
                  <a:gd name="T15" fmla="*/ 0 h 98"/>
                  <a:gd name="T16" fmla="*/ 0 w 597"/>
                  <a:gd name="T17" fmla="*/ 19 h 98"/>
                  <a:gd name="T18" fmla="*/ 0 w 597"/>
                  <a:gd name="T19" fmla="*/ 19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7" h="98">
                    <a:moveTo>
                      <a:pt x="0" y="19"/>
                    </a:moveTo>
                    <a:lnTo>
                      <a:pt x="577" y="19"/>
                    </a:lnTo>
                    <a:lnTo>
                      <a:pt x="577" y="79"/>
                    </a:lnTo>
                    <a:lnTo>
                      <a:pt x="0" y="79"/>
                    </a:lnTo>
                    <a:lnTo>
                      <a:pt x="0" y="98"/>
                    </a:lnTo>
                    <a:lnTo>
                      <a:pt x="597" y="98"/>
                    </a:lnTo>
                    <a:lnTo>
                      <a:pt x="597" y="0"/>
                    </a:lnTo>
                    <a:lnTo>
                      <a:pt x="0" y="0"/>
                    </a:lnTo>
                    <a:lnTo>
                      <a:pt x="0" y="19"/>
                    </a:lnTo>
                    <a:lnTo>
                      <a:pt x="0" y="19"/>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28" name="Freeform 228">
                <a:extLst>
                  <a:ext uri="{FF2B5EF4-FFF2-40B4-BE49-F238E27FC236}">
                    <a16:creationId xmlns:a16="http://schemas.microsoft.com/office/drawing/2014/main" id="{9B8C0304-BC10-4B14-29B3-C8F9892B16A3}"/>
                  </a:ext>
                </a:extLst>
              </p:cNvPr>
              <p:cNvSpPr>
                <a:spLocks/>
              </p:cNvSpPr>
              <p:nvPr/>
            </p:nvSpPr>
            <p:spPr bwMode="auto">
              <a:xfrm>
                <a:off x="3651" y="3175"/>
                <a:ext cx="553" cy="445"/>
              </a:xfrm>
              <a:custGeom>
                <a:avLst/>
                <a:gdLst>
                  <a:gd name="T0" fmla="*/ 533 w 553"/>
                  <a:gd name="T1" fmla="*/ 0 h 445"/>
                  <a:gd name="T2" fmla="*/ 533 w 553"/>
                  <a:gd name="T3" fmla="*/ 426 h 445"/>
                  <a:gd name="T4" fmla="*/ 0 w 553"/>
                  <a:gd name="T5" fmla="*/ 426 h 445"/>
                  <a:gd name="T6" fmla="*/ 0 w 553"/>
                  <a:gd name="T7" fmla="*/ 445 h 445"/>
                  <a:gd name="T8" fmla="*/ 553 w 553"/>
                  <a:gd name="T9" fmla="*/ 445 h 445"/>
                  <a:gd name="T10" fmla="*/ 553 w 553"/>
                  <a:gd name="T11" fmla="*/ 0 h 445"/>
                  <a:gd name="T12" fmla="*/ 533 w 553"/>
                  <a:gd name="T13" fmla="*/ 0 h 445"/>
                  <a:gd name="T14" fmla="*/ 533 w 553"/>
                  <a:gd name="T15" fmla="*/ 0 h 4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3" h="445">
                    <a:moveTo>
                      <a:pt x="533" y="0"/>
                    </a:moveTo>
                    <a:lnTo>
                      <a:pt x="533" y="426"/>
                    </a:lnTo>
                    <a:lnTo>
                      <a:pt x="0" y="426"/>
                    </a:lnTo>
                    <a:lnTo>
                      <a:pt x="0" y="445"/>
                    </a:lnTo>
                    <a:lnTo>
                      <a:pt x="553" y="445"/>
                    </a:lnTo>
                    <a:lnTo>
                      <a:pt x="553" y="0"/>
                    </a:lnTo>
                    <a:lnTo>
                      <a:pt x="533" y="0"/>
                    </a:lnTo>
                    <a:lnTo>
                      <a:pt x="533" y="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29" name="Freeform 229">
                <a:extLst>
                  <a:ext uri="{FF2B5EF4-FFF2-40B4-BE49-F238E27FC236}">
                    <a16:creationId xmlns:a16="http://schemas.microsoft.com/office/drawing/2014/main" id="{0673EB90-E77B-3D66-4FAF-34F70B2566AC}"/>
                  </a:ext>
                </a:extLst>
              </p:cNvPr>
              <p:cNvSpPr>
                <a:spLocks/>
              </p:cNvSpPr>
              <p:nvPr/>
            </p:nvSpPr>
            <p:spPr bwMode="auto">
              <a:xfrm>
                <a:off x="3705" y="3604"/>
                <a:ext cx="162" cy="79"/>
              </a:xfrm>
              <a:custGeom>
                <a:avLst/>
                <a:gdLst>
                  <a:gd name="T0" fmla="*/ 162 w 162"/>
                  <a:gd name="T1" fmla="*/ 79 h 79"/>
                  <a:gd name="T2" fmla="*/ 0 w 162"/>
                  <a:gd name="T3" fmla="*/ 79 h 79"/>
                  <a:gd name="T4" fmla="*/ 0 w 162"/>
                  <a:gd name="T5" fmla="*/ 0 h 79"/>
                  <a:gd name="T6" fmla="*/ 20 w 162"/>
                  <a:gd name="T7" fmla="*/ 0 h 79"/>
                  <a:gd name="T8" fmla="*/ 20 w 162"/>
                  <a:gd name="T9" fmla="*/ 59 h 79"/>
                  <a:gd name="T10" fmla="*/ 143 w 162"/>
                  <a:gd name="T11" fmla="*/ 59 h 79"/>
                  <a:gd name="T12" fmla="*/ 143 w 162"/>
                  <a:gd name="T13" fmla="*/ 14 h 79"/>
                  <a:gd name="T14" fmla="*/ 162 w 162"/>
                  <a:gd name="T15" fmla="*/ 14 h 79"/>
                  <a:gd name="T16" fmla="*/ 162 w 162"/>
                  <a:gd name="T17"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 h="79">
                    <a:moveTo>
                      <a:pt x="162" y="79"/>
                    </a:moveTo>
                    <a:lnTo>
                      <a:pt x="0" y="79"/>
                    </a:lnTo>
                    <a:lnTo>
                      <a:pt x="0" y="0"/>
                    </a:lnTo>
                    <a:lnTo>
                      <a:pt x="20" y="0"/>
                    </a:lnTo>
                    <a:lnTo>
                      <a:pt x="20" y="59"/>
                    </a:lnTo>
                    <a:lnTo>
                      <a:pt x="143" y="59"/>
                    </a:lnTo>
                    <a:lnTo>
                      <a:pt x="143" y="14"/>
                    </a:lnTo>
                    <a:lnTo>
                      <a:pt x="162" y="14"/>
                    </a:lnTo>
                    <a:lnTo>
                      <a:pt x="162" y="79"/>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0" name="Freeform 230">
                <a:extLst>
                  <a:ext uri="{FF2B5EF4-FFF2-40B4-BE49-F238E27FC236}">
                    <a16:creationId xmlns:a16="http://schemas.microsoft.com/office/drawing/2014/main" id="{83341965-8962-9748-2CB5-EEDD401B863B}"/>
                  </a:ext>
                </a:extLst>
              </p:cNvPr>
              <p:cNvSpPr>
                <a:spLocks/>
              </p:cNvSpPr>
              <p:nvPr/>
            </p:nvSpPr>
            <p:spPr bwMode="auto">
              <a:xfrm>
                <a:off x="3658" y="3669"/>
                <a:ext cx="137" cy="270"/>
              </a:xfrm>
              <a:custGeom>
                <a:avLst/>
                <a:gdLst>
                  <a:gd name="T0" fmla="*/ 18 w 137"/>
                  <a:gd name="T1" fmla="*/ 270 h 270"/>
                  <a:gd name="T2" fmla="*/ 0 w 137"/>
                  <a:gd name="T3" fmla="*/ 262 h 270"/>
                  <a:gd name="T4" fmla="*/ 119 w 137"/>
                  <a:gd name="T5" fmla="*/ 0 h 270"/>
                  <a:gd name="T6" fmla="*/ 137 w 137"/>
                  <a:gd name="T7" fmla="*/ 8 h 270"/>
                  <a:gd name="T8" fmla="*/ 18 w 137"/>
                  <a:gd name="T9" fmla="*/ 270 h 270"/>
                </a:gdLst>
                <a:ahLst/>
                <a:cxnLst>
                  <a:cxn ang="0">
                    <a:pos x="T0" y="T1"/>
                  </a:cxn>
                  <a:cxn ang="0">
                    <a:pos x="T2" y="T3"/>
                  </a:cxn>
                  <a:cxn ang="0">
                    <a:pos x="T4" y="T5"/>
                  </a:cxn>
                  <a:cxn ang="0">
                    <a:pos x="T6" y="T7"/>
                  </a:cxn>
                  <a:cxn ang="0">
                    <a:pos x="T8" y="T9"/>
                  </a:cxn>
                </a:cxnLst>
                <a:rect l="0" t="0" r="r" b="b"/>
                <a:pathLst>
                  <a:path w="137" h="270">
                    <a:moveTo>
                      <a:pt x="18" y="270"/>
                    </a:moveTo>
                    <a:lnTo>
                      <a:pt x="0" y="262"/>
                    </a:lnTo>
                    <a:lnTo>
                      <a:pt x="119" y="0"/>
                    </a:lnTo>
                    <a:lnTo>
                      <a:pt x="137" y="8"/>
                    </a:lnTo>
                    <a:lnTo>
                      <a:pt x="18" y="27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1" name="Freeform 231">
                <a:extLst>
                  <a:ext uri="{FF2B5EF4-FFF2-40B4-BE49-F238E27FC236}">
                    <a16:creationId xmlns:a16="http://schemas.microsoft.com/office/drawing/2014/main" id="{27471A85-70A0-F1EA-C0FD-5E6A12239BA0}"/>
                  </a:ext>
                </a:extLst>
              </p:cNvPr>
              <p:cNvSpPr>
                <a:spLocks/>
              </p:cNvSpPr>
              <p:nvPr/>
            </p:nvSpPr>
            <p:spPr bwMode="auto">
              <a:xfrm>
                <a:off x="3781" y="3669"/>
                <a:ext cx="138" cy="270"/>
              </a:xfrm>
              <a:custGeom>
                <a:avLst/>
                <a:gdLst>
                  <a:gd name="T0" fmla="*/ 120 w 138"/>
                  <a:gd name="T1" fmla="*/ 270 h 270"/>
                  <a:gd name="T2" fmla="*/ 0 w 138"/>
                  <a:gd name="T3" fmla="*/ 8 h 270"/>
                  <a:gd name="T4" fmla="*/ 18 w 138"/>
                  <a:gd name="T5" fmla="*/ 0 h 270"/>
                  <a:gd name="T6" fmla="*/ 138 w 138"/>
                  <a:gd name="T7" fmla="*/ 262 h 270"/>
                  <a:gd name="T8" fmla="*/ 120 w 138"/>
                  <a:gd name="T9" fmla="*/ 270 h 270"/>
                </a:gdLst>
                <a:ahLst/>
                <a:cxnLst>
                  <a:cxn ang="0">
                    <a:pos x="T0" y="T1"/>
                  </a:cxn>
                  <a:cxn ang="0">
                    <a:pos x="T2" y="T3"/>
                  </a:cxn>
                  <a:cxn ang="0">
                    <a:pos x="T4" y="T5"/>
                  </a:cxn>
                  <a:cxn ang="0">
                    <a:pos x="T6" y="T7"/>
                  </a:cxn>
                  <a:cxn ang="0">
                    <a:pos x="T8" y="T9"/>
                  </a:cxn>
                </a:cxnLst>
                <a:rect l="0" t="0" r="r" b="b"/>
                <a:pathLst>
                  <a:path w="138" h="270">
                    <a:moveTo>
                      <a:pt x="120" y="270"/>
                    </a:moveTo>
                    <a:lnTo>
                      <a:pt x="0" y="8"/>
                    </a:lnTo>
                    <a:lnTo>
                      <a:pt x="18" y="0"/>
                    </a:lnTo>
                    <a:lnTo>
                      <a:pt x="138" y="262"/>
                    </a:lnTo>
                    <a:lnTo>
                      <a:pt x="120" y="27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2" name="Rectangle 232">
                <a:extLst>
                  <a:ext uri="{FF2B5EF4-FFF2-40B4-BE49-F238E27FC236}">
                    <a16:creationId xmlns:a16="http://schemas.microsoft.com/office/drawing/2014/main" id="{6401FAAF-0C31-352C-4B71-3CC960BCFC7F}"/>
                  </a:ext>
                </a:extLst>
              </p:cNvPr>
              <p:cNvSpPr>
                <a:spLocks noChangeArrowheads="1"/>
              </p:cNvSpPr>
              <p:nvPr/>
            </p:nvSpPr>
            <p:spPr bwMode="auto">
              <a:xfrm>
                <a:off x="3779" y="3673"/>
                <a:ext cx="20" cy="227"/>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3" name="Rectangle 233">
                <a:extLst>
                  <a:ext uri="{FF2B5EF4-FFF2-40B4-BE49-F238E27FC236}">
                    <a16:creationId xmlns:a16="http://schemas.microsoft.com/office/drawing/2014/main" id="{46814823-33EE-9951-72DF-B80003F5AB12}"/>
                  </a:ext>
                </a:extLst>
              </p:cNvPr>
              <p:cNvSpPr>
                <a:spLocks noChangeArrowheads="1"/>
              </p:cNvSpPr>
              <p:nvPr/>
            </p:nvSpPr>
            <p:spPr bwMode="auto">
              <a:xfrm>
                <a:off x="3942" y="3255"/>
                <a:ext cx="20" cy="92"/>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4" name="Freeform 234">
                <a:extLst>
                  <a:ext uri="{FF2B5EF4-FFF2-40B4-BE49-F238E27FC236}">
                    <a16:creationId xmlns:a16="http://schemas.microsoft.com/office/drawing/2014/main" id="{6DA9F285-A7EC-8A86-619B-02A711D23052}"/>
                  </a:ext>
                </a:extLst>
              </p:cNvPr>
              <p:cNvSpPr>
                <a:spLocks/>
              </p:cNvSpPr>
              <p:nvPr/>
            </p:nvSpPr>
            <p:spPr bwMode="auto">
              <a:xfrm>
                <a:off x="3942" y="3255"/>
                <a:ext cx="20" cy="92"/>
              </a:xfrm>
              <a:custGeom>
                <a:avLst/>
                <a:gdLst>
                  <a:gd name="T0" fmla="*/ 0 w 20"/>
                  <a:gd name="T1" fmla="*/ 0 h 92"/>
                  <a:gd name="T2" fmla="*/ 0 w 20"/>
                  <a:gd name="T3" fmla="*/ 92 h 92"/>
                  <a:gd name="T4" fmla="*/ 20 w 20"/>
                  <a:gd name="T5" fmla="*/ 92 h 92"/>
                  <a:gd name="T6" fmla="*/ 20 w 20"/>
                  <a:gd name="T7" fmla="*/ 0 h 92"/>
                </a:gdLst>
                <a:ahLst/>
                <a:cxnLst>
                  <a:cxn ang="0">
                    <a:pos x="T0" y="T1"/>
                  </a:cxn>
                  <a:cxn ang="0">
                    <a:pos x="T2" y="T3"/>
                  </a:cxn>
                  <a:cxn ang="0">
                    <a:pos x="T4" y="T5"/>
                  </a:cxn>
                  <a:cxn ang="0">
                    <a:pos x="T6" y="T7"/>
                  </a:cxn>
                </a:cxnLst>
                <a:rect l="0" t="0" r="r" b="b"/>
                <a:pathLst>
                  <a:path w="20" h="92">
                    <a:moveTo>
                      <a:pt x="0" y="0"/>
                    </a:moveTo>
                    <a:lnTo>
                      <a:pt x="0" y="92"/>
                    </a:lnTo>
                    <a:lnTo>
                      <a:pt x="20" y="92"/>
                    </a:lnTo>
                    <a:lnTo>
                      <a:pt x="20" y="0"/>
                    </a:lnTo>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5" name="Rectangle 235">
                <a:extLst>
                  <a:ext uri="{FF2B5EF4-FFF2-40B4-BE49-F238E27FC236}">
                    <a16:creationId xmlns:a16="http://schemas.microsoft.com/office/drawing/2014/main" id="{CE814F8B-3971-D429-5B9D-CABF6DA4963D}"/>
                  </a:ext>
                </a:extLst>
              </p:cNvPr>
              <p:cNvSpPr>
                <a:spLocks noChangeArrowheads="1"/>
              </p:cNvSpPr>
              <p:nvPr/>
            </p:nvSpPr>
            <p:spPr bwMode="auto">
              <a:xfrm>
                <a:off x="3988" y="3286"/>
                <a:ext cx="20" cy="61"/>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6" name="Freeform 236">
                <a:extLst>
                  <a:ext uri="{FF2B5EF4-FFF2-40B4-BE49-F238E27FC236}">
                    <a16:creationId xmlns:a16="http://schemas.microsoft.com/office/drawing/2014/main" id="{710EB324-AEEC-D017-F721-E626DF54E0C7}"/>
                  </a:ext>
                </a:extLst>
              </p:cNvPr>
              <p:cNvSpPr>
                <a:spLocks/>
              </p:cNvSpPr>
              <p:nvPr/>
            </p:nvSpPr>
            <p:spPr bwMode="auto">
              <a:xfrm>
                <a:off x="3988" y="3286"/>
                <a:ext cx="20" cy="61"/>
              </a:xfrm>
              <a:custGeom>
                <a:avLst/>
                <a:gdLst>
                  <a:gd name="T0" fmla="*/ 0 w 20"/>
                  <a:gd name="T1" fmla="*/ 0 h 61"/>
                  <a:gd name="T2" fmla="*/ 0 w 20"/>
                  <a:gd name="T3" fmla="*/ 61 h 61"/>
                  <a:gd name="T4" fmla="*/ 20 w 20"/>
                  <a:gd name="T5" fmla="*/ 61 h 61"/>
                  <a:gd name="T6" fmla="*/ 20 w 20"/>
                  <a:gd name="T7" fmla="*/ 0 h 61"/>
                </a:gdLst>
                <a:ahLst/>
                <a:cxnLst>
                  <a:cxn ang="0">
                    <a:pos x="T0" y="T1"/>
                  </a:cxn>
                  <a:cxn ang="0">
                    <a:pos x="T2" y="T3"/>
                  </a:cxn>
                  <a:cxn ang="0">
                    <a:pos x="T4" y="T5"/>
                  </a:cxn>
                  <a:cxn ang="0">
                    <a:pos x="T6" y="T7"/>
                  </a:cxn>
                </a:cxnLst>
                <a:rect l="0" t="0" r="r" b="b"/>
                <a:pathLst>
                  <a:path w="20" h="61">
                    <a:moveTo>
                      <a:pt x="0" y="0"/>
                    </a:moveTo>
                    <a:lnTo>
                      <a:pt x="0" y="61"/>
                    </a:lnTo>
                    <a:lnTo>
                      <a:pt x="20" y="61"/>
                    </a:lnTo>
                    <a:lnTo>
                      <a:pt x="20" y="0"/>
                    </a:lnTo>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7" name="Rectangle 237">
                <a:extLst>
                  <a:ext uri="{FF2B5EF4-FFF2-40B4-BE49-F238E27FC236}">
                    <a16:creationId xmlns:a16="http://schemas.microsoft.com/office/drawing/2014/main" id="{09060047-A142-6135-EF19-6997734437D9}"/>
                  </a:ext>
                </a:extLst>
              </p:cNvPr>
              <p:cNvSpPr>
                <a:spLocks noChangeArrowheads="1"/>
              </p:cNvSpPr>
              <p:nvPr/>
            </p:nvSpPr>
            <p:spPr bwMode="auto">
              <a:xfrm>
                <a:off x="4035" y="3240"/>
                <a:ext cx="19" cy="107"/>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8" name="Freeform 238">
                <a:extLst>
                  <a:ext uri="{FF2B5EF4-FFF2-40B4-BE49-F238E27FC236}">
                    <a16:creationId xmlns:a16="http://schemas.microsoft.com/office/drawing/2014/main" id="{C6415C00-C8D2-BF67-D6C1-745106623C94}"/>
                  </a:ext>
                </a:extLst>
              </p:cNvPr>
              <p:cNvSpPr>
                <a:spLocks/>
              </p:cNvSpPr>
              <p:nvPr/>
            </p:nvSpPr>
            <p:spPr bwMode="auto">
              <a:xfrm>
                <a:off x="4035" y="3240"/>
                <a:ext cx="19" cy="107"/>
              </a:xfrm>
              <a:custGeom>
                <a:avLst/>
                <a:gdLst>
                  <a:gd name="T0" fmla="*/ 0 w 19"/>
                  <a:gd name="T1" fmla="*/ 0 h 107"/>
                  <a:gd name="T2" fmla="*/ 0 w 19"/>
                  <a:gd name="T3" fmla="*/ 107 h 107"/>
                  <a:gd name="T4" fmla="*/ 19 w 19"/>
                  <a:gd name="T5" fmla="*/ 107 h 107"/>
                  <a:gd name="T6" fmla="*/ 19 w 19"/>
                  <a:gd name="T7" fmla="*/ 0 h 107"/>
                </a:gdLst>
                <a:ahLst/>
                <a:cxnLst>
                  <a:cxn ang="0">
                    <a:pos x="T0" y="T1"/>
                  </a:cxn>
                  <a:cxn ang="0">
                    <a:pos x="T2" y="T3"/>
                  </a:cxn>
                  <a:cxn ang="0">
                    <a:pos x="T4" y="T5"/>
                  </a:cxn>
                  <a:cxn ang="0">
                    <a:pos x="T6" y="T7"/>
                  </a:cxn>
                </a:cxnLst>
                <a:rect l="0" t="0" r="r" b="b"/>
                <a:pathLst>
                  <a:path w="19" h="107">
                    <a:moveTo>
                      <a:pt x="0" y="0"/>
                    </a:moveTo>
                    <a:lnTo>
                      <a:pt x="0" y="107"/>
                    </a:lnTo>
                    <a:lnTo>
                      <a:pt x="19" y="107"/>
                    </a:lnTo>
                    <a:lnTo>
                      <a:pt x="19" y="0"/>
                    </a:lnTo>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39" name="Rectangle 239">
                <a:extLst>
                  <a:ext uri="{FF2B5EF4-FFF2-40B4-BE49-F238E27FC236}">
                    <a16:creationId xmlns:a16="http://schemas.microsoft.com/office/drawing/2014/main" id="{D0717CB6-730C-98CE-325E-71DA57E65321}"/>
                  </a:ext>
                </a:extLst>
              </p:cNvPr>
              <p:cNvSpPr>
                <a:spLocks noChangeArrowheads="1"/>
              </p:cNvSpPr>
              <p:nvPr/>
            </p:nvSpPr>
            <p:spPr bwMode="auto">
              <a:xfrm>
                <a:off x="4081" y="3306"/>
                <a:ext cx="20" cy="41"/>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0" name="Freeform 240">
                <a:extLst>
                  <a:ext uri="{FF2B5EF4-FFF2-40B4-BE49-F238E27FC236}">
                    <a16:creationId xmlns:a16="http://schemas.microsoft.com/office/drawing/2014/main" id="{09763DD6-470B-3B61-F385-3BE2FD2AD6EF}"/>
                  </a:ext>
                </a:extLst>
              </p:cNvPr>
              <p:cNvSpPr>
                <a:spLocks/>
              </p:cNvSpPr>
              <p:nvPr/>
            </p:nvSpPr>
            <p:spPr bwMode="auto">
              <a:xfrm>
                <a:off x="4081" y="3306"/>
                <a:ext cx="20" cy="41"/>
              </a:xfrm>
              <a:custGeom>
                <a:avLst/>
                <a:gdLst>
                  <a:gd name="T0" fmla="*/ 0 w 20"/>
                  <a:gd name="T1" fmla="*/ 0 h 41"/>
                  <a:gd name="T2" fmla="*/ 0 w 20"/>
                  <a:gd name="T3" fmla="*/ 41 h 41"/>
                  <a:gd name="T4" fmla="*/ 20 w 20"/>
                  <a:gd name="T5" fmla="*/ 41 h 41"/>
                  <a:gd name="T6" fmla="*/ 20 w 20"/>
                  <a:gd name="T7" fmla="*/ 0 h 41"/>
                </a:gdLst>
                <a:ahLst/>
                <a:cxnLst>
                  <a:cxn ang="0">
                    <a:pos x="T0" y="T1"/>
                  </a:cxn>
                  <a:cxn ang="0">
                    <a:pos x="T2" y="T3"/>
                  </a:cxn>
                  <a:cxn ang="0">
                    <a:pos x="T4" y="T5"/>
                  </a:cxn>
                  <a:cxn ang="0">
                    <a:pos x="T6" y="T7"/>
                  </a:cxn>
                </a:cxnLst>
                <a:rect l="0" t="0" r="r" b="b"/>
                <a:pathLst>
                  <a:path w="20" h="41">
                    <a:moveTo>
                      <a:pt x="0" y="0"/>
                    </a:moveTo>
                    <a:lnTo>
                      <a:pt x="0" y="41"/>
                    </a:lnTo>
                    <a:lnTo>
                      <a:pt x="20" y="41"/>
                    </a:lnTo>
                    <a:lnTo>
                      <a:pt x="20" y="0"/>
                    </a:lnTo>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1" name="Rectangle 241">
                <a:extLst>
                  <a:ext uri="{FF2B5EF4-FFF2-40B4-BE49-F238E27FC236}">
                    <a16:creationId xmlns:a16="http://schemas.microsoft.com/office/drawing/2014/main" id="{804AED0B-F31B-3743-3559-07E8A3045641}"/>
                  </a:ext>
                </a:extLst>
              </p:cNvPr>
              <p:cNvSpPr>
                <a:spLocks noChangeArrowheads="1"/>
              </p:cNvSpPr>
              <p:nvPr/>
            </p:nvSpPr>
            <p:spPr bwMode="auto">
              <a:xfrm>
                <a:off x="4127" y="3261"/>
                <a:ext cx="20" cy="86"/>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2" name="Freeform 242">
                <a:extLst>
                  <a:ext uri="{FF2B5EF4-FFF2-40B4-BE49-F238E27FC236}">
                    <a16:creationId xmlns:a16="http://schemas.microsoft.com/office/drawing/2014/main" id="{C88443CB-6433-E675-C4B7-C4C267302C01}"/>
                  </a:ext>
                </a:extLst>
              </p:cNvPr>
              <p:cNvSpPr>
                <a:spLocks/>
              </p:cNvSpPr>
              <p:nvPr/>
            </p:nvSpPr>
            <p:spPr bwMode="auto">
              <a:xfrm>
                <a:off x="4127" y="3261"/>
                <a:ext cx="20" cy="86"/>
              </a:xfrm>
              <a:custGeom>
                <a:avLst/>
                <a:gdLst>
                  <a:gd name="T0" fmla="*/ 0 w 20"/>
                  <a:gd name="T1" fmla="*/ 0 h 86"/>
                  <a:gd name="T2" fmla="*/ 0 w 20"/>
                  <a:gd name="T3" fmla="*/ 86 h 86"/>
                  <a:gd name="T4" fmla="*/ 20 w 20"/>
                  <a:gd name="T5" fmla="*/ 86 h 86"/>
                  <a:gd name="T6" fmla="*/ 20 w 20"/>
                  <a:gd name="T7" fmla="*/ 0 h 86"/>
                </a:gdLst>
                <a:ahLst/>
                <a:cxnLst>
                  <a:cxn ang="0">
                    <a:pos x="T0" y="T1"/>
                  </a:cxn>
                  <a:cxn ang="0">
                    <a:pos x="T2" y="T3"/>
                  </a:cxn>
                  <a:cxn ang="0">
                    <a:pos x="T4" y="T5"/>
                  </a:cxn>
                  <a:cxn ang="0">
                    <a:pos x="T6" y="T7"/>
                  </a:cxn>
                </a:cxnLst>
                <a:rect l="0" t="0" r="r" b="b"/>
                <a:pathLst>
                  <a:path w="20" h="86">
                    <a:moveTo>
                      <a:pt x="0" y="0"/>
                    </a:moveTo>
                    <a:lnTo>
                      <a:pt x="0" y="86"/>
                    </a:lnTo>
                    <a:lnTo>
                      <a:pt x="20" y="86"/>
                    </a:lnTo>
                    <a:lnTo>
                      <a:pt x="20" y="0"/>
                    </a:lnTo>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3" name="Freeform 243">
                <a:extLst>
                  <a:ext uri="{FF2B5EF4-FFF2-40B4-BE49-F238E27FC236}">
                    <a16:creationId xmlns:a16="http://schemas.microsoft.com/office/drawing/2014/main" id="{215939C6-8D04-8D06-12E9-BA6675D505E8}"/>
                  </a:ext>
                </a:extLst>
              </p:cNvPr>
              <p:cNvSpPr>
                <a:spLocks noEditPoints="1"/>
              </p:cNvSpPr>
              <p:nvPr/>
            </p:nvSpPr>
            <p:spPr bwMode="auto">
              <a:xfrm>
                <a:off x="3942" y="3390"/>
                <a:ext cx="205" cy="174"/>
              </a:xfrm>
              <a:custGeom>
                <a:avLst/>
                <a:gdLst>
                  <a:gd name="T0" fmla="*/ 205 w 205"/>
                  <a:gd name="T1" fmla="*/ 174 h 174"/>
                  <a:gd name="T2" fmla="*/ 0 w 205"/>
                  <a:gd name="T3" fmla="*/ 174 h 174"/>
                  <a:gd name="T4" fmla="*/ 0 w 205"/>
                  <a:gd name="T5" fmla="*/ 0 h 174"/>
                  <a:gd name="T6" fmla="*/ 205 w 205"/>
                  <a:gd name="T7" fmla="*/ 0 h 174"/>
                  <a:gd name="T8" fmla="*/ 205 w 205"/>
                  <a:gd name="T9" fmla="*/ 174 h 174"/>
                  <a:gd name="T10" fmla="*/ 20 w 205"/>
                  <a:gd name="T11" fmla="*/ 154 h 174"/>
                  <a:gd name="T12" fmla="*/ 185 w 205"/>
                  <a:gd name="T13" fmla="*/ 154 h 174"/>
                  <a:gd name="T14" fmla="*/ 185 w 205"/>
                  <a:gd name="T15" fmla="*/ 19 h 174"/>
                  <a:gd name="T16" fmla="*/ 20 w 205"/>
                  <a:gd name="T17" fmla="*/ 19 h 174"/>
                  <a:gd name="T18" fmla="*/ 20 w 205"/>
                  <a:gd name="T19" fmla="*/ 15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174">
                    <a:moveTo>
                      <a:pt x="205" y="174"/>
                    </a:moveTo>
                    <a:lnTo>
                      <a:pt x="0" y="174"/>
                    </a:lnTo>
                    <a:lnTo>
                      <a:pt x="0" y="0"/>
                    </a:lnTo>
                    <a:lnTo>
                      <a:pt x="205" y="0"/>
                    </a:lnTo>
                    <a:lnTo>
                      <a:pt x="205" y="174"/>
                    </a:lnTo>
                    <a:close/>
                    <a:moveTo>
                      <a:pt x="20" y="154"/>
                    </a:moveTo>
                    <a:lnTo>
                      <a:pt x="185" y="154"/>
                    </a:lnTo>
                    <a:lnTo>
                      <a:pt x="185" y="19"/>
                    </a:lnTo>
                    <a:lnTo>
                      <a:pt x="20" y="19"/>
                    </a:lnTo>
                    <a:lnTo>
                      <a:pt x="20" y="154"/>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4" name="Freeform 244">
                <a:extLst>
                  <a:ext uri="{FF2B5EF4-FFF2-40B4-BE49-F238E27FC236}">
                    <a16:creationId xmlns:a16="http://schemas.microsoft.com/office/drawing/2014/main" id="{08542E86-A1E7-52A2-6F89-94029BE6EF78}"/>
                  </a:ext>
                </a:extLst>
              </p:cNvPr>
              <p:cNvSpPr>
                <a:spLocks noEditPoints="1"/>
              </p:cNvSpPr>
              <p:nvPr/>
            </p:nvSpPr>
            <p:spPr bwMode="auto">
              <a:xfrm>
                <a:off x="3685" y="3374"/>
                <a:ext cx="208" cy="206"/>
              </a:xfrm>
              <a:custGeom>
                <a:avLst/>
                <a:gdLst>
                  <a:gd name="T0" fmla="*/ 256 w 513"/>
                  <a:gd name="T1" fmla="*/ 513 h 513"/>
                  <a:gd name="T2" fmla="*/ 0 w 513"/>
                  <a:gd name="T3" fmla="*/ 256 h 513"/>
                  <a:gd name="T4" fmla="*/ 256 w 513"/>
                  <a:gd name="T5" fmla="*/ 0 h 513"/>
                  <a:gd name="T6" fmla="*/ 513 w 513"/>
                  <a:gd name="T7" fmla="*/ 256 h 513"/>
                  <a:gd name="T8" fmla="*/ 256 w 513"/>
                  <a:gd name="T9" fmla="*/ 513 h 513"/>
                  <a:gd name="T10" fmla="*/ 256 w 513"/>
                  <a:gd name="T11" fmla="*/ 48 h 513"/>
                  <a:gd name="T12" fmla="*/ 48 w 513"/>
                  <a:gd name="T13" fmla="*/ 256 h 513"/>
                  <a:gd name="T14" fmla="*/ 256 w 513"/>
                  <a:gd name="T15" fmla="*/ 464 h 513"/>
                  <a:gd name="T16" fmla="*/ 464 w 513"/>
                  <a:gd name="T17" fmla="*/ 256 h 513"/>
                  <a:gd name="T18" fmla="*/ 256 w 513"/>
                  <a:gd name="T19" fmla="*/ 48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3" h="513">
                    <a:moveTo>
                      <a:pt x="256" y="513"/>
                    </a:moveTo>
                    <a:cubicBezTo>
                      <a:pt x="115" y="513"/>
                      <a:pt x="0" y="398"/>
                      <a:pt x="0" y="256"/>
                    </a:cubicBezTo>
                    <a:cubicBezTo>
                      <a:pt x="0" y="115"/>
                      <a:pt x="115" y="0"/>
                      <a:pt x="256" y="0"/>
                    </a:cubicBezTo>
                    <a:cubicBezTo>
                      <a:pt x="398" y="0"/>
                      <a:pt x="513" y="115"/>
                      <a:pt x="513" y="256"/>
                    </a:cubicBezTo>
                    <a:cubicBezTo>
                      <a:pt x="513" y="398"/>
                      <a:pt x="398" y="513"/>
                      <a:pt x="256" y="513"/>
                    </a:cubicBezTo>
                    <a:close/>
                    <a:moveTo>
                      <a:pt x="256" y="48"/>
                    </a:moveTo>
                    <a:cubicBezTo>
                      <a:pt x="142" y="48"/>
                      <a:pt x="48" y="141"/>
                      <a:pt x="48" y="256"/>
                    </a:cubicBezTo>
                    <a:cubicBezTo>
                      <a:pt x="48" y="371"/>
                      <a:pt x="142" y="464"/>
                      <a:pt x="256" y="464"/>
                    </a:cubicBezTo>
                    <a:cubicBezTo>
                      <a:pt x="371" y="464"/>
                      <a:pt x="464" y="371"/>
                      <a:pt x="464" y="256"/>
                    </a:cubicBezTo>
                    <a:cubicBezTo>
                      <a:pt x="464" y="141"/>
                      <a:pt x="371" y="48"/>
                      <a:pt x="256" y="48"/>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5" name="Freeform 245">
                <a:extLst>
                  <a:ext uri="{FF2B5EF4-FFF2-40B4-BE49-F238E27FC236}">
                    <a16:creationId xmlns:a16="http://schemas.microsoft.com/office/drawing/2014/main" id="{06328D45-D3AF-3465-F683-0816658F828E}"/>
                  </a:ext>
                </a:extLst>
              </p:cNvPr>
              <p:cNvSpPr>
                <a:spLocks/>
              </p:cNvSpPr>
              <p:nvPr/>
            </p:nvSpPr>
            <p:spPr bwMode="auto">
              <a:xfrm>
                <a:off x="3778" y="3387"/>
                <a:ext cx="90" cy="157"/>
              </a:xfrm>
              <a:custGeom>
                <a:avLst/>
                <a:gdLst>
                  <a:gd name="T0" fmla="*/ 197 w 224"/>
                  <a:gd name="T1" fmla="*/ 391 h 391"/>
                  <a:gd name="T2" fmla="*/ 181 w 224"/>
                  <a:gd name="T3" fmla="*/ 385 h 391"/>
                  <a:gd name="T4" fmla="*/ 12 w 224"/>
                  <a:gd name="T5" fmla="*/ 243 h 391"/>
                  <a:gd name="T6" fmla="*/ 7 w 224"/>
                  <a:gd name="T7" fmla="*/ 211 h 391"/>
                  <a:gd name="T8" fmla="*/ 131 w 224"/>
                  <a:gd name="T9" fmla="*/ 15 h 391"/>
                  <a:gd name="T10" fmla="*/ 164 w 224"/>
                  <a:gd name="T11" fmla="*/ 7 h 391"/>
                  <a:gd name="T12" fmla="*/ 172 w 224"/>
                  <a:gd name="T13" fmla="*/ 40 h 391"/>
                  <a:gd name="T14" fmla="*/ 59 w 224"/>
                  <a:gd name="T15" fmla="*/ 219 h 391"/>
                  <a:gd name="T16" fmla="*/ 212 w 224"/>
                  <a:gd name="T17" fmla="*/ 348 h 391"/>
                  <a:gd name="T18" fmla="*/ 215 w 224"/>
                  <a:gd name="T19" fmla="*/ 382 h 391"/>
                  <a:gd name="T20" fmla="*/ 197 w 224"/>
                  <a:gd name="T21"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4" h="391">
                    <a:moveTo>
                      <a:pt x="197" y="391"/>
                    </a:moveTo>
                    <a:cubicBezTo>
                      <a:pt x="191" y="391"/>
                      <a:pt x="186" y="389"/>
                      <a:pt x="181" y="385"/>
                    </a:cubicBezTo>
                    <a:cubicBezTo>
                      <a:pt x="12" y="243"/>
                      <a:pt x="12" y="243"/>
                      <a:pt x="12" y="243"/>
                    </a:cubicBezTo>
                    <a:cubicBezTo>
                      <a:pt x="3" y="235"/>
                      <a:pt x="0" y="221"/>
                      <a:pt x="7" y="211"/>
                    </a:cubicBezTo>
                    <a:cubicBezTo>
                      <a:pt x="131" y="15"/>
                      <a:pt x="131" y="15"/>
                      <a:pt x="131" y="15"/>
                    </a:cubicBezTo>
                    <a:cubicBezTo>
                      <a:pt x="138" y="3"/>
                      <a:pt x="153" y="0"/>
                      <a:pt x="164" y="7"/>
                    </a:cubicBezTo>
                    <a:cubicBezTo>
                      <a:pt x="175" y="14"/>
                      <a:pt x="179" y="29"/>
                      <a:pt x="172" y="40"/>
                    </a:cubicBezTo>
                    <a:cubicBezTo>
                      <a:pt x="59" y="219"/>
                      <a:pt x="59" y="219"/>
                      <a:pt x="59" y="219"/>
                    </a:cubicBezTo>
                    <a:cubicBezTo>
                      <a:pt x="212" y="348"/>
                      <a:pt x="212" y="348"/>
                      <a:pt x="212" y="348"/>
                    </a:cubicBezTo>
                    <a:cubicBezTo>
                      <a:pt x="223" y="356"/>
                      <a:pt x="224" y="372"/>
                      <a:pt x="215" y="382"/>
                    </a:cubicBezTo>
                    <a:cubicBezTo>
                      <a:pt x="211" y="388"/>
                      <a:pt x="204" y="391"/>
                      <a:pt x="197" y="391"/>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6" name="Rectangle 246">
                <a:extLst>
                  <a:ext uri="{FF2B5EF4-FFF2-40B4-BE49-F238E27FC236}">
                    <a16:creationId xmlns:a16="http://schemas.microsoft.com/office/drawing/2014/main" id="{F9DD2CB6-46A3-9AF6-A403-F09B58B145E6}"/>
                  </a:ext>
                </a:extLst>
              </p:cNvPr>
              <p:cNvSpPr>
                <a:spLocks noChangeArrowheads="1"/>
              </p:cNvSpPr>
              <p:nvPr/>
            </p:nvSpPr>
            <p:spPr bwMode="auto">
              <a:xfrm>
                <a:off x="3455" y="3226"/>
                <a:ext cx="393" cy="19"/>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7" name="Rectangle 247">
                <a:extLst>
                  <a:ext uri="{FF2B5EF4-FFF2-40B4-BE49-F238E27FC236}">
                    <a16:creationId xmlns:a16="http://schemas.microsoft.com/office/drawing/2014/main" id="{E81CB6CF-89C0-3697-C109-92E40C4562B7}"/>
                  </a:ext>
                </a:extLst>
              </p:cNvPr>
              <p:cNvSpPr>
                <a:spLocks noChangeArrowheads="1"/>
              </p:cNvSpPr>
              <p:nvPr/>
            </p:nvSpPr>
            <p:spPr bwMode="auto">
              <a:xfrm>
                <a:off x="3552" y="3315"/>
                <a:ext cx="296" cy="19"/>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8" name="Freeform 248">
                <a:extLst>
                  <a:ext uri="{FF2B5EF4-FFF2-40B4-BE49-F238E27FC236}">
                    <a16:creationId xmlns:a16="http://schemas.microsoft.com/office/drawing/2014/main" id="{250F0189-4BB9-6D83-7533-448223E803C7}"/>
                  </a:ext>
                </a:extLst>
              </p:cNvPr>
              <p:cNvSpPr>
                <a:spLocks noEditPoints="1"/>
              </p:cNvSpPr>
              <p:nvPr/>
            </p:nvSpPr>
            <p:spPr bwMode="auto">
              <a:xfrm>
                <a:off x="3374" y="3033"/>
                <a:ext cx="178" cy="176"/>
              </a:xfrm>
              <a:custGeom>
                <a:avLst/>
                <a:gdLst>
                  <a:gd name="T0" fmla="*/ 220 w 440"/>
                  <a:gd name="T1" fmla="*/ 440 h 440"/>
                  <a:gd name="T2" fmla="*/ 0 w 440"/>
                  <a:gd name="T3" fmla="*/ 220 h 440"/>
                  <a:gd name="T4" fmla="*/ 220 w 440"/>
                  <a:gd name="T5" fmla="*/ 0 h 440"/>
                  <a:gd name="T6" fmla="*/ 440 w 440"/>
                  <a:gd name="T7" fmla="*/ 220 h 440"/>
                  <a:gd name="T8" fmla="*/ 220 w 440"/>
                  <a:gd name="T9" fmla="*/ 440 h 440"/>
                  <a:gd name="T10" fmla="*/ 220 w 440"/>
                  <a:gd name="T11" fmla="*/ 47 h 440"/>
                  <a:gd name="T12" fmla="*/ 48 w 440"/>
                  <a:gd name="T13" fmla="*/ 220 h 440"/>
                  <a:gd name="T14" fmla="*/ 220 w 440"/>
                  <a:gd name="T15" fmla="*/ 392 h 440"/>
                  <a:gd name="T16" fmla="*/ 392 w 440"/>
                  <a:gd name="T17" fmla="*/ 220 h 440"/>
                  <a:gd name="T18" fmla="*/ 220 w 440"/>
                  <a:gd name="T19" fmla="*/ 47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0" h="440">
                    <a:moveTo>
                      <a:pt x="220" y="440"/>
                    </a:moveTo>
                    <a:cubicBezTo>
                      <a:pt x="99" y="440"/>
                      <a:pt x="0" y="341"/>
                      <a:pt x="0" y="220"/>
                    </a:cubicBezTo>
                    <a:cubicBezTo>
                      <a:pt x="0" y="98"/>
                      <a:pt x="99" y="0"/>
                      <a:pt x="220" y="0"/>
                    </a:cubicBezTo>
                    <a:cubicBezTo>
                      <a:pt x="341" y="0"/>
                      <a:pt x="440" y="98"/>
                      <a:pt x="440" y="220"/>
                    </a:cubicBezTo>
                    <a:cubicBezTo>
                      <a:pt x="440" y="341"/>
                      <a:pt x="341" y="440"/>
                      <a:pt x="220" y="440"/>
                    </a:cubicBezTo>
                    <a:close/>
                    <a:moveTo>
                      <a:pt x="220" y="47"/>
                    </a:moveTo>
                    <a:cubicBezTo>
                      <a:pt x="125" y="47"/>
                      <a:pt x="48" y="125"/>
                      <a:pt x="48" y="220"/>
                    </a:cubicBezTo>
                    <a:cubicBezTo>
                      <a:pt x="48" y="315"/>
                      <a:pt x="125" y="392"/>
                      <a:pt x="220" y="392"/>
                    </a:cubicBezTo>
                    <a:cubicBezTo>
                      <a:pt x="315" y="392"/>
                      <a:pt x="392" y="315"/>
                      <a:pt x="392" y="220"/>
                    </a:cubicBezTo>
                    <a:cubicBezTo>
                      <a:pt x="392" y="125"/>
                      <a:pt x="315" y="47"/>
                      <a:pt x="220" y="47"/>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49" name="Freeform 249">
                <a:extLst>
                  <a:ext uri="{FF2B5EF4-FFF2-40B4-BE49-F238E27FC236}">
                    <a16:creationId xmlns:a16="http://schemas.microsoft.com/office/drawing/2014/main" id="{5218E851-1AA0-43BD-CA2A-BF054D8B90B2}"/>
                  </a:ext>
                </a:extLst>
              </p:cNvPr>
              <p:cNvSpPr>
                <a:spLocks/>
              </p:cNvSpPr>
              <p:nvPr/>
            </p:nvSpPr>
            <p:spPr bwMode="auto">
              <a:xfrm>
                <a:off x="3310" y="3226"/>
                <a:ext cx="213" cy="404"/>
              </a:xfrm>
              <a:custGeom>
                <a:avLst/>
                <a:gdLst>
                  <a:gd name="T0" fmla="*/ 529 w 529"/>
                  <a:gd name="T1" fmla="*/ 0 h 1005"/>
                  <a:gd name="T2" fmla="*/ 520 w 529"/>
                  <a:gd name="T3" fmla="*/ 0 h 1005"/>
                  <a:gd name="T4" fmla="*/ 240 w 529"/>
                  <a:gd name="T5" fmla="*/ 0 h 1005"/>
                  <a:gd name="T6" fmla="*/ 0 w 529"/>
                  <a:gd name="T7" fmla="*/ 239 h 1005"/>
                  <a:gd name="T8" fmla="*/ 0 w 529"/>
                  <a:gd name="T9" fmla="*/ 831 h 1005"/>
                  <a:gd name="T10" fmla="*/ 30 w 529"/>
                  <a:gd name="T11" fmla="*/ 901 h 1005"/>
                  <a:gd name="T12" fmla="*/ 133 w 529"/>
                  <a:gd name="T13" fmla="*/ 1005 h 1005"/>
                  <a:gd name="T14" fmla="*/ 167 w 529"/>
                  <a:gd name="T15" fmla="*/ 971 h 1005"/>
                  <a:gd name="T16" fmla="*/ 63 w 529"/>
                  <a:gd name="T17" fmla="*/ 867 h 1005"/>
                  <a:gd name="T18" fmla="*/ 48 w 529"/>
                  <a:gd name="T19" fmla="*/ 831 h 1005"/>
                  <a:gd name="T20" fmla="*/ 48 w 529"/>
                  <a:gd name="T21" fmla="*/ 239 h 1005"/>
                  <a:gd name="T22" fmla="*/ 240 w 529"/>
                  <a:gd name="T23" fmla="*/ 48 h 1005"/>
                  <a:gd name="T24" fmla="*/ 520 w 529"/>
                  <a:gd name="T25" fmla="*/ 48 h 1005"/>
                  <a:gd name="T26" fmla="*/ 526 w 529"/>
                  <a:gd name="T27" fmla="*/ 48 h 1005"/>
                  <a:gd name="T28" fmla="*/ 529 w 529"/>
                  <a:gd name="T29" fmla="*/ 0 h 10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9" h="1005">
                    <a:moveTo>
                      <a:pt x="529" y="0"/>
                    </a:moveTo>
                    <a:cubicBezTo>
                      <a:pt x="526" y="0"/>
                      <a:pt x="523" y="0"/>
                      <a:pt x="520" y="0"/>
                    </a:cubicBezTo>
                    <a:cubicBezTo>
                      <a:pt x="240" y="0"/>
                      <a:pt x="240" y="0"/>
                      <a:pt x="240" y="0"/>
                    </a:cubicBezTo>
                    <a:cubicBezTo>
                      <a:pt x="108" y="0"/>
                      <a:pt x="0" y="107"/>
                      <a:pt x="0" y="239"/>
                    </a:cubicBezTo>
                    <a:cubicBezTo>
                      <a:pt x="0" y="831"/>
                      <a:pt x="0" y="831"/>
                      <a:pt x="0" y="831"/>
                    </a:cubicBezTo>
                    <a:cubicBezTo>
                      <a:pt x="0" y="857"/>
                      <a:pt x="11" y="882"/>
                      <a:pt x="30" y="901"/>
                    </a:cubicBezTo>
                    <a:cubicBezTo>
                      <a:pt x="133" y="1005"/>
                      <a:pt x="133" y="1005"/>
                      <a:pt x="133" y="1005"/>
                    </a:cubicBezTo>
                    <a:cubicBezTo>
                      <a:pt x="167" y="971"/>
                      <a:pt x="167" y="971"/>
                      <a:pt x="167" y="971"/>
                    </a:cubicBezTo>
                    <a:cubicBezTo>
                      <a:pt x="63" y="867"/>
                      <a:pt x="63" y="867"/>
                      <a:pt x="63" y="867"/>
                    </a:cubicBezTo>
                    <a:cubicBezTo>
                      <a:pt x="53" y="858"/>
                      <a:pt x="48" y="845"/>
                      <a:pt x="48" y="831"/>
                    </a:cubicBezTo>
                    <a:cubicBezTo>
                      <a:pt x="48" y="239"/>
                      <a:pt x="48" y="239"/>
                      <a:pt x="48" y="239"/>
                    </a:cubicBezTo>
                    <a:cubicBezTo>
                      <a:pt x="48" y="134"/>
                      <a:pt x="134" y="48"/>
                      <a:pt x="240" y="48"/>
                    </a:cubicBezTo>
                    <a:cubicBezTo>
                      <a:pt x="520" y="48"/>
                      <a:pt x="520" y="48"/>
                      <a:pt x="520" y="48"/>
                    </a:cubicBezTo>
                    <a:cubicBezTo>
                      <a:pt x="522" y="48"/>
                      <a:pt x="524" y="48"/>
                      <a:pt x="526" y="48"/>
                    </a:cubicBezTo>
                    <a:cubicBezTo>
                      <a:pt x="524" y="32"/>
                      <a:pt x="526" y="16"/>
                      <a:pt x="529" y="0"/>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50" name="Freeform 250">
                <a:extLst>
                  <a:ext uri="{FF2B5EF4-FFF2-40B4-BE49-F238E27FC236}">
                    <a16:creationId xmlns:a16="http://schemas.microsoft.com/office/drawing/2014/main" id="{43BA4747-231B-C306-42D3-FA8DF73F88C6}"/>
                  </a:ext>
                </a:extLst>
              </p:cNvPr>
              <p:cNvSpPr>
                <a:spLocks/>
              </p:cNvSpPr>
              <p:nvPr/>
            </p:nvSpPr>
            <p:spPr bwMode="auto">
              <a:xfrm>
                <a:off x="3355" y="3315"/>
                <a:ext cx="216" cy="625"/>
              </a:xfrm>
              <a:custGeom>
                <a:avLst/>
                <a:gdLst>
                  <a:gd name="T0" fmla="*/ 197 w 216"/>
                  <a:gd name="T1" fmla="*/ 0 h 625"/>
                  <a:gd name="T2" fmla="*/ 197 w 216"/>
                  <a:gd name="T3" fmla="*/ 240 h 625"/>
                  <a:gd name="T4" fmla="*/ 173 w 216"/>
                  <a:gd name="T5" fmla="*/ 606 h 625"/>
                  <a:gd name="T6" fmla="*/ 38 w 216"/>
                  <a:gd name="T7" fmla="*/ 606 h 625"/>
                  <a:gd name="T8" fmla="*/ 19 w 216"/>
                  <a:gd name="T9" fmla="*/ 240 h 625"/>
                  <a:gd name="T10" fmla="*/ 0 w 216"/>
                  <a:gd name="T11" fmla="*/ 241 h 625"/>
                  <a:gd name="T12" fmla="*/ 20 w 216"/>
                  <a:gd name="T13" fmla="*/ 625 h 625"/>
                  <a:gd name="T14" fmla="*/ 191 w 216"/>
                  <a:gd name="T15" fmla="*/ 625 h 625"/>
                  <a:gd name="T16" fmla="*/ 216 w 216"/>
                  <a:gd name="T17" fmla="*/ 241 h 625"/>
                  <a:gd name="T18" fmla="*/ 216 w 216"/>
                  <a:gd name="T19" fmla="*/ 241 h 625"/>
                  <a:gd name="T20" fmla="*/ 216 w 216"/>
                  <a:gd name="T21" fmla="*/ 0 h 625"/>
                  <a:gd name="T22" fmla="*/ 197 w 216"/>
                  <a:gd name="T23"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6" h="625">
                    <a:moveTo>
                      <a:pt x="197" y="0"/>
                    </a:moveTo>
                    <a:lnTo>
                      <a:pt x="197" y="240"/>
                    </a:lnTo>
                    <a:lnTo>
                      <a:pt x="173" y="606"/>
                    </a:lnTo>
                    <a:lnTo>
                      <a:pt x="38" y="606"/>
                    </a:lnTo>
                    <a:lnTo>
                      <a:pt x="19" y="240"/>
                    </a:lnTo>
                    <a:lnTo>
                      <a:pt x="0" y="241"/>
                    </a:lnTo>
                    <a:lnTo>
                      <a:pt x="20" y="625"/>
                    </a:lnTo>
                    <a:lnTo>
                      <a:pt x="191" y="625"/>
                    </a:lnTo>
                    <a:lnTo>
                      <a:pt x="216" y="241"/>
                    </a:lnTo>
                    <a:lnTo>
                      <a:pt x="216" y="241"/>
                    </a:lnTo>
                    <a:lnTo>
                      <a:pt x="216" y="0"/>
                    </a:lnTo>
                    <a:lnTo>
                      <a:pt x="197" y="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51" name="Rectangle 251">
                <a:extLst>
                  <a:ext uri="{FF2B5EF4-FFF2-40B4-BE49-F238E27FC236}">
                    <a16:creationId xmlns:a16="http://schemas.microsoft.com/office/drawing/2014/main" id="{1B3CF61C-4063-60A2-77FC-E0B33FD625C8}"/>
                  </a:ext>
                </a:extLst>
              </p:cNvPr>
              <p:cNvSpPr>
                <a:spLocks noChangeArrowheads="1"/>
              </p:cNvSpPr>
              <p:nvPr/>
            </p:nvSpPr>
            <p:spPr bwMode="auto">
              <a:xfrm>
                <a:off x="3453" y="3676"/>
                <a:ext cx="20" cy="254"/>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52" name="Rectangle 252">
                <a:extLst>
                  <a:ext uri="{FF2B5EF4-FFF2-40B4-BE49-F238E27FC236}">
                    <a16:creationId xmlns:a16="http://schemas.microsoft.com/office/drawing/2014/main" id="{DA895B26-5DE8-A827-70CB-B4CD701E46CC}"/>
                  </a:ext>
                </a:extLst>
              </p:cNvPr>
              <p:cNvSpPr>
                <a:spLocks noChangeArrowheads="1"/>
              </p:cNvSpPr>
              <p:nvPr/>
            </p:nvSpPr>
            <p:spPr bwMode="auto">
              <a:xfrm>
                <a:off x="3453" y="3319"/>
                <a:ext cx="20" cy="19"/>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53" name="Rectangle 253">
                <a:extLst>
                  <a:ext uri="{FF2B5EF4-FFF2-40B4-BE49-F238E27FC236}">
                    <a16:creationId xmlns:a16="http://schemas.microsoft.com/office/drawing/2014/main" id="{F2F837CD-FA24-E726-8936-B8916744CDC4}"/>
                  </a:ext>
                </a:extLst>
              </p:cNvPr>
              <p:cNvSpPr>
                <a:spLocks noChangeArrowheads="1"/>
              </p:cNvSpPr>
              <p:nvPr/>
            </p:nvSpPr>
            <p:spPr bwMode="auto">
              <a:xfrm>
                <a:off x="3453" y="3400"/>
                <a:ext cx="20" cy="19"/>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sp>
            <p:nvSpPr>
              <p:cNvPr id="354" name="Rectangle 254">
                <a:extLst>
                  <a:ext uri="{FF2B5EF4-FFF2-40B4-BE49-F238E27FC236}">
                    <a16:creationId xmlns:a16="http://schemas.microsoft.com/office/drawing/2014/main" id="{D31822A6-7777-6605-EA88-DDA278AD1222}"/>
                  </a:ext>
                </a:extLst>
              </p:cNvPr>
              <p:cNvSpPr>
                <a:spLocks noChangeArrowheads="1"/>
              </p:cNvSpPr>
              <p:nvPr/>
            </p:nvSpPr>
            <p:spPr bwMode="auto">
              <a:xfrm>
                <a:off x="3453" y="3481"/>
                <a:ext cx="20" cy="20"/>
              </a:xfrm>
              <a:prstGeom prst="rect">
                <a:avLst/>
              </a:prstGeom>
              <a:grpFill/>
              <a:ln w="3175">
                <a:noFill/>
                <a:miter lim="800000"/>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solidFill>
                      <a:sysClr val="windowText" lastClr="000000"/>
                    </a:solidFill>
                  </a:ln>
                  <a:solidFill>
                    <a:srgbClr val="2E2E38"/>
                  </a:solidFill>
                  <a:effectLst/>
                  <a:uLnTx/>
                  <a:uFillTx/>
                  <a:latin typeface="Arial" panose="020B0604020202020204" pitchFamily="34" charset="0"/>
                  <a:cs typeface="Arial" panose="020B0604020202020204" pitchFamily="34" charset="0"/>
                </a:endParaRPr>
              </a:p>
            </p:txBody>
          </p:sp>
        </p:grpSp>
      </p:grpSp>
      <p:sp>
        <p:nvSpPr>
          <p:cNvPr id="355" name="TextBox 354">
            <a:extLst>
              <a:ext uri="{FF2B5EF4-FFF2-40B4-BE49-F238E27FC236}">
                <a16:creationId xmlns:a16="http://schemas.microsoft.com/office/drawing/2014/main" id="{5B4A7EC1-4D64-F857-A467-ACBEA31CB1BE}"/>
              </a:ext>
            </a:extLst>
          </p:cNvPr>
          <p:cNvSpPr txBox="1"/>
          <p:nvPr/>
        </p:nvSpPr>
        <p:spPr>
          <a:xfrm>
            <a:off x="7284116" y="5793088"/>
            <a:ext cx="1323281" cy="484921"/>
          </a:xfrm>
          <a:prstGeom prst="rect">
            <a:avLst/>
          </a:prstGeom>
          <a:noFill/>
        </p:spPr>
        <p:txBody>
          <a:bodyPr wrap="square" rtlCol="0">
            <a:noAutofit/>
          </a:bodyPr>
          <a:lstStyle/>
          <a:p>
            <a:pPr algn="ctr" defTabSz="913812">
              <a:defRPr/>
            </a:pPr>
            <a:r>
              <a:rPr lang="en-GB" sz="907" b="1">
                <a:solidFill>
                  <a:srgbClr val="2E2E38"/>
                </a:solidFill>
                <a:latin typeface="Arial" panose="020B0604020202020204" pitchFamily="34" charset="0"/>
                <a:ea typeface="ＭＳ Ｐゴシック"/>
                <a:cs typeface="Arial" panose="020B0604020202020204" pitchFamily="34" charset="0"/>
              </a:rPr>
              <a:t>PREPARE ME</a:t>
            </a:r>
          </a:p>
          <a:p>
            <a:pPr algn="ctr" defTabSz="913812">
              <a:defRPr/>
            </a:pPr>
            <a:r>
              <a:rPr lang="en-GB" sz="907">
                <a:solidFill>
                  <a:srgbClr val="2E2E38"/>
                </a:solidFill>
                <a:latin typeface="Arial" panose="020B0604020202020204" pitchFamily="34" charset="0"/>
                <a:ea typeface="ＭＳ Ｐゴシック"/>
                <a:cs typeface="Arial" panose="020B0604020202020204" pitchFamily="34" charset="0"/>
              </a:rPr>
              <a:t>“What do I need to do” </a:t>
            </a:r>
          </a:p>
          <a:p>
            <a:pPr algn="ctr" defTabSz="913812">
              <a:defRPr/>
            </a:pPr>
            <a:endParaRPr lang="en-GB" sz="907" kern="0">
              <a:solidFill>
                <a:srgbClr val="2E2E38"/>
              </a:solidFill>
              <a:latin typeface="Arial" panose="020B0604020202020204" pitchFamily="34" charset="0"/>
              <a:cs typeface="Arial" panose="020B0604020202020204" pitchFamily="34" charset="0"/>
            </a:endParaRPr>
          </a:p>
        </p:txBody>
      </p:sp>
      <p:sp>
        <p:nvSpPr>
          <p:cNvPr id="356" name="TextBox 355">
            <a:extLst>
              <a:ext uri="{FF2B5EF4-FFF2-40B4-BE49-F238E27FC236}">
                <a16:creationId xmlns:a16="http://schemas.microsoft.com/office/drawing/2014/main" id="{53E52056-60DA-5BBF-7D50-141818C19DAB}"/>
              </a:ext>
            </a:extLst>
          </p:cNvPr>
          <p:cNvSpPr txBox="1"/>
          <p:nvPr/>
        </p:nvSpPr>
        <p:spPr>
          <a:xfrm>
            <a:off x="5220593" y="5565790"/>
            <a:ext cx="1372151" cy="476459"/>
          </a:xfrm>
          <a:prstGeom prst="rect">
            <a:avLst/>
          </a:prstGeom>
          <a:noFill/>
        </p:spPr>
        <p:txBody>
          <a:bodyPr wrap="square" rtlCol="0">
            <a:noAutofit/>
          </a:bodyPr>
          <a:lstStyle/>
          <a:p>
            <a:pPr algn="ctr" defTabSz="913812">
              <a:defRPr/>
            </a:pPr>
            <a:r>
              <a:rPr lang="en-GB" sz="907" b="1">
                <a:solidFill>
                  <a:srgbClr val="2E2E38"/>
                </a:solidFill>
                <a:latin typeface="Arial" panose="020B0604020202020204" pitchFamily="34" charset="0"/>
                <a:ea typeface="ＭＳ Ｐゴシック"/>
                <a:cs typeface="Arial" panose="020B0604020202020204" pitchFamily="34" charset="0"/>
              </a:rPr>
              <a:t>SHOW ME </a:t>
            </a:r>
          </a:p>
          <a:p>
            <a:pPr algn="ctr" defTabSz="913812">
              <a:defRPr/>
            </a:pPr>
            <a:r>
              <a:rPr lang="en-GB" sz="907">
                <a:solidFill>
                  <a:srgbClr val="2E2E38"/>
                </a:solidFill>
                <a:latin typeface="Arial" panose="020B0604020202020204" pitchFamily="34" charset="0"/>
                <a:ea typeface="ＭＳ Ｐゴシック"/>
                <a:cs typeface="Arial" panose="020B0604020202020204" pitchFamily="34" charset="0"/>
              </a:rPr>
              <a:t>“What does it look like”</a:t>
            </a:r>
          </a:p>
        </p:txBody>
      </p:sp>
      <p:sp>
        <p:nvSpPr>
          <p:cNvPr id="357" name="TextBox 356">
            <a:extLst>
              <a:ext uri="{FF2B5EF4-FFF2-40B4-BE49-F238E27FC236}">
                <a16:creationId xmlns:a16="http://schemas.microsoft.com/office/drawing/2014/main" id="{313216C3-99A4-3D04-59D5-9F652C8A731A}"/>
              </a:ext>
            </a:extLst>
          </p:cNvPr>
          <p:cNvSpPr txBox="1"/>
          <p:nvPr/>
        </p:nvSpPr>
        <p:spPr>
          <a:xfrm>
            <a:off x="3437620" y="5498127"/>
            <a:ext cx="1514552" cy="353746"/>
          </a:xfrm>
          <a:prstGeom prst="rect">
            <a:avLst/>
          </a:prstGeom>
          <a:noFill/>
        </p:spPr>
        <p:txBody>
          <a:bodyPr wrap="square" rtlCol="0">
            <a:noAutofit/>
          </a:bodyPr>
          <a:lstStyle/>
          <a:p>
            <a:pPr algn="ctr" defTabSz="913812">
              <a:defRPr/>
            </a:pPr>
            <a:r>
              <a:rPr lang="en-GB" sz="907" b="1">
                <a:solidFill>
                  <a:srgbClr val="2E2E38"/>
                </a:solidFill>
                <a:latin typeface="Arial" panose="020B0604020202020204" pitchFamily="34" charset="0"/>
                <a:ea typeface="ＭＳ Ｐゴシック"/>
                <a:cs typeface="Arial" panose="020B0604020202020204" pitchFamily="34" charset="0"/>
              </a:rPr>
              <a:t>ENGAGE ME</a:t>
            </a:r>
          </a:p>
          <a:p>
            <a:pPr algn="ctr" defTabSz="913812">
              <a:defRPr/>
            </a:pPr>
            <a:r>
              <a:rPr lang="en-GB" sz="907">
                <a:solidFill>
                  <a:srgbClr val="2E2E38"/>
                </a:solidFill>
                <a:latin typeface="Arial" panose="020B0604020202020204" pitchFamily="34" charset="0"/>
                <a:ea typeface="ＭＳ Ｐゴシック"/>
                <a:cs typeface="Arial" panose="020B0604020202020204" pitchFamily="34" charset="0"/>
              </a:rPr>
              <a:t>“What do I need to know” </a:t>
            </a:r>
          </a:p>
          <a:p>
            <a:pPr algn="ctr" defTabSz="913812">
              <a:defRPr/>
            </a:pPr>
            <a:endParaRPr lang="en-GB" sz="907" kern="0">
              <a:solidFill>
                <a:srgbClr val="2E2E38"/>
              </a:solidFill>
              <a:latin typeface="Arial" panose="020B0604020202020204" pitchFamily="34" charset="0"/>
              <a:cs typeface="Arial" panose="020B0604020202020204" pitchFamily="34" charset="0"/>
            </a:endParaRPr>
          </a:p>
        </p:txBody>
      </p:sp>
      <p:sp>
        <p:nvSpPr>
          <p:cNvPr id="358" name="TextBox 357">
            <a:extLst>
              <a:ext uri="{FF2B5EF4-FFF2-40B4-BE49-F238E27FC236}">
                <a16:creationId xmlns:a16="http://schemas.microsoft.com/office/drawing/2014/main" id="{13031410-0D49-4318-228F-6861370F6B32}"/>
              </a:ext>
            </a:extLst>
          </p:cNvPr>
          <p:cNvSpPr txBox="1"/>
          <p:nvPr/>
        </p:nvSpPr>
        <p:spPr>
          <a:xfrm>
            <a:off x="1913874" y="5550626"/>
            <a:ext cx="1430384" cy="484922"/>
          </a:xfrm>
          <a:prstGeom prst="rect">
            <a:avLst/>
          </a:prstGeom>
          <a:noFill/>
        </p:spPr>
        <p:txBody>
          <a:bodyPr wrap="square" rtlCol="0">
            <a:noAutofit/>
          </a:bodyPr>
          <a:lstStyle/>
          <a:p>
            <a:pPr algn="ctr" defTabSz="913812">
              <a:defRPr/>
            </a:pPr>
            <a:r>
              <a:rPr lang="en-GB" sz="907" b="1">
                <a:solidFill>
                  <a:srgbClr val="2E2E38"/>
                </a:solidFill>
                <a:latin typeface="Arial" panose="020B0604020202020204" pitchFamily="34" charset="0"/>
                <a:ea typeface="ＭＳ Ｐゴシック"/>
                <a:cs typeface="Arial" panose="020B0604020202020204" pitchFamily="34" charset="0"/>
              </a:rPr>
              <a:t>UNDERSTAND ME</a:t>
            </a:r>
          </a:p>
          <a:p>
            <a:pPr algn="ctr" defTabSz="913812">
              <a:defRPr/>
            </a:pPr>
            <a:r>
              <a:rPr lang="en-GB" sz="907">
                <a:solidFill>
                  <a:srgbClr val="2E2E38"/>
                </a:solidFill>
                <a:latin typeface="Arial" panose="020B0604020202020204" pitchFamily="34" charset="0"/>
                <a:ea typeface="ＭＳ Ｐゴシック"/>
                <a:cs typeface="Arial" panose="020B0604020202020204" pitchFamily="34" charset="0"/>
              </a:rPr>
              <a:t>“What are my needs” </a:t>
            </a:r>
          </a:p>
          <a:p>
            <a:pPr algn="ctr" defTabSz="913812">
              <a:defRPr/>
            </a:pPr>
            <a:endParaRPr lang="en-GB" sz="907" kern="0">
              <a:solidFill>
                <a:srgbClr val="2E2E38"/>
              </a:solidFill>
              <a:latin typeface="Arial" panose="020B0604020202020204" pitchFamily="34" charset="0"/>
              <a:cs typeface="Arial" panose="020B0604020202020204" pitchFamily="34" charset="0"/>
            </a:endParaRPr>
          </a:p>
        </p:txBody>
      </p:sp>
      <p:sp>
        <p:nvSpPr>
          <p:cNvPr id="359" name="TextBox 358">
            <a:extLst>
              <a:ext uri="{FF2B5EF4-FFF2-40B4-BE49-F238E27FC236}">
                <a16:creationId xmlns:a16="http://schemas.microsoft.com/office/drawing/2014/main" id="{43DCA478-8AB3-EB17-5B79-E372D8762ACD}"/>
              </a:ext>
            </a:extLst>
          </p:cNvPr>
          <p:cNvSpPr txBox="1"/>
          <p:nvPr/>
        </p:nvSpPr>
        <p:spPr>
          <a:xfrm>
            <a:off x="455584" y="5539623"/>
            <a:ext cx="1189869" cy="560992"/>
          </a:xfrm>
          <a:prstGeom prst="rect">
            <a:avLst/>
          </a:prstGeom>
          <a:noFill/>
        </p:spPr>
        <p:txBody>
          <a:bodyPr wrap="square" rtlCol="0">
            <a:noAutofit/>
          </a:bodyPr>
          <a:lstStyle/>
          <a:p>
            <a:pPr algn="ctr" defTabSz="913812">
              <a:defRPr/>
            </a:pPr>
            <a:r>
              <a:rPr lang="en-GB" sz="907" b="1">
                <a:solidFill>
                  <a:srgbClr val="000000"/>
                </a:solidFill>
                <a:latin typeface="Arial" panose="020B0604020202020204" pitchFamily="34" charset="0"/>
                <a:ea typeface="ＭＳ Ｐゴシック"/>
                <a:cs typeface="Arial" panose="020B0604020202020204" pitchFamily="34" charset="0"/>
              </a:rPr>
              <a:t>UNDERSTAND US</a:t>
            </a:r>
          </a:p>
          <a:p>
            <a:pPr algn="ctr" defTabSz="913812">
              <a:defRPr/>
            </a:pPr>
            <a:r>
              <a:rPr lang="en-GB" sz="907">
                <a:solidFill>
                  <a:srgbClr val="000000"/>
                </a:solidFill>
                <a:latin typeface="Arial" panose="020B0604020202020204" pitchFamily="34" charset="0"/>
                <a:ea typeface="ＭＳ Ｐゴシック"/>
                <a:cs typeface="Arial" panose="020B0604020202020204" pitchFamily="34" charset="0"/>
              </a:rPr>
              <a:t>“What’s happening at NorthStar”</a:t>
            </a:r>
          </a:p>
          <a:p>
            <a:pPr algn="ctr" defTabSz="913812">
              <a:defRPr/>
            </a:pPr>
            <a:r>
              <a:rPr lang="en-GB" sz="907" b="1">
                <a:solidFill>
                  <a:srgbClr val="000000"/>
                </a:solidFill>
                <a:latin typeface="Arial" panose="020B0604020202020204" pitchFamily="34" charset="0"/>
                <a:ea typeface="ＭＳ Ｐゴシック"/>
                <a:cs typeface="Arial" panose="020B0604020202020204" pitchFamily="34" charset="0"/>
              </a:rPr>
              <a:t> </a:t>
            </a:r>
          </a:p>
          <a:p>
            <a:pPr algn="ctr" defTabSz="913812">
              <a:defRPr/>
            </a:pPr>
            <a:endParaRPr lang="en-GB" sz="907" kern="0">
              <a:solidFill>
                <a:srgbClr val="000000"/>
              </a:solidFill>
              <a:latin typeface="Arial" panose="020B0604020202020204" pitchFamily="34" charset="0"/>
              <a:cs typeface="Arial" panose="020B0604020202020204" pitchFamily="34" charset="0"/>
            </a:endParaRPr>
          </a:p>
        </p:txBody>
      </p:sp>
      <p:sp>
        <p:nvSpPr>
          <p:cNvPr id="360" name="TextBox 359">
            <a:extLst>
              <a:ext uri="{FF2B5EF4-FFF2-40B4-BE49-F238E27FC236}">
                <a16:creationId xmlns:a16="http://schemas.microsoft.com/office/drawing/2014/main" id="{B7AC9CEB-FE59-B778-2CE0-BF70478890A8}"/>
              </a:ext>
            </a:extLst>
          </p:cNvPr>
          <p:cNvSpPr txBox="1"/>
          <p:nvPr/>
        </p:nvSpPr>
        <p:spPr>
          <a:xfrm>
            <a:off x="8938571" y="5804019"/>
            <a:ext cx="1175484" cy="471537"/>
          </a:xfrm>
          <a:prstGeom prst="rect">
            <a:avLst/>
          </a:prstGeom>
          <a:noFill/>
        </p:spPr>
        <p:txBody>
          <a:bodyPr wrap="square" rtlCol="0">
            <a:noAutofit/>
          </a:bodyPr>
          <a:lstStyle/>
          <a:p>
            <a:pPr algn="ctr" defTabSz="913812">
              <a:defRPr/>
            </a:pPr>
            <a:r>
              <a:rPr lang="en-GB" sz="907" b="1">
                <a:solidFill>
                  <a:srgbClr val="2E2E38"/>
                </a:solidFill>
                <a:latin typeface="Arial" panose="020B0604020202020204" pitchFamily="34" charset="0"/>
                <a:ea typeface="ＭＳ Ｐゴシック"/>
                <a:cs typeface="Arial" panose="020B0604020202020204" pitchFamily="34" charset="0"/>
              </a:rPr>
              <a:t>LET ME</a:t>
            </a:r>
          </a:p>
          <a:p>
            <a:pPr algn="ctr" defTabSz="913812">
              <a:defRPr/>
            </a:pPr>
            <a:r>
              <a:rPr lang="en-GB" sz="907">
                <a:solidFill>
                  <a:srgbClr val="2E2E38"/>
                </a:solidFill>
                <a:latin typeface="Arial" panose="020B0604020202020204" pitchFamily="34" charset="0"/>
                <a:ea typeface="ＭＳ Ｐゴシック"/>
                <a:cs typeface="Arial" panose="020B0604020202020204" pitchFamily="34" charset="0"/>
              </a:rPr>
              <a:t>“How do I operate” </a:t>
            </a:r>
          </a:p>
          <a:p>
            <a:pPr algn="ctr" defTabSz="913812">
              <a:defRPr/>
            </a:pPr>
            <a:endParaRPr lang="en-GB" sz="907" kern="0">
              <a:solidFill>
                <a:srgbClr val="2E2E38"/>
              </a:solidFill>
              <a:latin typeface="Arial" panose="020B0604020202020204" pitchFamily="34" charset="0"/>
              <a:cs typeface="Arial" panose="020B0604020202020204" pitchFamily="34" charset="0"/>
            </a:endParaRPr>
          </a:p>
        </p:txBody>
      </p:sp>
      <p:grpSp>
        <p:nvGrpSpPr>
          <p:cNvPr id="361" name="Group 360">
            <a:extLst>
              <a:ext uri="{FF2B5EF4-FFF2-40B4-BE49-F238E27FC236}">
                <a16:creationId xmlns:a16="http://schemas.microsoft.com/office/drawing/2014/main" id="{7B336D08-D4AD-8110-14F3-2262D2F27147}"/>
              </a:ext>
            </a:extLst>
          </p:cNvPr>
          <p:cNvGrpSpPr>
            <a:grpSpLocks noChangeAspect="1"/>
          </p:cNvGrpSpPr>
          <p:nvPr/>
        </p:nvGrpSpPr>
        <p:grpSpPr>
          <a:xfrm>
            <a:off x="9298769" y="6204865"/>
            <a:ext cx="467982" cy="467982"/>
            <a:chOff x="8648206" y="5579603"/>
            <a:chExt cx="607489" cy="613034"/>
          </a:xfrm>
        </p:grpSpPr>
        <p:sp>
          <p:nvSpPr>
            <p:cNvPr id="362" name="Oval 361">
              <a:extLst>
                <a:ext uri="{FF2B5EF4-FFF2-40B4-BE49-F238E27FC236}">
                  <a16:creationId xmlns:a16="http://schemas.microsoft.com/office/drawing/2014/main" id="{3766D973-B3A8-7535-3AB7-33BF28974865}"/>
                </a:ext>
              </a:extLst>
            </p:cNvPr>
            <p:cNvSpPr/>
            <p:nvPr/>
          </p:nvSpPr>
          <p:spPr>
            <a:xfrm>
              <a:off x="8648206" y="5579603"/>
              <a:ext cx="607489" cy="613034"/>
            </a:xfrm>
            <a:prstGeom prst="ellipse">
              <a:avLst/>
            </a:prstGeom>
            <a:solidFill>
              <a:srgbClr val="FFFFFF"/>
            </a:solidFill>
            <a:ln w="19050" cap="flat" cmpd="sng" algn="ctr">
              <a:solidFill>
                <a:srgbClr val="FFFFFF">
                  <a:lumMod val="50000"/>
                </a:srgbClr>
              </a:solidFill>
              <a:prstDash val="solid"/>
            </a:ln>
            <a:effectLst>
              <a:outerShdw blurRad="76200" dir="13500000" sy="23000" kx="1200000" algn="br" rotWithShape="0">
                <a:prstClr val="black">
                  <a:alpha val="20000"/>
                </a:prstClr>
              </a:outerShdw>
            </a:effectLst>
          </p:spPr>
          <p:txBody>
            <a:bodyPr rtlCol="0" anchor="ctr"/>
            <a:lstStyle/>
            <a:p>
              <a:pPr marL="0" marR="0" lvl="0" indent="0" algn="ctr" defTabSz="913812" eaLnBrk="1" fontAlgn="auto" latinLnBrk="0" hangingPunct="1">
                <a:lnSpc>
                  <a:spcPct val="100000"/>
                </a:lnSpc>
                <a:spcBef>
                  <a:spcPts val="0"/>
                </a:spcBef>
                <a:spcAft>
                  <a:spcPts val="0"/>
                </a:spcAft>
                <a:buClrTx/>
                <a:buSzTx/>
                <a:buFontTx/>
                <a:buNone/>
                <a:tabLst/>
                <a:defRPr/>
              </a:pPr>
              <a:endParaRPr kumimoji="0" lang="en-GB" sz="800" b="1"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nvGrpSpPr>
            <p:cNvPr id="363" name="Group 362">
              <a:extLst>
                <a:ext uri="{FF2B5EF4-FFF2-40B4-BE49-F238E27FC236}">
                  <a16:creationId xmlns:a16="http://schemas.microsoft.com/office/drawing/2014/main" id="{AFC0CDA5-5857-C3EA-066A-367188C5C0E9}"/>
                </a:ext>
              </a:extLst>
            </p:cNvPr>
            <p:cNvGrpSpPr>
              <a:grpSpLocks noChangeAspect="1"/>
            </p:cNvGrpSpPr>
            <p:nvPr/>
          </p:nvGrpSpPr>
          <p:grpSpPr bwMode="auto">
            <a:xfrm>
              <a:off x="8780394" y="5716729"/>
              <a:ext cx="295553" cy="380221"/>
              <a:chOff x="-1883" y="727"/>
              <a:chExt cx="789" cy="1015"/>
            </a:xfrm>
            <a:solidFill>
              <a:sysClr val="windowText" lastClr="000000"/>
            </a:solidFill>
          </p:grpSpPr>
          <p:sp>
            <p:nvSpPr>
              <p:cNvPr id="364" name="Freeform 5">
                <a:extLst>
                  <a:ext uri="{FF2B5EF4-FFF2-40B4-BE49-F238E27FC236}">
                    <a16:creationId xmlns:a16="http://schemas.microsoft.com/office/drawing/2014/main" id="{97847342-8D9C-F938-B2BD-F0D008B66834}"/>
                  </a:ext>
                </a:extLst>
              </p:cNvPr>
              <p:cNvSpPr>
                <a:spLocks/>
              </p:cNvSpPr>
              <p:nvPr/>
            </p:nvSpPr>
            <p:spPr bwMode="auto">
              <a:xfrm>
                <a:off x="-1665" y="728"/>
                <a:ext cx="569" cy="411"/>
              </a:xfrm>
              <a:custGeom>
                <a:avLst/>
                <a:gdLst>
                  <a:gd name="T0" fmla="*/ 1042 w 1265"/>
                  <a:gd name="T1" fmla="*/ 0 h 918"/>
                  <a:gd name="T2" fmla="*/ 223 w 1265"/>
                  <a:gd name="T3" fmla="*/ 0 h 918"/>
                  <a:gd name="T4" fmla="*/ 0 w 1265"/>
                  <a:gd name="T5" fmla="*/ 223 h 918"/>
                  <a:gd name="T6" fmla="*/ 0 w 1265"/>
                  <a:gd name="T7" fmla="*/ 695 h 918"/>
                  <a:gd name="T8" fmla="*/ 188 w 1265"/>
                  <a:gd name="T9" fmla="*/ 915 h 918"/>
                  <a:gd name="T10" fmla="*/ 193 w 1265"/>
                  <a:gd name="T11" fmla="*/ 881 h 918"/>
                  <a:gd name="T12" fmla="*/ 89 w 1265"/>
                  <a:gd name="T13" fmla="*/ 828 h 918"/>
                  <a:gd name="T14" fmla="*/ 34 w 1265"/>
                  <a:gd name="T15" fmla="*/ 695 h 918"/>
                  <a:gd name="T16" fmla="*/ 34 w 1265"/>
                  <a:gd name="T17" fmla="*/ 223 h 918"/>
                  <a:gd name="T18" fmla="*/ 89 w 1265"/>
                  <a:gd name="T19" fmla="*/ 90 h 918"/>
                  <a:gd name="T20" fmla="*/ 223 w 1265"/>
                  <a:gd name="T21" fmla="*/ 34 h 918"/>
                  <a:gd name="T22" fmla="*/ 1042 w 1265"/>
                  <a:gd name="T23" fmla="*/ 34 h 918"/>
                  <a:gd name="T24" fmla="*/ 1175 w 1265"/>
                  <a:gd name="T25" fmla="*/ 90 h 918"/>
                  <a:gd name="T26" fmla="*/ 1231 w 1265"/>
                  <a:gd name="T27" fmla="*/ 223 h 918"/>
                  <a:gd name="T28" fmla="*/ 1231 w 1265"/>
                  <a:gd name="T29" fmla="*/ 695 h 918"/>
                  <a:gd name="T30" fmla="*/ 1175 w 1265"/>
                  <a:gd name="T31" fmla="*/ 828 h 918"/>
                  <a:gd name="T32" fmla="*/ 1042 w 1265"/>
                  <a:gd name="T33" fmla="*/ 884 h 918"/>
                  <a:gd name="T34" fmla="*/ 1042 w 1265"/>
                  <a:gd name="T35" fmla="*/ 901 h 918"/>
                  <a:gd name="T36" fmla="*/ 1042 w 1265"/>
                  <a:gd name="T37" fmla="*/ 918 h 918"/>
                  <a:gd name="T38" fmla="*/ 1265 w 1265"/>
                  <a:gd name="T39" fmla="*/ 695 h 918"/>
                  <a:gd name="T40" fmla="*/ 1265 w 1265"/>
                  <a:gd name="T41" fmla="*/ 223 h 918"/>
                  <a:gd name="T42" fmla="*/ 1042 w 1265"/>
                  <a:gd name="T43" fmla="*/ 0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5" h="918">
                    <a:moveTo>
                      <a:pt x="1042" y="0"/>
                    </a:moveTo>
                    <a:cubicBezTo>
                      <a:pt x="223" y="0"/>
                      <a:pt x="223" y="0"/>
                      <a:pt x="223" y="0"/>
                    </a:cubicBezTo>
                    <a:cubicBezTo>
                      <a:pt x="100" y="0"/>
                      <a:pt x="0" y="100"/>
                      <a:pt x="0" y="223"/>
                    </a:cubicBezTo>
                    <a:cubicBezTo>
                      <a:pt x="0" y="695"/>
                      <a:pt x="0" y="695"/>
                      <a:pt x="0" y="695"/>
                    </a:cubicBezTo>
                    <a:cubicBezTo>
                      <a:pt x="0" y="806"/>
                      <a:pt x="82" y="898"/>
                      <a:pt x="188" y="915"/>
                    </a:cubicBezTo>
                    <a:cubicBezTo>
                      <a:pt x="190" y="904"/>
                      <a:pt x="192" y="892"/>
                      <a:pt x="193" y="881"/>
                    </a:cubicBezTo>
                    <a:cubicBezTo>
                      <a:pt x="153" y="875"/>
                      <a:pt x="117" y="856"/>
                      <a:pt x="89" y="828"/>
                    </a:cubicBezTo>
                    <a:cubicBezTo>
                      <a:pt x="55" y="794"/>
                      <a:pt x="34" y="747"/>
                      <a:pt x="34" y="695"/>
                    </a:cubicBezTo>
                    <a:cubicBezTo>
                      <a:pt x="34" y="223"/>
                      <a:pt x="34" y="223"/>
                      <a:pt x="34" y="223"/>
                    </a:cubicBezTo>
                    <a:cubicBezTo>
                      <a:pt x="34" y="171"/>
                      <a:pt x="55" y="124"/>
                      <a:pt x="89" y="90"/>
                    </a:cubicBezTo>
                    <a:cubicBezTo>
                      <a:pt x="124" y="56"/>
                      <a:pt x="171" y="34"/>
                      <a:pt x="223" y="34"/>
                    </a:cubicBezTo>
                    <a:cubicBezTo>
                      <a:pt x="1042" y="34"/>
                      <a:pt x="1042" y="34"/>
                      <a:pt x="1042" y="34"/>
                    </a:cubicBezTo>
                    <a:cubicBezTo>
                      <a:pt x="1094" y="34"/>
                      <a:pt x="1141" y="56"/>
                      <a:pt x="1175" y="90"/>
                    </a:cubicBezTo>
                    <a:cubicBezTo>
                      <a:pt x="1210" y="124"/>
                      <a:pt x="1231" y="171"/>
                      <a:pt x="1231" y="223"/>
                    </a:cubicBezTo>
                    <a:cubicBezTo>
                      <a:pt x="1231" y="695"/>
                      <a:pt x="1231" y="695"/>
                      <a:pt x="1231" y="695"/>
                    </a:cubicBezTo>
                    <a:cubicBezTo>
                      <a:pt x="1231" y="747"/>
                      <a:pt x="1210" y="794"/>
                      <a:pt x="1175" y="828"/>
                    </a:cubicBezTo>
                    <a:cubicBezTo>
                      <a:pt x="1141" y="862"/>
                      <a:pt x="1094" y="884"/>
                      <a:pt x="1042" y="884"/>
                    </a:cubicBezTo>
                    <a:cubicBezTo>
                      <a:pt x="1042" y="901"/>
                      <a:pt x="1042" y="901"/>
                      <a:pt x="1042" y="901"/>
                    </a:cubicBezTo>
                    <a:cubicBezTo>
                      <a:pt x="1042" y="918"/>
                      <a:pt x="1042" y="918"/>
                      <a:pt x="1042" y="918"/>
                    </a:cubicBezTo>
                    <a:cubicBezTo>
                      <a:pt x="1165" y="918"/>
                      <a:pt x="1265" y="818"/>
                      <a:pt x="1265" y="695"/>
                    </a:cubicBezTo>
                    <a:cubicBezTo>
                      <a:pt x="1265" y="223"/>
                      <a:pt x="1265" y="223"/>
                      <a:pt x="1265" y="223"/>
                    </a:cubicBezTo>
                    <a:cubicBezTo>
                      <a:pt x="1265" y="100"/>
                      <a:pt x="1165" y="0"/>
                      <a:pt x="1042" y="0"/>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65" name="Freeform 6">
                <a:extLst>
                  <a:ext uri="{FF2B5EF4-FFF2-40B4-BE49-F238E27FC236}">
                    <a16:creationId xmlns:a16="http://schemas.microsoft.com/office/drawing/2014/main" id="{FED43E99-999E-21EB-CF42-32611A89AD23}"/>
                  </a:ext>
                </a:extLst>
              </p:cNvPr>
              <p:cNvSpPr>
                <a:spLocks noEditPoints="1"/>
              </p:cNvSpPr>
              <p:nvPr/>
            </p:nvSpPr>
            <p:spPr bwMode="auto">
              <a:xfrm>
                <a:off x="-1667" y="727"/>
                <a:ext cx="573" cy="414"/>
              </a:xfrm>
              <a:custGeom>
                <a:avLst/>
                <a:gdLst>
                  <a:gd name="T0" fmla="*/ 1042 w 1274"/>
                  <a:gd name="T1" fmla="*/ 926 h 926"/>
                  <a:gd name="T2" fmla="*/ 1042 w 1274"/>
                  <a:gd name="T3" fmla="*/ 883 h 926"/>
                  <a:gd name="T4" fmla="*/ 1047 w 1274"/>
                  <a:gd name="T5" fmla="*/ 883 h 926"/>
                  <a:gd name="T6" fmla="*/ 1177 w 1274"/>
                  <a:gd name="T7" fmla="*/ 829 h 926"/>
                  <a:gd name="T8" fmla="*/ 1231 w 1274"/>
                  <a:gd name="T9" fmla="*/ 699 h 926"/>
                  <a:gd name="T10" fmla="*/ 1231 w 1274"/>
                  <a:gd name="T11" fmla="*/ 227 h 926"/>
                  <a:gd name="T12" fmla="*/ 1177 w 1274"/>
                  <a:gd name="T13" fmla="*/ 97 h 926"/>
                  <a:gd name="T14" fmla="*/ 1047 w 1274"/>
                  <a:gd name="T15" fmla="*/ 43 h 926"/>
                  <a:gd name="T16" fmla="*/ 228 w 1274"/>
                  <a:gd name="T17" fmla="*/ 43 h 926"/>
                  <a:gd name="T18" fmla="*/ 98 w 1274"/>
                  <a:gd name="T19" fmla="*/ 97 h 926"/>
                  <a:gd name="T20" fmla="*/ 44 w 1274"/>
                  <a:gd name="T21" fmla="*/ 227 h 926"/>
                  <a:gd name="T22" fmla="*/ 44 w 1274"/>
                  <a:gd name="T23" fmla="*/ 699 h 926"/>
                  <a:gd name="T24" fmla="*/ 98 w 1274"/>
                  <a:gd name="T25" fmla="*/ 829 h 926"/>
                  <a:gd name="T26" fmla="*/ 199 w 1274"/>
                  <a:gd name="T27" fmla="*/ 880 h 926"/>
                  <a:gd name="T28" fmla="*/ 203 w 1274"/>
                  <a:gd name="T29" fmla="*/ 881 h 926"/>
                  <a:gd name="T30" fmla="*/ 203 w 1274"/>
                  <a:gd name="T31" fmla="*/ 885 h 926"/>
                  <a:gd name="T32" fmla="*/ 198 w 1274"/>
                  <a:gd name="T33" fmla="*/ 920 h 926"/>
                  <a:gd name="T34" fmla="*/ 197 w 1274"/>
                  <a:gd name="T35" fmla="*/ 924 h 926"/>
                  <a:gd name="T36" fmla="*/ 193 w 1274"/>
                  <a:gd name="T37" fmla="*/ 923 h 926"/>
                  <a:gd name="T38" fmla="*/ 0 w 1274"/>
                  <a:gd name="T39" fmla="*/ 699 h 926"/>
                  <a:gd name="T40" fmla="*/ 0 w 1274"/>
                  <a:gd name="T41" fmla="*/ 227 h 926"/>
                  <a:gd name="T42" fmla="*/ 228 w 1274"/>
                  <a:gd name="T43" fmla="*/ 0 h 926"/>
                  <a:gd name="T44" fmla="*/ 1047 w 1274"/>
                  <a:gd name="T45" fmla="*/ 0 h 926"/>
                  <a:gd name="T46" fmla="*/ 1274 w 1274"/>
                  <a:gd name="T47" fmla="*/ 227 h 926"/>
                  <a:gd name="T48" fmla="*/ 1274 w 1274"/>
                  <a:gd name="T49" fmla="*/ 699 h 926"/>
                  <a:gd name="T50" fmla="*/ 1047 w 1274"/>
                  <a:gd name="T51" fmla="*/ 926 h 926"/>
                  <a:gd name="T52" fmla="*/ 1042 w 1274"/>
                  <a:gd name="T53" fmla="*/ 926 h 926"/>
                  <a:gd name="T54" fmla="*/ 1052 w 1274"/>
                  <a:gd name="T55" fmla="*/ 892 h 926"/>
                  <a:gd name="T56" fmla="*/ 1052 w 1274"/>
                  <a:gd name="T57" fmla="*/ 917 h 926"/>
                  <a:gd name="T58" fmla="*/ 1265 w 1274"/>
                  <a:gd name="T59" fmla="*/ 699 h 926"/>
                  <a:gd name="T60" fmla="*/ 1265 w 1274"/>
                  <a:gd name="T61" fmla="*/ 227 h 926"/>
                  <a:gd name="T62" fmla="*/ 1047 w 1274"/>
                  <a:gd name="T63" fmla="*/ 9 h 926"/>
                  <a:gd name="T64" fmla="*/ 228 w 1274"/>
                  <a:gd name="T65" fmla="*/ 9 h 926"/>
                  <a:gd name="T66" fmla="*/ 9 w 1274"/>
                  <a:gd name="T67" fmla="*/ 227 h 926"/>
                  <a:gd name="T68" fmla="*/ 9 w 1274"/>
                  <a:gd name="T69" fmla="*/ 699 h 926"/>
                  <a:gd name="T70" fmla="*/ 189 w 1274"/>
                  <a:gd name="T71" fmla="*/ 913 h 926"/>
                  <a:gd name="T72" fmla="*/ 193 w 1274"/>
                  <a:gd name="T73" fmla="*/ 889 h 926"/>
                  <a:gd name="T74" fmla="*/ 91 w 1274"/>
                  <a:gd name="T75" fmla="*/ 835 h 926"/>
                  <a:gd name="T76" fmla="*/ 34 w 1274"/>
                  <a:gd name="T77" fmla="*/ 699 h 926"/>
                  <a:gd name="T78" fmla="*/ 34 w 1274"/>
                  <a:gd name="T79" fmla="*/ 227 h 926"/>
                  <a:gd name="T80" fmla="*/ 91 w 1274"/>
                  <a:gd name="T81" fmla="*/ 91 h 926"/>
                  <a:gd name="T82" fmla="*/ 228 w 1274"/>
                  <a:gd name="T83" fmla="*/ 34 h 926"/>
                  <a:gd name="T84" fmla="*/ 1047 w 1274"/>
                  <a:gd name="T85" fmla="*/ 34 h 926"/>
                  <a:gd name="T86" fmla="*/ 1183 w 1274"/>
                  <a:gd name="T87" fmla="*/ 91 h 926"/>
                  <a:gd name="T88" fmla="*/ 1240 w 1274"/>
                  <a:gd name="T89" fmla="*/ 227 h 926"/>
                  <a:gd name="T90" fmla="*/ 1240 w 1274"/>
                  <a:gd name="T91" fmla="*/ 699 h 926"/>
                  <a:gd name="T92" fmla="*/ 1183 w 1274"/>
                  <a:gd name="T93" fmla="*/ 835 h 926"/>
                  <a:gd name="T94" fmla="*/ 1052 w 1274"/>
                  <a:gd name="T95" fmla="*/ 892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4" h="926">
                    <a:moveTo>
                      <a:pt x="1042" y="926"/>
                    </a:moveTo>
                    <a:cubicBezTo>
                      <a:pt x="1042" y="883"/>
                      <a:pt x="1042" y="883"/>
                      <a:pt x="1042" y="883"/>
                    </a:cubicBezTo>
                    <a:cubicBezTo>
                      <a:pt x="1047" y="883"/>
                      <a:pt x="1047" y="883"/>
                      <a:pt x="1047" y="883"/>
                    </a:cubicBezTo>
                    <a:cubicBezTo>
                      <a:pt x="1096" y="883"/>
                      <a:pt x="1142" y="864"/>
                      <a:pt x="1177" y="829"/>
                    </a:cubicBezTo>
                    <a:cubicBezTo>
                      <a:pt x="1212" y="794"/>
                      <a:pt x="1231" y="748"/>
                      <a:pt x="1231" y="699"/>
                    </a:cubicBezTo>
                    <a:cubicBezTo>
                      <a:pt x="1231" y="227"/>
                      <a:pt x="1231" y="227"/>
                      <a:pt x="1231" y="227"/>
                    </a:cubicBezTo>
                    <a:cubicBezTo>
                      <a:pt x="1231" y="178"/>
                      <a:pt x="1212" y="132"/>
                      <a:pt x="1177" y="97"/>
                    </a:cubicBezTo>
                    <a:cubicBezTo>
                      <a:pt x="1142" y="62"/>
                      <a:pt x="1096" y="43"/>
                      <a:pt x="1047" y="43"/>
                    </a:cubicBezTo>
                    <a:cubicBezTo>
                      <a:pt x="228" y="43"/>
                      <a:pt x="228" y="43"/>
                      <a:pt x="228" y="43"/>
                    </a:cubicBezTo>
                    <a:cubicBezTo>
                      <a:pt x="179" y="43"/>
                      <a:pt x="133" y="62"/>
                      <a:pt x="98" y="97"/>
                    </a:cubicBezTo>
                    <a:cubicBezTo>
                      <a:pt x="63" y="132"/>
                      <a:pt x="44" y="178"/>
                      <a:pt x="44" y="227"/>
                    </a:cubicBezTo>
                    <a:cubicBezTo>
                      <a:pt x="44" y="699"/>
                      <a:pt x="44" y="699"/>
                      <a:pt x="44" y="699"/>
                    </a:cubicBezTo>
                    <a:cubicBezTo>
                      <a:pt x="44" y="748"/>
                      <a:pt x="63" y="794"/>
                      <a:pt x="98" y="829"/>
                    </a:cubicBezTo>
                    <a:cubicBezTo>
                      <a:pt x="125" y="856"/>
                      <a:pt x="160" y="874"/>
                      <a:pt x="199" y="880"/>
                    </a:cubicBezTo>
                    <a:cubicBezTo>
                      <a:pt x="203" y="881"/>
                      <a:pt x="203" y="881"/>
                      <a:pt x="203" y="881"/>
                    </a:cubicBezTo>
                    <a:cubicBezTo>
                      <a:pt x="203" y="885"/>
                      <a:pt x="203" y="885"/>
                      <a:pt x="203" y="885"/>
                    </a:cubicBezTo>
                    <a:cubicBezTo>
                      <a:pt x="201" y="896"/>
                      <a:pt x="200" y="907"/>
                      <a:pt x="198" y="920"/>
                    </a:cubicBezTo>
                    <a:cubicBezTo>
                      <a:pt x="197" y="924"/>
                      <a:pt x="197" y="924"/>
                      <a:pt x="197" y="924"/>
                    </a:cubicBezTo>
                    <a:cubicBezTo>
                      <a:pt x="193" y="923"/>
                      <a:pt x="193" y="923"/>
                      <a:pt x="193" y="923"/>
                    </a:cubicBezTo>
                    <a:cubicBezTo>
                      <a:pt x="83" y="906"/>
                      <a:pt x="0" y="810"/>
                      <a:pt x="0" y="699"/>
                    </a:cubicBezTo>
                    <a:cubicBezTo>
                      <a:pt x="0" y="227"/>
                      <a:pt x="0" y="227"/>
                      <a:pt x="0" y="227"/>
                    </a:cubicBezTo>
                    <a:cubicBezTo>
                      <a:pt x="0" y="102"/>
                      <a:pt x="102" y="0"/>
                      <a:pt x="228" y="0"/>
                    </a:cubicBezTo>
                    <a:cubicBezTo>
                      <a:pt x="1047" y="0"/>
                      <a:pt x="1047" y="0"/>
                      <a:pt x="1047" y="0"/>
                    </a:cubicBezTo>
                    <a:cubicBezTo>
                      <a:pt x="1172" y="0"/>
                      <a:pt x="1274" y="102"/>
                      <a:pt x="1274" y="227"/>
                    </a:cubicBezTo>
                    <a:cubicBezTo>
                      <a:pt x="1274" y="699"/>
                      <a:pt x="1274" y="699"/>
                      <a:pt x="1274" y="699"/>
                    </a:cubicBezTo>
                    <a:cubicBezTo>
                      <a:pt x="1274" y="824"/>
                      <a:pt x="1172" y="926"/>
                      <a:pt x="1047" y="926"/>
                    </a:cubicBezTo>
                    <a:lnTo>
                      <a:pt x="1042" y="926"/>
                    </a:lnTo>
                    <a:close/>
                    <a:moveTo>
                      <a:pt x="1052" y="892"/>
                    </a:moveTo>
                    <a:cubicBezTo>
                      <a:pt x="1052" y="917"/>
                      <a:pt x="1052" y="917"/>
                      <a:pt x="1052" y="917"/>
                    </a:cubicBezTo>
                    <a:cubicBezTo>
                      <a:pt x="1170" y="915"/>
                      <a:pt x="1265" y="818"/>
                      <a:pt x="1265" y="699"/>
                    </a:cubicBezTo>
                    <a:cubicBezTo>
                      <a:pt x="1265" y="227"/>
                      <a:pt x="1265" y="227"/>
                      <a:pt x="1265" y="227"/>
                    </a:cubicBezTo>
                    <a:cubicBezTo>
                      <a:pt x="1265" y="107"/>
                      <a:pt x="1167" y="9"/>
                      <a:pt x="1047" y="9"/>
                    </a:cubicBezTo>
                    <a:cubicBezTo>
                      <a:pt x="228" y="9"/>
                      <a:pt x="228" y="9"/>
                      <a:pt x="228" y="9"/>
                    </a:cubicBezTo>
                    <a:cubicBezTo>
                      <a:pt x="107" y="9"/>
                      <a:pt x="10" y="107"/>
                      <a:pt x="9" y="227"/>
                    </a:cubicBezTo>
                    <a:cubicBezTo>
                      <a:pt x="9" y="699"/>
                      <a:pt x="9" y="699"/>
                      <a:pt x="9" y="699"/>
                    </a:cubicBezTo>
                    <a:cubicBezTo>
                      <a:pt x="10" y="804"/>
                      <a:pt x="87" y="895"/>
                      <a:pt x="189" y="913"/>
                    </a:cubicBezTo>
                    <a:cubicBezTo>
                      <a:pt x="191" y="904"/>
                      <a:pt x="192" y="896"/>
                      <a:pt x="193" y="889"/>
                    </a:cubicBezTo>
                    <a:cubicBezTo>
                      <a:pt x="154" y="882"/>
                      <a:pt x="119" y="863"/>
                      <a:pt x="91" y="835"/>
                    </a:cubicBezTo>
                    <a:cubicBezTo>
                      <a:pt x="55" y="799"/>
                      <a:pt x="34" y="750"/>
                      <a:pt x="34" y="699"/>
                    </a:cubicBezTo>
                    <a:cubicBezTo>
                      <a:pt x="34" y="227"/>
                      <a:pt x="34" y="227"/>
                      <a:pt x="34" y="227"/>
                    </a:cubicBezTo>
                    <a:cubicBezTo>
                      <a:pt x="34" y="176"/>
                      <a:pt x="55" y="127"/>
                      <a:pt x="91" y="91"/>
                    </a:cubicBezTo>
                    <a:cubicBezTo>
                      <a:pt x="128" y="54"/>
                      <a:pt x="176" y="34"/>
                      <a:pt x="228" y="34"/>
                    </a:cubicBezTo>
                    <a:cubicBezTo>
                      <a:pt x="1047" y="34"/>
                      <a:pt x="1047" y="34"/>
                      <a:pt x="1047" y="34"/>
                    </a:cubicBezTo>
                    <a:cubicBezTo>
                      <a:pt x="1098" y="34"/>
                      <a:pt x="1147" y="54"/>
                      <a:pt x="1183" y="91"/>
                    </a:cubicBezTo>
                    <a:cubicBezTo>
                      <a:pt x="1220" y="127"/>
                      <a:pt x="1240" y="176"/>
                      <a:pt x="1240" y="227"/>
                    </a:cubicBezTo>
                    <a:cubicBezTo>
                      <a:pt x="1240" y="699"/>
                      <a:pt x="1240" y="699"/>
                      <a:pt x="1240" y="699"/>
                    </a:cubicBezTo>
                    <a:cubicBezTo>
                      <a:pt x="1240" y="750"/>
                      <a:pt x="1220" y="799"/>
                      <a:pt x="1183" y="835"/>
                    </a:cubicBezTo>
                    <a:cubicBezTo>
                      <a:pt x="1148" y="871"/>
                      <a:pt x="1101" y="891"/>
                      <a:pt x="1052" y="892"/>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66" name="Freeform 7">
                <a:extLst>
                  <a:ext uri="{FF2B5EF4-FFF2-40B4-BE49-F238E27FC236}">
                    <a16:creationId xmlns:a16="http://schemas.microsoft.com/office/drawing/2014/main" id="{08968FF1-9C6A-546C-3AE4-A920CF6F3595}"/>
                  </a:ext>
                </a:extLst>
              </p:cNvPr>
              <p:cNvSpPr>
                <a:spLocks/>
              </p:cNvSpPr>
              <p:nvPr/>
            </p:nvSpPr>
            <p:spPr bwMode="auto">
              <a:xfrm>
                <a:off x="-1455" y="1124"/>
                <a:ext cx="259" cy="99"/>
              </a:xfrm>
              <a:custGeom>
                <a:avLst/>
                <a:gdLst>
                  <a:gd name="T0" fmla="*/ 575 w 575"/>
                  <a:gd name="T1" fmla="*/ 0 h 220"/>
                  <a:gd name="T2" fmla="*/ 530 w 575"/>
                  <a:gd name="T3" fmla="*/ 0 h 220"/>
                  <a:gd name="T4" fmla="*/ 517 w 575"/>
                  <a:gd name="T5" fmla="*/ 5 h 220"/>
                  <a:gd name="T6" fmla="*/ 378 w 575"/>
                  <a:gd name="T7" fmla="*/ 157 h 220"/>
                  <a:gd name="T8" fmla="*/ 378 w 575"/>
                  <a:gd name="T9" fmla="*/ 17 h 220"/>
                  <a:gd name="T10" fmla="*/ 373 w 575"/>
                  <a:gd name="T11" fmla="*/ 5 h 220"/>
                  <a:gd name="T12" fmla="*/ 361 w 575"/>
                  <a:gd name="T13" fmla="*/ 0 h 220"/>
                  <a:gd name="T14" fmla="*/ 0 w 575"/>
                  <a:gd name="T15" fmla="*/ 0 h 220"/>
                  <a:gd name="T16" fmla="*/ 0 w 575"/>
                  <a:gd name="T17" fmla="*/ 4 h 220"/>
                  <a:gd name="T18" fmla="*/ 0 w 575"/>
                  <a:gd name="T19" fmla="*/ 34 h 220"/>
                  <a:gd name="T20" fmla="*/ 344 w 575"/>
                  <a:gd name="T21" fmla="*/ 34 h 220"/>
                  <a:gd name="T22" fmla="*/ 344 w 575"/>
                  <a:gd name="T23" fmla="*/ 201 h 220"/>
                  <a:gd name="T24" fmla="*/ 354 w 575"/>
                  <a:gd name="T25" fmla="*/ 217 h 220"/>
                  <a:gd name="T26" fmla="*/ 373 w 575"/>
                  <a:gd name="T27" fmla="*/ 213 h 220"/>
                  <a:gd name="T28" fmla="*/ 537 w 575"/>
                  <a:gd name="T29" fmla="*/ 34 h 220"/>
                  <a:gd name="T30" fmla="*/ 575 w 575"/>
                  <a:gd name="T31" fmla="*/ 34 h 220"/>
                  <a:gd name="T32" fmla="*/ 575 w 575"/>
                  <a:gd name="T33" fmla="*/ 17 h 220"/>
                  <a:gd name="T34" fmla="*/ 575 w 575"/>
                  <a:gd name="T3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5" h="220">
                    <a:moveTo>
                      <a:pt x="575" y="0"/>
                    </a:moveTo>
                    <a:cubicBezTo>
                      <a:pt x="530" y="0"/>
                      <a:pt x="530" y="0"/>
                      <a:pt x="530" y="0"/>
                    </a:cubicBezTo>
                    <a:cubicBezTo>
                      <a:pt x="525" y="0"/>
                      <a:pt x="520" y="2"/>
                      <a:pt x="517" y="5"/>
                    </a:cubicBezTo>
                    <a:cubicBezTo>
                      <a:pt x="378" y="157"/>
                      <a:pt x="378" y="157"/>
                      <a:pt x="378" y="157"/>
                    </a:cubicBezTo>
                    <a:cubicBezTo>
                      <a:pt x="378" y="17"/>
                      <a:pt x="378" y="17"/>
                      <a:pt x="378" y="17"/>
                    </a:cubicBezTo>
                    <a:cubicBezTo>
                      <a:pt x="378" y="12"/>
                      <a:pt x="376" y="8"/>
                      <a:pt x="373" y="5"/>
                    </a:cubicBezTo>
                    <a:cubicBezTo>
                      <a:pt x="370" y="1"/>
                      <a:pt x="365" y="0"/>
                      <a:pt x="361" y="0"/>
                    </a:cubicBezTo>
                    <a:cubicBezTo>
                      <a:pt x="0" y="0"/>
                      <a:pt x="0" y="0"/>
                      <a:pt x="0" y="0"/>
                    </a:cubicBezTo>
                    <a:cubicBezTo>
                      <a:pt x="0" y="1"/>
                      <a:pt x="0" y="3"/>
                      <a:pt x="0" y="4"/>
                    </a:cubicBezTo>
                    <a:cubicBezTo>
                      <a:pt x="0" y="34"/>
                      <a:pt x="0" y="34"/>
                      <a:pt x="0" y="34"/>
                    </a:cubicBezTo>
                    <a:cubicBezTo>
                      <a:pt x="344" y="34"/>
                      <a:pt x="344" y="34"/>
                      <a:pt x="344" y="34"/>
                    </a:cubicBezTo>
                    <a:cubicBezTo>
                      <a:pt x="344" y="201"/>
                      <a:pt x="344" y="201"/>
                      <a:pt x="344" y="201"/>
                    </a:cubicBezTo>
                    <a:cubicBezTo>
                      <a:pt x="344" y="208"/>
                      <a:pt x="348" y="215"/>
                      <a:pt x="354" y="217"/>
                    </a:cubicBezTo>
                    <a:cubicBezTo>
                      <a:pt x="361" y="220"/>
                      <a:pt x="368" y="218"/>
                      <a:pt x="373" y="213"/>
                    </a:cubicBezTo>
                    <a:cubicBezTo>
                      <a:pt x="537" y="34"/>
                      <a:pt x="537" y="34"/>
                      <a:pt x="537" y="34"/>
                    </a:cubicBezTo>
                    <a:cubicBezTo>
                      <a:pt x="575" y="34"/>
                      <a:pt x="575" y="34"/>
                      <a:pt x="575" y="34"/>
                    </a:cubicBezTo>
                    <a:cubicBezTo>
                      <a:pt x="575" y="17"/>
                      <a:pt x="575" y="17"/>
                      <a:pt x="575" y="17"/>
                    </a:cubicBezTo>
                    <a:lnTo>
                      <a:pt x="575" y="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67" name="Freeform 8">
                <a:extLst>
                  <a:ext uri="{FF2B5EF4-FFF2-40B4-BE49-F238E27FC236}">
                    <a16:creationId xmlns:a16="http://schemas.microsoft.com/office/drawing/2014/main" id="{2FFD3659-2598-BD75-C191-17F826C84AD8}"/>
                  </a:ext>
                </a:extLst>
              </p:cNvPr>
              <p:cNvSpPr>
                <a:spLocks noEditPoints="1"/>
              </p:cNvSpPr>
              <p:nvPr/>
            </p:nvSpPr>
            <p:spPr bwMode="auto">
              <a:xfrm>
                <a:off x="-1457" y="1122"/>
                <a:ext cx="263" cy="102"/>
              </a:xfrm>
              <a:custGeom>
                <a:avLst/>
                <a:gdLst>
                  <a:gd name="T0" fmla="*/ 366 w 585"/>
                  <a:gd name="T1" fmla="*/ 228 h 228"/>
                  <a:gd name="T2" fmla="*/ 358 w 585"/>
                  <a:gd name="T3" fmla="*/ 227 h 228"/>
                  <a:gd name="T4" fmla="*/ 344 w 585"/>
                  <a:gd name="T5" fmla="*/ 206 h 228"/>
                  <a:gd name="T6" fmla="*/ 344 w 585"/>
                  <a:gd name="T7" fmla="*/ 43 h 228"/>
                  <a:gd name="T8" fmla="*/ 0 w 585"/>
                  <a:gd name="T9" fmla="*/ 43 h 228"/>
                  <a:gd name="T10" fmla="*/ 0 w 585"/>
                  <a:gd name="T11" fmla="*/ 0 h 228"/>
                  <a:gd name="T12" fmla="*/ 366 w 585"/>
                  <a:gd name="T13" fmla="*/ 0 h 228"/>
                  <a:gd name="T14" fmla="*/ 381 w 585"/>
                  <a:gd name="T15" fmla="*/ 6 h 228"/>
                  <a:gd name="T16" fmla="*/ 387 w 585"/>
                  <a:gd name="T17" fmla="*/ 22 h 228"/>
                  <a:gd name="T18" fmla="*/ 387 w 585"/>
                  <a:gd name="T19" fmla="*/ 151 h 228"/>
                  <a:gd name="T20" fmla="*/ 519 w 585"/>
                  <a:gd name="T21" fmla="*/ 7 h 228"/>
                  <a:gd name="T22" fmla="*/ 535 w 585"/>
                  <a:gd name="T23" fmla="*/ 0 h 228"/>
                  <a:gd name="T24" fmla="*/ 585 w 585"/>
                  <a:gd name="T25" fmla="*/ 0 h 228"/>
                  <a:gd name="T26" fmla="*/ 585 w 585"/>
                  <a:gd name="T27" fmla="*/ 43 h 228"/>
                  <a:gd name="T28" fmla="*/ 544 w 585"/>
                  <a:gd name="T29" fmla="*/ 43 h 228"/>
                  <a:gd name="T30" fmla="*/ 382 w 585"/>
                  <a:gd name="T31" fmla="*/ 221 h 228"/>
                  <a:gd name="T32" fmla="*/ 366 w 585"/>
                  <a:gd name="T33" fmla="*/ 228 h 228"/>
                  <a:gd name="T34" fmla="*/ 10 w 585"/>
                  <a:gd name="T35" fmla="*/ 34 h 228"/>
                  <a:gd name="T36" fmla="*/ 353 w 585"/>
                  <a:gd name="T37" fmla="*/ 34 h 228"/>
                  <a:gd name="T38" fmla="*/ 353 w 585"/>
                  <a:gd name="T39" fmla="*/ 206 h 228"/>
                  <a:gd name="T40" fmla="*/ 361 w 585"/>
                  <a:gd name="T41" fmla="*/ 218 h 228"/>
                  <a:gd name="T42" fmla="*/ 375 w 585"/>
                  <a:gd name="T43" fmla="*/ 215 h 228"/>
                  <a:gd name="T44" fmla="*/ 540 w 585"/>
                  <a:gd name="T45" fmla="*/ 34 h 228"/>
                  <a:gd name="T46" fmla="*/ 575 w 585"/>
                  <a:gd name="T47" fmla="*/ 34 h 228"/>
                  <a:gd name="T48" fmla="*/ 575 w 585"/>
                  <a:gd name="T49" fmla="*/ 9 h 228"/>
                  <a:gd name="T50" fmla="*/ 535 w 585"/>
                  <a:gd name="T51" fmla="*/ 9 h 228"/>
                  <a:gd name="T52" fmla="*/ 525 w 585"/>
                  <a:gd name="T53" fmla="*/ 13 h 228"/>
                  <a:gd name="T54" fmla="*/ 378 w 585"/>
                  <a:gd name="T55" fmla="*/ 174 h 228"/>
                  <a:gd name="T56" fmla="*/ 378 w 585"/>
                  <a:gd name="T57" fmla="*/ 22 h 228"/>
                  <a:gd name="T58" fmla="*/ 374 w 585"/>
                  <a:gd name="T59" fmla="*/ 13 h 228"/>
                  <a:gd name="T60" fmla="*/ 366 w 585"/>
                  <a:gd name="T61" fmla="*/ 9 h 228"/>
                  <a:gd name="T62" fmla="*/ 10 w 585"/>
                  <a:gd name="T63" fmla="*/ 9 h 228"/>
                  <a:gd name="T64" fmla="*/ 10 w 585"/>
                  <a:gd name="T65" fmla="*/ 3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85" h="228">
                    <a:moveTo>
                      <a:pt x="366" y="228"/>
                    </a:moveTo>
                    <a:cubicBezTo>
                      <a:pt x="363" y="228"/>
                      <a:pt x="360" y="227"/>
                      <a:pt x="358" y="227"/>
                    </a:cubicBezTo>
                    <a:cubicBezTo>
                      <a:pt x="349" y="223"/>
                      <a:pt x="344" y="215"/>
                      <a:pt x="344" y="206"/>
                    </a:cubicBezTo>
                    <a:cubicBezTo>
                      <a:pt x="344" y="43"/>
                      <a:pt x="344" y="43"/>
                      <a:pt x="344" y="43"/>
                    </a:cubicBezTo>
                    <a:cubicBezTo>
                      <a:pt x="0" y="43"/>
                      <a:pt x="0" y="43"/>
                      <a:pt x="0" y="43"/>
                    </a:cubicBezTo>
                    <a:cubicBezTo>
                      <a:pt x="0" y="0"/>
                      <a:pt x="0" y="0"/>
                      <a:pt x="0" y="0"/>
                    </a:cubicBezTo>
                    <a:cubicBezTo>
                      <a:pt x="366" y="0"/>
                      <a:pt x="366" y="0"/>
                      <a:pt x="366" y="0"/>
                    </a:cubicBezTo>
                    <a:cubicBezTo>
                      <a:pt x="371" y="0"/>
                      <a:pt x="377" y="2"/>
                      <a:pt x="381" y="6"/>
                    </a:cubicBezTo>
                    <a:cubicBezTo>
                      <a:pt x="385" y="10"/>
                      <a:pt x="387" y="16"/>
                      <a:pt x="387" y="22"/>
                    </a:cubicBezTo>
                    <a:cubicBezTo>
                      <a:pt x="387" y="151"/>
                      <a:pt x="387" y="151"/>
                      <a:pt x="387" y="151"/>
                    </a:cubicBezTo>
                    <a:cubicBezTo>
                      <a:pt x="519" y="7"/>
                      <a:pt x="519" y="7"/>
                      <a:pt x="519" y="7"/>
                    </a:cubicBezTo>
                    <a:cubicBezTo>
                      <a:pt x="523" y="3"/>
                      <a:pt x="528" y="0"/>
                      <a:pt x="535" y="0"/>
                    </a:cubicBezTo>
                    <a:cubicBezTo>
                      <a:pt x="585" y="0"/>
                      <a:pt x="585" y="0"/>
                      <a:pt x="585" y="0"/>
                    </a:cubicBezTo>
                    <a:cubicBezTo>
                      <a:pt x="585" y="43"/>
                      <a:pt x="585" y="43"/>
                      <a:pt x="585" y="43"/>
                    </a:cubicBezTo>
                    <a:cubicBezTo>
                      <a:pt x="544" y="43"/>
                      <a:pt x="544" y="43"/>
                      <a:pt x="544" y="43"/>
                    </a:cubicBezTo>
                    <a:cubicBezTo>
                      <a:pt x="382" y="221"/>
                      <a:pt x="382" y="221"/>
                      <a:pt x="382" y="221"/>
                    </a:cubicBezTo>
                    <a:cubicBezTo>
                      <a:pt x="377" y="226"/>
                      <a:pt x="372" y="228"/>
                      <a:pt x="366" y="228"/>
                    </a:cubicBezTo>
                    <a:close/>
                    <a:moveTo>
                      <a:pt x="10" y="34"/>
                    </a:moveTo>
                    <a:cubicBezTo>
                      <a:pt x="353" y="34"/>
                      <a:pt x="353" y="34"/>
                      <a:pt x="353" y="34"/>
                    </a:cubicBezTo>
                    <a:cubicBezTo>
                      <a:pt x="353" y="206"/>
                      <a:pt x="353" y="206"/>
                      <a:pt x="353" y="206"/>
                    </a:cubicBezTo>
                    <a:cubicBezTo>
                      <a:pt x="353" y="211"/>
                      <a:pt x="356" y="216"/>
                      <a:pt x="361" y="218"/>
                    </a:cubicBezTo>
                    <a:cubicBezTo>
                      <a:pt x="366" y="220"/>
                      <a:pt x="371" y="219"/>
                      <a:pt x="375" y="215"/>
                    </a:cubicBezTo>
                    <a:cubicBezTo>
                      <a:pt x="540" y="34"/>
                      <a:pt x="540" y="34"/>
                      <a:pt x="540" y="34"/>
                    </a:cubicBezTo>
                    <a:cubicBezTo>
                      <a:pt x="575" y="34"/>
                      <a:pt x="575" y="34"/>
                      <a:pt x="575" y="34"/>
                    </a:cubicBezTo>
                    <a:cubicBezTo>
                      <a:pt x="575" y="9"/>
                      <a:pt x="575" y="9"/>
                      <a:pt x="575" y="9"/>
                    </a:cubicBezTo>
                    <a:cubicBezTo>
                      <a:pt x="535" y="9"/>
                      <a:pt x="535" y="9"/>
                      <a:pt x="535" y="9"/>
                    </a:cubicBezTo>
                    <a:cubicBezTo>
                      <a:pt x="531" y="9"/>
                      <a:pt x="528" y="11"/>
                      <a:pt x="525" y="13"/>
                    </a:cubicBezTo>
                    <a:cubicBezTo>
                      <a:pt x="378" y="174"/>
                      <a:pt x="378" y="174"/>
                      <a:pt x="378" y="174"/>
                    </a:cubicBezTo>
                    <a:cubicBezTo>
                      <a:pt x="378" y="22"/>
                      <a:pt x="378" y="22"/>
                      <a:pt x="378" y="22"/>
                    </a:cubicBezTo>
                    <a:cubicBezTo>
                      <a:pt x="378" y="18"/>
                      <a:pt x="377" y="15"/>
                      <a:pt x="374" y="13"/>
                    </a:cubicBezTo>
                    <a:cubicBezTo>
                      <a:pt x="372" y="11"/>
                      <a:pt x="369" y="9"/>
                      <a:pt x="366" y="9"/>
                    </a:cubicBezTo>
                    <a:cubicBezTo>
                      <a:pt x="10" y="9"/>
                      <a:pt x="10" y="9"/>
                      <a:pt x="10" y="9"/>
                    </a:cubicBezTo>
                    <a:lnTo>
                      <a:pt x="10" y="34"/>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68" name="Freeform 9">
                <a:extLst>
                  <a:ext uri="{FF2B5EF4-FFF2-40B4-BE49-F238E27FC236}">
                    <a16:creationId xmlns:a16="http://schemas.microsoft.com/office/drawing/2014/main" id="{34B7F886-58BA-CBB4-32D9-3BE7BD2C80CB}"/>
                  </a:ext>
                </a:extLst>
              </p:cNvPr>
              <p:cNvSpPr>
                <a:spLocks/>
              </p:cNvSpPr>
              <p:nvPr/>
            </p:nvSpPr>
            <p:spPr bwMode="auto">
              <a:xfrm>
                <a:off x="-1470" y="1124"/>
                <a:ext cx="15" cy="15"/>
              </a:xfrm>
              <a:custGeom>
                <a:avLst/>
                <a:gdLst>
                  <a:gd name="T0" fmla="*/ 34 w 34"/>
                  <a:gd name="T1" fmla="*/ 0 h 34"/>
                  <a:gd name="T2" fmla="*/ 0 w 34"/>
                  <a:gd name="T3" fmla="*/ 0 h 34"/>
                  <a:gd name="T4" fmla="*/ 0 w 34"/>
                  <a:gd name="T5" fmla="*/ 4 h 34"/>
                  <a:gd name="T6" fmla="*/ 0 w 34"/>
                  <a:gd name="T7" fmla="*/ 34 h 34"/>
                  <a:gd name="T8" fmla="*/ 34 w 34"/>
                  <a:gd name="T9" fmla="*/ 34 h 34"/>
                  <a:gd name="T10" fmla="*/ 34 w 34"/>
                  <a:gd name="T11" fmla="*/ 4 h 34"/>
                  <a:gd name="T12" fmla="*/ 34 w 34"/>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34" h="34">
                    <a:moveTo>
                      <a:pt x="34" y="0"/>
                    </a:moveTo>
                    <a:cubicBezTo>
                      <a:pt x="0" y="0"/>
                      <a:pt x="0" y="0"/>
                      <a:pt x="0" y="0"/>
                    </a:cubicBezTo>
                    <a:cubicBezTo>
                      <a:pt x="0" y="1"/>
                      <a:pt x="0" y="3"/>
                      <a:pt x="0" y="4"/>
                    </a:cubicBezTo>
                    <a:cubicBezTo>
                      <a:pt x="0" y="34"/>
                      <a:pt x="0" y="34"/>
                      <a:pt x="0" y="34"/>
                    </a:cubicBezTo>
                    <a:cubicBezTo>
                      <a:pt x="34" y="34"/>
                      <a:pt x="34" y="34"/>
                      <a:pt x="34" y="34"/>
                    </a:cubicBezTo>
                    <a:cubicBezTo>
                      <a:pt x="34" y="4"/>
                      <a:pt x="34" y="4"/>
                      <a:pt x="34" y="4"/>
                    </a:cubicBezTo>
                    <a:cubicBezTo>
                      <a:pt x="34" y="3"/>
                      <a:pt x="34" y="1"/>
                      <a:pt x="34" y="0"/>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69" name="Freeform 10">
                <a:extLst>
                  <a:ext uri="{FF2B5EF4-FFF2-40B4-BE49-F238E27FC236}">
                    <a16:creationId xmlns:a16="http://schemas.microsoft.com/office/drawing/2014/main" id="{E4F0EFBB-24A0-A1BA-A62A-17D11DACBCFF}"/>
                  </a:ext>
                </a:extLst>
              </p:cNvPr>
              <p:cNvSpPr>
                <a:spLocks/>
              </p:cNvSpPr>
              <p:nvPr/>
            </p:nvSpPr>
            <p:spPr bwMode="auto">
              <a:xfrm>
                <a:off x="-1580" y="1123"/>
                <a:ext cx="18" cy="16"/>
              </a:xfrm>
              <a:custGeom>
                <a:avLst/>
                <a:gdLst>
                  <a:gd name="T0" fmla="*/ 39 w 39"/>
                  <a:gd name="T1" fmla="*/ 3 h 37"/>
                  <a:gd name="T2" fmla="*/ 35 w 39"/>
                  <a:gd name="T3" fmla="*/ 3 h 37"/>
                  <a:gd name="T4" fmla="*/ 5 w 39"/>
                  <a:gd name="T5" fmla="*/ 0 h 37"/>
                  <a:gd name="T6" fmla="*/ 0 w 39"/>
                  <a:gd name="T7" fmla="*/ 34 h 37"/>
                  <a:gd name="T8" fmla="*/ 34 w 39"/>
                  <a:gd name="T9" fmla="*/ 37 h 37"/>
                  <a:gd name="T10" fmla="*/ 39 w 39"/>
                  <a:gd name="T11" fmla="*/ 3 h 37"/>
                </a:gdLst>
                <a:ahLst/>
                <a:cxnLst>
                  <a:cxn ang="0">
                    <a:pos x="T0" y="T1"/>
                  </a:cxn>
                  <a:cxn ang="0">
                    <a:pos x="T2" y="T3"/>
                  </a:cxn>
                  <a:cxn ang="0">
                    <a:pos x="T4" y="T5"/>
                  </a:cxn>
                  <a:cxn ang="0">
                    <a:pos x="T6" y="T7"/>
                  </a:cxn>
                  <a:cxn ang="0">
                    <a:pos x="T8" y="T9"/>
                  </a:cxn>
                  <a:cxn ang="0">
                    <a:pos x="T10" y="T11"/>
                  </a:cxn>
                </a:cxnLst>
                <a:rect l="0" t="0" r="r" b="b"/>
                <a:pathLst>
                  <a:path w="39" h="37">
                    <a:moveTo>
                      <a:pt x="39" y="3"/>
                    </a:moveTo>
                    <a:cubicBezTo>
                      <a:pt x="35" y="3"/>
                      <a:pt x="35" y="3"/>
                      <a:pt x="35" y="3"/>
                    </a:cubicBezTo>
                    <a:cubicBezTo>
                      <a:pt x="25" y="3"/>
                      <a:pt x="15" y="2"/>
                      <a:pt x="5" y="0"/>
                    </a:cubicBezTo>
                    <a:cubicBezTo>
                      <a:pt x="4" y="11"/>
                      <a:pt x="2" y="23"/>
                      <a:pt x="0" y="34"/>
                    </a:cubicBezTo>
                    <a:cubicBezTo>
                      <a:pt x="11" y="36"/>
                      <a:pt x="23" y="37"/>
                      <a:pt x="34" y="37"/>
                    </a:cubicBezTo>
                    <a:cubicBezTo>
                      <a:pt x="36" y="25"/>
                      <a:pt x="38" y="14"/>
                      <a:pt x="39" y="3"/>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70" name="Freeform 11">
                <a:extLst>
                  <a:ext uri="{FF2B5EF4-FFF2-40B4-BE49-F238E27FC236}">
                    <a16:creationId xmlns:a16="http://schemas.microsoft.com/office/drawing/2014/main" id="{4F029BE6-221E-E1C8-5AC9-FFE275DF8053}"/>
                  </a:ext>
                </a:extLst>
              </p:cNvPr>
              <p:cNvSpPr>
                <a:spLocks/>
              </p:cNvSpPr>
              <p:nvPr/>
            </p:nvSpPr>
            <p:spPr bwMode="auto">
              <a:xfrm>
                <a:off x="-1348" y="984"/>
                <a:ext cx="13" cy="15"/>
              </a:xfrm>
              <a:custGeom>
                <a:avLst/>
                <a:gdLst>
                  <a:gd name="T0" fmla="*/ 0 w 13"/>
                  <a:gd name="T1" fmla="*/ 0 h 15"/>
                  <a:gd name="T2" fmla="*/ 2 w 13"/>
                  <a:gd name="T3" fmla="*/ 15 h 15"/>
                  <a:gd name="T4" fmla="*/ 9 w 13"/>
                  <a:gd name="T5" fmla="*/ 14 h 15"/>
                  <a:gd name="T6" fmla="*/ 13 w 13"/>
                  <a:gd name="T7" fmla="*/ 7 h 15"/>
                  <a:gd name="T8" fmla="*/ 0 w 13"/>
                  <a:gd name="T9" fmla="*/ 0 h 15"/>
                </a:gdLst>
                <a:ahLst/>
                <a:cxnLst>
                  <a:cxn ang="0">
                    <a:pos x="T0" y="T1"/>
                  </a:cxn>
                  <a:cxn ang="0">
                    <a:pos x="T2" y="T3"/>
                  </a:cxn>
                  <a:cxn ang="0">
                    <a:pos x="T4" y="T5"/>
                  </a:cxn>
                  <a:cxn ang="0">
                    <a:pos x="T6" y="T7"/>
                  </a:cxn>
                  <a:cxn ang="0">
                    <a:pos x="T8" y="T9"/>
                  </a:cxn>
                </a:cxnLst>
                <a:rect l="0" t="0" r="r" b="b"/>
                <a:pathLst>
                  <a:path w="13" h="15">
                    <a:moveTo>
                      <a:pt x="0" y="0"/>
                    </a:moveTo>
                    <a:lnTo>
                      <a:pt x="2" y="15"/>
                    </a:lnTo>
                    <a:lnTo>
                      <a:pt x="9" y="14"/>
                    </a:lnTo>
                    <a:lnTo>
                      <a:pt x="13" y="7"/>
                    </a:lnTo>
                    <a:lnTo>
                      <a:pt x="0" y="0"/>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71" name="Freeform 12">
                <a:extLst>
                  <a:ext uri="{FF2B5EF4-FFF2-40B4-BE49-F238E27FC236}">
                    <a16:creationId xmlns:a16="http://schemas.microsoft.com/office/drawing/2014/main" id="{6EEBD9E3-774B-1682-89C9-14C94EEB7EE4}"/>
                  </a:ext>
                </a:extLst>
              </p:cNvPr>
              <p:cNvSpPr>
                <a:spLocks/>
              </p:cNvSpPr>
              <p:nvPr/>
            </p:nvSpPr>
            <p:spPr bwMode="auto">
              <a:xfrm>
                <a:off x="-1452" y="861"/>
                <a:ext cx="151" cy="145"/>
              </a:xfrm>
              <a:custGeom>
                <a:avLst/>
                <a:gdLst>
                  <a:gd name="T0" fmla="*/ 71 w 335"/>
                  <a:gd name="T1" fmla="*/ 201 h 325"/>
                  <a:gd name="T2" fmla="*/ 50 w 335"/>
                  <a:gd name="T3" fmla="*/ 294 h 325"/>
                  <a:gd name="T4" fmla="*/ 56 w 335"/>
                  <a:gd name="T5" fmla="*/ 311 h 325"/>
                  <a:gd name="T6" fmla="*/ 74 w 335"/>
                  <a:gd name="T7" fmla="*/ 314 h 325"/>
                  <a:gd name="T8" fmla="*/ 161 w 335"/>
                  <a:gd name="T9" fmla="*/ 273 h 325"/>
                  <a:gd name="T10" fmla="*/ 243 w 335"/>
                  <a:gd name="T11" fmla="*/ 322 h 325"/>
                  <a:gd name="T12" fmla="*/ 261 w 335"/>
                  <a:gd name="T13" fmla="*/ 321 h 325"/>
                  <a:gd name="T14" fmla="*/ 269 w 335"/>
                  <a:gd name="T15" fmla="*/ 305 h 325"/>
                  <a:gd name="T16" fmla="*/ 252 w 335"/>
                  <a:gd name="T17" fmla="*/ 307 h 325"/>
                  <a:gd name="T18" fmla="*/ 235 w 335"/>
                  <a:gd name="T19" fmla="*/ 309 h 325"/>
                  <a:gd name="T20" fmla="*/ 231 w 335"/>
                  <a:gd name="T21" fmla="*/ 275 h 325"/>
                  <a:gd name="T22" fmla="*/ 170 w 335"/>
                  <a:gd name="T23" fmla="*/ 239 h 325"/>
                  <a:gd name="T24" fmla="*/ 154 w 335"/>
                  <a:gd name="T25" fmla="*/ 238 h 325"/>
                  <a:gd name="T26" fmla="*/ 91 w 335"/>
                  <a:gd name="T27" fmla="*/ 268 h 325"/>
                  <a:gd name="T28" fmla="*/ 106 w 335"/>
                  <a:gd name="T29" fmla="*/ 200 h 325"/>
                  <a:gd name="T30" fmla="*/ 102 w 335"/>
                  <a:gd name="T31" fmla="*/ 184 h 325"/>
                  <a:gd name="T32" fmla="*/ 54 w 335"/>
                  <a:gd name="T33" fmla="*/ 133 h 325"/>
                  <a:gd name="T34" fmla="*/ 124 w 335"/>
                  <a:gd name="T35" fmla="*/ 126 h 325"/>
                  <a:gd name="T36" fmla="*/ 137 w 335"/>
                  <a:gd name="T37" fmla="*/ 118 h 325"/>
                  <a:gd name="T38" fmla="*/ 171 w 335"/>
                  <a:gd name="T39" fmla="*/ 56 h 325"/>
                  <a:gd name="T40" fmla="*/ 199 w 335"/>
                  <a:gd name="T41" fmla="*/ 121 h 325"/>
                  <a:gd name="T42" fmla="*/ 211 w 335"/>
                  <a:gd name="T43" fmla="*/ 130 h 325"/>
                  <a:gd name="T44" fmla="*/ 280 w 335"/>
                  <a:gd name="T45" fmla="*/ 144 h 325"/>
                  <a:gd name="T46" fmla="*/ 228 w 335"/>
                  <a:gd name="T47" fmla="*/ 190 h 325"/>
                  <a:gd name="T48" fmla="*/ 222 w 335"/>
                  <a:gd name="T49" fmla="*/ 205 h 325"/>
                  <a:gd name="T50" fmla="*/ 231 w 335"/>
                  <a:gd name="T51" fmla="*/ 275 h 325"/>
                  <a:gd name="T52" fmla="*/ 260 w 335"/>
                  <a:gd name="T53" fmla="*/ 292 h 325"/>
                  <a:gd name="T54" fmla="*/ 252 w 335"/>
                  <a:gd name="T55" fmla="*/ 307 h 325"/>
                  <a:gd name="T56" fmla="*/ 269 w 335"/>
                  <a:gd name="T57" fmla="*/ 305 h 325"/>
                  <a:gd name="T58" fmla="*/ 257 w 335"/>
                  <a:gd name="T59" fmla="*/ 210 h 325"/>
                  <a:gd name="T60" fmla="*/ 329 w 335"/>
                  <a:gd name="T61" fmla="*/ 146 h 325"/>
                  <a:gd name="T62" fmla="*/ 334 w 335"/>
                  <a:gd name="T63" fmla="*/ 129 h 325"/>
                  <a:gd name="T64" fmla="*/ 321 w 335"/>
                  <a:gd name="T65" fmla="*/ 117 h 325"/>
                  <a:gd name="T66" fmla="*/ 227 w 335"/>
                  <a:gd name="T67" fmla="*/ 99 h 325"/>
                  <a:gd name="T68" fmla="*/ 188 w 335"/>
                  <a:gd name="T69" fmla="*/ 11 h 325"/>
                  <a:gd name="T70" fmla="*/ 174 w 335"/>
                  <a:gd name="T71" fmla="*/ 1 h 325"/>
                  <a:gd name="T72" fmla="*/ 158 w 335"/>
                  <a:gd name="T73" fmla="*/ 10 h 325"/>
                  <a:gd name="T74" fmla="*/ 112 w 335"/>
                  <a:gd name="T75" fmla="*/ 93 h 325"/>
                  <a:gd name="T76" fmla="*/ 16 w 335"/>
                  <a:gd name="T77" fmla="*/ 102 h 325"/>
                  <a:gd name="T78" fmla="*/ 2 w 335"/>
                  <a:gd name="T79" fmla="*/ 113 h 325"/>
                  <a:gd name="T80" fmla="*/ 6 w 335"/>
                  <a:gd name="T81" fmla="*/ 131 h 325"/>
                  <a:gd name="T82" fmla="*/ 71 w 335"/>
                  <a:gd name="T83" fmla="*/ 20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35" h="325">
                    <a:moveTo>
                      <a:pt x="71" y="201"/>
                    </a:moveTo>
                    <a:cubicBezTo>
                      <a:pt x="50" y="294"/>
                      <a:pt x="50" y="294"/>
                      <a:pt x="50" y="294"/>
                    </a:cubicBezTo>
                    <a:cubicBezTo>
                      <a:pt x="49" y="301"/>
                      <a:pt x="51" y="307"/>
                      <a:pt x="56" y="311"/>
                    </a:cubicBezTo>
                    <a:cubicBezTo>
                      <a:pt x="61" y="315"/>
                      <a:pt x="68" y="316"/>
                      <a:pt x="74" y="314"/>
                    </a:cubicBezTo>
                    <a:cubicBezTo>
                      <a:pt x="161" y="273"/>
                      <a:pt x="161" y="273"/>
                      <a:pt x="161" y="273"/>
                    </a:cubicBezTo>
                    <a:cubicBezTo>
                      <a:pt x="243" y="322"/>
                      <a:pt x="243" y="322"/>
                      <a:pt x="243" y="322"/>
                    </a:cubicBezTo>
                    <a:cubicBezTo>
                      <a:pt x="249" y="325"/>
                      <a:pt x="256" y="325"/>
                      <a:pt x="261" y="321"/>
                    </a:cubicBezTo>
                    <a:cubicBezTo>
                      <a:pt x="267" y="318"/>
                      <a:pt x="269" y="311"/>
                      <a:pt x="269" y="305"/>
                    </a:cubicBezTo>
                    <a:cubicBezTo>
                      <a:pt x="252" y="307"/>
                      <a:pt x="252" y="307"/>
                      <a:pt x="252" y="307"/>
                    </a:cubicBezTo>
                    <a:cubicBezTo>
                      <a:pt x="235" y="309"/>
                      <a:pt x="235" y="309"/>
                      <a:pt x="235" y="309"/>
                    </a:cubicBezTo>
                    <a:cubicBezTo>
                      <a:pt x="231" y="275"/>
                      <a:pt x="231" y="275"/>
                      <a:pt x="231" y="275"/>
                    </a:cubicBezTo>
                    <a:cubicBezTo>
                      <a:pt x="170" y="239"/>
                      <a:pt x="170" y="239"/>
                      <a:pt x="170" y="239"/>
                    </a:cubicBezTo>
                    <a:cubicBezTo>
                      <a:pt x="165" y="236"/>
                      <a:pt x="159" y="236"/>
                      <a:pt x="154" y="238"/>
                    </a:cubicBezTo>
                    <a:cubicBezTo>
                      <a:pt x="91" y="268"/>
                      <a:pt x="91" y="268"/>
                      <a:pt x="91" y="268"/>
                    </a:cubicBezTo>
                    <a:cubicBezTo>
                      <a:pt x="106" y="200"/>
                      <a:pt x="106" y="200"/>
                      <a:pt x="106" y="200"/>
                    </a:cubicBezTo>
                    <a:cubicBezTo>
                      <a:pt x="107" y="194"/>
                      <a:pt x="106" y="188"/>
                      <a:pt x="102" y="184"/>
                    </a:cubicBezTo>
                    <a:cubicBezTo>
                      <a:pt x="54" y="133"/>
                      <a:pt x="54" y="133"/>
                      <a:pt x="54" y="133"/>
                    </a:cubicBezTo>
                    <a:cubicBezTo>
                      <a:pt x="124" y="126"/>
                      <a:pt x="124" y="126"/>
                      <a:pt x="124" y="126"/>
                    </a:cubicBezTo>
                    <a:cubicBezTo>
                      <a:pt x="129" y="126"/>
                      <a:pt x="134" y="122"/>
                      <a:pt x="137" y="118"/>
                    </a:cubicBezTo>
                    <a:cubicBezTo>
                      <a:pt x="171" y="56"/>
                      <a:pt x="171" y="56"/>
                      <a:pt x="171" y="56"/>
                    </a:cubicBezTo>
                    <a:cubicBezTo>
                      <a:pt x="199" y="121"/>
                      <a:pt x="199" y="121"/>
                      <a:pt x="199" y="121"/>
                    </a:cubicBezTo>
                    <a:cubicBezTo>
                      <a:pt x="201" y="126"/>
                      <a:pt x="206" y="129"/>
                      <a:pt x="211" y="130"/>
                    </a:cubicBezTo>
                    <a:cubicBezTo>
                      <a:pt x="280" y="144"/>
                      <a:pt x="280" y="144"/>
                      <a:pt x="280" y="144"/>
                    </a:cubicBezTo>
                    <a:cubicBezTo>
                      <a:pt x="228" y="190"/>
                      <a:pt x="228" y="190"/>
                      <a:pt x="228" y="190"/>
                    </a:cubicBezTo>
                    <a:cubicBezTo>
                      <a:pt x="224" y="194"/>
                      <a:pt x="221" y="200"/>
                      <a:pt x="222" y="205"/>
                    </a:cubicBezTo>
                    <a:cubicBezTo>
                      <a:pt x="231" y="275"/>
                      <a:pt x="231" y="275"/>
                      <a:pt x="231" y="275"/>
                    </a:cubicBezTo>
                    <a:cubicBezTo>
                      <a:pt x="260" y="292"/>
                      <a:pt x="260" y="292"/>
                      <a:pt x="260" y="292"/>
                    </a:cubicBezTo>
                    <a:cubicBezTo>
                      <a:pt x="252" y="307"/>
                      <a:pt x="252" y="307"/>
                      <a:pt x="252" y="307"/>
                    </a:cubicBezTo>
                    <a:cubicBezTo>
                      <a:pt x="269" y="305"/>
                      <a:pt x="269" y="305"/>
                      <a:pt x="269" y="305"/>
                    </a:cubicBezTo>
                    <a:cubicBezTo>
                      <a:pt x="257" y="210"/>
                      <a:pt x="257" y="210"/>
                      <a:pt x="257" y="210"/>
                    </a:cubicBezTo>
                    <a:cubicBezTo>
                      <a:pt x="329" y="146"/>
                      <a:pt x="329" y="146"/>
                      <a:pt x="329" y="146"/>
                    </a:cubicBezTo>
                    <a:cubicBezTo>
                      <a:pt x="333" y="142"/>
                      <a:pt x="335" y="135"/>
                      <a:pt x="334" y="129"/>
                    </a:cubicBezTo>
                    <a:cubicBezTo>
                      <a:pt x="332" y="123"/>
                      <a:pt x="327" y="118"/>
                      <a:pt x="321" y="117"/>
                    </a:cubicBezTo>
                    <a:cubicBezTo>
                      <a:pt x="227" y="99"/>
                      <a:pt x="227" y="99"/>
                      <a:pt x="227" y="99"/>
                    </a:cubicBezTo>
                    <a:cubicBezTo>
                      <a:pt x="188" y="11"/>
                      <a:pt x="188" y="11"/>
                      <a:pt x="188" y="11"/>
                    </a:cubicBezTo>
                    <a:cubicBezTo>
                      <a:pt x="186" y="5"/>
                      <a:pt x="180" y="1"/>
                      <a:pt x="174" y="1"/>
                    </a:cubicBezTo>
                    <a:cubicBezTo>
                      <a:pt x="167" y="0"/>
                      <a:pt x="161" y="4"/>
                      <a:pt x="158" y="10"/>
                    </a:cubicBezTo>
                    <a:cubicBezTo>
                      <a:pt x="112" y="93"/>
                      <a:pt x="112" y="93"/>
                      <a:pt x="112" y="93"/>
                    </a:cubicBezTo>
                    <a:cubicBezTo>
                      <a:pt x="16" y="102"/>
                      <a:pt x="16" y="102"/>
                      <a:pt x="16" y="102"/>
                    </a:cubicBezTo>
                    <a:cubicBezTo>
                      <a:pt x="10" y="103"/>
                      <a:pt x="4" y="107"/>
                      <a:pt x="2" y="113"/>
                    </a:cubicBezTo>
                    <a:cubicBezTo>
                      <a:pt x="0" y="119"/>
                      <a:pt x="1" y="126"/>
                      <a:pt x="6" y="131"/>
                    </a:cubicBezTo>
                    <a:lnTo>
                      <a:pt x="71" y="201"/>
                    </a:ln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72" name="Freeform 13">
                <a:extLst>
                  <a:ext uri="{FF2B5EF4-FFF2-40B4-BE49-F238E27FC236}">
                    <a16:creationId xmlns:a16="http://schemas.microsoft.com/office/drawing/2014/main" id="{98BC7E61-8F7B-7605-4A4A-49CA1D02ED12}"/>
                  </a:ext>
                </a:extLst>
              </p:cNvPr>
              <p:cNvSpPr>
                <a:spLocks/>
              </p:cNvSpPr>
              <p:nvPr/>
            </p:nvSpPr>
            <p:spPr bwMode="auto">
              <a:xfrm>
                <a:off x="-1235" y="1273"/>
                <a:ext cx="74" cy="132"/>
              </a:xfrm>
              <a:custGeom>
                <a:avLst/>
                <a:gdLst>
                  <a:gd name="T0" fmla="*/ 23 w 164"/>
                  <a:gd name="T1" fmla="*/ 296 h 296"/>
                  <a:gd name="T2" fmla="*/ 0 w 164"/>
                  <a:gd name="T3" fmla="*/ 273 h 296"/>
                  <a:gd name="T4" fmla="*/ 23 w 164"/>
                  <a:gd name="T5" fmla="*/ 250 h 296"/>
                  <a:gd name="T6" fmla="*/ 118 w 164"/>
                  <a:gd name="T7" fmla="*/ 175 h 296"/>
                  <a:gd name="T8" fmla="*/ 118 w 164"/>
                  <a:gd name="T9" fmla="*/ 118 h 296"/>
                  <a:gd name="T10" fmla="*/ 46 w 164"/>
                  <a:gd name="T11" fmla="*/ 47 h 296"/>
                  <a:gd name="T12" fmla="*/ 23 w 164"/>
                  <a:gd name="T13" fmla="*/ 23 h 296"/>
                  <a:gd name="T14" fmla="*/ 46 w 164"/>
                  <a:gd name="T15" fmla="*/ 0 h 296"/>
                  <a:gd name="T16" fmla="*/ 164 w 164"/>
                  <a:gd name="T17" fmla="*/ 118 h 296"/>
                  <a:gd name="T18" fmla="*/ 164 w 164"/>
                  <a:gd name="T19" fmla="*/ 175 h 296"/>
                  <a:gd name="T20" fmla="*/ 23 w 164"/>
                  <a:gd name="T21" fmla="*/ 29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296">
                    <a:moveTo>
                      <a:pt x="23" y="296"/>
                    </a:moveTo>
                    <a:cubicBezTo>
                      <a:pt x="11" y="296"/>
                      <a:pt x="0" y="286"/>
                      <a:pt x="0" y="273"/>
                    </a:cubicBezTo>
                    <a:cubicBezTo>
                      <a:pt x="0" y="260"/>
                      <a:pt x="11" y="250"/>
                      <a:pt x="23" y="250"/>
                    </a:cubicBezTo>
                    <a:cubicBezTo>
                      <a:pt x="64" y="250"/>
                      <a:pt x="118" y="213"/>
                      <a:pt x="118" y="175"/>
                    </a:cubicBezTo>
                    <a:cubicBezTo>
                      <a:pt x="118" y="118"/>
                      <a:pt x="118" y="118"/>
                      <a:pt x="118" y="118"/>
                    </a:cubicBezTo>
                    <a:cubicBezTo>
                      <a:pt x="118" y="79"/>
                      <a:pt x="86" y="47"/>
                      <a:pt x="46" y="47"/>
                    </a:cubicBezTo>
                    <a:cubicBezTo>
                      <a:pt x="33" y="47"/>
                      <a:pt x="23" y="36"/>
                      <a:pt x="23" y="23"/>
                    </a:cubicBezTo>
                    <a:cubicBezTo>
                      <a:pt x="23" y="11"/>
                      <a:pt x="33" y="0"/>
                      <a:pt x="46" y="0"/>
                    </a:cubicBezTo>
                    <a:cubicBezTo>
                      <a:pt x="111" y="0"/>
                      <a:pt x="164" y="53"/>
                      <a:pt x="164" y="118"/>
                    </a:cubicBezTo>
                    <a:cubicBezTo>
                      <a:pt x="164" y="175"/>
                      <a:pt x="164" y="175"/>
                      <a:pt x="164" y="175"/>
                    </a:cubicBezTo>
                    <a:cubicBezTo>
                      <a:pt x="164" y="242"/>
                      <a:pt x="87" y="296"/>
                      <a:pt x="23" y="296"/>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73" name="Freeform 14">
                <a:extLst>
                  <a:ext uri="{FF2B5EF4-FFF2-40B4-BE49-F238E27FC236}">
                    <a16:creationId xmlns:a16="http://schemas.microsoft.com/office/drawing/2014/main" id="{CA0CC2B4-832B-51D3-2B63-0C8897EEE833}"/>
                  </a:ext>
                </a:extLst>
              </p:cNvPr>
              <p:cNvSpPr>
                <a:spLocks/>
              </p:cNvSpPr>
              <p:nvPr/>
            </p:nvSpPr>
            <p:spPr bwMode="auto">
              <a:xfrm>
                <a:off x="-1250" y="1385"/>
                <a:ext cx="75" cy="133"/>
              </a:xfrm>
              <a:custGeom>
                <a:avLst/>
                <a:gdLst>
                  <a:gd name="T0" fmla="*/ 23 w 167"/>
                  <a:gd name="T1" fmla="*/ 297 h 297"/>
                  <a:gd name="T2" fmla="*/ 0 w 167"/>
                  <a:gd name="T3" fmla="*/ 274 h 297"/>
                  <a:gd name="T4" fmla="*/ 23 w 167"/>
                  <a:gd name="T5" fmla="*/ 250 h 297"/>
                  <a:gd name="T6" fmla="*/ 121 w 167"/>
                  <a:gd name="T7" fmla="*/ 178 h 297"/>
                  <a:gd name="T8" fmla="*/ 121 w 167"/>
                  <a:gd name="T9" fmla="*/ 121 h 297"/>
                  <a:gd name="T10" fmla="*/ 56 w 167"/>
                  <a:gd name="T11" fmla="*/ 46 h 297"/>
                  <a:gd name="T12" fmla="*/ 33 w 167"/>
                  <a:gd name="T13" fmla="*/ 23 h 297"/>
                  <a:gd name="T14" fmla="*/ 56 w 167"/>
                  <a:gd name="T15" fmla="*/ 0 h 297"/>
                  <a:gd name="T16" fmla="*/ 167 w 167"/>
                  <a:gd name="T17" fmla="*/ 121 h 297"/>
                  <a:gd name="T18" fmla="*/ 167 w 167"/>
                  <a:gd name="T19" fmla="*/ 178 h 297"/>
                  <a:gd name="T20" fmla="*/ 23 w 167"/>
                  <a:gd name="T21"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 h="297">
                    <a:moveTo>
                      <a:pt x="23" y="297"/>
                    </a:moveTo>
                    <a:cubicBezTo>
                      <a:pt x="10" y="297"/>
                      <a:pt x="0" y="286"/>
                      <a:pt x="0" y="274"/>
                    </a:cubicBezTo>
                    <a:cubicBezTo>
                      <a:pt x="0" y="261"/>
                      <a:pt x="10" y="250"/>
                      <a:pt x="23" y="250"/>
                    </a:cubicBezTo>
                    <a:cubicBezTo>
                      <a:pt x="65" y="250"/>
                      <a:pt x="121" y="214"/>
                      <a:pt x="121" y="178"/>
                    </a:cubicBezTo>
                    <a:cubicBezTo>
                      <a:pt x="121" y="121"/>
                      <a:pt x="121" y="121"/>
                      <a:pt x="121" y="121"/>
                    </a:cubicBezTo>
                    <a:cubicBezTo>
                      <a:pt x="121" y="85"/>
                      <a:pt x="98" y="46"/>
                      <a:pt x="56" y="46"/>
                    </a:cubicBezTo>
                    <a:cubicBezTo>
                      <a:pt x="44" y="46"/>
                      <a:pt x="33" y="36"/>
                      <a:pt x="33" y="23"/>
                    </a:cubicBezTo>
                    <a:cubicBezTo>
                      <a:pt x="33" y="10"/>
                      <a:pt x="44" y="0"/>
                      <a:pt x="56" y="0"/>
                    </a:cubicBezTo>
                    <a:cubicBezTo>
                      <a:pt x="118" y="0"/>
                      <a:pt x="167" y="53"/>
                      <a:pt x="167" y="121"/>
                    </a:cubicBezTo>
                    <a:cubicBezTo>
                      <a:pt x="167" y="178"/>
                      <a:pt x="167" y="178"/>
                      <a:pt x="167" y="178"/>
                    </a:cubicBezTo>
                    <a:cubicBezTo>
                      <a:pt x="167" y="244"/>
                      <a:pt x="88" y="297"/>
                      <a:pt x="23" y="297"/>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sp>
            <p:nvSpPr>
              <p:cNvPr id="374" name="Freeform 15">
                <a:extLst>
                  <a:ext uri="{FF2B5EF4-FFF2-40B4-BE49-F238E27FC236}">
                    <a16:creationId xmlns:a16="http://schemas.microsoft.com/office/drawing/2014/main" id="{F2D5D523-9AE8-67ED-36F5-254448995BC1}"/>
                  </a:ext>
                </a:extLst>
              </p:cNvPr>
              <p:cNvSpPr>
                <a:spLocks/>
              </p:cNvSpPr>
              <p:nvPr/>
            </p:nvSpPr>
            <p:spPr bwMode="auto">
              <a:xfrm>
                <a:off x="-1883" y="991"/>
                <a:ext cx="691" cy="751"/>
              </a:xfrm>
              <a:custGeom>
                <a:avLst/>
                <a:gdLst>
                  <a:gd name="T0" fmla="*/ 1267 w 1539"/>
                  <a:gd name="T1" fmla="*/ 1677 h 1677"/>
                  <a:gd name="T2" fmla="*/ 14 w 1539"/>
                  <a:gd name="T3" fmla="*/ 1472 h 1677"/>
                  <a:gd name="T4" fmla="*/ 0 w 1539"/>
                  <a:gd name="T5" fmla="*/ 1450 h 1677"/>
                  <a:gd name="T6" fmla="*/ 0 w 1539"/>
                  <a:gd name="T7" fmla="*/ 763 h 1677"/>
                  <a:gd name="T8" fmla="*/ 23 w 1539"/>
                  <a:gd name="T9" fmla="*/ 740 h 1677"/>
                  <a:gd name="T10" fmla="*/ 190 w 1539"/>
                  <a:gd name="T11" fmla="*/ 740 h 1677"/>
                  <a:gd name="T12" fmla="*/ 675 w 1539"/>
                  <a:gd name="T13" fmla="*/ 235 h 1677"/>
                  <a:gd name="T14" fmla="*/ 674 w 1539"/>
                  <a:gd name="T15" fmla="*/ 87 h 1677"/>
                  <a:gd name="T16" fmla="*/ 710 w 1539"/>
                  <a:gd name="T17" fmla="*/ 19 h 1677"/>
                  <a:gd name="T18" fmla="*/ 785 w 1539"/>
                  <a:gd name="T19" fmla="*/ 9 h 1677"/>
                  <a:gd name="T20" fmla="*/ 962 w 1539"/>
                  <a:gd name="T21" fmla="*/ 292 h 1677"/>
                  <a:gd name="T22" fmla="*/ 962 w 1539"/>
                  <a:gd name="T23" fmla="*/ 630 h 1677"/>
                  <a:gd name="T24" fmla="*/ 1479 w 1539"/>
                  <a:gd name="T25" fmla="*/ 630 h 1677"/>
                  <a:gd name="T26" fmla="*/ 1479 w 1539"/>
                  <a:gd name="T27" fmla="*/ 630 h 1677"/>
                  <a:gd name="T28" fmla="*/ 1502 w 1539"/>
                  <a:gd name="T29" fmla="*/ 653 h 1677"/>
                  <a:gd name="T30" fmla="*/ 1479 w 1539"/>
                  <a:gd name="T31" fmla="*/ 676 h 1677"/>
                  <a:gd name="T32" fmla="*/ 939 w 1539"/>
                  <a:gd name="T33" fmla="*/ 677 h 1677"/>
                  <a:gd name="T34" fmla="*/ 939 w 1539"/>
                  <a:gd name="T35" fmla="*/ 677 h 1677"/>
                  <a:gd name="T36" fmla="*/ 922 w 1539"/>
                  <a:gd name="T37" fmla="*/ 670 h 1677"/>
                  <a:gd name="T38" fmla="*/ 916 w 1539"/>
                  <a:gd name="T39" fmla="*/ 653 h 1677"/>
                  <a:gd name="T40" fmla="*/ 916 w 1539"/>
                  <a:gd name="T41" fmla="*/ 292 h 1677"/>
                  <a:gd name="T42" fmla="*/ 769 w 1539"/>
                  <a:gd name="T43" fmla="*/ 52 h 1677"/>
                  <a:gd name="T44" fmla="*/ 736 w 1539"/>
                  <a:gd name="T45" fmla="*/ 56 h 1677"/>
                  <a:gd name="T46" fmla="*/ 721 w 1539"/>
                  <a:gd name="T47" fmla="*/ 87 h 1677"/>
                  <a:gd name="T48" fmla="*/ 721 w 1539"/>
                  <a:gd name="T49" fmla="*/ 235 h 1677"/>
                  <a:gd name="T50" fmla="*/ 190 w 1539"/>
                  <a:gd name="T51" fmla="*/ 787 h 1677"/>
                  <a:gd name="T52" fmla="*/ 46 w 1539"/>
                  <a:gd name="T53" fmla="*/ 787 h 1677"/>
                  <a:gd name="T54" fmla="*/ 46 w 1539"/>
                  <a:gd name="T55" fmla="*/ 1435 h 1677"/>
                  <a:gd name="T56" fmla="*/ 1347 w 1539"/>
                  <a:gd name="T57" fmla="*/ 1630 h 1677"/>
                  <a:gd name="T58" fmla="*/ 1357 w 1539"/>
                  <a:gd name="T59" fmla="*/ 1630 h 1677"/>
                  <a:gd name="T60" fmla="*/ 1429 w 1539"/>
                  <a:gd name="T61" fmla="*/ 1559 h 1677"/>
                  <a:gd name="T62" fmla="*/ 1429 w 1539"/>
                  <a:gd name="T63" fmla="*/ 1502 h 1677"/>
                  <a:gd name="T64" fmla="*/ 1359 w 1539"/>
                  <a:gd name="T65" fmla="*/ 1430 h 1677"/>
                  <a:gd name="T66" fmla="*/ 1356 w 1539"/>
                  <a:gd name="T67" fmla="*/ 1430 h 1677"/>
                  <a:gd name="T68" fmla="*/ 1333 w 1539"/>
                  <a:gd name="T69" fmla="*/ 1407 h 1677"/>
                  <a:gd name="T70" fmla="*/ 1357 w 1539"/>
                  <a:gd name="T71" fmla="*/ 1384 h 1677"/>
                  <a:gd name="T72" fmla="*/ 1360 w 1539"/>
                  <a:gd name="T73" fmla="*/ 1384 h 1677"/>
                  <a:gd name="T74" fmla="*/ 1422 w 1539"/>
                  <a:gd name="T75" fmla="*/ 1385 h 1677"/>
                  <a:gd name="T76" fmla="*/ 1493 w 1539"/>
                  <a:gd name="T77" fmla="*/ 1306 h 1677"/>
                  <a:gd name="T78" fmla="*/ 1493 w 1539"/>
                  <a:gd name="T79" fmla="*/ 1249 h 1677"/>
                  <a:gd name="T80" fmla="*/ 1432 w 1539"/>
                  <a:gd name="T81" fmla="*/ 1177 h 1677"/>
                  <a:gd name="T82" fmla="*/ 1409 w 1539"/>
                  <a:gd name="T83" fmla="*/ 1154 h 1677"/>
                  <a:gd name="T84" fmla="*/ 1432 w 1539"/>
                  <a:gd name="T85" fmla="*/ 1130 h 1677"/>
                  <a:gd name="T86" fmla="*/ 1539 w 1539"/>
                  <a:gd name="T87" fmla="*/ 1249 h 1677"/>
                  <a:gd name="T88" fmla="*/ 1539 w 1539"/>
                  <a:gd name="T89" fmla="*/ 1306 h 1677"/>
                  <a:gd name="T90" fmla="*/ 1448 w 1539"/>
                  <a:gd name="T91" fmla="*/ 1428 h 1677"/>
                  <a:gd name="T92" fmla="*/ 1475 w 1539"/>
                  <a:gd name="T93" fmla="*/ 1502 h 1677"/>
                  <a:gd name="T94" fmla="*/ 1475 w 1539"/>
                  <a:gd name="T95" fmla="*/ 1559 h 1677"/>
                  <a:gd name="T96" fmla="*/ 1357 w 1539"/>
                  <a:gd name="T97" fmla="*/ 1676 h 1677"/>
                  <a:gd name="T98" fmla="*/ 1348 w 1539"/>
                  <a:gd name="T99" fmla="*/ 1676 h 1677"/>
                  <a:gd name="T100" fmla="*/ 1267 w 1539"/>
                  <a:gd name="T101" fmla="*/ 1677 h 1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39" h="1677">
                    <a:moveTo>
                      <a:pt x="1267" y="1677"/>
                    </a:moveTo>
                    <a:cubicBezTo>
                      <a:pt x="1053" y="1677"/>
                      <a:pt x="456" y="1659"/>
                      <a:pt x="14" y="1472"/>
                    </a:cubicBezTo>
                    <a:cubicBezTo>
                      <a:pt x="6" y="1468"/>
                      <a:pt x="0" y="1460"/>
                      <a:pt x="0" y="1450"/>
                    </a:cubicBezTo>
                    <a:cubicBezTo>
                      <a:pt x="0" y="763"/>
                      <a:pt x="0" y="763"/>
                      <a:pt x="0" y="763"/>
                    </a:cubicBezTo>
                    <a:cubicBezTo>
                      <a:pt x="0" y="751"/>
                      <a:pt x="10" y="740"/>
                      <a:pt x="23" y="740"/>
                    </a:cubicBezTo>
                    <a:cubicBezTo>
                      <a:pt x="190" y="740"/>
                      <a:pt x="190" y="740"/>
                      <a:pt x="190" y="740"/>
                    </a:cubicBezTo>
                    <a:cubicBezTo>
                      <a:pt x="453" y="740"/>
                      <a:pt x="675" y="509"/>
                      <a:pt x="675" y="235"/>
                    </a:cubicBezTo>
                    <a:cubicBezTo>
                      <a:pt x="674" y="87"/>
                      <a:pt x="674" y="87"/>
                      <a:pt x="674" y="87"/>
                    </a:cubicBezTo>
                    <a:cubicBezTo>
                      <a:pt x="674" y="60"/>
                      <a:pt x="688" y="34"/>
                      <a:pt x="710" y="19"/>
                    </a:cubicBezTo>
                    <a:cubicBezTo>
                      <a:pt x="732" y="3"/>
                      <a:pt x="760" y="0"/>
                      <a:pt x="785" y="9"/>
                    </a:cubicBezTo>
                    <a:cubicBezTo>
                      <a:pt x="891" y="49"/>
                      <a:pt x="962" y="163"/>
                      <a:pt x="962" y="292"/>
                    </a:cubicBezTo>
                    <a:cubicBezTo>
                      <a:pt x="962" y="630"/>
                      <a:pt x="962" y="630"/>
                      <a:pt x="962" y="630"/>
                    </a:cubicBezTo>
                    <a:cubicBezTo>
                      <a:pt x="1479" y="630"/>
                      <a:pt x="1479" y="630"/>
                      <a:pt x="1479" y="630"/>
                    </a:cubicBezTo>
                    <a:cubicBezTo>
                      <a:pt x="1479" y="630"/>
                      <a:pt x="1479" y="630"/>
                      <a:pt x="1479" y="630"/>
                    </a:cubicBezTo>
                    <a:cubicBezTo>
                      <a:pt x="1492" y="630"/>
                      <a:pt x="1502" y="641"/>
                      <a:pt x="1502" y="653"/>
                    </a:cubicBezTo>
                    <a:cubicBezTo>
                      <a:pt x="1502" y="666"/>
                      <a:pt x="1492" y="676"/>
                      <a:pt x="1479" y="676"/>
                    </a:cubicBezTo>
                    <a:cubicBezTo>
                      <a:pt x="939" y="677"/>
                      <a:pt x="939" y="677"/>
                      <a:pt x="939" y="677"/>
                    </a:cubicBezTo>
                    <a:cubicBezTo>
                      <a:pt x="939" y="677"/>
                      <a:pt x="939" y="677"/>
                      <a:pt x="939" y="677"/>
                    </a:cubicBezTo>
                    <a:cubicBezTo>
                      <a:pt x="933" y="677"/>
                      <a:pt x="927" y="674"/>
                      <a:pt x="922" y="670"/>
                    </a:cubicBezTo>
                    <a:cubicBezTo>
                      <a:pt x="918" y="665"/>
                      <a:pt x="916" y="660"/>
                      <a:pt x="916" y="653"/>
                    </a:cubicBezTo>
                    <a:cubicBezTo>
                      <a:pt x="916" y="292"/>
                      <a:pt x="916" y="292"/>
                      <a:pt x="916" y="292"/>
                    </a:cubicBezTo>
                    <a:cubicBezTo>
                      <a:pt x="916" y="182"/>
                      <a:pt x="857" y="85"/>
                      <a:pt x="769" y="52"/>
                    </a:cubicBezTo>
                    <a:cubicBezTo>
                      <a:pt x="758" y="48"/>
                      <a:pt x="746" y="50"/>
                      <a:pt x="736" y="56"/>
                    </a:cubicBezTo>
                    <a:cubicBezTo>
                      <a:pt x="726" y="63"/>
                      <a:pt x="721" y="74"/>
                      <a:pt x="721" y="87"/>
                    </a:cubicBezTo>
                    <a:cubicBezTo>
                      <a:pt x="721" y="235"/>
                      <a:pt x="721" y="235"/>
                      <a:pt x="721" y="235"/>
                    </a:cubicBezTo>
                    <a:cubicBezTo>
                      <a:pt x="721" y="534"/>
                      <a:pt x="478" y="787"/>
                      <a:pt x="190" y="787"/>
                    </a:cubicBezTo>
                    <a:cubicBezTo>
                      <a:pt x="46" y="787"/>
                      <a:pt x="46" y="787"/>
                      <a:pt x="46" y="787"/>
                    </a:cubicBezTo>
                    <a:cubicBezTo>
                      <a:pt x="46" y="1435"/>
                      <a:pt x="46" y="1435"/>
                      <a:pt x="46" y="1435"/>
                    </a:cubicBezTo>
                    <a:cubicBezTo>
                      <a:pt x="581" y="1656"/>
                      <a:pt x="1340" y="1630"/>
                      <a:pt x="1347" y="1630"/>
                    </a:cubicBezTo>
                    <a:cubicBezTo>
                      <a:pt x="1357" y="1630"/>
                      <a:pt x="1357" y="1630"/>
                      <a:pt x="1357" y="1630"/>
                    </a:cubicBezTo>
                    <a:cubicBezTo>
                      <a:pt x="1396" y="1630"/>
                      <a:pt x="1429" y="1598"/>
                      <a:pt x="1429" y="1559"/>
                    </a:cubicBezTo>
                    <a:cubicBezTo>
                      <a:pt x="1429" y="1502"/>
                      <a:pt x="1429" y="1502"/>
                      <a:pt x="1429" y="1502"/>
                    </a:cubicBezTo>
                    <a:cubicBezTo>
                      <a:pt x="1429" y="1463"/>
                      <a:pt x="1397" y="1432"/>
                      <a:pt x="1359" y="1430"/>
                    </a:cubicBezTo>
                    <a:cubicBezTo>
                      <a:pt x="1356" y="1430"/>
                      <a:pt x="1356" y="1430"/>
                      <a:pt x="1356" y="1430"/>
                    </a:cubicBezTo>
                    <a:cubicBezTo>
                      <a:pt x="1343" y="1430"/>
                      <a:pt x="1333" y="1420"/>
                      <a:pt x="1333" y="1407"/>
                    </a:cubicBezTo>
                    <a:cubicBezTo>
                      <a:pt x="1333" y="1395"/>
                      <a:pt x="1344" y="1384"/>
                      <a:pt x="1357" y="1384"/>
                    </a:cubicBezTo>
                    <a:cubicBezTo>
                      <a:pt x="1358" y="1384"/>
                      <a:pt x="1359" y="1384"/>
                      <a:pt x="1360" y="1384"/>
                    </a:cubicBezTo>
                    <a:cubicBezTo>
                      <a:pt x="1422" y="1385"/>
                      <a:pt x="1422" y="1385"/>
                      <a:pt x="1422" y="1385"/>
                    </a:cubicBezTo>
                    <a:cubicBezTo>
                      <a:pt x="1459" y="1385"/>
                      <a:pt x="1493" y="1347"/>
                      <a:pt x="1493" y="1306"/>
                    </a:cubicBezTo>
                    <a:cubicBezTo>
                      <a:pt x="1493" y="1249"/>
                      <a:pt x="1493" y="1249"/>
                      <a:pt x="1493" y="1249"/>
                    </a:cubicBezTo>
                    <a:cubicBezTo>
                      <a:pt x="1493" y="1214"/>
                      <a:pt x="1474" y="1177"/>
                      <a:pt x="1432" y="1177"/>
                    </a:cubicBezTo>
                    <a:cubicBezTo>
                      <a:pt x="1419" y="1177"/>
                      <a:pt x="1409" y="1166"/>
                      <a:pt x="1409" y="1154"/>
                    </a:cubicBezTo>
                    <a:cubicBezTo>
                      <a:pt x="1409" y="1141"/>
                      <a:pt x="1419" y="1130"/>
                      <a:pt x="1432" y="1130"/>
                    </a:cubicBezTo>
                    <a:cubicBezTo>
                      <a:pt x="1494" y="1130"/>
                      <a:pt x="1539" y="1180"/>
                      <a:pt x="1539" y="1249"/>
                    </a:cubicBezTo>
                    <a:cubicBezTo>
                      <a:pt x="1539" y="1306"/>
                      <a:pt x="1539" y="1306"/>
                      <a:pt x="1539" y="1306"/>
                    </a:cubicBezTo>
                    <a:cubicBezTo>
                      <a:pt x="1539" y="1363"/>
                      <a:pt x="1499" y="1414"/>
                      <a:pt x="1448" y="1428"/>
                    </a:cubicBezTo>
                    <a:cubicBezTo>
                      <a:pt x="1465" y="1448"/>
                      <a:pt x="1475" y="1474"/>
                      <a:pt x="1475" y="1502"/>
                    </a:cubicBezTo>
                    <a:cubicBezTo>
                      <a:pt x="1475" y="1559"/>
                      <a:pt x="1475" y="1559"/>
                      <a:pt x="1475" y="1559"/>
                    </a:cubicBezTo>
                    <a:cubicBezTo>
                      <a:pt x="1475" y="1623"/>
                      <a:pt x="1422" y="1676"/>
                      <a:pt x="1357" y="1676"/>
                    </a:cubicBezTo>
                    <a:cubicBezTo>
                      <a:pt x="1348" y="1676"/>
                      <a:pt x="1348" y="1676"/>
                      <a:pt x="1348" y="1676"/>
                    </a:cubicBezTo>
                    <a:cubicBezTo>
                      <a:pt x="1347" y="1676"/>
                      <a:pt x="1318" y="1677"/>
                      <a:pt x="1267" y="1677"/>
                    </a:cubicBezTo>
                    <a:close/>
                  </a:path>
                </a:pathLst>
              </a:custGeom>
              <a:grpFill/>
              <a:ln w="3175">
                <a:noFill/>
                <a:round/>
                <a:headEnd/>
                <a:tailEnd/>
              </a:ln>
            </p:spPr>
            <p:txBody>
              <a:bodyPr vert="horz" wrap="square" lIns="91385" tIns="45693" rIns="91385" bIns="45693" numCol="1" anchor="t" anchorCtr="0" compatLnSpc="1">
                <a:prstTxWarp prst="textNoShape">
                  <a:avLst/>
                </a:prstTxWarp>
              </a:bodyPr>
              <a:lstStyle/>
              <a:p>
                <a:pPr marL="0" marR="0" lvl="0" indent="0" defTabSz="913812"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2E2E38"/>
                  </a:solidFill>
                  <a:effectLst/>
                  <a:uLnTx/>
                  <a:uFillTx/>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15117046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18ED9-E5B4-D3C7-8587-15E9F2D6AD95}"/>
              </a:ext>
            </a:extLst>
          </p:cNvPr>
          <p:cNvSpPr>
            <a:spLocks noGrp="1"/>
          </p:cNvSpPr>
          <p:nvPr>
            <p:ph type="title"/>
          </p:nvPr>
        </p:nvSpPr>
        <p:spPr/>
        <p:txBody>
          <a:bodyPr/>
          <a:lstStyle/>
          <a:p>
            <a:r>
              <a:rPr lang="en-GB" dirty="0"/>
              <a:t>CIA Template</a:t>
            </a:r>
            <a:br>
              <a:rPr lang="en-GB" dirty="0"/>
            </a:br>
            <a:r>
              <a:rPr lang="en-GB" sz="1000" b="0" dirty="0">
                <a:solidFill>
                  <a:prstClr val="black"/>
                </a:solidFill>
                <a:latin typeface="Arial" panose="020B0604020202020204"/>
              </a:rPr>
              <a:t>The following template can be accessed by clicking on the screenshot. The template has been adapted to client’s expectation of the CIA deliverable to help ensure consistency is maintained</a:t>
            </a:r>
            <a:br>
              <a:rPr lang="en-GB" dirty="0">
                <a:solidFill>
                  <a:prstClr val="black"/>
                </a:solidFill>
                <a:latin typeface="Arial" panose="020B0604020202020204"/>
              </a:rPr>
            </a:br>
            <a:endParaRPr lang="en-IN" dirty="0"/>
          </a:p>
        </p:txBody>
      </p:sp>
      <p:sp>
        <p:nvSpPr>
          <p:cNvPr id="5" name="Slide Number Placeholder 4">
            <a:extLst>
              <a:ext uri="{FF2B5EF4-FFF2-40B4-BE49-F238E27FC236}">
                <a16:creationId xmlns:a16="http://schemas.microsoft.com/office/drawing/2014/main" id="{4C32F3A1-4C4C-84A6-C0EB-C974BA38C7F3}"/>
              </a:ext>
            </a:extLst>
          </p:cNvPr>
          <p:cNvSpPr>
            <a:spLocks noGrp="1"/>
          </p:cNvSpPr>
          <p:nvPr>
            <p:ph type="sldNum" sz="quarter" idx="12"/>
          </p:nvPr>
        </p:nvSpPr>
        <p:spPr/>
        <p:txBody>
          <a:bodyPr/>
          <a:lstStyle/>
          <a:p>
            <a:fld id="{94FCA0F3-9F3A-694B-99BB-0E592A797735}" type="slidenum">
              <a:rPr lang="en-US" smtClean="0"/>
              <a:t>63</a:t>
            </a:fld>
            <a:endParaRPr lang="en-US"/>
          </a:p>
        </p:txBody>
      </p:sp>
      <p:sp>
        <p:nvSpPr>
          <p:cNvPr id="6" name="Date Placeholder 5">
            <a:extLst>
              <a:ext uri="{FF2B5EF4-FFF2-40B4-BE49-F238E27FC236}">
                <a16:creationId xmlns:a16="http://schemas.microsoft.com/office/drawing/2014/main" id="{A505E4E9-00BB-32CB-1953-1E52C77D369E}"/>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F2D2EEE6-63A3-D9F4-D229-78EEB6A7E360}"/>
              </a:ext>
            </a:extLst>
          </p:cNvPr>
          <p:cNvSpPr>
            <a:spLocks noGrp="1"/>
          </p:cNvSpPr>
          <p:nvPr>
            <p:ph type="dgm" sz="quarter" idx="17"/>
          </p:nvPr>
        </p:nvSpPr>
        <p:spPr/>
        <p:txBody>
          <a:bodyPr/>
          <a:lstStyle/>
          <a:p>
            <a:endParaRPr lang="en-IN"/>
          </a:p>
        </p:txBody>
      </p:sp>
      <p:pic>
        <p:nvPicPr>
          <p:cNvPr id="8" name="Picture 7">
            <a:hlinkClick r:id="rId2"/>
            <a:extLst>
              <a:ext uri="{FF2B5EF4-FFF2-40B4-BE49-F238E27FC236}">
                <a16:creationId xmlns:a16="http://schemas.microsoft.com/office/drawing/2014/main" id="{9D8E1570-BEC8-24EB-D6B1-B0DCD64E6F5D}"/>
              </a:ext>
            </a:extLst>
          </p:cNvPr>
          <p:cNvPicPr>
            <a:picLocks noChangeAspect="1"/>
          </p:cNvPicPr>
          <p:nvPr/>
        </p:nvPicPr>
        <p:blipFill>
          <a:blip r:embed="rId3"/>
          <a:srcRect r="5725"/>
          <a:stretch>
            <a:fillRect/>
          </a:stretch>
        </p:blipFill>
        <p:spPr>
          <a:xfrm>
            <a:off x="299919" y="1507992"/>
            <a:ext cx="11279056" cy="4335607"/>
          </a:xfrm>
          <a:prstGeom prst="rect">
            <a:avLst/>
          </a:prstGeom>
        </p:spPr>
      </p:pic>
    </p:spTree>
    <p:extLst>
      <p:ext uri="{BB962C8B-B14F-4D97-AF65-F5344CB8AC3E}">
        <p14:creationId xmlns:p14="http://schemas.microsoft.com/office/powerpoint/2010/main" val="20244791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1597B-6D3A-03A0-320E-127D7189806F}"/>
              </a:ext>
            </a:extLst>
          </p:cNvPr>
          <p:cNvSpPr>
            <a:spLocks noGrp="1"/>
          </p:cNvSpPr>
          <p:nvPr>
            <p:ph type="title"/>
          </p:nvPr>
        </p:nvSpPr>
        <p:spPr/>
        <p:txBody>
          <a:bodyPr/>
          <a:lstStyle/>
          <a:p>
            <a:r>
              <a:rPr lang="en-GB" dirty="0"/>
              <a:t>CIA Impact Scale</a:t>
            </a:r>
            <a:br>
              <a:rPr lang="en-GB" dirty="0"/>
            </a:br>
            <a:r>
              <a:rPr lang="en-GB" sz="1100" b="0" dirty="0">
                <a:solidFill>
                  <a:prstClr val="black"/>
                </a:solidFill>
                <a:latin typeface="Arial" panose="020B0604020202020204"/>
              </a:rPr>
              <a:t>The following scale should be used when assessing the degree of each impact identified  </a:t>
            </a:r>
            <a:br>
              <a:rPr lang="en-GB" dirty="0">
                <a:solidFill>
                  <a:prstClr val="black"/>
                </a:solidFill>
                <a:latin typeface="Arial" panose="020B0604020202020204"/>
              </a:rPr>
            </a:br>
            <a:br>
              <a:rPr lang="en-GB" dirty="0"/>
            </a:br>
            <a:endParaRPr lang="en-IN" dirty="0"/>
          </a:p>
        </p:txBody>
      </p:sp>
      <p:sp>
        <p:nvSpPr>
          <p:cNvPr id="5" name="Slide Number Placeholder 4">
            <a:extLst>
              <a:ext uri="{FF2B5EF4-FFF2-40B4-BE49-F238E27FC236}">
                <a16:creationId xmlns:a16="http://schemas.microsoft.com/office/drawing/2014/main" id="{8D7A3D71-675A-4D64-1370-2711C4AE8772}"/>
              </a:ext>
            </a:extLst>
          </p:cNvPr>
          <p:cNvSpPr>
            <a:spLocks noGrp="1"/>
          </p:cNvSpPr>
          <p:nvPr>
            <p:ph type="sldNum" sz="quarter" idx="12"/>
          </p:nvPr>
        </p:nvSpPr>
        <p:spPr/>
        <p:txBody>
          <a:bodyPr/>
          <a:lstStyle/>
          <a:p>
            <a:fld id="{94FCA0F3-9F3A-694B-99BB-0E592A797735}" type="slidenum">
              <a:rPr lang="en-US" smtClean="0"/>
              <a:t>64</a:t>
            </a:fld>
            <a:endParaRPr lang="en-US"/>
          </a:p>
        </p:txBody>
      </p:sp>
      <p:sp>
        <p:nvSpPr>
          <p:cNvPr id="6" name="Date Placeholder 5">
            <a:extLst>
              <a:ext uri="{FF2B5EF4-FFF2-40B4-BE49-F238E27FC236}">
                <a16:creationId xmlns:a16="http://schemas.microsoft.com/office/drawing/2014/main" id="{25397F14-02C8-8B92-A11E-5C165899CB04}"/>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62A2E983-11C1-597B-68DD-878073CEBCF6}"/>
              </a:ext>
            </a:extLst>
          </p:cNvPr>
          <p:cNvSpPr>
            <a:spLocks noGrp="1"/>
          </p:cNvSpPr>
          <p:nvPr>
            <p:ph type="dgm" sz="quarter" idx="17"/>
          </p:nvPr>
        </p:nvSpPr>
        <p:spPr/>
        <p:txBody>
          <a:bodyPr/>
          <a:lstStyle/>
          <a:p>
            <a:endParaRPr lang="en-IN"/>
          </a:p>
        </p:txBody>
      </p:sp>
      <p:pic>
        <p:nvPicPr>
          <p:cNvPr id="8" name="Picture 7">
            <a:extLst>
              <a:ext uri="{FF2B5EF4-FFF2-40B4-BE49-F238E27FC236}">
                <a16:creationId xmlns:a16="http://schemas.microsoft.com/office/drawing/2014/main" id="{97F0521D-D7D7-8F95-A61F-8363616447DD}"/>
              </a:ext>
            </a:extLst>
          </p:cNvPr>
          <p:cNvPicPr>
            <a:picLocks noChangeAspect="1"/>
          </p:cNvPicPr>
          <p:nvPr/>
        </p:nvPicPr>
        <p:blipFill>
          <a:blip r:embed="rId2"/>
          <a:stretch>
            <a:fillRect/>
          </a:stretch>
        </p:blipFill>
        <p:spPr>
          <a:xfrm>
            <a:off x="511580" y="1463788"/>
            <a:ext cx="11168840" cy="4834547"/>
          </a:xfrm>
          <a:prstGeom prst="rect">
            <a:avLst/>
          </a:prstGeom>
        </p:spPr>
      </p:pic>
    </p:spTree>
    <p:extLst>
      <p:ext uri="{BB962C8B-B14F-4D97-AF65-F5344CB8AC3E}">
        <p14:creationId xmlns:p14="http://schemas.microsoft.com/office/powerpoint/2010/main" val="28724646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E99-46C6-20CA-2BFE-B0E629479E46}"/>
              </a:ext>
            </a:extLst>
          </p:cNvPr>
          <p:cNvSpPr>
            <a:spLocks noGrp="1"/>
          </p:cNvSpPr>
          <p:nvPr>
            <p:ph type="title"/>
          </p:nvPr>
        </p:nvSpPr>
        <p:spPr/>
        <p:txBody>
          <a:bodyPr/>
          <a:lstStyle/>
          <a:p>
            <a:r>
              <a:rPr lang="en-IN" dirty="0"/>
              <a:t>Adoption KPIs | Technology</a:t>
            </a:r>
          </a:p>
        </p:txBody>
      </p:sp>
      <p:sp>
        <p:nvSpPr>
          <p:cNvPr id="5" name="Slide Number Placeholder 4">
            <a:extLst>
              <a:ext uri="{FF2B5EF4-FFF2-40B4-BE49-F238E27FC236}">
                <a16:creationId xmlns:a16="http://schemas.microsoft.com/office/drawing/2014/main" id="{DA33F357-FB10-FB80-89D4-891BA8C68DB4}"/>
              </a:ext>
            </a:extLst>
          </p:cNvPr>
          <p:cNvSpPr>
            <a:spLocks noGrp="1"/>
          </p:cNvSpPr>
          <p:nvPr>
            <p:ph type="sldNum" sz="quarter" idx="12"/>
          </p:nvPr>
        </p:nvSpPr>
        <p:spPr/>
        <p:txBody>
          <a:bodyPr/>
          <a:lstStyle/>
          <a:p>
            <a:fld id="{94FCA0F3-9F3A-694B-99BB-0E592A797735}" type="slidenum">
              <a:rPr lang="en-US" smtClean="0"/>
              <a:t>65</a:t>
            </a:fld>
            <a:endParaRPr lang="en-US"/>
          </a:p>
        </p:txBody>
      </p:sp>
      <p:sp>
        <p:nvSpPr>
          <p:cNvPr id="6" name="Date Placeholder 5">
            <a:extLst>
              <a:ext uri="{FF2B5EF4-FFF2-40B4-BE49-F238E27FC236}">
                <a16:creationId xmlns:a16="http://schemas.microsoft.com/office/drawing/2014/main" id="{574C7789-25DF-1E68-71DB-0543305316D4}"/>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E24467A5-0CFE-817F-1755-F14F66C99D8C}"/>
              </a:ext>
            </a:extLst>
          </p:cNvPr>
          <p:cNvSpPr>
            <a:spLocks noGrp="1"/>
          </p:cNvSpPr>
          <p:nvPr>
            <p:ph type="dgm" sz="quarter" idx="17"/>
          </p:nvPr>
        </p:nvSpPr>
        <p:spPr/>
        <p:txBody>
          <a:bodyPr/>
          <a:lstStyle/>
          <a:p>
            <a:endParaRPr lang="en-IN"/>
          </a:p>
        </p:txBody>
      </p:sp>
      <p:graphicFrame>
        <p:nvGraphicFramePr>
          <p:cNvPr id="9" name="Table 8">
            <a:extLst>
              <a:ext uri="{FF2B5EF4-FFF2-40B4-BE49-F238E27FC236}">
                <a16:creationId xmlns:a16="http://schemas.microsoft.com/office/drawing/2014/main" id="{E01C31A3-24DB-44C4-4876-ADDB9E0AC368}"/>
              </a:ext>
            </a:extLst>
          </p:cNvPr>
          <p:cNvGraphicFramePr>
            <a:graphicFrameLocks noGrp="1"/>
          </p:cNvGraphicFramePr>
          <p:nvPr>
            <p:extLst>
              <p:ext uri="{D42A27DB-BD31-4B8C-83A1-F6EECF244321}">
                <p14:modId xmlns:p14="http://schemas.microsoft.com/office/powerpoint/2010/main" val="4237983832"/>
              </p:ext>
            </p:extLst>
          </p:nvPr>
        </p:nvGraphicFramePr>
        <p:xfrm>
          <a:off x="485523" y="1348352"/>
          <a:ext cx="11224345" cy="5076000"/>
        </p:xfrm>
        <a:graphic>
          <a:graphicData uri="http://schemas.openxmlformats.org/drawingml/2006/table">
            <a:tbl>
              <a:tblPr/>
              <a:tblGrid>
                <a:gridCol w="909079">
                  <a:extLst>
                    <a:ext uri="{9D8B030D-6E8A-4147-A177-3AD203B41FA5}">
                      <a16:colId xmlns:a16="http://schemas.microsoft.com/office/drawing/2014/main" val="2401080558"/>
                    </a:ext>
                  </a:extLst>
                </a:gridCol>
                <a:gridCol w="5157633">
                  <a:extLst>
                    <a:ext uri="{9D8B030D-6E8A-4147-A177-3AD203B41FA5}">
                      <a16:colId xmlns:a16="http://schemas.microsoft.com/office/drawing/2014/main" val="1154652099"/>
                    </a:ext>
                  </a:extLst>
                </a:gridCol>
                <a:gridCol w="5157633">
                  <a:extLst>
                    <a:ext uri="{9D8B030D-6E8A-4147-A177-3AD203B41FA5}">
                      <a16:colId xmlns:a16="http://schemas.microsoft.com/office/drawing/2014/main" val="3745138123"/>
                    </a:ext>
                  </a:extLst>
                </a:gridCol>
              </a:tblGrid>
              <a:tr h="396000">
                <a:tc>
                  <a:txBody>
                    <a:bodyPr/>
                    <a:lstStyle/>
                    <a:p>
                      <a:pPr algn="l" fontAlgn="ctr">
                        <a:buNone/>
                      </a:pPr>
                      <a:r>
                        <a:rPr lang="en-IN" sz="1100" b="1" i="0" u="none" strike="noStrike" dirty="0" err="1">
                          <a:solidFill>
                            <a:srgbClr val="000000"/>
                          </a:solidFill>
                          <a:effectLst/>
                          <a:latin typeface="Aptos Narrow" panose="020B0004020202020204" pitchFamily="34" charset="0"/>
                        </a:rPr>
                        <a:t>S.No</a:t>
                      </a:r>
                      <a:r>
                        <a:rPr lang="en-IN" sz="1100" b="1" i="0" u="none" strike="noStrike" dirty="0">
                          <a:solidFill>
                            <a:srgbClr val="000000"/>
                          </a:solidFill>
                          <a:effectLst/>
                          <a:latin typeface="Aptos Narrow" panose="020B00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l" fontAlgn="ctr">
                        <a:buNone/>
                      </a:pPr>
                      <a:r>
                        <a:rPr lang="en-IN" sz="1100" b="1" i="0" u="none" strike="noStrike" dirty="0">
                          <a:solidFill>
                            <a:srgbClr val="000000"/>
                          </a:solidFill>
                          <a:effectLst/>
                          <a:latin typeface="Aptos Narrow" panose="020B0004020202020204" pitchFamily="34" charset="0"/>
                        </a:rPr>
                        <a:t>Area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l" fontAlgn="ctr">
                        <a:buNone/>
                      </a:pPr>
                      <a:r>
                        <a:rPr lang="en-IN" sz="1100" b="1" i="0" u="none" strike="noStrike" dirty="0">
                          <a:solidFill>
                            <a:srgbClr val="000000"/>
                          </a:solidFill>
                          <a:effectLst/>
                          <a:latin typeface="Aptos Narrow" panose="020B0004020202020204" pitchFamily="34" charset="0"/>
                        </a:rPr>
                        <a:t>Key User Adoption Metrics: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478604007"/>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rgbClr val="000000"/>
                          </a:solidFill>
                          <a:effectLst/>
                          <a:latin typeface="Aptos Narrow" panose="020B0004020202020204" pitchFamily="34" charset="0"/>
                        </a:rPr>
                        <a:t>General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accounting tasks completed using the system vs. manual workarounds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8553787"/>
                  </a:ext>
                </a:extLst>
              </a:tr>
              <a:tr h="180000">
                <a:tc>
                  <a:txBody>
                    <a:bodyPr/>
                    <a:lstStyle/>
                    <a:p>
                      <a:pPr algn="ctr" fontAlgn="ctr">
                        <a:buNone/>
                      </a:pPr>
                      <a:r>
                        <a:rPr lang="en-IN" sz="1000" b="0" i="0" u="none" strike="noStrike">
                          <a:solidFill>
                            <a:srgbClr val="000000"/>
                          </a:solidFill>
                          <a:effectLst/>
                          <a:latin typeface="Aptos Narrow" panose="020B00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rgbClr val="000000"/>
                          </a:solidFill>
                          <a:effectLst/>
                          <a:latin typeface="Aptos Narrow" panose="020B0004020202020204" pitchFamily="34" charset="0"/>
                        </a:rPr>
                        <a:t>General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users actively using the system vs. total intended users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9741656"/>
                  </a:ext>
                </a:extLst>
              </a:tr>
              <a:tr h="180000">
                <a:tc>
                  <a:txBody>
                    <a:bodyPr/>
                    <a:lstStyle/>
                    <a:p>
                      <a:pPr algn="ctr" fontAlgn="ctr">
                        <a:buNone/>
                      </a:pPr>
                      <a:r>
                        <a:rPr lang="en-IN" sz="1000" b="0" i="0" u="none" strike="noStrike">
                          <a:solidFill>
                            <a:srgbClr val="000000"/>
                          </a:solidFill>
                          <a:effectLst/>
                          <a:latin typeface="Aptos Narrow" panose="020B00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rgbClr val="000000"/>
                          </a:solidFill>
                          <a:effectLst/>
                          <a:latin typeface="Aptos Narrow" panose="020B0004020202020204" pitchFamily="34" charset="0"/>
                        </a:rPr>
                        <a:t>Revenue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chemeClr val="bg1"/>
                          </a:solidFill>
                          <a:effectLst/>
                          <a:latin typeface="Aptos Narrow" panose="020B0004020202020204" pitchFamily="34" charset="0"/>
                        </a:rPr>
                        <a:t>% of revenue contracts processed through the 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9692066"/>
                  </a:ext>
                </a:extLst>
              </a:tr>
              <a:tr h="180000">
                <a:tc>
                  <a:txBody>
                    <a:bodyPr/>
                    <a:lstStyle/>
                    <a:p>
                      <a:pPr algn="ctr" fontAlgn="ctr">
                        <a:buNone/>
                      </a:pPr>
                      <a:r>
                        <a:rPr lang="en-IN" sz="1000" b="0" i="0" u="none" strike="noStrike">
                          <a:solidFill>
                            <a:srgbClr val="000000"/>
                          </a:solidFill>
                          <a:effectLst/>
                          <a:latin typeface="Aptos Narrow" panose="020B00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Revenue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chemeClr val="bg1"/>
                          </a:solidFill>
                          <a:effectLst/>
                          <a:latin typeface="Aptos Narrow" panose="020B0004020202020204" pitchFamily="34" charset="0"/>
                        </a:rPr>
                        <a:t>% of revenue recognized automatically vs. manually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4700082"/>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rgbClr val="000000"/>
                          </a:solidFill>
                          <a:effectLst/>
                          <a:latin typeface="Aptos Narrow" panose="020B0004020202020204" pitchFamily="34" charset="0"/>
                        </a:rPr>
                        <a:t>Lease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leases entered and maintained in the lease accounting 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3116879"/>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Lease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chemeClr val="bg1"/>
                          </a:solidFill>
                          <a:effectLst/>
                          <a:latin typeface="Aptos Narrow" panose="020B0004020202020204" pitchFamily="34" charset="0"/>
                        </a:rPr>
                        <a:t>% of lease modifications processed without manual intervention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2396320"/>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Inventory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chemeClr val="bg1"/>
                          </a:solidFill>
                          <a:effectLst/>
                          <a:latin typeface="Aptos Narrow" panose="020B0004020202020204" pitchFamily="34" charset="0"/>
                        </a:rPr>
                        <a:t>% of inventory transactions (e.g., adjustments, transfers) processed through the 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8524998"/>
                  </a:ext>
                </a:extLst>
              </a:tr>
              <a:tr h="180000">
                <a:tc>
                  <a:txBody>
                    <a:bodyPr/>
                    <a:lstStyle/>
                    <a:p>
                      <a:pPr algn="ctr" fontAlgn="ctr">
                        <a:buNone/>
                      </a:pPr>
                      <a:r>
                        <a:rPr lang="en-IN" sz="1000" b="0" i="0" u="none" strike="noStrike">
                          <a:solidFill>
                            <a:srgbClr val="000000"/>
                          </a:solidFill>
                          <a:effectLst/>
                          <a:latin typeface="Aptos Narrow" panose="020B00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Inventory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chemeClr val="bg1"/>
                          </a:solidFill>
                          <a:effectLst/>
                          <a:latin typeface="Aptos Narrow" panose="020B0004020202020204" pitchFamily="34" charset="0"/>
                        </a:rPr>
                        <a:t>% of users leveraging automated valuation methods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2379749"/>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a:solidFill>
                            <a:srgbClr val="000000"/>
                          </a:solidFill>
                          <a:effectLst/>
                          <a:latin typeface="Aptos Narrow" panose="020B0004020202020204" pitchFamily="34" charset="0"/>
                        </a:rPr>
                        <a:t>Inventory Accounting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Number of manual inventory reconciliations performed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8869788"/>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Journal preparation and processing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manual JEs, automated JEs and JEs created using templates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95989"/>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General Ledger Reconciliations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GL accounts reconciled automatically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622790"/>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Intercompany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entities onboarded onto the IC platform (vs. total in scope).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8324355"/>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Intercompany</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intercompany  (entities, regions) actively using the IC 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2936523"/>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Intercompany</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IC recharge/billing requests come in manually vs system / workflow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6820081"/>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Intercompany</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IC transactions auto-matched (system-driven) vs. manual matching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4993635"/>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Intercompany</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IC balances matched within the tool vs. outside adjustments.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7980960"/>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Intercompany</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time IC profit/adjustments entries are manually entered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778439"/>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Intercompany</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IC transactions netted and settled automatically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2735288"/>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rgbClr val="000000"/>
                          </a:solidFill>
                          <a:effectLst/>
                          <a:latin typeface="Aptos Narrow" panose="020B0004020202020204" pitchFamily="34" charset="0"/>
                        </a:rPr>
                        <a:t>Close &amp; Consolidations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accrual / allocations / adjustment journal entries posted automatically vs. manually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5016758"/>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accrual / allocations / adjustment journal entries created automatically vs. manually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118204"/>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Close calendar adherence rate (% of tasks completed on time)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2186496"/>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close activities tracked / executed within system workflows vs. offline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5913341"/>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consolidation reports generated automatically vs. manually prepared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4271217"/>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entities submitting trial balances directly in system vs. offline uploads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4544569"/>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000" b="0" i="0" u="none" strike="noStrike" dirty="0">
                          <a:solidFill>
                            <a:schemeClr val="bg1"/>
                          </a:solidFill>
                          <a:effectLst/>
                          <a:latin typeface="Aptos Narrow" panose="020B0004020202020204" pitchFamily="34" charset="0"/>
                        </a:rPr>
                        <a:t>% of consolidation adjustments/eliminations handled automatically vs. manual entries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9515236"/>
                  </a:ext>
                </a:extLst>
              </a:tr>
              <a:tr h="180000">
                <a:tc>
                  <a:txBody>
                    <a:bodyPr/>
                    <a:lstStyle/>
                    <a:p>
                      <a:pPr algn="ctr" fontAlgn="ctr">
                        <a:buNone/>
                      </a:pPr>
                      <a:r>
                        <a:rPr lang="en-IN" sz="1000" b="0" i="0" u="none" strike="noStrike" dirty="0">
                          <a:solidFill>
                            <a:srgbClr val="000000"/>
                          </a:solidFill>
                          <a:effectLst/>
                          <a:latin typeface="Aptos Narrow" panose="020B00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0" lang="en-IN" sz="10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Close &amp; Consolidations</a:t>
                      </a:r>
                      <a:endParaRPr lang="en-IN"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IN" sz="1000" b="0" i="0" u="none" strike="noStrike" dirty="0">
                          <a:solidFill>
                            <a:schemeClr val="bg1"/>
                          </a:solidFill>
                          <a:effectLst/>
                          <a:latin typeface="Aptos Narrow" panose="020B0004020202020204" pitchFamily="34" charset="0"/>
                        </a:rPr>
                        <a:t>% of licensed users actively using the system / MEC dashboard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342745"/>
                  </a:ext>
                </a:extLst>
              </a:tr>
            </a:tbl>
          </a:graphicData>
        </a:graphic>
      </p:graphicFrame>
    </p:spTree>
    <p:extLst>
      <p:ext uri="{BB962C8B-B14F-4D97-AF65-F5344CB8AC3E}">
        <p14:creationId xmlns:p14="http://schemas.microsoft.com/office/powerpoint/2010/main" val="29883190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EA06-6E94-8115-5033-A47ADC8158B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D5A7B73-0B10-D60C-184A-1C769FA6C625}"/>
              </a:ext>
            </a:extLst>
          </p:cNvPr>
          <p:cNvSpPr/>
          <p:nvPr/>
        </p:nvSpPr>
        <p:spPr>
          <a:xfrm>
            <a:off x="4373880" y="2514600"/>
            <a:ext cx="6400800" cy="18288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4000" b="1">
                <a:solidFill>
                  <a:schemeClr val="tx2"/>
                </a:solidFill>
                <a:latin typeface="+mj-lt"/>
              </a:rPr>
              <a:t>Client Credentials and Case Studies</a:t>
            </a:r>
          </a:p>
        </p:txBody>
      </p:sp>
    </p:spTree>
    <p:extLst>
      <p:ext uri="{BB962C8B-B14F-4D97-AF65-F5344CB8AC3E}">
        <p14:creationId xmlns:p14="http://schemas.microsoft.com/office/powerpoint/2010/main" val="28748683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7CA4-E10C-B50A-1160-746ED339B213}"/>
              </a:ext>
            </a:extLst>
          </p:cNvPr>
          <p:cNvSpPr>
            <a:spLocks noGrp="1"/>
          </p:cNvSpPr>
          <p:nvPr>
            <p:ph type="title"/>
          </p:nvPr>
        </p:nvSpPr>
        <p:spPr/>
        <p:txBody>
          <a:bodyPr/>
          <a:lstStyle/>
          <a:p>
            <a:r>
              <a:rPr lang="en-US"/>
              <a:t>Case Study#1</a:t>
            </a:r>
            <a:br>
              <a:rPr lang="en-US"/>
            </a:br>
            <a:r>
              <a:rPr lang="en-US" b="0"/>
              <a:t>Manual journal entry (MJE) analysis</a:t>
            </a:r>
            <a:br>
              <a:rPr lang="en-US" b="0"/>
            </a:br>
            <a:br>
              <a:rPr lang="en-US" b="0"/>
            </a:br>
            <a:br>
              <a:rPr lang="en-US"/>
            </a:br>
            <a:endParaRPr lang="en-IN"/>
          </a:p>
        </p:txBody>
      </p:sp>
      <p:sp>
        <p:nvSpPr>
          <p:cNvPr id="5" name="Slide Number Placeholder 4">
            <a:extLst>
              <a:ext uri="{FF2B5EF4-FFF2-40B4-BE49-F238E27FC236}">
                <a16:creationId xmlns:a16="http://schemas.microsoft.com/office/drawing/2014/main" id="{0ECBA020-B64A-FA6F-55D1-D7BA23EBAAF7}"/>
              </a:ext>
            </a:extLst>
          </p:cNvPr>
          <p:cNvSpPr>
            <a:spLocks noGrp="1"/>
          </p:cNvSpPr>
          <p:nvPr>
            <p:ph type="sldNum" sz="quarter" idx="12"/>
          </p:nvPr>
        </p:nvSpPr>
        <p:spPr/>
        <p:txBody>
          <a:bodyPr/>
          <a:lstStyle/>
          <a:p>
            <a:fld id="{94FCA0F3-9F3A-694B-99BB-0E592A797735}" type="slidenum">
              <a:rPr lang="en-US" smtClean="0"/>
              <a:t>67</a:t>
            </a:fld>
            <a:endParaRPr lang="en-US"/>
          </a:p>
        </p:txBody>
      </p:sp>
      <p:sp>
        <p:nvSpPr>
          <p:cNvPr id="6" name="Date Placeholder 5">
            <a:extLst>
              <a:ext uri="{FF2B5EF4-FFF2-40B4-BE49-F238E27FC236}">
                <a16:creationId xmlns:a16="http://schemas.microsoft.com/office/drawing/2014/main" id="{A524B052-80C3-8D37-917C-A72A33BE081B}"/>
              </a:ext>
            </a:extLst>
          </p:cNvPr>
          <p:cNvSpPr>
            <a:spLocks noGrp="1"/>
          </p:cNvSpPr>
          <p:nvPr>
            <p:ph type="dt" sz="half" idx="10"/>
          </p:nvPr>
        </p:nvSpPr>
        <p:spPr/>
        <p:txBody>
          <a:bodyPr/>
          <a:lstStyle/>
          <a:p>
            <a:fld id="{6089188B-B64B-4D6A-A910-7CA0894DEEFA}" type="datetime1">
              <a:rPr lang="en-US" smtClean="0"/>
              <a:t>11/28/2025</a:t>
            </a:fld>
            <a:endParaRPr lang="en-US"/>
          </a:p>
        </p:txBody>
      </p:sp>
      <p:sp>
        <p:nvSpPr>
          <p:cNvPr id="8" name="SmartArt Placeholder 7">
            <a:extLst>
              <a:ext uri="{FF2B5EF4-FFF2-40B4-BE49-F238E27FC236}">
                <a16:creationId xmlns:a16="http://schemas.microsoft.com/office/drawing/2014/main" id="{DEB2EC9A-8225-7974-EE4F-228A31AD3374}"/>
              </a:ext>
            </a:extLst>
          </p:cNvPr>
          <p:cNvSpPr>
            <a:spLocks noGrp="1"/>
          </p:cNvSpPr>
          <p:nvPr>
            <p:ph type="dgm" sz="quarter" idx="17"/>
          </p:nvPr>
        </p:nvSpPr>
        <p:spPr/>
        <p:txBody>
          <a:bodyPr/>
          <a:lstStyle/>
          <a:p>
            <a:endParaRPr lang="en-IN"/>
          </a:p>
        </p:txBody>
      </p:sp>
      <p:pic>
        <p:nvPicPr>
          <p:cNvPr id="9" name="Picture 8">
            <a:extLst>
              <a:ext uri="{FF2B5EF4-FFF2-40B4-BE49-F238E27FC236}">
                <a16:creationId xmlns:a16="http://schemas.microsoft.com/office/drawing/2014/main" id="{EF951C90-2D3D-CF83-339D-F19ADD78ED64}"/>
              </a:ext>
            </a:extLst>
          </p:cNvPr>
          <p:cNvPicPr>
            <a:picLocks noChangeAspect="1"/>
          </p:cNvPicPr>
          <p:nvPr/>
        </p:nvPicPr>
        <p:blipFill>
          <a:blip r:embed="rId2"/>
          <a:stretch>
            <a:fillRect/>
          </a:stretch>
        </p:blipFill>
        <p:spPr>
          <a:xfrm>
            <a:off x="1004381" y="1897581"/>
            <a:ext cx="3155789" cy="1701863"/>
          </a:xfrm>
          <a:prstGeom prst="rect">
            <a:avLst/>
          </a:prstGeom>
          <a:ln>
            <a:solidFill>
              <a:srgbClr val="808080"/>
            </a:solidFill>
          </a:ln>
        </p:spPr>
      </p:pic>
      <p:sp>
        <p:nvSpPr>
          <p:cNvPr id="10" name="TextBox 9">
            <a:extLst>
              <a:ext uri="{FF2B5EF4-FFF2-40B4-BE49-F238E27FC236}">
                <a16:creationId xmlns:a16="http://schemas.microsoft.com/office/drawing/2014/main" id="{EF036E60-63EF-763B-DEE9-79859AD64AF2}"/>
              </a:ext>
            </a:extLst>
          </p:cNvPr>
          <p:cNvSpPr txBox="1"/>
          <p:nvPr/>
        </p:nvSpPr>
        <p:spPr>
          <a:xfrm>
            <a:off x="1544037" y="5987683"/>
            <a:ext cx="1729408" cy="341111"/>
          </a:xfrm>
          <a:prstGeom prst="rect">
            <a:avLst/>
          </a:prstGeom>
          <a:solidFill>
            <a:srgbClr val="FFE600"/>
          </a:solidFill>
          <a:ln>
            <a:noFill/>
          </a:ln>
        </p:spPr>
        <p:txBody>
          <a:bodyPr wrap="square" rtlCol="0" anchor="ctr">
            <a:noAutofit/>
          </a:bodyPr>
          <a:lstStyle/>
          <a:p>
            <a:pPr algn="ctr">
              <a:spcAft>
                <a:spcPts val="300"/>
              </a:spcAft>
            </a:pPr>
            <a:r>
              <a:rPr lang="en-IN" sz="1200" b="1">
                <a:solidFill>
                  <a:srgbClr val="646464"/>
                </a:solidFill>
                <a:latin typeface="Arial"/>
              </a:rPr>
              <a:t>MJE by close day</a:t>
            </a:r>
          </a:p>
        </p:txBody>
      </p:sp>
      <p:pic>
        <p:nvPicPr>
          <p:cNvPr id="11" name="Picture 10">
            <a:extLst>
              <a:ext uri="{FF2B5EF4-FFF2-40B4-BE49-F238E27FC236}">
                <a16:creationId xmlns:a16="http://schemas.microsoft.com/office/drawing/2014/main" id="{69EF8211-D041-CE23-F322-C3B3BAC55861}"/>
              </a:ext>
            </a:extLst>
          </p:cNvPr>
          <p:cNvPicPr>
            <a:picLocks noChangeAspect="1"/>
          </p:cNvPicPr>
          <p:nvPr/>
        </p:nvPicPr>
        <p:blipFill>
          <a:blip r:embed="rId3"/>
          <a:stretch>
            <a:fillRect/>
          </a:stretch>
        </p:blipFill>
        <p:spPr>
          <a:xfrm>
            <a:off x="5446534" y="1897581"/>
            <a:ext cx="2085612" cy="1722416"/>
          </a:xfrm>
          <a:prstGeom prst="rect">
            <a:avLst/>
          </a:prstGeom>
          <a:ln>
            <a:solidFill>
              <a:srgbClr val="808080"/>
            </a:solidFill>
          </a:ln>
        </p:spPr>
      </p:pic>
      <p:sp>
        <p:nvSpPr>
          <p:cNvPr id="12" name="TextBox 11">
            <a:extLst>
              <a:ext uri="{FF2B5EF4-FFF2-40B4-BE49-F238E27FC236}">
                <a16:creationId xmlns:a16="http://schemas.microsoft.com/office/drawing/2014/main" id="{44D799D4-3F13-0EF3-7605-EB9ED71193DC}"/>
              </a:ext>
            </a:extLst>
          </p:cNvPr>
          <p:cNvSpPr txBox="1"/>
          <p:nvPr/>
        </p:nvSpPr>
        <p:spPr>
          <a:xfrm>
            <a:off x="5586913" y="3693243"/>
            <a:ext cx="1729408" cy="341111"/>
          </a:xfrm>
          <a:prstGeom prst="rect">
            <a:avLst/>
          </a:prstGeom>
          <a:solidFill>
            <a:srgbClr val="FFE600"/>
          </a:solidFill>
          <a:ln>
            <a:noFill/>
          </a:ln>
        </p:spPr>
        <p:txBody>
          <a:bodyPr wrap="square" rtlCol="0" anchor="ctr">
            <a:noAutofit/>
          </a:bodyPr>
          <a:lstStyle/>
          <a:p>
            <a:pPr algn="ctr">
              <a:spcAft>
                <a:spcPts val="300"/>
              </a:spcAft>
            </a:pPr>
            <a:r>
              <a:rPr lang="en-IN" sz="1200" b="1">
                <a:solidFill>
                  <a:srgbClr val="646464"/>
                </a:solidFill>
                <a:latin typeface="Arial"/>
              </a:rPr>
              <a:t>MJE’s by team</a:t>
            </a:r>
          </a:p>
        </p:txBody>
      </p:sp>
      <p:pic>
        <p:nvPicPr>
          <p:cNvPr id="13" name="Picture 12">
            <a:extLst>
              <a:ext uri="{FF2B5EF4-FFF2-40B4-BE49-F238E27FC236}">
                <a16:creationId xmlns:a16="http://schemas.microsoft.com/office/drawing/2014/main" id="{EF0950BC-7A1A-FA87-B582-ED50EF4CF6C7}"/>
              </a:ext>
            </a:extLst>
          </p:cNvPr>
          <p:cNvPicPr>
            <a:picLocks noChangeAspect="1"/>
          </p:cNvPicPr>
          <p:nvPr/>
        </p:nvPicPr>
        <p:blipFill>
          <a:blip r:embed="rId4"/>
          <a:stretch>
            <a:fillRect/>
          </a:stretch>
        </p:blipFill>
        <p:spPr>
          <a:xfrm>
            <a:off x="993220" y="4323160"/>
            <a:ext cx="2825730" cy="1569850"/>
          </a:xfrm>
          <a:prstGeom prst="rect">
            <a:avLst/>
          </a:prstGeom>
          <a:ln>
            <a:solidFill>
              <a:srgbClr val="808080"/>
            </a:solidFill>
          </a:ln>
        </p:spPr>
      </p:pic>
      <p:sp>
        <p:nvSpPr>
          <p:cNvPr id="14" name="TextBox 13">
            <a:extLst>
              <a:ext uri="{FF2B5EF4-FFF2-40B4-BE49-F238E27FC236}">
                <a16:creationId xmlns:a16="http://schemas.microsoft.com/office/drawing/2014/main" id="{A06899AF-41D9-37F6-35CF-86D45B36DD32}"/>
              </a:ext>
            </a:extLst>
          </p:cNvPr>
          <p:cNvSpPr txBox="1"/>
          <p:nvPr/>
        </p:nvSpPr>
        <p:spPr>
          <a:xfrm>
            <a:off x="1544037" y="3692856"/>
            <a:ext cx="1729408" cy="341111"/>
          </a:xfrm>
          <a:prstGeom prst="rect">
            <a:avLst/>
          </a:prstGeom>
          <a:solidFill>
            <a:srgbClr val="FFE600"/>
          </a:solidFill>
          <a:ln>
            <a:noFill/>
          </a:ln>
        </p:spPr>
        <p:txBody>
          <a:bodyPr wrap="square" rtlCol="0" anchor="ctr">
            <a:noAutofit/>
          </a:bodyPr>
          <a:lstStyle/>
          <a:p>
            <a:pPr algn="ctr">
              <a:spcAft>
                <a:spcPts val="300"/>
              </a:spcAft>
            </a:pPr>
            <a:r>
              <a:rPr lang="en-IN" sz="1200" b="1">
                <a:solidFill>
                  <a:srgbClr val="646464"/>
                </a:solidFill>
                <a:latin typeface="Arial"/>
              </a:rPr>
              <a:t>Overall MJE %</a:t>
            </a:r>
          </a:p>
        </p:txBody>
      </p:sp>
      <p:pic>
        <p:nvPicPr>
          <p:cNvPr id="15" name="Picture 14">
            <a:extLst>
              <a:ext uri="{FF2B5EF4-FFF2-40B4-BE49-F238E27FC236}">
                <a16:creationId xmlns:a16="http://schemas.microsoft.com/office/drawing/2014/main" id="{8C99C5D3-6940-E063-EC8B-C454B1EA0F93}"/>
              </a:ext>
            </a:extLst>
          </p:cNvPr>
          <p:cNvPicPr>
            <a:picLocks noChangeAspect="1"/>
          </p:cNvPicPr>
          <p:nvPr/>
        </p:nvPicPr>
        <p:blipFill>
          <a:blip r:embed="rId5"/>
          <a:stretch>
            <a:fillRect/>
          </a:stretch>
        </p:blipFill>
        <p:spPr>
          <a:xfrm>
            <a:off x="4976077" y="4402162"/>
            <a:ext cx="2940074" cy="1490848"/>
          </a:xfrm>
          <a:prstGeom prst="rect">
            <a:avLst/>
          </a:prstGeom>
          <a:ln>
            <a:solidFill>
              <a:srgbClr val="808080"/>
            </a:solidFill>
          </a:ln>
        </p:spPr>
      </p:pic>
      <p:sp>
        <p:nvSpPr>
          <p:cNvPr id="16" name="TextBox 15">
            <a:extLst>
              <a:ext uri="{FF2B5EF4-FFF2-40B4-BE49-F238E27FC236}">
                <a16:creationId xmlns:a16="http://schemas.microsoft.com/office/drawing/2014/main" id="{BDF22D29-BDD8-777D-9A3D-1B5669A855D2}"/>
              </a:ext>
            </a:extLst>
          </p:cNvPr>
          <p:cNvSpPr txBox="1"/>
          <p:nvPr/>
        </p:nvSpPr>
        <p:spPr>
          <a:xfrm>
            <a:off x="5586913" y="5993504"/>
            <a:ext cx="1916045" cy="338328"/>
          </a:xfrm>
          <a:prstGeom prst="rect">
            <a:avLst/>
          </a:prstGeom>
          <a:solidFill>
            <a:srgbClr val="FFE600"/>
          </a:solidFill>
          <a:ln>
            <a:noFill/>
          </a:ln>
        </p:spPr>
        <p:txBody>
          <a:bodyPr wrap="square" rtlCol="0" anchor="ctr">
            <a:noAutofit/>
          </a:bodyPr>
          <a:lstStyle/>
          <a:p>
            <a:pPr algn="ctr">
              <a:spcAft>
                <a:spcPts val="300"/>
              </a:spcAft>
            </a:pPr>
            <a:r>
              <a:rPr lang="en-IN" sz="1200" b="1">
                <a:solidFill>
                  <a:srgbClr val="646464"/>
                </a:solidFill>
                <a:latin typeface="Arial"/>
              </a:rPr>
              <a:t>MJE threshold analysis</a:t>
            </a:r>
          </a:p>
        </p:txBody>
      </p:sp>
      <p:sp>
        <p:nvSpPr>
          <p:cNvPr id="17" name="Rectangle 3">
            <a:extLst>
              <a:ext uri="{FF2B5EF4-FFF2-40B4-BE49-F238E27FC236}">
                <a16:creationId xmlns:a16="http://schemas.microsoft.com/office/drawing/2014/main" id="{65567951-E77F-B0DB-E21A-702DB8AB9440}"/>
              </a:ext>
            </a:extLst>
          </p:cNvPr>
          <p:cNvSpPr>
            <a:spLocks noChangeArrowheads="1"/>
          </p:cNvSpPr>
          <p:nvPr/>
        </p:nvSpPr>
        <p:spPr bwMode="auto">
          <a:xfrm>
            <a:off x="8684125" y="1897581"/>
            <a:ext cx="2847766" cy="4111639"/>
          </a:xfrm>
          <a:prstGeom prst="rect">
            <a:avLst/>
          </a:prstGeom>
          <a:solidFill>
            <a:srgbClr val="FFE600">
              <a:lumMod val="20000"/>
              <a:lumOff val="80000"/>
            </a:srgbClr>
          </a:solidFill>
          <a:ln w="6350">
            <a:solidFill>
              <a:srgbClr val="646464">
                <a:lumMod val="20000"/>
                <a:lumOff val="80000"/>
              </a:srgbClr>
            </a:solidFill>
            <a:miter lim="800000"/>
            <a:headEnd/>
            <a:tailEnd/>
          </a:ln>
          <a:effectLst/>
        </p:spPr>
        <p:txBody>
          <a:bodyPr lIns="92059" tIns="91440" rIns="92059" bIns="46031" anchor="t"/>
          <a:lstStyle/>
          <a:p>
            <a:pPr marL="177800" marR="0" lvl="0" indent="-177800"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r>
              <a:rPr kumimoji="0" lang="en-IN" sz="1200" b="0" i="0" u="none" strike="noStrike" kern="0" cap="none" spc="0" normalizeH="0" baseline="0" noProof="0">
                <a:ln>
                  <a:noFill/>
                </a:ln>
                <a:solidFill>
                  <a:srgbClr val="646464"/>
                </a:solidFill>
                <a:effectLst/>
                <a:uLnTx/>
                <a:uFillTx/>
              </a:rPr>
              <a:t>Overall MJE % is low but volume is high</a:t>
            </a:r>
            <a:endParaRPr kumimoji="0" lang="en-US" sz="1200" b="0" i="0" u="none" strike="noStrike" kern="0" cap="none" spc="0" normalizeH="0" baseline="0" noProof="0">
              <a:ln>
                <a:noFill/>
              </a:ln>
              <a:solidFill>
                <a:srgbClr val="000000"/>
              </a:solidFill>
              <a:effectLst/>
              <a:uLnTx/>
              <a:uFillTx/>
            </a:endParaRPr>
          </a:p>
          <a:p>
            <a:pPr marL="177800" marR="0" lvl="0" indent="-177800"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r>
              <a:rPr kumimoji="0" lang="en-IN" sz="1200" b="0" i="0" u="none" strike="noStrike" kern="0" cap="none" spc="0" normalizeH="0" baseline="0" noProof="0">
                <a:ln>
                  <a:noFill/>
                </a:ln>
                <a:solidFill>
                  <a:srgbClr val="646464"/>
                </a:solidFill>
                <a:effectLst/>
                <a:uLnTx/>
                <a:uFillTx/>
              </a:rPr>
              <a:t>97% are made by the R2R team; PERSON A processes the most MJEs at 50%; others range from 3%–6%</a:t>
            </a:r>
            <a:endParaRPr kumimoji="0" lang="en-IN" sz="1200" b="0" i="0" u="none" strike="noStrike" kern="0" cap="none" spc="0" normalizeH="0" baseline="0" noProof="0">
              <a:ln>
                <a:noFill/>
              </a:ln>
              <a:solidFill>
                <a:srgbClr val="646464"/>
              </a:solidFill>
              <a:effectLst/>
              <a:uLnTx/>
              <a:uFillTx/>
              <a:cs typeface="Arial"/>
            </a:endParaRPr>
          </a:p>
          <a:p>
            <a:pPr marL="177800" marR="0" lvl="0" indent="-177800"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r>
              <a:rPr kumimoji="0" lang="en-IN" sz="1200" b="0" i="0" u="none" strike="noStrike" kern="0" cap="none" spc="0" normalizeH="0" baseline="0" noProof="0">
                <a:ln>
                  <a:noFill/>
                </a:ln>
                <a:solidFill>
                  <a:srgbClr val="646464"/>
                </a:solidFill>
                <a:effectLst/>
                <a:uLnTx/>
                <a:uFillTx/>
              </a:rPr>
              <a:t>Opportunities exist to begin activities earlier in the close cycle to create a more level loaded profile</a:t>
            </a:r>
            <a:endParaRPr kumimoji="0" lang="en-IN" sz="1200" b="0" i="0" u="none" strike="noStrike" kern="0" cap="none" spc="0" normalizeH="0" baseline="0" noProof="0">
              <a:ln>
                <a:noFill/>
              </a:ln>
              <a:solidFill>
                <a:srgbClr val="646464"/>
              </a:solidFill>
              <a:effectLst/>
              <a:uLnTx/>
              <a:uFillTx/>
              <a:cs typeface="Arial"/>
            </a:endParaRPr>
          </a:p>
          <a:p>
            <a:pPr marL="177800" marR="0" lvl="0" indent="-177800"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r>
              <a:rPr kumimoji="0" lang="en-IN" sz="1200" b="0" i="0" u="none" strike="noStrike" kern="0" cap="none" spc="0" normalizeH="0" baseline="0" noProof="0">
                <a:ln>
                  <a:noFill/>
                </a:ln>
                <a:solidFill>
                  <a:srgbClr val="646464"/>
                </a:solidFill>
                <a:effectLst/>
                <a:uLnTx/>
                <a:uFillTx/>
              </a:rPr>
              <a:t>More consistency needed in how entries are made and defined in SAP to drive visibility in 45% unknown bucket</a:t>
            </a:r>
          </a:p>
          <a:p>
            <a:pPr marL="177800" marR="0" lvl="0" indent="-177800"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r>
              <a:rPr kumimoji="0" lang="en-IN" sz="1200" b="0" i="0" u="none" strike="noStrike" kern="0" cap="none" spc="0" normalizeH="0" baseline="0" noProof="0">
                <a:ln>
                  <a:noFill/>
                </a:ln>
                <a:solidFill>
                  <a:srgbClr val="646464"/>
                </a:solidFill>
                <a:effectLst/>
                <a:uLnTx/>
                <a:uFillTx/>
              </a:rPr>
              <a:t>IBS and Re-classes were the two largest known categories of entries; ripe opportunity to simplify</a:t>
            </a:r>
            <a:endParaRPr kumimoji="0" lang="en-IN" sz="1200" b="0" i="0" u="none" strike="noStrike" kern="0" cap="none" spc="0" normalizeH="0" baseline="0" noProof="0">
              <a:ln>
                <a:noFill/>
              </a:ln>
              <a:solidFill>
                <a:srgbClr val="646464"/>
              </a:solidFill>
              <a:effectLst/>
              <a:uLnTx/>
              <a:uFillTx/>
              <a:cs typeface="Arial"/>
            </a:endParaRPr>
          </a:p>
          <a:p>
            <a:pPr marL="177800" marR="0" lvl="0" indent="-177800"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r>
              <a:rPr kumimoji="0" lang="en-IN" sz="1200" b="0" i="0" u="none" strike="noStrike" kern="0" cap="none" spc="0" normalizeH="0" baseline="0" noProof="0">
                <a:ln>
                  <a:noFill/>
                </a:ln>
                <a:solidFill>
                  <a:srgbClr val="646464"/>
                </a:solidFill>
                <a:effectLst/>
                <a:uLnTx/>
                <a:uFillTx/>
              </a:rPr>
              <a:t>Approximately 30% of manual journal entries being made are $500 or less; implementing thresholds will reduce volume</a:t>
            </a:r>
            <a:endParaRPr kumimoji="0" lang="en-IN" sz="1200" b="0" i="0" u="none" strike="noStrike" kern="0" cap="none" spc="0" normalizeH="0" baseline="0" noProof="0">
              <a:ln>
                <a:noFill/>
              </a:ln>
              <a:solidFill>
                <a:srgbClr val="646464"/>
              </a:solidFill>
              <a:effectLst/>
              <a:uLnTx/>
              <a:uFillTx/>
              <a:cs typeface="Arial"/>
            </a:endParaRPr>
          </a:p>
          <a:p>
            <a:pPr marL="356235" marR="0" lvl="0" indent="-356235" defTabSz="914400" eaLnBrk="1" fontAlgn="auto" latinLnBrk="0" hangingPunct="1">
              <a:lnSpc>
                <a:spcPct val="100000"/>
              </a:lnSpc>
              <a:spcBef>
                <a:spcPts val="0"/>
              </a:spcBef>
              <a:spcAft>
                <a:spcPts val="600"/>
              </a:spcAft>
              <a:buClr>
                <a:srgbClr val="FFE600"/>
              </a:buClr>
              <a:buSzPct val="70000"/>
              <a:buFont typeface="Arial" pitchFamily="34" charset="0"/>
              <a:buChar char="►"/>
              <a:tabLst/>
              <a:defRPr/>
            </a:pPr>
            <a:endParaRPr kumimoji="0" lang="en-US" sz="1200" b="0" i="0" u="none" strike="noStrike" kern="0" cap="none" spc="0" normalizeH="0" baseline="0" noProof="0">
              <a:ln>
                <a:noFill/>
              </a:ln>
              <a:solidFill>
                <a:srgbClr val="646464"/>
              </a:solidFill>
              <a:effectLst/>
              <a:uLnTx/>
              <a:uFillTx/>
            </a:endParaRPr>
          </a:p>
          <a:p>
            <a:pPr marL="0" marR="0" lvl="0" indent="0" defTabSz="914400" eaLnBrk="0" fontAlgn="base" latinLnBrk="0" hangingPunct="0">
              <a:lnSpc>
                <a:spcPct val="100000"/>
              </a:lnSpc>
              <a:spcBef>
                <a:spcPct val="40000"/>
              </a:spcBef>
              <a:spcAft>
                <a:spcPct val="0"/>
              </a:spcAft>
              <a:buClr>
                <a:srgbClr val="FFC000"/>
              </a:buClr>
              <a:buSzTx/>
              <a:buFontTx/>
              <a:buNone/>
              <a:tabLst/>
              <a:defRPr/>
            </a:pPr>
            <a:endParaRPr kumimoji="0" lang="en-US" sz="1200" b="1" i="0" u="none" strike="noStrike" kern="0" cap="none" spc="0" normalizeH="0" baseline="0" noProof="0">
              <a:ln>
                <a:noFill/>
              </a:ln>
              <a:solidFill>
                <a:srgbClr val="646464"/>
              </a:solidFill>
              <a:effectLst/>
              <a:uLnTx/>
              <a:uFillTx/>
              <a:cs typeface="Arial" pitchFamily="34" charset="0"/>
            </a:endParaRPr>
          </a:p>
        </p:txBody>
      </p:sp>
      <p:sp>
        <p:nvSpPr>
          <p:cNvPr id="18" name="Rectangle 5">
            <a:extLst>
              <a:ext uri="{FF2B5EF4-FFF2-40B4-BE49-F238E27FC236}">
                <a16:creationId xmlns:a16="http://schemas.microsoft.com/office/drawing/2014/main" id="{B8C9A357-21CB-DC0B-B8DA-35703C4CC6B4}"/>
              </a:ext>
            </a:extLst>
          </p:cNvPr>
          <p:cNvSpPr>
            <a:spLocks noChangeArrowheads="1"/>
          </p:cNvSpPr>
          <p:nvPr/>
        </p:nvSpPr>
        <p:spPr bwMode="auto">
          <a:xfrm>
            <a:off x="8684125" y="1387457"/>
            <a:ext cx="2847766" cy="300631"/>
          </a:xfrm>
          <a:prstGeom prst="rect">
            <a:avLst/>
          </a:prstGeom>
          <a:solidFill>
            <a:srgbClr val="FFE600"/>
          </a:solidFill>
          <a:ln w="6350">
            <a:solidFill>
              <a:srgbClr val="000000"/>
            </a:solidFill>
            <a:miter lim="800000"/>
            <a:headEnd/>
            <a:tailEnd/>
          </a:ln>
        </p:spPr>
        <p:txBody>
          <a:bodyPr wrap="none" lIns="45712" tIns="45712" rIns="45712" bIns="45712" anchor="ct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400" b="1" i="0" u="sng" strike="noStrike" kern="0" cap="none" spc="0" normalizeH="0" baseline="0" noProof="0">
                <a:ln>
                  <a:noFill/>
                </a:ln>
                <a:solidFill>
                  <a:srgbClr val="000000"/>
                </a:solidFill>
                <a:effectLst/>
                <a:uLnTx/>
                <a:uFillTx/>
              </a:rPr>
              <a:t>Discoveries</a:t>
            </a:r>
          </a:p>
        </p:txBody>
      </p:sp>
      <p:sp>
        <p:nvSpPr>
          <p:cNvPr id="19" name="Rectangle 18">
            <a:extLst>
              <a:ext uri="{FF2B5EF4-FFF2-40B4-BE49-F238E27FC236}">
                <a16:creationId xmlns:a16="http://schemas.microsoft.com/office/drawing/2014/main" id="{D95C9267-F3F5-532E-9C90-2FB4784715DD}"/>
              </a:ext>
            </a:extLst>
          </p:cNvPr>
          <p:cNvSpPr/>
          <p:nvPr/>
        </p:nvSpPr>
        <p:spPr>
          <a:xfrm>
            <a:off x="521044" y="1280949"/>
            <a:ext cx="7928555"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rPr>
              <a:t>EY was tasked with helping a large tech company to achieve a long term goal of getting to a one (1) day close.</a:t>
            </a:r>
          </a:p>
        </p:txBody>
      </p:sp>
    </p:spTree>
    <p:extLst>
      <p:ext uri="{BB962C8B-B14F-4D97-AF65-F5344CB8AC3E}">
        <p14:creationId xmlns:p14="http://schemas.microsoft.com/office/powerpoint/2010/main" val="12098487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8F219-76E6-F8C0-C39B-5EF9EDD3CB11}"/>
              </a:ext>
            </a:extLst>
          </p:cNvPr>
          <p:cNvSpPr>
            <a:spLocks noGrp="1"/>
          </p:cNvSpPr>
          <p:nvPr>
            <p:ph type="title"/>
          </p:nvPr>
        </p:nvSpPr>
        <p:spPr/>
        <p:txBody>
          <a:bodyPr/>
          <a:lstStyle/>
          <a:p>
            <a:r>
              <a:rPr lang="en-US"/>
              <a:t>Case Study #2</a:t>
            </a:r>
            <a:br>
              <a:rPr lang="en-US"/>
            </a:br>
            <a:r>
              <a:rPr lang="en-US" b="0"/>
              <a:t>Record to Report Assessment</a:t>
            </a:r>
            <a:br>
              <a:rPr lang="en-US" b="0"/>
            </a:br>
            <a:endParaRPr lang="en-IN"/>
          </a:p>
        </p:txBody>
      </p:sp>
      <p:sp>
        <p:nvSpPr>
          <p:cNvPr id="5" name="Slide Number Placeholder 4">
            <a:extLst>
              <a:ext uri="{FF2B5EF4-FFF2-40B4-BE49-F238E27FC236}">
                <a16:creationId xmlns:a16="http://schemas.microsoft.com/office/drawing/2014/main" id="{1B4B0A9A-C006-6FA1-3C10-CC13CE2A1564}"/>
              </a:ext>
            </a:extLst>
          </p:cNvPr>
          <p:cNvSpPr>
            <a:spLocks noGrp="1"/>
          </p:cNvSpPr>
          <p:nvPr>
            <p:ph type="sldNum" sz="quarter" idx="12"/>
          </p:nvPr>
        </p:nvSpPr>
        <p:spPr/>
        <p:txBody>
          <a:bodyPr/>
          <a:lstStyle/>
          <a:p>
            <a:fld id="{94FCA0F3-9F3A-694B-99BB-0E592A797735}" type="slidenum">
              <a:rPr lang="en-US" smtClean="0"/>
              <a:t>68</a:t>
            </a:fld>
            <a:endParaRPr lang="en-US"/>
          </a:p>
        </p:txBody>
      </p:sp>
      <p:sp>
        <p:nvSpPr>
          <p:cNvPr id="6" name="Date Placeholder 5">
            <a:extLst>
              <a:ext uri="{FF2B5EF4-FFF2-40B4-BE49-F238E27FC236}">
                <a16:creationId xmlns:a16="http://schemas.microsoft.com/office/drawing/2014/main" id="{71D9C278-BCD2-79BD-D1B3-77648453C918}"/>
              </a:ext>
            </a:extLst>
          </p:cNvPr>
          <p:cNvSpPr>
            <a:spLocks noGrp="1"/>
          </p:cNvSpPr>
          <p:nvPr>
            <p:ph type="dt" sz="half" idx="10"/>
          </p:nvPr>
        </p:nvSpPr>
        <p:spPr/>
        <p:txBody>
          <a:bodyPr/>
          <a:lstStyle/>
          <a:p>
            <a:fld id="{EA022EAD-944C-4545-BC41-28C58A6B2C36}" type="datetime1">
              <a:rPr lang="en-US" smtClean="0"/>
              <a:t>11/28/2025</a:t>
            </a:fld>
            <a:endParaRPr lang="en-US"/>
          </a:p>
        </p:txBody>
      </p:sp>
      <p:sp>
        <p:nvSpPr>
          <p:cNvPr id="8" name="SmartArt Placeholder 7">
            <a:extLst>
              <a:ext uri="{FF2B5EF4-FFF2-40B4-BE49-F238E27FC236}">
                <a16:creationId xmlns:a16="http://schemas.microsoft.com/office/drawing/2014/main" id="{48298632-0A5C-787D-B0B9-3AC8731EB80B}"/>
              </a:ext>
            </a:extLst>
          </p:cNvPr>
          <p:cNvSpPr>
            <a:spLocks noGrp="1"/>
          </p:cNvSpPr>
          <p:nvPr>
            <p:ph type="dgm" sz="quarter" idx="17"/>
          </p:nvPr>
        </p:nvSpPr>
        <p:spPr/>
        <p:txBody>
          <a:bodyPr/>
          <a:lstStyle/>
          <a:p>
            <a:endParaRPr lang="en-IN"/>
          </a:p>
        </p:txBody>
      </p:sp>
      <p:graphicFrame>
        <p:nvGraphicFramePr>
          <p:cNvPr id="9" name="Group 30">
            <a:extLst>
              <a:ext uri="{FF2B5EF4-FFF2-40B4-BE49-F238E27FC236}">
                <a16:creationId xmlns:a16="http://schemas.microsoft.com/office/drawing/2014/main" id="{57ECAEA9-53EA-D8DA-0B33-DC31B80D3FE5}"/>
              </a:ext>
            </a:extLst>
          </p:cNvPr>
          <p:cNvGraphicFramePr>
            <a:graphicFrameLocks noGrp="1"/>
          </p:cNvGraphicFramePr>
          <p:nvPr>
            <p:extLst>
              <p:ext uri="{D42A27DB-BD31-4B8C-83A1-F6EECF244321}">
                <p14:modId xmlns:p14="http://schemas.microsoft.com/office/powerpoint/2010/main" val="3516695588"/>
              </p:ext>
            </p:extLst>
          </p:nvPr>
        </p:nvGraphicFramePr>
        <p:xfrm>
          <a:off x="521044" y="1906725"/>
          <a:ext cx="7928555" cy="4260487"/>
        </p:xfrm>
        <a:graphic>
          <a:graphicData uri="http://schemas.openxmlformats.org/drawingml/2006/table">
            <a:tbl>
              <a:tblPr/>
              <a:tblGrid>
                <a:gridCol w="963853">
                  <a:extLst>
                    <a:ext uri="{9D8B030D-6E8A-4147-A177-3AD203B41FA5}">
                      <a16:colId xmlns:a16="http://schemas.microsoft.com/office/drawing/2014/main" val="20000"/>
                    </a:ext>
                  </a:extLst>
                </a:gridCol>
                <a:gridCol w="6964702">
                  <a:extLst>
                    <a:ext uri="{9D8B030D-6E8A-4147-A177-3AD203B41FA5}">
                      <a16:colId xmlns:a16="http://schemas.microsoft.com/office/drawing/2014/main" val="20001"/>
                    </a:ext>
                  </a:extLst>
                </a:gridCol>
              </a:tblGrid>
              <a:tr h="113357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873125"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050" b="1" i="0" u="none" strike="noStrike" cap="none" normalizeH="0" baseline="0">
                          <a:ln>
                            <a:noFill/>
                          </a:ln>
                          <a:solidFill>
                            <a:schemeClr val="accent1">
                              <a:lumMod val="50000"/>
                            </a:schemeClr>
                          </a:solidFill>
                          <a:effectLst/>
                          <a:latin typeface="EYInterstate Light" panose="02000506000000020004" pitchFamily="2" charset="0"/>
                          <a:cs typeface="Arial" charset="0"/>
                        </a:rPr>
                        <a:t>Business Need</a:t>
                      </a:r>
                    </a:p>
                  </a:txBody>
                  <a:tcPr marL="0" marR="27921" marT="47384" marB="47384" horzOverflow="overflow">
                    <a:lnL>
                      <a:noFill/>
                    </a:lnL>
                    <a:lnR w="9525" cap="flat" cmpd="sng" algn="ctr">
                      <a:solidFill>
                        <a:srgbClr val="C893C7"/>
                      </a:solidFill>
                      <a:prstDash val="solid"/>
                      <a:round/>
                      <a:headEnd type="none" w="med" len="med"/>
                      <a:tailEnd type="none" w="med" len="med"/>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4763" marR="0" lvl="0" indent="-4763" algn="l" defTabSz="873125" rtl="0" eaLnBrk="1" fontAlgn="base" latinLnBrk="0" hangingPunct="1">
                        <a:lnSpc>
                          <a:spcPct val="100000"/>
                        </a:lnSpc>
                        <a:spcBef>
                          <a:spcPct val="0"/>
                        </a:spcBef>
                        <a:spcAft>
                          <a:spcPct val="40000"/>
                        </a:spcAft>
                        <a:buClr>
                          <a:schemeClr val="tx1"/>
                        </a:buClr>
                        <a:buSzPct val="75000"/>
                        <a:buFont typeface="Arial" pitchFamily="34" charset="0"/>
                        <a:buNone/>
                        <a:tabLst>
                          <a:tab pos="323850" algn="l"/>
                        </a:tabLst>
                        <a:defRPr/>
                      </a:pPr>
                      <a:r>
                        <a:rPr lang="en-US" sz="1050" kern="1200">
                          <a:solidFill>
                            <a:srgbClr val="000000"/>
                          </a:solidFill>
                          <a:latin typeface="EYInterstate Light" panose="02000506000000020004" pitchFamily="2" charset="0"/>
                          <a:ea typeface="+mn-ea"/>
                          <a:cs typeface="+mn-cs"/>
                          <a:sym typeface="EYInterstate" pitchFamily="2" charset="0"/>
                        </a:rPr>
                        <a:t>This</a:t>
                      </a:r>
                      <a:r>
                        <a:rPr lang="en-US" sz="1050" kern="1200" baseline="0">
                          <a:solidFill>
                            <a:srgbClr val="000000"/>
                          </a:solidFill>
                          <a:latin typeface="EYInterstate Light" panose="02000506000000020004" pitchFamily="2" charset="0"/>
                          <a:ea typeface="+mn-ea"/>
                          <a:cs typeface="+mn-cs"/>
                          <a:sym typeface="EYInterstate" pitchFamily="2" charset="0"/>
                        </a:rPr>
                        <a:t> global diversified healthcare client’s North American operations included three finance centers in the US, in addition to their corporate office.  A previous finance benchmarking exercise identified that the finance centers were highly inefficient and leveraged disparate, manual processes – indicating there were  significant opportunities to reduce costs as compared to their peers.  Consolidating the finance centers represented one way to reduce costs and the client sought an objective assessment to better understand and capture the potential benefits in a business case and an improvement roadmap, which would be used to determine next steps.   </a:t>
                      </a:r>
                      <a:endParaRPr lang="en-US" sz="1050" kern="1200">
                        <a:solidFill>
                          <a:srgbClr val="000000"/>
                        </a:solidFill>
                        <a:latin typeface="EYInterstate Light" panose="02000506000000020004" pitchFamily="2" charset="0"/>
                        <a:ea typeface="+mn-ea"/>
                        <a:cs typeface="+mn-cs"/>
                        <a:sym typeface="EYInterstate" pitchFamily="2" charset="0"/>
                      </a:endParaRPr>
                    </a:p>
                  </a:txBody>
                  <a:tcPr marL="45720" marR="45720" horzOverflow="overflow">
                    <a:lnL w="9525" cap="flat" cmpd="sng" algn="ctr">
                      <a:solidFill>
                        <a:srgbClr val="C893C7"/>
                      </a:solidFill>
                      <a:prstDash val="solid"/>
                      <a:round/>
                      <a:headEnd type="none" w="med" len="med"/>
                      <a:tailEnd type="none" w="med" len="med"/>
                    </a:lnL>
                    <a:lnR>
                      <a:noFill/>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357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873125"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050" b="1" i="0" u="none" strike="noStrike" cap="none" normalizeH="0" baseline="0">
                          <a:ln>
                            <a:noFill/>
                          </a:ln>
                          <a:solidFill>
                            <a:schemeClr val="accent1">
                              <a:lumMod val="50000"/>
                            </a:schemeClr>
                          </a:solidFill>
                          <a:effectLst/>
                          <a:latin typeface="EYInterstate Light" panose="02000506000000020004" pitchFamily="2" charset="0"/>
                          <a:cs typeface="Arial" charset="0"/>
                        </a:rPr>
                        <a:t>Engagement Summary and Objectives</a:t>
                      </a:r>
                    </a:p>
                  </a:txBody>
                  <a:tcPr marL="0" marR="27921" marT="47384" marB="47384" horzOverflow="overflow">
                    <a:lnL>
                      <a:noFill/>
                    </a:lnL>
                    <a:lnR w="9525" cap="flat" cmpd="sng" algn="ctr">
                      <a:solidFill>
                        <a:srgbClr val="C893C7"/>
                      </a:solidFill>
                      <a:prstDash val="solid"/>
                      <a:round/>
                      <a:headEnd type="none" w="med" len="med"/>
                      <a:tailEnd type="none" w="med" len="med"/>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4763" marR="0" lvl="0" indent="-4763" algn="l" defTabSz="873125" rtl="0" eaLnBrk="1" fontAlgn="base" latinLnBrk="0" hangingPunct="1">
                        <a:lnSpc>
                          <a:spcPct val="100000"/>
                        </a:lnSpc>
                        <a:spcBef>
                          <a:spcPct val="0"/>
                        </a:spcBef>
                        <a:spcAft>
                          <a:spcPct val="40000"/>
                        </a:spcAft>
                        <a:buClr>
                          <a:schemeClr val="tx1"/>
                        </a:buClr>
                        <a:buSzPct val="75000"/>
                        <a:buFont typeface="Arial" pitchFamily="34" charset="0"/>
                        <a:buNone/>
                        <a:tabLst>
                          <a:tab pos="323850" algn="l"/>
                        </a:tabLst>
                        <a:defRPr/>
                      </a:pPr>
                      <a:r>
                        <a:rPr kumimoji="0" lang="en-US" sz="1050" b="0" i="0" u="none" strike="noStrike" kern="1200" cap="none" normalizeH="0" baseline="0">
                          <a:ln>
                            <a:noFill/>
                          </a:ln>
                          <a:solidFill>
                            <a:srgbClr val="000000"/>
                          </a:solidFill>
                          <a:effectLst/>
                          <a:latin typeface="EYInterstate Light" panose="02000506000000020004" pitchFamily="2" charset="0"/>
                          <a:ea typeface="+mn-ea"/>
                          <a:cs typeface="Arial" pitchFamily="34" charset="0"/>
                          <a:sym typeface="EYInterstate" pitchFamily="2" charset="0"/>
                        </a:rPr>
                        <a:t>EY was engaged to assess the client’s Record to Report (R2R) processes across the client’s US finance centers.  The scope of the assessment included general accounting, intercompany, fixed and leased assets, inventory, financial close and consolidations, etc.  The output from the assessment was a detailed business case, as well as an implementation roadmap that sequenced key activities for transitioning from current to future state.  Once completed with the assessment, the EY team anticipates being further engaged to assess the client’s other business, as well as to assist with implementing the recommended initiatives.</a:t>
                      </a:r>
                    </a:p>
                  </a:txBody>
                  <a:tcPr marL="45720" marR="45720" horzOverflow="overflow">
                    <a:lnL w="9525" cap="flat" cmpd="sng" algn="ctr">
                      <a:solidFill>
                        <a:srgbClr val="C893C7"/>
                      </a:solidFill>
                      <a:prstDash val="solid"/>
                      <a:round/>
                      <a:headEnd type="none" w="med" len="med"/>
                      <a:tailEnd type="none" w="med" len="med"/>
                    </a:lnL>
                    <a:lnR>
                      <a:noFill/>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9334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873125"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050" b="1" i="0" u="none" strike="noStrike" cap="none" normalizeH="0" baseline="0">
                          <a:ln>
                            <a:noFill/>
                          </a:ln>
                          <a:solidFill>
                            <a:schemeClr val="accent1">
                              <a:lumMod val="50000"/>
                            </a:schemeClr>
                          </a:solidFill>
                          <a:effectLst/>
                          <a:latin typeface="EYInterstate Light" panose="02000506000000020004" pitchFamily="2" charset="0"/>
                          <a:cs typeface="Arial" charset="0"/>
                        </a:rPr>
                        <a:t>EY Role</a:t>
                      </a:r>
                    </a:p>
                  </a:txBody>
                  <a:tcPr marL="0" marR="27921" marT="47384" marB="47384" horzOverflow="overflow">
                    <a:lnL>
                      <a:noFill/>
                    </a:lnL>
                    <a:lnR w="9525" cap="flat" cmpd="sng" algn="ctr">
                      <a:solidFill>
                        <a:srgbClr val="C893C7"/>
                      </a:solidFill>
                      <a:prstDash val="solid"/>
                      <a:round/>
                      <a:headEnd type="none" w="med" len="med"/>
                      <a:tailEnd type="none" w="med" len="med"/>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a:solidFill>
                            <a:srgbClr val="000000"/>
                          </a:solidFill>
                          <a:latin typeface="EYInterstate Light" panose="02000506000000020004" pitchFamily="2" charset="0"/>
                        </a:rPr>
                        <a:t>Performed process owner interviews and documented current state process</a:t>
                      </a:r>
                      <a:r>
                        <a:rPr lang="en-US" sz="1050" baseline="0">
                          <a:solidFill>
                            <a:srgbClr val="000000"/>
                          </a:solidFill>
                          <a:latin typeface="EYInterstate Light" panose="02000506000000020004" pitchFamily="2" charset="0"/>
                        </a:rPr>
                        <a:t> flows </a:t>
                      </a:r>
                      <a:r>
                        <a:rPr lang="en-US" sz="1050">
                          <a:solidFill>
                            <a:srgbClr val="000000"/>
                          </a:solidFill>
                          <a:latin typeface="EYInterstate Light" panose="02000506000000020004" pitchFamily="2" charset="0"/>
                        </a:rPr>
                        <a:t>for each in-scope</a:t>
                      </a:r>
                      <a:r>
                        <a:rPr lang="en-US" sz="1050" baseline="0">
                          <a:solidFill>
                            <a:srgbClr val="000000"/>
                          </a:solidFill>
                          <a:latin typeface="EYInterstate Light" panose="02000506000000020004" pitchFamily="2" charset="0"/>
                        </a:rPr>
                        <a:t> location</a:t>
                      </a:r>
                    </a:p>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aseline="0">
                          <a:solidFill>
                            <a:srgbClr val="000000"/>
                          </a:solidFill>
                          <a:latin typeface="EYInterstate Light" panose="02000506000000020004" pitchFamily="2" charset="0"/>
                        </a:rPr>
                        <a:t>Identified gaps between processes and developed a plan to standardize processes across the sites</a:t>
                      </a:r>
                    </a:p>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aseline="0">
                          <a:solidFill>
                            <a:srgbClr val="000000"/>
                          </a:solidFill>
                          <a:latin typeface="EYInterstate Light" panose="02000506000000020004" pitchFamily="2" charset="0"/>
                        </a:rPr>
                        <a:t>Conducted a survey to evaluate how FTEs spend their time (and how many) across the R2R processes</a:t>
                      </a:r>
                    </a:p>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aseline="0">
                          <a:solidFill>
                            <a:srgbClr val="000000"/>
                          </a:solidFill>
                          <a:latin typeface="EYInterstate Light" panose="02000506000000020004" pitchFamily="2" charset="0"/>
                        </a:rPr>
                        <a:t>Leveraged the results of the survey to benchmark against EY Benchmarking information for Finance and IT</a:t>
                      </a:r>
                    </a:p>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aseline="0">
                          <a:solidFill>
                            <a:srgbClr val="000000"/>
                          </a:solidFill>
                          <a:latin typeface="EYInterstate Light" panose="02000506000000020004" pitchFamily="2" charset="0"/>
                        </a:rPr>
                        <a:t>Conducted a second FTE survey to assess how much time is spent on certain close activities in order to identify dependencies and efficiency opportunities</a:t>
                      </a:r>
                    </a:p>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aseline="0">
                          <a:solidFill>
                            <a:srgbClr val="000000"/>
                          </a:solidFill>
                          <a:latin typeface="EYInterstate Light" panose="02000506000000020004" pitchFamily="2" charset="0"/>
                        </a:rPr>
                        <a:t>Developed comprehensive business case that summarized all inputs and highlighting the costs, benefits and level of effort in moving forward with select scenarios (e.g., consolidating finance centers, moving to shared services, implementing new technology or processes)</a:t>
                      </a:r>
                    </a:p>
                    <a:p>
                      <a:pPr marL="23336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aseline="0">
                          <a:solidFill>
                            <a:srgbClr val="000000"/>
                          </a:solidFill>
                          <a:latin typeface="EYInterstate Light" panose="02000506000000020004" pitchFamily="2" charset="0"/>
                        </a:rPr>
                        <a:t>Developed a roadmap that prioritizes key initiatives (both quick wins and longer term) required to transition from current to desired future state</a:t>
                      </a:r>
                      <a:endParaRPr lang="en-US" sz="1050">
                        <a:solidFill>
                          <a:srgbClr val="000000"/>
                        </a:solidFill>
                        <a:latin typeface="EYInterstate Light" panose="02000506000000020004" pitchFamily="2" charset="0"/>
                      </a:endParaRPr>
                    </a:p>
                  </a:txBody>
                  <a:tcPr marL="45720" marR="45720" horzOverflow="overflow">
                    <a:lnL w="9525" cap="flat" cmpd="sng" algn="ctr">
                      <a:solidFill>
                        <a:srgbClr val="C893C7"/>
                      </a:solidFill>
                      <a:prstDash val="solid"/>
                      <a:round/>
                      <a:headEnd type="none" w="med" len="med"/>
                      <a:tailEnd type="none" w="med" len="med"/>
                    </a:lnL>
                    <a:lnR>
                      <a:noFill/>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Rectangle 3">
            <a:extLst>
              <a:ext uri="{FF2B5EF4-FFF2-40B4-BE49-F238E27FC236}">
                <a16:creationId xmlns:a16="http://schemas.microsoft.com/office/drawing/2014/main" id="{5F63C1E6-6D8B-58DA-4968-9C7A040632DF}"/>
              </a:ext>
            </a:extLst>
          </p:cNvPr>
          <p:cNvSpPr>
            <a:spLocks noChangeArrowheads="1"/>
          </p:cNvSpPr>
          <p:nvPr/>
        </p:nvSpPr>
        <p:spPr bwMode="auto">
          <a:xfrm>
            <a:off x="8684125" y="1906725"/>
            <a:ext cx="2847766" cy="3796543"/>
          </a:xfrm>
          <a:prstGeom prst="rect">
            <a:avLst/>
          </a:prstGeom>
          <a:solidFill>
            <a:srgbClr val="FFE600">
              <a:lumMod val="20000"/>
              <a:lumOff val="80000"/>
            </a:srgbClr>
          </a:solidFill>
          <a:ln w="6350">
            <a:solidFill>
              <a:srgbClr val="646464">
                <a:lumMod val="20000"/>
                <a:lumOff val="80000"/>
              </a:srgbClr>
            </a:solidFill>
            <a:miter lim="800000"/>
            <a:headEnd/>
            <a:tailEnd/>
          </a:ln>
          <a:effectLst/>
        </p:spPr>
        <p:txBody>
          <a:bodyPr lIns="92059" tIns="91440" rIns="92059" bIns="46031" anchor="t"/>
          <a:lstStyle/>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endParaRPr kumimoji="0" lang="en-US" sz="1200" b="0" i="0" u="none" strike="noStrike" kern="0" cap="none" spc="0" normalizeH="0" baseline="0" noProof="0">
              <a:ln>
                <a:noFill/>
              </a:ln>
              <a:solidFill>
                <a:srgbClr val="646464"/>
              </a:solidFill>
              <a:effectLst/>
              <a:uLnTx/>
              <a:uFillTx/>
            </a:endParaRP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a:ln>
                  <a:noFill/>
                </a:ln>
                <a:solidFill>
                  <a:srgbClr val="646464"/>
                </a:solidFill>
                <a:effectLst/>
                <a:uLnTx/>
                <a:uFillTx/>
              </a:rPr>
              <a:t>Objective point of view on how their cost of finance compares with peers</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a:ln>
                  <a:noFill/>
                </a:ln>
                <a:solidFill>
                  <a:srgbClr val="646464"/>
                </a:solidFill>
                <a:effectLst/>
                <a:uLnTx/>
                <a:uFillTx/>
              </a:rPr>
              <a:t>Clear picture of current state finance processes, including gaps, and a path forward for standardization</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a:ln>
                  <a:noFill/>
                </a:ln>
                <a:solidFill>
                  <a:srgbClr val="646464"/>
                </a:solidFill>
                <a:effectLst/>
                <a:uLnTx/>
                <a:uFillTx/>
              </a:rPr>
              <a:t>A detailed business case providing scenario and sensitivity analysis which captures the cost benefit of moving forward with recommendations</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a:ln>
                  <a:noFill/>
                </a:ln>
                <a:solidFill>
                  <a:srgbClr val="646464"/>
                </a:solidFill>
                <a:effectLst/>
                <a:uLnTx/>
                <a:uFillTx/>
              </a:rPr>
              <a:t>An actionable roadmap to implement their future state vision once a path is selected</a:t>
            </a:r>
          </a:p>
          <a:p>
            <a:pPr marL="0" marR="0" lvl="0" indent="0" defTabSz="914400" eaLnBrk="0" fontAlgn="base" latinLnBrk="0" hangingPunct="0">
              <a:lnSpc>
                <a:spcPct val="100000"/>
              </a:lnSpc>
              <a:spcBef>
                <a:spcPct val="40000"/>
              </a:spcBef>
              <a:spcAft>
                <a:spcPts val="1200"/>
              </a:spcAft>
              <a:buClr>
                <a:srgbClr val="FFC000"/>
              </a:buClr>
              <a:buSzTx/>
              <a:buFontTx/>
              <a:buNone/>
              <a:tabLst/>
              <a:defRPr/>
            </a:pPr>
            <a:endParaRPr kumimoji="0" lang="en-US" sz="1200" b="1" i="0" u="none" strike="noStrike" kern="0" cap="none" spc="0" normalizeH="0" baseline="0" noProof="0">
              <a:ln>
                <a:noFill/>
              </a:ln>
              <a:solidFill>
                <a:srgbClr val="646464"/>
              </a:solidFill>
              <a:effectLst/>
              <a:uLnTx/>
              <a:uFillTx/>
              <a:cs typeface="Arial" pitchFamily="34" charset="0"/>
            </a:endParaRPr>
          </a:p>
        </p:txBody>
      </p:sp>
      <p:sp>
        <p:nvSpPr>
          <p:cNvPr id="11" name="Rectangle 5">
            <a:extLst>
              <a:ext uri="{FF2B5EF4-FFF2-40B4-BE49-F238E27FC236}">
                <a16:creationId xmlns:a16="http://schemas.microsoft.com/office/drawing/2014/main" id="{B0FDA4CA-6124-6169-86E4-8985EC83B0B1}"/>
              </a:ext>
            </a:extLst>
          </p:cNvPr>
          <p:cNvSpPr>
            <a:spLocks noChangeArrowheads="1"/>
          </p:cNvSpPr>
          <p:nvPr/>
        </p:nvSpPr>
        <p:spPr bwMode="auto">
          <a:xfrm>
            <a:off x="8684125" y="1396601"/>
            <a:ext cx="2847766" cy="300631"/>
          </a:xfrm>
          <a:prstGeom prst="rect">
            <a:avLst/>
          </a:prstGeom>
          <a:solidFill>
            <a:srgbClr val="FFE600"/>
          </a:solidFill>
          <a:ln w="6350">
            <a:solidFill>
              <a:srgbClr val="000000"/>
            </a:solidFill>
            <a:miter lim="800000"/>
            <a:headEnd/>
            <a:tailEnd/>
          </a:ln>
        </p:spPr>
        <p:txBody>
          <a:bodyPr wrap="none" lIns="45712" tIns="45712" rIns="45712" bIns="45712" anchor="ct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400" b="1" i="0" u="sng" strike="noStrike" kern="0" cap="none" spc="0" normalizeH="0" baseline="0" noProof="0">
                <a:ln>
                  <a:noFill/>
                </a:ln>
                <a:solidFill>
                  <a:srgbClr val="000000"/>
                </a:solidFill>
                <a:effectLst/>
                <a:uLnTx/>
                <a:uFillTx/>
              </a:rPr>
              <a:t>Value Delivered</a:t>
            </a:r>
          </a:p>
        </p:txBody>
      </p:sp>
      <p:sp>
        <p:nvSpPr>
          <p:cNvPr id="12" name="Rectangle 11">
            <a:extLst>
              <a:ext uri="{FF2B5EF4-FFF2-40B4-BE49-F238E27FC236}">
                <a16:creationId xmlns:a16="http://schemas.microsoft.com/office/drawing/2014/main" id="{4D0AD2A4-6A10-9A9E-2208-3C911F6C2504}"/>
              </a:ext>
            </a:extLst>
          </p:cNvPr>
          <p:cNvSpPr/>
          <p:nvPr/>
        </p:nvSpPr>
        <p:spPr>
          <a:xfrm>
            <a:off x="521044" y="1290093"/>
            <a:ext cx="7928555" cy="52322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rPr>
              <a:t>EY was tasked with helping a Global Diversified Healthcare Company to </a:t>
            </a:r>
            <a:r>
              <a:rPr kumimoji="0" lang="en-US" sz="1400" b="0" i="0" u="none" strike="noStrike" kern="0" cap="none" spc="0" normalizeH="0" baseline="0" noProof="0">
                <a:ln>
                  <a:noFill/>
                </a:ln>
                <a:solidFill>
                  <a:srgbClr val="000000"/>
                </a:solidFill>
                <a:effectLst/>
                <a:uLnTx/>
                <a:uFillTx/>
                <a:cs typeface="Arial" pitchFamily="34" charset="0"/>
                <a:sym typeface="EYInterstate" pitchFamily="2" charset="0"/>
              </a:rPr>
              <a:t>assess the client’s Record to Report (R2R) processes across the client’s US finance centers</a:t>
            </a:r>
            <a:endParaRPr kumimoji="0" lang="en-US" sz="14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23276750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86128-EDEF-1CFA-A201-3C11C1D2E24B}"/>
              </a:ext>
            </a:extLst>
          </p:cNvPr>
          <p:cNvSpPr>
            <a:spLocks noGrp="1"/>
          </p:cNvSpPr>
          <p:nvPr>
            <p:ph type="title"/>
          </p:nvPr>
        </p:nvSpPr>
        <p:spPr/>
        <p:txBody>
          <a:bodyPr/>
          <a:lstStyle/>
          <a:p>
            <a:r>
              <a:rPr lang="en-US"/>
              <a:t>Case Study #3</a:t>
            </a:r>
            <a:br>
              <a:rPr lang="en-US"/>
            </a:br>
            <a:r>
              <a:rPr lang="en-US" b="0"/>
              <a:t>Close Optimization</a:t>
            </a:r>
            <a:br>
              <a:rPr lang="en-US" b="0"/>
            </a:br>
            <a:endParaRPr lang="en-IN"/>
          </a:p>
        </p:txBody>
      </p:sp>
      <p:sp>
        <p:nvSpPr>
          <p:cNvPr id="5" name="Slide Number Placeholder 4">
            <a:extLst>
              <a:ext uri="{FF2B5EF4-FFF2-40B4-BE49-F238E27FC236}">
                <a16:creationId xmlns:a16="http://schemas.microsoft.com/office/drawing/2014/main" id="{484BA588-77FD-4611-4BCE-807CFE9D05F3}"/>
              </a:ext>
            </a:extLst>
          </p:cNvPr>
          <p:cNvSpPr>
            <a:spLocks noGrp="1"/>
          </p:cNvSpPr>
          <p:nvPr>
            <p:ph type="sldNum" sz="quarter" idx="12"/>
          </p:nvPr>
        </p:nvSpPr>
        <p:spPr/>
        <p:txBody>
          <a:bodyPr/>
          <a:lstStyle/>
          <a:p>
            <a:fld id="{94FCA0F3-9F3A-694B-99BB-0E592A797735}" type="slidenum">
              <a:rPr lang="en-US" smtClean="0"/>
              <a:t>69</a:t>
            </a:fld>
            <a:endParaRPr lang="en-US"/>
          </a:p>
        </p:txBody>
      </p:sp>
      <p:sp>
        <p:nvSpPr>
          <p:cNvPr id="6" name="Date Placeholder 5">
            <a:extLst>
              <a:ext uri="{FF2B5EF4-FFF2-40B4-BE49-F238E27FC236}">
                <a16:creationId xmlns:a16="http://schemas.microsoft.com/office/drawing/2014/main" id="{C6044EAB-D3F8-0636-34CE-DA874CA6C06E}"/>
              </a:ext>
            </a:extLst>
          </p:cNvPr>
          <p:cNvSpPr>
            <a:spLocks noGrp="1"/>
          </p:cNvSpPr>
          <p:nvPr>
            <p:ph type="dt" sz="half" idx="10"/>
          </p:nvPr>
        </p:nvSpPr>
        <p:spPr/>
        <p:txBody>
          <a:bodyPr/>
          <a:lstStyle/>
          <a:p>
            <a:fld id="{A54BBF1B-D7D3-4CBC-AB58-6CDFA6A5658A}" type="datetime1">
              <a:rPr lang="en-US" smtClean="0"/>
              <a:t>11/28/2025</a:t>
            </a:fld>
            <a:endParaRPr lang="en-US"/>
          </a:p>
        </p:txBody>
      </p:sp>
      <p:sp>
        <p:nvSpPr>
          <p:cNvPr id="8" name="SmartArt Placeholder 7">
            <a:extLst>
              <a:ext uri="{FF2B5EF4-FFF2-40B4-BE49-F238E27FC236}">
                <a16:creationId xmlns:a16="http://schemas.microsoft.com/office/drawing/2014/main" id="{E3A1AF0D-5FD0-0FEB-A0B6-7927E66F4246}"/>
              </a:ext>
            </a:extLst>
          </p:cNvPr>
          <p:cNvSpPr>
            <a:spLocks noGrp="1"/>
          </p:cNvSpPr>
          <p:nvPr>
            <p:ph type="dgm" sz="quarter" idx="17"/>
          </p:nvPr>
        </p:nvSpPr>
        <p:spPr/>
        <p:txBody>
          <a:bodyPr/>
          <a:lstStyle/>
          <a:p>
            <a:endParaRPr lang="en-IN"/>
          </a:p>
        </p:txBody>
      </p:sp>
      <p:graphicFrame>
        <p:nvGraphicFramePr>
          <p:cNvPr id="9" name="Group 30">
            <a:extLst>
              <a:ext uri="{FF2B5EF4-FFF2-40B4-BE49-F238E27FC236}">
                <a16:creationId xmlns:a16="http://schemas.microsoft.com/office/drawing/2014/main" id="{90B77911-7B3E-5328-CB72-92D4D222096A}"/>
              </a:ext>
            </a:extLst>
          </p:cNvPr>
          <p:cNvGraphicFramePr>
            <a:graphicFrameLocks noGrp="1"/>
          </p:cNvGraphicFramePr>
          <p:nvPr>
            <p:extLst>
              <p:ext uri="{D42A27DB-BD31-4B8C-83A1-F6EECF244321}">
                <p14:modId xmlns:p14="http://schemas.microsoft.com/office/powerpoint/2010/main" val="3529183187"/>
              </p:ext>
            </p:extLst>
          </p:nvPr>
        </p:nvGraphicFramePr>
        <p:xfrm>
          <a:off x="622257" y="1305161"/>
          <a:ext cx="7987336" cy="5022039"/>
        </p:xfrm>
        <a:graphic>
          <a:graphicData uri="http://schemas.openxmlformats.org/drawingml/2006/table">
            <a:tbl>
              <a:tblPr/>
              <a:tblGrid>
                <a:gridCol w="970999">
                  <a:extLst>
                    <a:ext uri="{9D8B030D-6E8A-4147-A177-3AD203B41FA5}">
                      <a16:colId xmlns:a16="http://schemas.microsoft.com/office/drawing/2014/main" val="20000"/>
                    </a:ext>
                  </a:extLst>
                </a:gridCol>
                <a:gridCol w="7016337">
                  <a:extLst>
                    <a:ext uri="{9D8B030D-6E8A-4147-A177-3AD203B41FA5}">
                      <a16:colId xmlns:a16="http://schemas.microsoft.com/office/drawing/2014/main" val="20001"/>
                    </a:ext>
                  </a:extLst>
                </a:gridCol>
              </a:tblGrid>
              <a:tr h="131871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873125"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050" b="1" i="0" u="none" strike="noStrike" cap="none" normalizeH="0" baseline="0">
                          <a:ln>
                            <a:noFill/>
                          </a:ln>
                          <a:solidFill>
                            <a:schemeClr val="accent1">
                              <a:lumMod val="50000"/>
                            </a:schemeClr>
                          </a:solidFill>
                          <a:effectLst/>
                          <a:latin typeface="EYInterstate Light" panose="02000506000000020004" pitchFamily="2" charset="0"/>
                          <a:cs typeface="Arial" charset="0"/>
                        </a:rPr>
                        <a:t>Business Need</a:t>
                      </a:r>
                    </a:p>
                  </a:txBody>
                  <a:tcPr marL="0" marR="27921" marT="47384" marB="47384" horzOverflow="overflow">
                    <a:lnL>
                      <a:noFill/>
                    </a:lnL>
                    <a:lnR w="9525" cap="flat" cmpd="sng" algn="ctr">
                      <a:solidFill>
                        <a:srgbClr val="C893C7"/>
                      </a:solidFill>
                      <a:prstDash val="solid"/>
                      <a:round/>
                      <a:headEnd type="none" w="med" len="med"/>
                      <a:tailEnd type="none" w="med" len="med"/>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2713" lvl="1" indent="-112713" eaLnBrk="0" fontAlgn="base" hangingPunct="0">
                        <a:spcBef>
                          <a:spcPts val="300"/>
                        </a:spcBef>
                        <a:spcAft>
                          <a:spcPct val="0"/>
                        </a:spcAft>
                        <a:buClrTx/>
                        <a:buSzPct val="100000"/>
                        <a:buFont typeface="Arial" panose="020B0604020202020204" pitchFamily="34" charset="0"/>
                        <a:buChar char="•"/>
                        <a:defRPr/>
                      </a:pPr>
                      <a:r>
                        <a:rPr lang="en-US" sz="1050" kern="0">
                          <a:solidFill>
                            <a:schemeClr val="bg1"/>
                          </a:solidFill>
                          <a:latin typeface="EYInterstate Light" panose="02000506000000020004" pitchFamily="2" charset="0"/>
                          <a:cs typeface="Arial" pitchFamily="34" charset="0"/>
                        </a:rPr>
                        <a:t>Migrate from unsupported close management tool</a:t>
                      </a:r>
                    </a:p>
                    <a:p>
                      <a:pPr marL="112713" lvl="1" indent="-112713" eaLnBrk="0" fontAlgn="base" hangingPunct="0">
                        <a:spcBef>
                          <a:spcPts val="300"/>
                        </a:spcBef>
                        <a:spcAft>
                          <a:spcPct val="0"/>
                        </a:spcAft>
                        <a:buClrTx/>
                        <a:buSzPct val="100000"/>
                        <a:buFont typeface="Arial" panose="020B0604020202020204" pitchFamily="34" charset="0"/>
                        <a:buChar char="•"/>
                        <a:defRPr/>
                      </a:pPr>
                      <a:r>
                        <a:rPr lang="en-US" sz="1050" kern="0">
                          <a:solidFill>
                            <a:schemeClr val="bg1"/>
                          </a:solidFill>
                          <a:latin typeface="EYInterstate Light" panose="02000506000000020004" pitchFamily="2" charset="0"/>
                          <a:cs typeface="Arial" pitchFamily="34" charset="0"/>
                        </a:rPr>
                        <a:t>Define task parameters/ granularity. Develop review workflow and support repository around month-end tasks</a:t>
                      </a:r>
                    </a:p>
                    <a:p>
                      <a:pPr marL="112713" lvl="1" indent="-112713" eaLnBrk="0" fontAlgn="base" hangingPunct="0">
                        <a:spcBef>
                          <a:spcPct val="40000"/>
                        </a:spcBef>
                        <a:spcAft>
                          <a:spcPct val="0"/>
                        </a:spcAft>
                        <a:buClrTx/>
                        <a:buSzPct val="100000"/>
                        <a:buFont typeface="Arial" panose="020B0604020202020204" pitchFamily="34" charset="0"/>
                        <a:buChar char="•"/>
                        <a:defRPr/>
                      </a:pPr>
                      <a:r>
                        <a:rPr lang="en-US" sz="1050" kern="0">
                          <a:solidFill>
                            <a:schemeClr val="bg1"/>
                          </a:solidFill>
                          <a:latin typeface="EYInterstate Light" panose="02000506000000020004" pitchFamily="2" charset="0"/>
                          <a:cs typeface="Arial" pitchFamily="34" charset="0"/>
                        </a:rPr>
                        <a:t>Reconciliation processes were manually intensive and decentralized</a:t>
                      </a:r>
                    </a:p>
                    <a:p>
                      <a:pPr marL="112713" lvl="1" indent="-112713" eaLnBrk="0" fontAlgn="base" hangingPunct="0">
                        <a:spcBef>
                          <a:spcPts val="300"/>
                        </a:spcBef>
                        <a:spcAft>
                          <a:spcPct val="0"/>
                        </a:spcAft>
                        <a:buClrTx/>
                        <a:buSzPct val="100000"/>
                        <a:buFont typeface="Arial" panose="020B0604020202020204" pitchFamily="34" charset="0"/>
                        <a:buChar char="•"/>
                        <a:defRPr/>
                      </a:pPr>
                      <a:r>
                        <a:rPr lang="en-US" sz="1050" kern="0">
                          <a:solidFill>
                            <a:schemeClr val="bg1"/>
                          </a:solidFill>
                          <a:latin typeface="EYInterstate Light" panose="02000506000000020004" pitchFamily="2" charset="0"/>
                          <a:cs typeface="Arial" pitchFamily="34" charset="0"/>
                        </a:rPr>
                        <a:t>Account ownership unclear, out of balance amounts remained stagnant due to lack of visibility</a:t>
                      </a:r>
                    </a:p>
                    <a:p>
                      <a:pPr marL="112713" lvl="1" indent="-112713" eaLnBrk="0" fontAlgn="base" hangingPunct="0">
                        <a:spcBef>
                          <a:spcPts val="300"/>
                        </a:spcBef>
                        <a:spcAft>
                          <a:spcPct val="0"/>
                        </a:spcAft>
                        <a:buClrTx/>
                        <a:buSzPct val="100000"/>
                        <a:buFont typeface="Arial" panose="020B0604020202020204" pitchFamily="34" charset="0"/>
                        <a:buChar char="•"/>
                        <a:defRPr/>
                      </a:pPr>
                      <a:r>
                        <a:rPr lang="en-US" sz="1050" kern="0">
                          <a:solidFill>
                            <a:schemeClr val="bg1"/>
                          </a:solidFill>
                          <a:latin typeface="EYInterstate Light" panose="02000506000000020004" pitchFamily="2" charset="0"/>
                          <a:cs typeface="Arial" pitchFamily="34" charset="0"/>
                        </a:rPr>
                        <a:t>Reconciliation policy not set, lacking procedures &amp; support </a:t>
                      </a:r>
                    </a:p>
                    <a:p>
                      <a:pPr marL="112713" lvl="1" indent="-112713" eaLnBrk="0" fontAlgn="base" hangingPunct="0">
                        <a:spcBef>
                          <a:spcPct val="40000"/>
                        </a:spcBef>
                        <a:spcAft>
                          <a:spcPct val="0"/>
                        </a:spcAft>
                        <a:buClrTx/>
                        <a:buSzPct val="100000"/>
                        <a:buFont typeface="Arial" panose="020B0604020202020204" pitchFamily="34" charset="0"/>
                        <a:buChar char="•"/>
                        <a:defRPr/>
                      </a:pPr>
                      <a:r>
                        <a:rPr lang="en-US" sz="1050" kern="0">
                          <a:solidFill>
                            <a:schemeClr val="bg1"/>
                          </a:solidFill>
                          <a:latin typeface="EYInterstate Light" panose="02000506000000020004" pitchFamily="2" charset="0"/>
                          <a:cs typeface="Arial" pitchFamily="34" charset="0"/>
                        </a:rPr>
                        <a:t>Lack of controls around inactive account population prevented reporting for process tracking </a:t>
                      </a:r>
                    </a:p>
                  </a:txBody>
                  <a:tcPr marL="45720" marR="45720" horzOverflow="overflow">
                    <a:lnL w="9525" cap="flat" cmpd="sng" algn="ctr">
                      <a:solidFill>
                        <a:srgbClr val="C893C7"/>
                      </a:solidFill>
                      <a:prstDash val="solid"/>
                      <a:round/>
                      <a:headEnd type="none" w="med" len="med"/>
                      <a:tailEnd type="none" w="med" len="med"/>
                    </a:lnL>
                    <a:lnR>
                      <a:noFill/>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6155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873125"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050" b="1" i="0" u="none" strike="noStrike" cap="none" normalizeH="0" baseline="0">
                          <a:ln>
                            <a:noFill/>
                          </a:ln>
                          <a:solidFill>
                            <a:schemeClr val="accent1">
                              <a:lumMod val="50000"/>
                            </a:schemeClr>
                          </a:solidFill>
                          <a:effectLst/>
                          <a:latin typeface="EYInterstate Light" panose="02000506000000020004" pitchFamily="2" charset="0"/>
                          <a:cs typeface="Arial" charset="0"/>
                        </a:rPr>
                        <a:t>Engagement Summary and Objectives</a:t>
                      </a:r>
                    </a:p>
                  </a:txBody>
                  <a:tcPr marL="0" marR="27921" marT="47384" marB="47384" horzOverflow="overflow">
                    <a:lnL>
                      <a:noFill/>
                    </a:lnL>
                    <a:lnR w="9525" cap="flat" cmpd="sng" algn="ctr">
                      <a:solidFill>
                        <a:srgbClr val="C893C7"/>
                      </a:solidFill>
                      <a:prstDash val="solid"/>
                      <a:round/>
                      <a:headEnd type="none" w="med" len="med"/>
                      <a:tailEnd type="none" w="med" len="med"/>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Develop financial close task definitions to operationalize close management tool </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Enable standardization, visibility, reporting, consistency and set process efficiencies across account reconciliation processes</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Create a framework of controls, ownership and workflow around account balances and associated clearing process</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Tool Implemented: BlackLine Task and Reconciliations Modules</a:t>
                      </a:r>
                    </a:p>
                  </a:txBody>
                  <a:tcPr marL="45720" marR="45720" horzOverflow="overflow">
                    <a:lnL w="9525" cap="flat" cmpd="sng" algn="ctr">
                      <a:solidFill>
                        <a:srgbClr val="C893C7"/>
                      </a:solidFill>
                      <a:prstDash val="solid"/>
                      <a:round/>
                      <a:headEnd type="none" w="med" len="med"/>
                      <a:tailEnd type="none" w="med" len="med"/>
                    </a:lnL>
                    <a:lnR>
                      <a:noFill/>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68201">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873125" rtl="0" eaLnBrk="1" fontAlgn="base" latinLnBrk="0" hangingPunct="1">
                        <a:lnSpc>
                          <a:spcPct val="100000"/>
                        </a:lnSpc>
                        <a:spcBef>
                          <a:spcPct val="0"/>
                        </a:spcBef>
                        <a:spcAft>
                          <a:spcPct val="40000"/>
                        </a:spcAft>
                        <a:buClr>
                          <a:srgbClr val="FFD200"/>
                        </a:buClr>
                        <a:buSzPct val="75000"/>
                        <a:buFont typeface="Arial Unicode MS" pitchFamily="34" charset="-128"/>
                        <a:buNone/>
                        <a:tabLst/>
                      </a:pPr>
                      <a:r>
                        <a:rPr kumimoji="0" lang="en-US" sz="1050" b="1" i="0" u="none" strike="noStrike" cap="none" normalizeH="0" baseline="0">
                          <a:ln>
                            <a:noFill/>
                          </a:ln>
                          <a:solidFill>
                            <a:schemeClr val="accent1">
                              <a:lumMod val="50000"/>
                            </a:schemeClr>
                          </a:solidFill>
                          <a:effectLst/>
                          <a:latin typeface="EYInterstate Light" panose="02000506000000020004" pitchFamily="2" charset="0"/>
                          <a:cs typeface="Arial" charset="0"/>
                        </a:rPr>
                        <a:t>EY Role</a:t>
                      </a:r>
                    </a:p>
                  </a:txBody>
                  <a:tcPr marL="0" marR="27921" marT="47384" marB="47384" horzOverflow="overflow">
                    <a:lnL>
                      <a:noFill/>
                    </a:lnL>
                    <a:lnR w="9525" cap="flat" cmpd="sng" algn="ctr">
                      <a:solidFill>
                        <a:srgbClr val="C893C7"/>
                      </a:solidFill>
                      <a:prstDash val="solid"/>
                      <a:round/>
                      <a:headEnd type="none" w="med" len="med"/>
                      <a:tailEnd type="none" w="med" len="med"/>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Configured, implemented and operationalized Task and Reconciliation BlackLine modules</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Implemented operational model, including account and entity governance and controls across the distributed organization </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Set and aligned account reconciliation standards and policies to industry standards</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Developed and provided training and change management to user base, managers and BlackLine admins</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Aligned reconciliation templates and reporting categories to accounting hierarchy for transparency and efficiency</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Automated feed of General Ledger to BlackLine reconciliation tool and enabled auto-certification policy</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Identified and configured automated solution for complex intercompany and variable interest / equity reconciliations </a:t>
                      </a:r>
                    </a:p>
                    <a:p>
                      <a:pPr marL="112713" lvl="1" indent="-112713" algn="l" defTabSz="914400" rtl="0" eaLnBrk="0" fontAlgn="base" latinLnBrk="0" hangingPunct="0">
                        <a:spcBef>
                          <a:spcPct val="40000"/>
                        </a:spcBef>
                        <a:spcAft>
                          <a:spcPct val="0"/>
                        </a:spcAft>
                        <a:buClrTx/>
                        <a:buSzPct val="100000"/>
                        <a:buFont typeface="Arial" panose="020B0604020202020204" pitchFamily="34" charset="0"/>
                        <a:buChar char="•"/>
                        <a:defRPr/>
                      </a:pPr>
                      <a:r>
                        <a:rPr lang="en-US" sz="1050" kern="0" dirty="0">
                          <a:solidFill>
                            <a:schemeClr val="bg1"/>
                          </a:solidFill>
                          <a:latin typeface="EYInterstate Light" panose="02000506000000020004" pitchFamily="2" charset="0"/>
                          <a:ea typeface="+mn-ea"/>
                          <a:cs typeface="Arial" pitchFamily="34" charset="0"/>
                        </a:rPr>
                        <a:t>Developed an organizational hierarchy within the tool to enable real time reporting around status, close process tracking and out of balance clearing at multi-tiered organizational view</a:t>
                      </a:r>
                    </a:p>
                  </a:txBody>
                  <a:tcPr marL="45720" marR="45720" horzOverflow="overflow">
                    <a:lnL w="9525" cap="flat" cmpd="sng" algn="ctr">
                      <a:solidFill>
                        <a:srgbClr val="C893C7"/>
                      </a:solidFill>
                      <a:prstDash val="solid"/>
                      <a:round/>
                      <a:headEnd type="none" w="med" len="med"/>
                      <a:tailEnd type="none" w="med" len="med"/>
                    </a:lnL>
                    <a:lnR>
                      <a:noFill/>
                    </a:lnR>
                    <a:lnT w="6350" cap="flat" cmpd="sng" algn="ctr">
                      <a:solidFill>
                        <a:srgbClr val="91278F"/>
                      </a:solidFill>
                      <a:prstDash val="solid"/>
                      <a:round/>
                      <a:headEnd type="none" w="med" len="med"/>
                      <a:tailEnd type="none" w="med" len="med"/>
                    </a:lnT>
                    <a:lnB w="6350" cap="flat" cmpd="sng" algn="ctr">
                      <a:solidFill>
                        <a:srgbClr val="91278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Rectangle 3">
            <a:extLst>
              <a:ext uri="{FF2B5EF4-FFF2-40B4-BE49-F238E27FC236}">
                <a16:creationId xmlns:a16="http://schemas.microsoft.com/office/drawing/2014/main" id="{0DD140C5-E550-97B3-9EA8-DFDF44A8B3EE}"/>
              </a:ext>
            </a:extLst>
          </p:cNvPr>
          <p:cNvSpPr>
            <a:spLocks noChangeArrowheads="1"/>
          </p:cNvSpPr>
          <p:nvPr/>
        </p:nvSpPr>
        <p:spPr bwMode="auto">
          <a:xfrm>
            <a:off x="8684125" y="1728457"/>
            <a:ext cx="2847766" cy="4535978"/>
          </a:xfrm>
          <a:prstGeom prst="rect">
            <a:avLst/>
          </a:prstGeom>
          <a:solidFill>
            <a:srgbClr val="FFE600">
              <a:lumMod val="20000"/>
              <a:lumOff val="80000"/>
            </a:srgbClr>
          </a:solidFill>
          <a:ln w="6350">
            <a:solidFill>
              <a:srgbClr val="646464">
                <a:lumMod val="20000"/>
                <a:lumOff val="80000"/>
              </a:srgbClr>
            </a:solidFill>
            <a:miter lim="800000"/>
            <a:headEnd/>
            <a:tailEnd/>
          </a:ln>
          <a:effectLst/>
        </p:spPr>
        <p:txBody>
          <a:bodyPr lIns="92059" tIns="91440" rIns="92059" bIns="46031" anchor="t"/>
          <a:lstStyle/>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dirty="0">
                <a:ln>
                  <a:noFill/>
                </a:ln>
                <a:solidFill>
                  <a:srgbClr val="646464"/>
                </a:solidFill>
                <a:effectLst/>
                <a:uLnTx/>
                <a:uFillTx/>
              </a:rPr>
              <a:t>Configured, implemented and operationalized Task and Reconciliation BlackLine modules</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dirty="0">
                <a:ln>
                  <a:noFill/>
                </a:ln>
                <a:solidFill>
                  <a:srgbClr val="646464"/>
                </a:solidFill>
                <a:effectLst/>
                <a:uLnTx/>
                <a:uFillTx/>
              </a:rPr>
              <a:t>Implemented operational model for account governance &amp; controls across the distributed organization </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dirty="0">
                <a:ln>
                  <a:noFill/>
                </a:ln>
                <a:solidFill>
                  <a:srgbClr val="646464"/>
                </a:solidFill>
                <a:effectLst/>
                <a:uLnTx/>
                <a:uFillTx/>
              </a:rPr>
              <a:t>Developed training framework and change management to user base and BlackLine admins</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dirty="0">
                <a:ln>
                  <a:noFill/>
                </a:ln>
                <a:solidFill>
                  <a:srgbClr val="646464"/>
                </a:solidFill>
                <a:effectLst/>
                <a:uLnTx/>
                <a:uFillTx/>
              </a:rPr>
              <a:t>Aligned recon templates and reporting categories to account hierarchy for transparency and efficiency</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dirty="0">
                <a:ln>
                  <a:noFill/>
                </a:ln>
                <a:solidFill>
                  <a:srgbClr val="646464"/>
                </a:solidFill>
                <a:effectLst/>
                <a:uLnTx/>
                <a:uFillTx/>
              </a:rPr>
              <a:t>Automated GL feed to BlackLine reconciliation tool and enabled auto-certification policy</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r>
              <a:rPr kumimoji="0" lang="en-US" sz="1200" b="0" i="0" u="none" strike="noStrike" kern="0" cap="none" spc="0" normalizeH="0" baseline="0" noProof="0" dirty="0">
                <a:ln>
                  <a:noFill/>
                </a:ln>
                <a:solidFill>
                  <a:srgbClr val="646464"/>
                </a:solidFill>
                <a:effectLst/>
                <a:uLnTx/>
                <a:uFillTx/>
              </a:rPr>
              <a:t>Identified and configured automated solution for complex intercompany and variable interest recons</a:t>
            </a:r>
          </a:p>
          <a:p>
            <a:pPr marL="177800" marR="0" lvl="0" indent="-177800" defTabSz="914400" eaLnBrk="1" fontAlgn="auto" latinLnBrk="0" hangingPunct="1">
              <a:lnSpc>
                <a:spcPct val="100000"/>
              </a:lnSpc>
              <a:spcBef>
                <a:spcPts val="0"/>
              </a:spcBef>
              <a:spcAft>
                <a:spcPts val="1200"/>
              </a:spcAft>
              <a:buClr>
                <a:srgbClr val="FFE600"/>
              </a:buClr>
              <a:buSzPct val="70000"/>
              <a:buFont typeface="Arial" pitchFamily="34" charset="0"/>
              <a:buChar char="►"/>
              <a:tabLst/>
              <a:defRPr/>
            </a:pPr>
            <a:endParaRPr kumimoji="0" lang="en-US" sz="1200" b="0" i="0" u="none" strike="noStrike" kern="0" cap="none" spc="0" normalizeH="0" baseline="0" noProof="0" dirty="0">
              <a:ln>
                <a:noFill/>
              </a:ln>
              <a:solidFill>
                <a:srgbClr val="646464"/>
              </a:solidFill>
              <a:effectLst/>
              <a:uLnTx/>
              <a:uFillTx/>
            </a:endParaRPr>
          </a:p>
          <a:p>
            <a:pPr marL="0" marR="0" lvl="0" indent="0" defTabSz="914400" eaLnBrk="0" fontAlgn="base" latinLnBrk="0" hangingPunct="0">
              <a:lnSpc>
                <a:spcPct val="100000"/>
              </a:lnSpc>
              <a:spcBef>
                <a:spcPct val="40000"/>
              </a:spcBef>
              <a:spcAft>
                <a:spcPts val="1200"/>
              </a:spcAft>
              <a:buClr>
                <a:srgbClr val="FFC000"/>
              </a:buClr>
              <a:buSzTx/>
              <a:buFontTx/>
              <a:buNone/>
              <a:tabLst/>
              <a:defRPr/>
            </a:pPr>
            <a:endParaRPr kumimoji="0" lang="en-US" sz="1200" b="1" i="0" u="none" strike="noStrike" kern="0" cap="none" spc="0" normalizeH="0" baseline="0" noProof="0" dirty="0">
              <a:ln>
                <a:noFill/>
              </a:ln>
              <a:solidFill>
                <a:srgbClr val="646464"/>
              </a:solidFill>
              <a:effectLst/>
              <a:uLnTx/>
              <a:uFillTx/>
              <a:cs typeface="Arial" pitchFamily="34" charset="0"/>
            </a:endParaRPr>
          </a:p>
        </p:txBody>
      </p:sp>
      <p:sp>
        <p:nvSpPr>
          <p:cNvPr id="11" name="Rectangle 5">
            <a:extLst>
              <a:ext uri="{FF2B5EF4-FFF2-40B4-BE49-F238E27FC236}">
                <a16:creationId xmlns:a16="http://schemas.microsoft.com/office/drawing/2014/main" id="{CA05C4D4-7CFA-A3CE-EF64-FEAE944A9124}"/>
              </a:ext>
            </a:extLst>
          </p:cNvPr>
          <p:cNvSpPr>
            <a:spLocks noChangeArrowheads="1"/>
          </p:cNvSpPr>
          <p:nvPr/>
        </p:nvSpPr>
        <p:spPr bwMode="auto">
          <a:xfrm>
            <a:off x="8684125" y="1305161"/>
            <a:ext cx="2847766" cy="300631"/>
          </a:xfrm>
          <a:prstGeom prst="rect">
            <a:avLst/>
          </a:prstGeom>
          <a:solidFill>
            <a:srgbClr val="FFE600"/>
          </a:solidFill>
          <a:ln w="6350">
            <a:solidFill>
              <a:srgbClr val="000000"/>
            </a:solidFill>
            <a:miter lim="800000"/>
            <a:headEnd/>
            <a:tailEnd/>
          </a:ln>
        </p:spPr>
        <p:txBody>
          <a:bodyPr wrap="none" lIns="45712" tIns="45712" rIns="45712" bIns="45712" anchor="ct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400" b="1" i="0" u="sng" strike="noStrike" kern="0" cap="none" spc="0" normalizeH="0" baseline="0" noProof="0">
                <a:ln>
                  <a:noFill/>
                </a:ln>
                <a:solidFill>
                  <a:srgbClr val="000000"/>
                </a:solidFill>
                <a:effectLst/>
                <a:uLnTx/>
                <a:uFillTx/>
              </a:rPr>
              <a:t>Value Delivered</a:t>
            </a:r>
          </a:p>
        </p:txBody>
      </p:sp>
    </p:spTree>
    <p:extLst>
      <p:ext uri="{BB962C8B-B14F-4D97-AF65-F5344CB8AC3E}">
        <p14:creationId xmlns:p14="http://schemas.microsoft.com/office/powerpoint/2010/main" val="20124840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310BD-1EBD-E89A-FAFB-AB02650634E4}"/>
              </a:ext>
            </a:extLst>
          </p:cNvPr>
          <p:cNvSpPr>
            <a:spLocks noGrp="1"/>
          </p:cNvSpPr>
          <p:nvPr>
            <p:ph type="title"/>
          </p:nvPr>
        </p:nvSpPr>
        <p:spPr/>
        <p:txBody>
          <a:bodyPr/>
          <a:lstStyle/>
          <a:p>
            <a:r>
              <a:rPr lang="en-US"/>
              <a:t>Top 20 US Pharma Company – Fast Close Project</a:t>
            </a:r>
            <a:endParaRPr lang="en-IN"/>
          </a:p>
        </p:txBody>
      </p:sp>
      <p:sp>
        <p:nvSpPr>
          <p:cNvPr id="5" name="Slide Number Placeholder 4">
            <a:extLst>
              <a:ext uri="{FF2B5EF4-FFF2-40B4-BE49-F238E27FC236}">
                <a16:creationId xmlns:a16="http://schemas.microsoft.com/office/drawing/2014/main" id="{22726CE0-DB29-AADE-711D-B32F03464F84}"/>
              </a:ext>
            </a:extLst>
          </p:cNvPr>
          <p:cNvSpPr>
            <a:spLocks noGrp="1"/>
          </p:cNvSpPr>
          <p:nvPr>
            <p:ph type="sldNum" sz="quarter" idx="12"/>
          </p:nvPr>
        </p:nvSpPr>
        <p:spPr/>
        <p:txBody>
          <a:bodyPr/>
          <a:lstStyle/>
          <a:p>
            <a:fld id="{94FCA0F3-9F3A-694B-99BB-0E592A797735}" type="slidenum">
              <a:rPr lang="en-US" smtClean="0"/>
              <a:t>70</a:t>
            </a:fld>
            <a:endParaRPr lang="en-US"/>
          </a:p>
        </p:txBody>
      </p:sp>
      <p:sp>
        <p:nvSpPr>
          <p:cNvPr id="6" name="Date Placeholder 5">
            <a:extLst>
              <a:ext uri="{FF2B5EF4-FFF2-40B4-BE49-F238E27FC236}">
                <a16:creationId xmlns:a16="http://schemas.microsoft.com/office/drawing/2014/main" id="{33F6493C-47BC-C0F8-6B49-A9DCE08523D9}"/>
              </a:ext>
            </a:extLst>
          </p:cNvPr>
          <p:cNvSpPr>
            <a:spLocks noGrp="1"/>
          </p:cNvSpPr>
          <p:nvPr>
            <p:ph type="dt" sz="half" idx="10"/>
          </p:nvPr>
        </p:nvSpPr>
        <p:spPr/>
        <p:txBody>
          <a:bodyPr/>
          <a:lstStyle/>
          <a:p>
            <a:fld id="{E4DBDF3C-C008-449E-AD82-C1762AB1893E}" type="datetime1">
              <a:rPr lang="en-US" smtClean="0"/>
              <a:t>11/28/2025</a:t>
            </a:fld>
            <a:endParaRPr lang="en-US"/>
          </a:p>
        </p:txBody>
      </p:sp>
      <p:sp>
        <p:nvSpPr>
          <p:cNvPr id="8" name="SmartArt Placeholder 7">
            <a:extLst>
              <a:ext uri="{FF2B5EF4-FFF2-40B4-BE49-F238E27FC236}">
                <a16:creationId xmlns:a16="http://schemas.microsoft.com/office/drawing/2014/main" id="{A1D0B93B-DA5F-D314-A929-B4BB27669C44}"/>
              </a:ext>
            </a:extLst>
          </p:cNvPr>
          <p:cNvSpPr>
            <a:spLocks noGrp="1"/>
          </p:cNvSpPr>
          <p:nvPr>
            <p:ph type="dgm" sz="quarter" idx="17"/>
          </p:nvPr>
        </p:nvSpPr>
        <p:spPr/>
        <p:txBody>
          <a:bodyPr/>
          <a:lstStyle/>
          <a:p>
            <a:endParaRPr lang="en-IN"/>
          </a:p>
        </p:txBody>
      </p:sp>
      <p:sp>
        <p:nvSpPr>
          <p:cNvPr id="9" name="Text Placeholder 3">
            <a:extLst>
              <a:ext uri="{FF2B5EF4-FFF2-40B4-BE49-F238E27FC236}">
                <a16:creationId xmlns:a16="http://schemas.microsoft.com/office/drawing/2014/main" id="{BCFE3330-FBF6-1554-3CB6-6CB1C657E3C7}"/>
              </a:ext>
            </a:extLst>
          </p:cNvPr>
          <p:cNvSpPr txBox="1">
            <a:spLocks/>
          </p:cNvSpPr>
          <p:nvPr/>
        </p:nvSpPr>
        <p:spPr>
          <a:xfrm>
            <a:off x="4157839" y="1717587"/>
            <a:ext cx="3576356" cy="4664303"/>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What we have done</a:t>
            </a:r>
          </a:p>
          <a:p>
            <a:pPr marL="0" indent="0" defTabSz="828476">
              <a:spcBef>
                <a:spcPts val="0"/>
              </a:spcBef>
              <a:spcAft>
                <a:spcPts val="300"/>
              </a:spcAft>
              <a:buClr>
                <a:srgbClr val="FFE600"/>
              </a:buClr>
              <a:buFont typeface="Arial" pitchFamily="34" charset="0"/>
              <a:buNone/>
              <a:tabLst>
                <a:tab pos="293732" algn="l"/>
              </a:tabLst>
              <a:defRPr/>
            </a:pPr>
            <a:r>
              <a:rPr lang="en-US" sz="1000" b="1" i="1" dirty="0">
                <a:solidFill>
                  <a:srgbClr val="646464"/>
                </a:solidFill>
                <a:latin typeface="EYInterstate Light" panose="02000506000000020004" pitchFamily="2" charset="0"/>
              </a:rPr>
              <a:t>Identified and designed processes to improve the financial statement close process</a:t>
            </a:r>
          </a:p>
          <a:p>
            <a:pPr marL="177800" indent="-177800" defTabSz="828476">
              <a:spcBef>
                <a:spcPts val="0"/>
              </a:spcBef>
              <a:spcAft>
                <a:spcPts val="300"/>
              </a:spcAft>
              <a:buClr>
                <a:srgbClr val="FFE600"/>
              </a:buClr>
              <a:tabLst>
                <a:tab pos="293732" algn="l"/>
              </a:tabLst>
              <a:defRPr/>
            </a:pPr>
            <a:r>
              <a:rPr lang="en-US" sz="1000" dirty="0">
                <a:solidFill>
                  <a:srgbClr val="646464"/>
                </a:solidFill>
                <a:latin typeface="EYInterstate Light" panose="02000506000000020004" pitchFamily="2" charset="0"/>
              </a:rPr>
              <a:t>Held 30 interviews with key close process stakeholders, collecting 125 process challenges and mapped them to 13 key improvement initiatives</a:t>
            </a:r>
          </a:p>
          <a:p>
            <a:pPr marL="177800" indent="-177800" defTabSz="828476">
              <a:spcBef>
                <a:spcPts val="0"/>
              </a:spcBef>
              <a:spcAft>
                <a:spcPts val="300"/>
              </a:spcAft>
              <a:buClr>
                <a:srgbClr val="FFE600"/>
              </a:buClr>
              <a:tabLst>
                <a:tab pos="293732" algn="l"/>
              </a:tabLst>
              <a:defRPr/>
            </a:pPr>
            <a:r>
              <a:rPr lang="en-US" sz="1000" dirty="0">
                <a:solidFill>
                  <a:srgbClr val="646464"/>
                </a:solidFill>
                <a:latin typeface="EYInterstate Light" panose="02000506000000020004" pitchFamily="2" charset="0"/>
              </a:rPr>
              <a:t>Built dependency-driven critical path summaries, detailing the current state close and the acceleration required to reach desired future state</a:t>
            </a:r>
          </a:p>
          <a:p>
            <a:pPr marL="0" indent="0" defTabSz="828476">
              <a:spcBef>
                <a:spcPts val="0"/>
              </a:spcBef>
              <a:spcAft>
                <a:spcPts val="300"/>
              </a:spcAft>
              <a:buClr>
                <a:srgbClr val="FFE600"/>
              </a:buClr>
              <a:buFont typeface="Arial" pitchFamily="34" charset="0"/>
              <a:buNone/>
              <a:tabLst>
                <a:tab pos="293732" algn="l"/>
              </a:tabLst>
              <a:defRPr/>
            </a:pPr>
            <a:r>
              <a:rPr lang="en-US" sz="1000" b="1" i="1" dirty="0">
                <a:solidFill>
                  <a:srgbClr val="646464"/>
                </a:solidFill>
                <a:latin typeface="EYInterstate Light" panose="02000506000000020004" pitchFamily="2" charset="0"/>
              </a:rPr>
              <a:t>Assessed and provided recommendations to standardize the close process globally</a:t>
            </a:r>
          </a:p>
          <a:p>
            <a:pPr marL="177800" indent="-177800" defTabSz="828476">
              <a:spcBef>
                <a:spcPts val="0"/>
              </a:spcBef>
              <a:spcAft>
                <a:spcPts val="300"/>
              </a:spcAft>
              <a:buClr>
                <a:srgbClr val="FFE600"/>
              </a:buClr>
              <a:tabLst>
                <a:tab pos="293732" algn="l"/>
              </a:tabLst>
              <a:defRPr/>
            </a:pPr>
            <a:r>
              <a:rPr lang="en-US" sz="1000" dirty="0">
                <a:solidFill>
                  <a:srgbClr val="646464"/>
                </a:solidFill>
                <a:latin typeface="EYInterstate Light" panose="02000506000000020004" pitchFamily="2" charset="0"/>
              </a:rPr>
              <a:t>Compiled close checklists into a global close tracking tool for monitoring key close activities, including owners and due dates for each activity</a:t>
            </a:r>
          </a:p>
          <a:p>
            <a:pPr marL="177800" indent="-177800" defTabSz="828476">
              <a:spcBef>
                <a:spcPts val="0"/>
              </a:spcBef>
              <a:spcAft>
                <a:spcPts val="300"/>
              </a:spcAft>
              <a:buClr>
                <a:srgbClr val="FFE600"/>
              </a:buClr>
              <a:tabLst>
                <a:tab pos="293732" algn="l"/>
              </a:tabLst>
              <a:defRPr/>
            </a:pPr>
            <a:r>
              <a:rPr lang="en-US" sz="1000" dirty="0">
                <a:solidFill>
                  <a:srgbClr val="646464"/>
                </a:solidFill>
                <a:latin typeface="EYInterstate Light" panose="02000506000000020004" pitchFamily="2" charset="0"/>
              </a:rPr>
              <a:t>Analyzed MJE’s using SOX, PwC and SAP reporting data and tested thresholds for overall MJE dataset. Recommended changes in current thresholds, which resulted in 35% reduction in overall entries and immaterial P&amp;L impact</a:t>
            </a:r>
          </a:p>
          <a:p>
            <a:pPr marL="0" indent="0" defTabSz="828476">
              <a:spcBef>
                <a:spcPts val="0"/>
              </a:spcBef>
              <a:spcAft>
                <a:spcPts val="300"/>
              </a:spcAft>
              <a:buClr>
                <a:srgbClr val="FFE600"/>
              </a:buClr>
              <a:buFont typeface="Arial" pitchFamily="34" charset="0"/>
              <a:buNone/>
              <a:tabLst>
                <a:tab pos="293732" algn="l"/>
              </a:tabLst>
              <a:defRPr/>
            </a:pPr>
            <a:r>
              <a:rPr lang="en-US" sz="1000" b="1" i="1" dirty="0">
                <a:solidFill>
                  <a:srgbClr val="646464"/>
                </a:solidFill>
                <a:latin typeface="EYInterstate Light" panose="02000506000000020004" pitchFamily="2" charset="0"/>
              </a:rPr>
              <a:t>Evaluated and recommended the use of automation to increase the efficiency and accuracy of closing activities</a:t>
            </a:r>
          </a:p>
          <a:p>
            <a:pPr marL="177800" indent="-177800" defTabSz="828476">
              <a:spcBef>
                <a:spcPts val="0"/>
              </a:spcBef>
              <a:spcAft>
                <a:spcPts val="300"/>
              </a:spcAft>
              <a:buClr>
                <a:srgbClr val="FFE600"/>
              </a:buClr>
              <a:tabLst>
                <a:tab pos="293732" algn="l"/>
              </a:tabLst>
              <a:defRPr/>
            </a:pPr>
            <a:r>
              <a:rPr lang="en-US" sz="1000" dirty="0">
                <a:solidFill>
                  <a:srgbClr val="646464"/>
                </a:solidFill>
                <a:latin typeface="EYInterstate Light" panose="02000506000000020004" pitchFamily="2" charset="0"/>
              </a:rPr>
              <a:t>Recommended implementation of BlackLine JE module for further streamlining of MJE and as governance for new MJE threshold policies</a:t>
            </a:r>
          </a:p>
          <a:p>
            <a:pPr marL="177800" indent="-177800" defTabSz="828476">
              <a:spcBef>
                <a:spcPts val="0"/>
              </a:spcBef>
              <a:spcAft>
                <a:spcPts val="300"/>
              </a:spcAft>
              <a:buClr>
                <a:srgbClr val="FFE600"/>
              </a:buClr>
              <a:tabLst>
                <a:tab pos="293732" algn="l"/>
              </a:tabLst>
              <a:defRPr/>
            </a:pPr>
            <a:r>
              <a:rPr lang="en-US" sz="1000" dirty="0">
                <a:solidFill>
                  <a:srgbClr val="646464"/>
                </a:solidFill>
                <a:latin typeface="EYInterstate Light" panose="02000506000000020004" pitchFamily="2" charset="0"/>
              </a:rPr>
              <a:t>Recommended implementation of RPA bots for selected processes to reduce manual effort and improve efficiency of calculation and reporting steps</a:t>
            </a:r>
          </a:p>
          <a:p>
            <a:pPr marL="0" indent="0" defTabSz="828476">
              <a:spcBef>
                <a:spcPts val="0"/>
              </a:spcBef>
              <a:spcAft>
                <a:spcPts val="300"/>
              </a:spcAft>
              <a:buClr>
                <a:srgbClr val="FFE600"/>
              </a:buClr>
              <a:buFont typeface="Arial" pitchFamily="34" charset="0"/>
              <a:buNone/>
              <a:tabLst>
                <a:tab pos="293732" algn="l"/>
              </a:tabLst>
              <a:defRPr/>
            </a:pPr>
            <a:endParaRPr lang="en-US" sz="1000" dirty="0">
              <a:solidFill>
                <a:srgbClr val="646464"/>
              </a:solidFill>
              <a:latin typeface="EYInterstate Light" panose="02000506000000020004" pitchFamily="2" charset="0"/>
            </a:endParaRPr>
          </a:p>
          <a:p>
            <a:pPr marL="0" indent="0" defTabSz="828476">
              <a:spcBef>
                <a:spcPts val="0"/>
              </a:spcBef>
              <a:spcAft>
                <a:spcPts val="300"/>
              </a:spcAft>
              <a:buClr>
                <a:srgbClr val="FFE600"/>
              </a:buClr>
              <a:buFont typeface="Arial" pitchFamily="34" charset="0"/>
              <a:buNone/>
              <a:tabLst>
                <a:tab pos="293732" algn="l"/>
              </a:tabLst>
              <a:defRPr/>
            </a:pPr>
            <a:endParaRPr lang="en-US" sz="1000" dirty="0">
              <a:solidFill>
                <a:srgbClr val="646464"/>
              </a:solidFill>
              <a:latin typeface="EYInterstate Light" panose="02000506000000020004" pitchFamily="2" charset="0"/>
            </a:endParaRPr>
          </a:p>
        </p:txBody>
      </p:sp>
      <p:sp>
        <p:nvSpPr>
          <p:cNvPr id="10" name="Text Placeholder 4">
            <a:extLst>
              <a:ext uri="{FF2B5EF4-FFF2-40B4-BE49-F238E27FC236}">
                <a16:creationId xmlns:a16="http://schemas.microsoft.com/office/drawing/2014/main" id="{4189C7FB-6B72-31E0-C5F2-98024CA1DBCE}"/>
              </a:ext>
            </a:extLst>
          </p:cNvPr>
          <p:cNvSpPr txBox="1">
            <a:spLocks/>
          </p:cNvSpPr>
          <p:nvPr/>
        </p:nvSpPr>
        <p:spPr>
          <a:xfrm>
            <a:off x="7936306" y="1717587"/>
            <a:ext cx="3600000" cy="1339607"/>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Value for the client</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Provided a clear, actionable path to reach a 4 day close in 2019 and 3 day close in 2020 (prelim, pre-tax, non-GAAP consolidated P&amp;L)</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Developed an initiative roadmap focused on minimizing non-value added activities, and replacing them with robust processes enhanced through automation</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Calculated and socialized optimal thresholds for MJEs globally, including validation with international accounting leads</a:t>
            </a:r>
          </a:p>
          <a:p>
            <a:pPr marL="0" indent="0" defTabSz="828476">
              <a:spcBef>
                <a:spcPts val="0"/>
              </a:spcBef>
              <a:spcAft>
                <a:spcPts val="300"/>
              </a:spcAft>
              <a:buClr>
                <a:srgbClr val="FFE600"/>
              </a:buClr>
              <a:buFont typeface="Arial" pitchFamily="34" charset="0"/>
              <a:buNone/>
              <a:tabLst>
                <a:tab pos="293732" algn="l"/>
              </a:tabLst>
              <a:defRPr/>
            </a:pPr>
            <a:endParaRPr lang="en-US" sz="1000">
              <a:solidFill>
                <a:srgbClr val="646464"/>
              </a:solidFill>
              <a:latin typeface="EYInterstate Light" panose="02000506000000020004" pitchFamily="2" charset="0"/>
            </a:endParaRPr>
          </a:p>
        </p:txBody>
      </p:sp>
      <p:sp>
        <p:nvSpPr>
          <p:cNvPr id="11" name="Text Placeholder 3">
            <a:extLst>
              <a:ext uri="{FF2B5EF4-FFF2-40B4-BE49-F238E27FC236}">
                <a16:creationId xmlns:a16="http://schemas.microsoft.com/office/drawing/2014/main" id="{AF23D116-181F-E319-922A-3D679601DC7B}"/>
              </a:ext>
            </a:extLst>
          </p:cNvPr>
          <p:cNvSpPr txBox="1">
            <a:spLocks/>
          </p:cNvSpPr>
          <p:nvPr/>
        </p:nvSpPr>
        <p:spPr>
          <a:xfrm>
            <a:off x="590550" y="4807583"/>
            <a:ext cx="3538085" cy="669512"/>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The challenge</a:t>
            </a:r>
            <a:endParaRPr lang="en-US" sz="1000">
              <a:solidFill>
                <a:srgbClr val="646464"/>
              </a:solidFill>
              <a:latin typeface="EYInterstate Light" panose="02000506000000020004" pitchFamily="2" charset="0"/>
            </a:endParaRP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The client had an aggressive timeline for the reduction of the financial statement close process from a 5 day close to 4 days by end of 2019 and then to 3 days by the end of 2020</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The client was in the final stages of integrating an acquisition and As-Is processes were not fully standardized at the inception of the acceleration effort</a:t>
            </a:r>
          </a:p>
        </p:txBody>
      </p:sp>
      <p:sp>
        <p:nvSpPr>
          <p:cNvPr id="12" name="TextBox 11">
            <a:extLst>
              <a:ext uri="{FF2B5EF4-FFF2-40B4-BE49-F238E27FC236}">
                <a16:creationId xmlns:a16="http://schemas.microsoft.com/office/drawing/2014/main" id="{0CF95A79-2B47-84E8-03C6-ED66990EEDD7}"/>
              </a:ext>
            </a:extLst>
          </p:cNvPr>
          <p:cNvSpPr txBox="1">
            <a:spLocks/>
          </p:cNvSpPr>
          <p:nvPr/>
        </p:nvSpPr>
        <p:spPr>
          <a:xfrm>
            <a:off x="713264" y="2312316"/>
            <a:ext cx="1421343" cy="576000"/>
          </a:xfrm>
          <a:prstGeom prst="rect">
            <a:avLst/>
          </a:prstGeom>
          <a:noFill/>
        </p:spPr>
        <p:txBody>
          <a:bodyPr wrap="square" lIns="0" tIns="0" rIns="0" bIns="0" rtlCol="0" anchor="t">
            <a:noAutofit/>
          </a:bodyPr>
          <a:lstStyle/>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200" b="1" i="0" u="none" strike="noStrike" kern="0" cap="none" spc="0" normalizeH="0" baseline="0" noProof="0">
                <a:ln>
                  <a:noFill/>
                </a:ln>
                <a:solidFill>
                  <a:srgbClr val="646464"/>
                </a:solidFill>
                <a:effectLst/>
                <a:uLnTx/>
                <a:uFillTx/>
              </a:rPr>
              <a:t>John Hatcher</a:t>
            </a:r>
            <a:endParaRPr kumimoji="0" lang="en-US" sz="1000" b="1" i="0" u="none" strike="noStrike" kern="0" cap="none" spc="0" normalizeH="0" baseline="0" noProof="0">
              <a:ln>
                <a:noFill/>
              </a:ln>
              <a:solidFill>
                <a:srgbClr val="646464"/>
              </a:solidFill>
              <a:effectLst/>
              <a:uLnTx/>
              <a:uFillTx/>
            </a:endParaRPr>
          </a:p>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000" b="0" i="0" u="none" strike="noStrike" kern="0" cap="none" spc="0" normalizeH="0" baseline="0" noProof="0">
                <a:ln>
                  <a:noFill/>
                </a:ln>
                <a:solidFill>
                  <a:srgbClr val="646464"/>
                </a:solidFill>
                <a:effectLst/>
                <a:uLnTx/>
                <a:uFillTx/>
              </a:rPr>
              <a:t>Executive Director </a:t>
            </a:r>
            <a:br>
              <a:rPr kumimoji="0" lang="en-US" sz="1000" b="0" i="0" u="none" strike="noStrike" kern="0" cap="none" spc="0" normalizeH="0" baseline="0" noProof="0">
                <a:ln>
                  <a:noFill/>
                </a:ln>
                <a:solidFill>
                  <a:srgbClr val="646464"/>
                </a:solidFill>
                <a:effectLst/>
                <a:uLnTx/>
                <a:uFillTx/>
              </a:rPr>
            </a:br>
            <a:r>
              <a:rPr kumimoji="0" lang="en-US" sz="1000" b="0" i="0" u="none" strike="noStrike" kern="0" cap="none" spc="0" normalizeH="0" baseline="0" noProof="0">
                <a:ln>
                  <a:noFill/>
                </a:ln>
                <a:solidFill>
                  <a:srgbClr val="646464"/>
                </a:solidFill>
                <a:effectLst/>
                <a:uLnTx/>
                <a:uFillTx/>
              </a:rPr>
              <a:t>US Engagement Lead</a:t>
            </a:r>
          </a:p>
        </p:txBody>
      </p:sp>
      <p:cxnSp>
        <p:nvCxnSpPr>
          <p:cNvPr id="13" name="Straight Connector 12">
            <a:extLst>
              <a:ext uri="{FF2B5EF4-FFF2-40B4-BE49-F238E27FC236}">
                <a16:creationId xmlns:a16="http://schemas.microsoft.com/office/drawing/2014/main" id="{037DB141-2F30-0DEC-44E7-9ED43928751D}"/>
              </a:ext>
            </a:extLst>
          </p:cNvPr>
          <p:cNvCxnSpPr>
            <a:cxnSpLocks/>
          </p:cNvCxnSpPr>
          <p:nvPr/>
        </p:nvCxnSpPr>
        <p:spPr>
          <a:xfrm>
            <a:off x="7936306" y="1507896"/>
            <a:ext cx="3600000" cy="0"/>
          </a:xfrm>
          <a:prstGeom prst="line">
            <a:avLst/>
          </a:prstGeom>
          <a:noFill/>
          <a:ln w="12700" cap="flat" cmpd="sng" algn="ctr">
            <a:gradFill flip="none" rotWithShape="1">
              <a:gsLst>
                <a:gs pos="0">
                  <a:srgbClr val="FFFFFF"/>
                </a:gs>
                <a:gs pos="53000">
                  <a:srgbClr val="FFE600"/>
                </a:gs>
              </a:gsLst>
              <a:lin ang="10800000" scaled="1"/>
              <a:tileRect/>
            </a:gradFill>
            <a:prstDash val="solid"/>
            <a:tailEnd type="none"/>
          </a:ln>
          <a:effectLst/>
        </p:spPr>
      </p:cxnSp>
      <p:sp>
        <p:nvSpPr>
          <p:cNvPr id="14" name="TextBox 13">
            <a:extLst>
              <a:ext uri="{FF2B5EF4-FFF2-40B4-BE49-F238E27FC236}">
                <a16:creationId xmlns:a16="http://schemas.microsoft.com/office/drawing/2014/main" id="{4CDE2707-DEB9-274A-B1A8-402786B61F98}"/>
              </a:ext>
            </a:extLst>
          </p:cNvPr>
          <p:cNvSpPr txBox="1">
            <a:spLocks/>
          </p:cNvSpPr>
          <p:nvPr/>
        </p:nvSpPr>
        <p:spPr>
          <a:xfrm>
            <a:off x="609601" y="2974651"/>
            <a:ext cx="3276389" cy="756000"/>
          </a:xfrm>
          <a:prstGeom prst="rect">
            <a:avLst/>
          </a:prstGeom>
          <a:noFill/>
        </p:spPr>
        <p:txBody>
          <a:bodyPr wrap="square" lIns="0" tIns="0" rIns="0" bIns="0" rtlCol="0">
            <a:noAutofit/>
          </a:bodyPr>
          <a:lstStyle/>
          <a:p>
            <a:pPr marL="0" marR="0" lvl="0" indent="0" defTabSz="828476" eaLnBrk="1" fontAlgn="base" latinLnBrk="0" hangingPunct="1">
              <a:lnSpc>
                <a:spcPct val="100000"/>
              </a:lnSpc>
              <a:spcBef>
                <a:spcPts val="0"/>
              </a:spcBef>
              <a:spcAft>
                <a:spcPts val="300"/>
              </a:spcAft>
              <a:buClr>
                <a:srgbClr val="FFE600"/>
              </a:buClr>
              <a:buSzPct val="70000"/>
              <a:buFontTx/>
              <a:buNone/>
              <a:tabLst>
                <a:tab pos="293732" algn="l"/>
              </a:tabLst>
              <a:defRPr/>
            </a:pPr>
            <a:r>
              <a:rPr kumimoji="0" lang="en-US" sz="1000" b="0" i="1" u="none" strike="noStrike" kern="0" cap="none" spc="0" normalizeH="0" baseline="0" noProof="0">
                <a:ln>
                  <a:noFill/>
                </a:ln>
                <a:solidFill>
                  <a:srgbClr val="646464"/>
                </a:solidFill>
                <a:effectLst/>
                <a:uLnTx/>
                <a:uFillTx/>
              </a:rPr>
              <a:t>“With this credential we demonstrated that EY understands the key facets of the financial statement close processes and provide clients with actionable improvement initiative to increase efficiency and effectiveness of the overall process.” John Hatcher</a:t>
            </a:r>
          </a:p>
        </p:txBody>
      </p:sp>
      <p:cxnSp>
        <p:nvCxnSpPr>
          <p:cNvPr id="15" name="Straight Connector 14">
            <a:extLst>
              <a:ext uri="{FF2B5EF4-FFF2-40B4-BE49-F238E27FC236}">
                <a16:creationId xmlns:a16="http://schemas.microsoft.com/office/drawing/2014/main" id="{B597E5E0-42B9-5586-37E3-B19936B26245}"/>
              </a:ext>
            </a:extLst>
          </p:cNvPr>
          <p:cNvCxnSpPr>
            <a:cxnSpLocks/>
          </p:cNvCxnSpPr>
          <p:nvPr/>
        </p:nvCxnSpPr>
        <p:spPr>
          <a:xfrm>
            <a:off x="590550" y="3833962"/>
            <a:ext cx="3455988" cy="0"/>
          </a:xfrm>
          <a:prstGeom prst="line">
            <a:avLst/>
          </a:prstGeom>
          <a:noFill/>
          <a:ln w="12700" cap="flat" cmpd="sng" algn="ctr">
            <a:gradFill flip="none" rotWithShape="1">
              <a:gsLst>
                <a:gs pos="0">
                  <a:srgbClr val="FFFFFF"/>
                </a:gs>
                <a:gs pos="53000">
                  <a:srgbClr val="FFE600"/>
                </a:gs>
              </a:gsLst>
              <a:lin ang="10800000" scaled="1"/>
              <a:tileRect/>
            </a:gradFill>
            <a:prstDash val="solid"/>
            <a:tailEnd type="none"/>
          </a:ln>
          <a:effectLst/>
        </p:spPr>
      </p:cxnSp>
      <p:sp>
        <p:nvSpPr>
          <p:cNvPr id="16" name="Text Placeholder 3">
            <a:extLst>
              <a:ext uri="{FF2B5EF4-FFF2-40B4-BE49-F238E27FC236}">
                <a16:creationId xmlns:a16="http://schemas.microsoft.com/office/drawing/2014/main" id="{E535CC62-DAD8-6CB7-A0FD-FFCBD72A0A42}"/>
              </a:ext>
            </a:extLst>
          </p:cNvPr>
          <p:cNvSpPr txBox="1">
            <a:spLocks/>
          </p:cNvSpPr>
          <p:nvPr/>
        </p:nvSpPr>
        <p:spPr>
          <a:xfrm>
            <a:off x="590550" y="3877023"/>
            <a:ext cx="3538085" cy="828391"/>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cs typeface="Times New Roman"/>
              </a:rPr>
              <a:t>Objective</a:t>
            </a:r>
            <a:endParaRPr lang="en-US" sz="1000">
              <a:solidFill>
                <a:srgbClr val="646464"/>
              </a:solidFill>
              <a:latin typeface="EYInterstate Light" panose="02000506000000020004" pitchFamily="2" charset="0"/>
            </a:endParaRP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Accelerate the financial close process from 5 to 4 days in 2019 and to 3 days in first quarter 2020, through standardization of processes, deployment of leading-practice tools and increased governance</a:t>
            </a:r>
          </a:p>
        </p:txBody>
      </p:sp>
      <p:sp>
        <p:nvSpPr>
          <p:cNvPr id="17" name="Rectangle 436">
            <a:extLst>
              <a:ext uri="{FF2B5EF4-FFF2-40B4-BE49-F238E27FC236}">
                <a16:creationId xmlns:a16="http://schemas.microsoft.com/office/drawing/2014/main" id="{19D1C2B7-292C-11D7-569F-B03C4657DB51}"/>
              </a:ext>
            </a:extLst>
          </p:cNvPr>
          <p:cNvSpPr/>
          <p:nvPr/>
        </p:nvSpPr>
        <p:spPr>
          <a:xfrm>
            <a:off x="7936306" y="3684523"/>
            <a:ext cx="2637079" cy="1833590"/>
          </a:xfrm>
          <a:prstGeom prst="rect">
            <a:avLst/>
          </a:prstGeom>
          <a:noFill/>
          <a:ln w="9525" cap="flat" cmpd="sng" algn="ctr">
            <a:noFill/>
            <a:prstDash val="solid"/>
          </a:ln>
          <a:effectLst/>
        </p:spPr>
        <p:txBody>
          <a:bodyPr rot="0" spcFirstLastPara="0" vertOverflow="overflow" horzOverflow="overflow" vert="horz" wrap="square" lIns="90000" tIns="0" rIns="0" bIns="0" numCol="1" spcCol="0" rtlCol="0" fromWordArt="0" anchor="t" anchorCtr="0" forceAA="0" compatLnSpc="1">
            <a:prstTxWarp prst="textNoShape">
              <a:avLst/>
            </a:prstTxWarp>
            <a:noAutofit/>
          </a:bodyPr>
          <a:lstStyle/>
          <a:p>
            <a:pPr marL="0" marR="0" lvl="0" indent="0" defTabSz="837866" eaLnBrk="1" fontAlgn="auto" latinLnBrk="0" hangingPunct="1">
              <a:lnSpc>
                <a:spcPts val="877"/>
              </a:lnSpc>
              <a:spcBef>
                <a:spcPts val="0"/>
              </a:spcBef>
              <a:spcAft>
                <a:spcPts val="1052"/>
              </a:spcAft>
              <a:buClr>
                <a:srgbClr val="FFE600"/>
              </a:buClr>
              <a:buSzPct val="70000"/>
              <a:buFont typeface="Arial" charset="0"/>
              <a:buNone/>
              <a:tabLst/>
              <a:defRPr/>
            </a:pPr>
            <a:r>
              <a:rPr kumimoji="0" lang="en-US" sz="1200" b="1" i="0" u="none" strike="noStrike" kern="0" cap="none" spc="0" normalizeH="0" baseline="0" noProof="0">
                <a:ln>
                  <a:noFill/>
                </a:ln>
                <a:solidFill>
                  <a:srgbClr val="646464"/>
                </a:solidFill>
                <a:effectLst/>
                <a:uLnTx/>
                <a:uFillTx/>
                <a:cs typeface="Arial" panose="020B0604020202020204" pitchFamily="34" charset="0"/>
                <a:sym typeface="EYInterstate Light" panose="02000506000000020004" pitchFamily="2" charset="0"/>
              </a:rPr>
              <a:t>Scope</a:t>
            </a:r>
            <a:endParaRPr kumimoji="0" lang="en-US" sz="1000" b="1" i="0" u="none" strike="noStrike" kern="0" cap="none" spc="0" normalizeH="0" baseline="0" noProof="0">
              <a:ln>
                <a:noFill/>
              </a:ln>
              <a:solidFill>
                <a:srgbClr val="646464"/>
              </a:solidFill>
              <a:effectLst/>
              <a:uLnTx/>
              <a:uFillTx/>
              <a:cs typeface="Arial" panose="020B0604020202020204" pitchFamily="34" charset="0"/>
              <a:sym typeface="EYInterstate Light" panose="02000506000000020004" pitchFamily="2" charset="0"/>
            </a:endParaRPr>
          </a:p>
          <a:p>
            <a:pPr marL="0" marR="0" lvl="0" indent="0" defTabSz="837866" eaLnBrk="1" fontAlgn="base" latinLnBrk="0" hangingPunct="1">
              <a:lnSpc>
                <a:spcPts val="877"/>
              </a:lnSpc>
              <a:spcBef>
                <a:spcPct val="0"/>
              </a:spcBef>
              <a:spcAft>
                <a:spcPts val="1025"/>
              </a:spcAft>
              <a:buClr>
                <a:srgbClr val="FFE600"/>
              </a:buClr>
              <a:buSzPct val="70000"/>
              <a:buFontTx/>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Financial Close Process &amp; Controls </a:t>
            </a:r>
          </a:p>
          <a:p>
            <a:pPr marL="0" marR="0" lvl="0" indent="0" defTabSz="837866" eaLnBrk="1" fontAlgn="base" latinLnBrk="0" hangingPunct="1">
              <a:lnSpc>
                <a:spcPts val="877"/>
              </a:lnSpc>
              <a:spcBef>
                <a:spcPct val="0"/>
              </a:spcBef>
              <a:spcAft>
                <a:spcPts val="1025"/>
              </a:spcAft>
              <a:buClr>
                <a:srgbClr val="FFE600"/>
              </a:buClr>
              <a:buSzPct val="70000"/>
              <a:buFont typeface="Arial" charset="0"/>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MJE Assessment &amp; Rationalization</a:t>
            </a:r>
          </a:p>
          <a:p>
            <a:pPr marL="0" marR="0" lvl="0" indent="0" defTabSz="837866" eaLnBrk="1" fontAlgn="base" latinLnBrk="0" hangingPunct="1">
              <a:lnSpc>
                <a:spcPts val="877"/>
              </a:lnSpc>
              <a:spcBef>
                <a:spcPct val="0"/>
              </a:spcBef>
              <a:spcAft>
                <a:spcPts val="1025"/>
              </a:spcAft>
              <a:buClr>
                <a:srgbClr val="FFE600"/>
              </a:buClr>
              <a:buSzPct val="70000"/>
              <a:buFont typeface="Arial" charset="0"/>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Global Process Alignment</a:t>
            </a:r>
          </a:p>
          <a:p>
            <a:pPr marL="0" marR="0" lvl="0" indent="0" defTabSz="837866" eaLnBrk="1" fontAlgn="base" latinLnBrk="0" hangingPunct="1">
              <a:lnSpc>
                <a:spcPts val="877"/>
              </a:lnSpc>
              <a:spcBef>
                <a:spcPct val="0"/>
              </a:spcBef>
              <a:spcAft>
                <a:spcPts val="1025"/>
              </a:spcAft>
              <a:buClr>
                <a:srgbClr val="FFE600"/>
              </a:buClr>
              <a:buSzPct val="70000"/>
              <a:buFont typeface="Arial" charset="0"/>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Technology Enablement Assessment</a:t>
            </a:r>
          </a:p>
        </p:txBody>
      </p:sp>
      <p:pic>
        <p:nvPicPr>
          <p:cNvPr id="18" name="Picture 17">
            <a:extLst>
              <a:ext uri="{FF2B5EF4-FFF2-40B4-BE49-F238E27FC236}">
                <a16:creationId xmlns:a16="http://schemas.microsoft.com/office/drawing/2014/main" id="{C9A8252D-067C-9431-5C8A-01C399EE3E91}"/>
              </a:ext>
            </a:extLst>
          </p:cNvPr>
          <p:cNvPicPr>
            <a:picLocks noChangeAspect="1"/>
          </p:cNvPicPr>
          <p:nvPr/>
        </p:nvPicPr>
        <p:blipFill rotWithShape="1">
          <a:blip r:embed="rId2">
            <a:extLst>
              <a:ext uri="{28A0092B-C50C-407E-A947-70E740481C1C}">
                <a14:useLocalDpi xmlns:a14="http://schemas.microsoft.com/office/drawing/2010/main" val="0"/>
              </a:ext>
            </a:extLst>
          </a:blip>
          <a:srcRect l="265" r="-265"/>
          <a:stretch/>
        </p:blipFill>
        <p:spPr>
          <a:xfrm>
            <a:off x="1027936" y="1433467"/>
            <a:ext cx="792000" cy="792000"/>
          </a:xfrm>
          <a:prstGeom prst="ellipse">
            <a:avLst/>
          </a:prstGeom>
          <a:ln>
            <a:noFill/>
          </a:ln>
        </p:spPr>
      </p:pic>
      <p:grpSp>
        <p:nvGrpSpPr>
          <p:cNvPr id="19" name="Group 18">
            <a:extLst>
              <a:ext uri="{FF2B5EF4-FFF2-40B4-BE49-F238E27FC236}">
                <a16:creationId xmlns:a16="http://schemas.microsoft.com/office/drawing/2014/main" id="{FE1A09BA-FC0A-ED4D-274D-BC218C686CF2}"/>
              </a:ext>
            </a:extLst>
          </p:cNvPr>
          <p:cNvGrpSpPr>
            <a:grpSpLocks/>
          </p:cNvGrpSpPr>
          <p:nvPr/>
        </p:nvGrpSpPr>
        <p:grpSpPr>
          <a:xfrm>
            <a:off x="8240041" y="4993042"/>
            <a:ext cx="894843" cy="894843"/>
            <a:chOff x="9715174" y="5433421"/>
            <a:chExt cx="894843" cy="894843"/>
          </a:xfrm>
        </p:grpSpPr>
        <p:sp>
          <p:nvSpPr>
            <p:cNvPr id="20" name="Oval 1">
              <a:extLst>
                <a:ext uri="{FF2B5EF4-FFF2-40B4-BE49-F238E27FC236}">
                  <a16:creationId xmlns:a16="http://schemas.microsoft.com/office/drawing/2014/main" id="{7EC84D2A-E140-84EA-9BB4-5091A13A04A3}"/>
                </a:ext>
              </a:extLst>
            </p:cNvPr>
            <p:cNvSpPr>
              <a:spLocks/>
            </p:cNvSpPr>
            <p:nvPr/>
          </p:nvSpPr>
          <p:spPr bwMode="gray">
            <a:xfrm rot="10800000">
              <a:off x="9715174" y="5433421"/>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1" name="Oval 1">
              <a:extLst>
                <a:ext uri="{FF2B5EF4-FFF2-40B4-BE49-F238E27FC236}">
                  <a16:creationId xmlns:a16="http://schemas.microsoft.com/office/drawing/2014/main" id="{8D4DB1DE-5F9E-C47B-8BA5-9A36E256E6BF}"/>
                </a:ext>
              </a:extLst>
            </p:cNvPr>
            <p:cNvSpPr>
              <a:spLocks noChangeAspect="1"/>
            </p:cNvSpPr>
            <p:nvPr/>
          </p:nvSpPr>
          <p:spPr bwMode="gray">
            <a:xfrm rot="10800000">
              <a:off x="9767927" y="5486175"/>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2" name="Oval 1">
              <a:extLst>
                <a:ext uri="{FF2B5EF4-FFF2-40B4-BE49-F238E27FC236}">
                  <a16:creationId xmlns:a16="http://schemas.microsoft.com/office/drawing/2014/main" id="{488BE142-44E9-2AE1-F516-5F93B1A1A9A9}"/>
                </a:ext>
              </a:extLst>
            </p:cNvPr>
            <p:cNvSpPr>
              <a:spLocks/>
            </p:cNvSpPr>
            <p:nvPr/>
          </p:nvSpPr>
          <p:spPr bwMode="gray">
            <a:xfrm rot="10800000">
              <a:off x="9818674" y="5536920"/>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23" name="Graphic 22" descr="Robot">
              <a:extLst>
                <a:ext uri="{FF2B5EF4-FFF2-40B4-BE49-F238E27FC236}">
                  <a16:creationId xmlns:a16="http://schemas.microsoft.com/office/drawing/2014/main" id="{95F5E743-8E89-C549-A5C7-BE6173F25E8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69649" y="5582601"/>
              <a:ext cx="585891" cy="585891"/>
            </a:xfrm>
            <a:prstGeom prst="rect">
              <a:avLst/>
            </a:prstGeom>
          </p:spPr>
        </p:pic>
      </p:grpSp>
      <p:sp>
        <p:nvSpPr>
          <p:cNvPr id="24" name="TextBox 23">
            <a:extLst>
              <a:ext uri="{FF2B5EF4-FFF2-40B4-BE49-F238E27FC236}">
                <a16:creationId xmlns:a16="http://schemas.microsoft.com/office/drawing/2014/main" id="{0E55D55F-49C1-C03E-456F-67D50F3C0029}"/>
              </a:ext>
            </a:extLst>
          </p:cNvPr>
          <p:cNvSpPr txBox="1">
            <a:spLocks/>
          </p:cNvSpPr>
          <p:nvPr/>
        </p:nvSpPr>
        <p:spPr>
          <a:xfrm>
            <a:off x="8240735" y="5941983"/>
            <a:ext cx="893456" cy="352276"/>
          </a:xfrm>
          <a:prstGeom prst="rect">
            <a:avLst/>
          </a:prstGeom>
          <a:noFill/>
        </p:spPr>
        <p:txBody>
          <a:bodyPr wrap="square" lIns="0" tIns="36576" rIns="0" bIns="0" rtlCol="0">
            <a:spAutoFit/>
          </a:bodyPr>
          <a:lstStyle/>
          <a:p>
            <a:pPr algn="ctr">
              <a:lnSpc>
                <a:spcPct val="85000"/>
              </a:lnSpc>
              <a:spcAft>
                <a:spcPts val="600"/>
              </a:spcAft>
              <a:buClr>
                <a:srgbClr val="FFE600"/>
              </a:buClr>
              <a:buSzPct val="70000"/>
            </a:pPr>
            <a:r>
              <a:rPr lang="en-US" sz="1200" b="1">
                <a:solidFill>
                  <a:srgbClr val="646464"/>
                </a:solidFill>
                <a:latin typeface="EY interstate light"/>
              </a:rPr>
              <a:t>Increased Automation</a:t>
            </a:r>
          </a:p>
        </p:txBody>
      </p:sp>
      <p:sp>
        <p:nvSpPr>
          <p:cNvPr id="25" name="TextBox 24">
            <a:extLst>
              <a:ext uri="{FF2B5EF4-FFF2-40B4-BE49-F238E27FC236}">
                <a16:creationId xmlns:a16="http://schemas.microsoft.com/office/drawing/2014/main" id="{48BD2226-C3F3-4B41-0F87-BB769FBB854B}"/>
              </a:ext>
            </a:extLst>
          </p:cNvPr>
          <p:cNvSpPr txBox="1">
            <a:spLocks/>
          </p:cNvSpPr>
          <p:nvPr/>
        </p:nvSpPr>
        <p:spPr>
          <a:xfrm>
            <a:off x="9513037" y="5941983"/>
            <a:ext cx="893456" cy="352276"/>
          </a:xfrm>
          <a:prstGeom prst="rect">
            <a:avLst/>
          </a:prstGeom>
          <a:noFill/>
        </p:spPr>
        <p:txBody>
          <a:bodyPr wrap="square" lIns="0" tIns="36576" rIns="0" bIns="0" rtlCol="0">
            <a:spAutoFit/>
          </a:bodyPr>
          <a:lstStyle/>
          <a:p>
            <a:pPr algn="ctr">
              <a:lnSpc>
                <a:spcPct val="85000"/>
              </a:lnSpc>
              <a:spcAft>
                <a:spcPts val="600"/>
              </a:spcAft>
              <a:buClr>
                <a:srgbClr val="FFE600"/>
              </a:buClr>
              <a:buSzPct val="70000"/>
            </a:pPr>
            <a:r>
              <a:rPr lang="en-US" sz="1200" b="1">
                <a:solidFill>
                  <a:srgbClr val="646464"/>
                </a:solidFill>
                <a:latin typeface="EY interstate light"/>
              </a:rPr>
              <a:t>Global Close Calendar</a:t>
            </a:r>
          </a:p>
        </p:txBody>
      </p:sp>
      <p:grpSp>
        <p:nvGrpSpPr>
          <p:cNvPr id="26" name="Group 25">
            <a:extLst>
              <a:ext uri="{FF2B5EF4-FFF2-40B4-BE49-F238E27FC236}">
                <a16:creationId xmlns:a16="http://schemas.microsoft.com/office/drawing/2014/main" id="{F92561DB-B77F-BEB0-C371-A9BFE4824970}"/>
              </a:ext>
            </a:extLst>
          </p:cNvPr>
          <p:cNvGrpSpPr>
            <a:grpSpLocks/>
          </p:cNvGrpSpPr>
          <p:nvPr/>
        </p:nvGrpSpPr>
        <p:grpSpPr>
          <a:xfrm>
            <a:off x="10784644" y="5027790"/>
            <a:ext cx="894843" cy="894843"/>
            <a:chOff x="6346145" y="5310709"/>
            <a:chExt cx="894843" cy="894843"/>
          </a:xfrm>
        </p:grpSpPr>
        <p:sp>
          <p:nvSpPr>
            <p:cNvPr id="27" name="Oval 1">
              <a:extLst>
                <a:ext uri="{FF2B5EF4-FFF2-40B4-BE49-F238E27FC236}">
                  <a16:creationId xmlns:a16="http://schemas.microsoft.com/office/drawing/2014/main" id="{ACF0370C-A2FD-9913-FA25-7AA0CCA8F25B}"/>
                </a:ext>
              </a:extLst>
            </p:cNvPr>
            <p:cNvSpPr>
              <a:spLocks/>
            </p:cNvSpPr>
            <p:nvPr/>
          </p:nvSpPr>
          <p:spPr bwMode="gray">
            <a:xfrm rot="10800000">
              <a:off x="6346145" y="5310709"/>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grpSp>
          <p:nvGrpSpPr>
            <p:cNvPr id="28" name="Group 27">
              <a:extLst>
                <a:ext uri="{FF2B5EF4-FFF2-40B4-BE49-F238E27FC236}">
                  <a16:creationId xmlns:a16="http://schemas.microsoft.com/office/drawing/2014/main" id="{5831A685-1099-754B-9D7C-F2DACFAAFB8E}"/>
                </a:ext>
              </a:extLst>
            </p:cNvPr>
            <p:cNvGrpSpPr/>
            <p:nvPr/>
          </p:nvGrpSpPr>
          <p:grpSpPr>
            <a:xfrm>
              <a:off x="6398898" y="5363463"/>
              <a:ext cx="789337" cy="789336"/>
              <a:chOff x="6398898" y="5363463"/>
              <a:chExt cx="789337" cy="789336"/>
            </a:xfrm>
          </p:grpSpPr>
          <p:sp>
            <p:nvSpPr>
              <p:cNvPr id="29" name="Oval 1">
                <a:extLst>
                  <a:ext uri="{FF2B5EF4-FFF2-40B4-BE49-F238E27FC236}">
                    <a16:creationId xmlns:a16="http://schemas.microsoft.com/office/drawing/2014/main" id="{F1B7B9C4-06CE-667C-22F6-8F66D74E1331}"/>
                  </a:ext>
                </a:extLst>
              </p:cNvPr>
              <p:cNvSpPr>
                <a:spLocks noChangeAspect="1"/>
              </p:cNvSpPr>
              <p:nvPr/>
            </p:nvSpPr>
            <p:spPr bwMode="gray">
              <a:xfrm rot="10800000">
                <a:off x="6398898" y="5363463"/>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0" name="Oval 1">
                <a:extLst>
                  <a:ext uri="{FF2B5EF4-FFF2-40B4-BE49-F238E27FC236}">
                    <a16:creationId xmlns:a16="http://schemas.microsoft.com/office/drawing/2014/main" id="{C6173C6A-9C85-5244-ED9B-2CD0556DCB32}"/>
                  </a:ext>
                </a:extLst>
              </p:cNvPr>
              <p:cNvSpPr>
                <a:spLocks/>
              </p:cNvSpPr>
              <p:nvPr/>
            </p:nvSpPr>
            <p:spPr bwMode="gray">
              <a:xfrm rot="10800000">
                <a:off x="6449645" y="5414208"/>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31" name="Graphic 30" descr="Monthly calendar">
                <a:extLst>
                  <a:ext uri="{FF2B5EF4-FFF2-40B4-BE49-F238E27FC236}">
                    <a16:creationId xmlns:a16="http://schemas.microsoft.com/office/drawing/2014/main" id="{09761395-87B6-4F66-5574-7C967008508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13799" y="5472196"/>
                <a:ext cx="553119" cy="553119"/>
              </a:xfrm>
              <a:prstGeom prst="rect">
                <a:avLst/>
              </a:prstGeom>
            </p:spPr>
          </p:pic>
        </p:grpSp>
      </p:grpSp>
      <p:sp>
        <p:nvSpPr>
          <p:cNvPr id="32" name="TextBox 31">
            <a:extLst>
              <a:ext uri="{FF2B5EF4-FFF2-40B4-BE49-F238E27FC236}">
                <a16:creationId xmlns:a16="http://schemas.microsoft.com/office/drawing/2014/main" id="{435F8DA4-738F-6F96-6533-CB4201D001C7}"/>
              </a:ext>
            </a:extLst>
          </p:cNvPr>
          <p:cNvSpPr txBox="1">
            <a:spLocks/>
          </p:cNvSpPr>
          <p:nvPr/>
        </p:nvSpPr>
        <p:spPr>
          <a:xfrm>
            <a:off x="10785338" y="6020466"/>
            <a:ext cx="893456" cy="195310"/>
          </a:xfrm>
          <a:prstGeom prst="rect">
            <a:avLst/>
          </a:prstGeom>
          <a:noFill/>
        </p:spPr>
        <p:txBody>
          <a:bodyPr wrap="square" lIns="0" tIns="36576" rIns="0" bIns="0" rtlCol="0">
            <a:spAutoFit/>
          </a:bodyPr>
          <a:lstStyle/>
          <a:p>
            <a:pPr algn="ctr">
              <a:lnSpc>
                <a:spcPct val="85000"/>
              </a:lnSpc>
              <a:spcAft>
                <a:spcPts val="600"/>
              </a:spcAft>
              <a:buClr>
                <a:srgbClr val="FFE600"/>
              </a:buClr>
              <a:buSzPct val="70000"/>
            </a:pPr>
            <a:r>
              <a:rPr lang="en-US" sz="1200" b="1">
                <a:solidFill>
                  <a:srgbClr val="646464"/>
                </a:solidFill>
                <a:latin typeface="EY interstate light"/>
              </a:rPr>
              <a:t>Faster Close</a:t>
            </a:r>
          </a:p>
        </p:txBody>
      </p:sp>
      <p:grpSp>
        <p:nvGrpSpPr>
          <p:cNvPr id="33" name="Group 32">
            <a:extLst>
              <a:ext uri="{FF2B5EF4-FFF2-40B4-BE49-F238E27FC236}">
                <a16:creationId xmlns:a16="http://schemas.microsoft.com/office/drawing/2014/main" id="{8D925658-66A0-5462-F2E5-494503C0C4E1}"/>
              </a:ext>
            </a:extLst>
          </p:cNvPr>
          <p:cNvGrpSpPr>
            <a:grpSpLocks/>
          </p:cNvGrpSpPr>
          <p:nvPr/>
        </p:nvGrpSpPr>
        <p:grpSpPr>
          <a:xfrm>
            <a:off x="9512343" y="4999288"/>
            <a:ext cx="894843" cy="894843"/>
            <a:chOff x="6096000" y="5213847"/>
            <a:chExt cx="894843" cy="894843"/>
          </a:xfrm>
        </p:grpSpPr>
        <p:sp>
          <p:nvSpPr>
            <p:cNvPr id="34" name="Oval 1">
              <a:extLst>
                <a:ext uri="{FF2B5EF4-FFF2-40B4-BE49-F238E27FC236}">
                  <a16:creationId xmlns:a16="http://schemas.microsoft.com/office/drawing/2014/main" id="{7D4FADC9-1E8F-FFF1-A046-AED8FFCE4C5A}"/>
                </a:ext>
              </a:extLst>
            </p:cNvPr>
            <p:cNvSpPr>
              <a:spLocks/>
            </p:cNvSpPr>
            <p:nvPr/>
          </p:nvSpPr>
          <p:spPr bwMode="gray">
            <a:xfrm rot="10800000">
              <a:off x="6096000" y="5213847"/>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5" name="Oval 1">
              <a:extLst>
                <a:ext uri="{FF2B5EF4-FFF2-40B4-BE49-F238E27FC236}">
                  <a16:creationId xmlns:a16="http://schemas.microsoft.com/office/drawing/2014/main" id="{7495E013-E776-CC86-D30A-3CE471C5B247}"/>
                </a:ext>
              </a:extLst>
            </p:cNvPr>
            <p:cNvSpPr>
              <a:spLocks noChangeAspect="1"/>
            </p:cNvSpPr>
            <p:nvPr/>
          </p:nvSpPr>
          <p:spPr bwMode="gray">
            <a:xfrm rot="10800000">
              <a:off x="6148753" y="5266601"/>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6" name="Oval 1">
              <a:extLst>
                <a:ext uri="{FF2B5EF4-FFF2-40B4-BE49-F238E27FC236}">
                  <a16:creationId xmlns:a16="http://schemas.microsoft.com/office/drawing/2014/main" id="{7FF42323-BC75-E980-8418-309826FA4646}"/>
                </a:ext>
              </a:extLst>
            </p:cNvPr>
            <p:cNvSpPr>
              <a:spLocks/>
            </p:cNvSpPr>
            <p:nvPr/>
          </p:nvSpPr>
          <p:spPr bwMode="gray">
            <a:xfrm rot="10800000">
              <a:off x="6199500" y="5317346"/>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37" name="Graphic 36" descr="Earth globe Africa and Europe">
              <a:extLst>
                <a:ext uri="{FF2B5EF4-FFF2-40B4-BE49-F238E27FC236}">
                  <a16:creationId xmlns:a16="http://schemas.microsoft.com/office/drawing/2014/main" id="{92272B2C-C0A1-E743-37E6-C3B84C58C77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10324" y="5315781"/>
              <a:ext cx="687137" cy="687137"/>
            </a:xfrm>
            <a:prstGeom prst="rect">
              <a:avLst/>
            </a:prstGeom>
          </p:spPr>
        </p:pic>
      </p:grpSp>
      <p:pic>
        <p:nvPicPr>
          <p:cNvPr id="38" name="Picture 37">
            <a:extLst>
              <a:ext uri="{FF2B5EF4-FFF2-40B4-BE49-F238E27FC236}">
                <a16:creationId xmlns:a16="http://schemas.microsoft.com/office/drawing/2014/main" id="{9E12C561-D7AB-9320-A463-CA0A5CB3AC8D}"/>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colorTemperature colorTemp="4700"/>
                    </a14:imgEffect>
                    <a14:imgEffect>
                      <a14:saturation sat="0"/>
                    </a14:imgEffect>
                  </a14:imgLayer>
                </a14:imgProps>
              </a:ext>
              <a:ext uri="{28A0092B-C50C-407E-A947-70E740481C1C}">
                <a14:useLocalDpi xmlns:a14="http://schemas.microsoft.com/office/drawing/2010/main" val="0"/>
              </a:ext>
            </a:extLst>
          </a:blip>
          <a:srcRect l="-1" r="1716" b="13515"/>
          <a:stretch/>
        </p:blipFill>
        <p:spPr>
          <a:xfrm>
            <a:off x="2656605" y="1433467"/>
            <a:ext cx="792000" cy="792000"/>
          </a:xfrm>
          <a:prstGeom prst="ellipse">
            <a:avLst/>
          </a:prstGeom>
        </p:spPr>
      </p:pic>
      <p:sp>
        <p:nvSpPr>
          <p:cNvPr id="39" name="TextBox 38">
            <a:extLst>
              <a:ext uri="{FF2B5EF4-FFF2-40B4-BE49-F238E27FC236}">
                <a16:creationId xmlns:a16="http://schemas.microsoft.com/office/drawing/2014/main" id="{156E4C8B-4CFE-32C9-C00C-C037533E6167}"/>
              </a:ext>
            </a:extLst>
          </p:cNvPr>
          <p:cNvSpPr txBox="1">
            <a:spLocks/>
          </p:cNvSpPr>
          <p:nvPr/>
        </p:nvSpPr>
        <p:spPr>
          <a:xfrm>
            <a:off x="2206605" y="2312316"/>
            <a:ext cx="1692000" cy="576000"/>
          </a:xfrm>
          <a:prstGeom prst="rect">
            <a:avLst/>
          </a:prstGeom>
          <a:noFill/>
        </p:spPr>
        <p:txBody>
          <a:bodyPr wrap="square" lIns="0" tIns="0" rIns="0" bIns="0" rtlCol="0" anchor="t">
            <a:noAutofit/>
          </a:bodyPr>
          <a:lstStyle/>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200" b="1" i="0" u="none" strike="noStrike" kern="0" cap="none" spc="0" normalizeH="0" baseline="0" noProof="0">
                <a:ln>
                  <a:noFill/>
                </a:ln>
                <a:solidFill>
                  <a:srgbClr val="646464"/>
                </a:solidFill>
                <a:effectLst/>
                <a:uLnTx/>
                <a:uFillTx/>
              </a:rPr>
              <a:t>Heidi </a:t>
            </a:r>
            <a:r>
              <a:rPr kumimoji="0" lang="en-US" sz="1200" b="1" i="0" u="none" strike="noStrike" kern="0" cap="none" spc="0" normalizeH="0" baseline="0" noProof="0" err="1">
                <a:ln>
                  <a:noFill/>
                </a:ln>
                <a:solidFill>
                  <a:srgbClr val="646464"/>
                </a:solidFill>
                <a:effectLst/>
                <a:uLnTx/>
                <a:uFillTx/>
              </a:rPr>
              <a:t>Taradash-Destino</a:t>
            </a:r>
            <a:endParaRPr kumimoji="0" lang="en-US" sz="1200" b="1" i="0" u="none" strike="noStrike" kern="0" cap="none" spc="0" normalizeH="0" baseline="0" noProof="0">
              <a:ln>
                <a:noFill/>
              </a:ln>
              <a:solidFill>
                <a:srgbClr val="646464"/>
              </a:solidFill>
              <a:effectLst/>
              <a:uLnTx/>
              <a:uFillTx/>
            </a:endParaRPr>
          </a:p>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000" b="0" i="0" u="none" strike="noStrike" kern="0" cap="none" spc="0" normalizeH="0" baseline="0" noProof="0">
                <a:ln>
                  <a:noFill/>
                </a:ln>
                <a:solidFill>
                  <a:srgbClr val="646464"/>
                </a:solidFill>
                <a:effectLst/>
                <a:uLnTx/>
                <a:uFillTx/>
              </a:rPr>
              <a:t>Senior Manager</a:t>
            </a:r>
            <a:br>
              <a:rPr kumimoji="0" lang="en-US" sz="1000" b="0" i="0" u="none" strike="noStrike" kern="0" cap="none" spc="0" normalizeH="0" baseline="0" noProof="0">
                <a:ln>
                  <a:noFill/>
                </a:ln>
                <a:solidFill>
                  <a:srgbClr val="646464"/>
                </a:solidFill>
                <a:effectLst/>
                <a:uLnTx/>
                <a:uFillTx/>
              </a:rPr>
            </a:br>
            <a:r>
              <a:rPr kumimoji="0" lang="en-US" sz="1000" b="0" i="0" u="none" strike="noStrike" kern="0" cap="none" spc="0" normalizeH="0" baseline="0" noProof="0">
                <a:ln>
                  <a:noFill/>
                </a:ln>
                <a:solidFill>
                  <a:srgbClr val="646464"/>
                </a:solidFill>
                <a:effectLst/>
                <a:uLnTx/>
                <a:uFillTx/>
              </a:rPr>
              <a:t>Project Manager</a:t>
            </a:r>
          </a:p>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endParaRPr kumimoji="0" lang="en-US" sz="1200" b="1" i="0" u="none" strike="noStrike" kern="0" cap="none" spc="0" normalizeH="0" baseline="0" noProof="0">
              <a:ln>
                <a:noFill/>
              </a:ln>
              <a:solidFill>
                <a:srgbClr val="646464"/>
              </a:solidFill>
              <a:effectLst/>
              <a:uLnTx/>
              <a:uFillTx/>
            </a:endParaRPr>
          </a:p>
        </p:txBody>
      </p:sp>
      <p:grpSp>
        <p:nvGrpSpPr>
          <p:cNvPr id="40" name="Group 39">
            <a:extLst>
              <a:ext uri="{FF2B5EF4-FFF2-40B4-BE49-F238E27FC236}">
                <a16:creationId xmlns:a16="http://schemas.microsoft.com/office/drawing/2014/main" id="{EF204957-F93E-E3A9-5D64-A66E5FE713F2}"/>
              </a:ext>
            </a:extLst>
          </p:cNvPr>
          <p:cNvGrpSpPr>
            <a:grpSpLocks/>
          </p:cNvGrpSpPr>
          <p:nvPr/>
        </p:nvGrpSpPr>
        <p:grpSpPr>
          <a:xfrm>
            <a:off x="11120247" y="3810762"/>
            <a:ext cx="223638" cy="1061457"/>
            <a:chOff x="11057159" y="3728466"/>
            <a:chExt cx="223638" cy="1061457"/>
          </a:xfrm>
        </p:grpSpPr>
        <p:grpSp>
          <p:nvGrpSpPr>
            <p:cNvPr id="41" name="Group 40">
              <a:extLst>
                <a:ext uri="{FF2B5EF4-FFF2-40B4-BE49-F238E27FC236}">
                  <a16:creationId xmlns:a16="http://schemas.microsoft.com/office/drawing/2014/main" id="{26595753-1086-6104-0DAC-3A28B725CFE2}"/>
                </a:ext>
              </a:extLst>
            </p:cNvPr>
            <p:cNvGrpSpPr/>
            <p:nvPr/>
          </p:nvGrpSpPr>
          <p:grpSpPr>
            <a:xfrm>
              <a:off x="11057159" y="3728466"/>
              <a:ext cx="223638" cy="338554"/>
              <a:chOff x="9708197" y="3187677"/>
              <a:chExt cx="223638" cy="338554"/>
            </a:xfrm>
          </p:grpSpPr>
          <p:sp>
            <p:nvSpPr>
              <p:cNvPr id="51" name="Rectangle 50">
                <a:extLst>
                  <a:ext uri="{FF2B5EF4-FFF2-40B4-BE49-F238E27FC236}">
                    <a16:creationId xmlns:a16="http://schemas.microsoft.com/office/drawing/2014/main" id="{2151C00D-5B67-CA9A-AA9A-50A4378AC270}"/>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52" name="Rectangle 51">
                <a:extLst>
                  <a:ext uri="{FF2B5EF4-FFF2-40B4-BE49-F238E27FC236}">
                    <a16:creationId xmlns:a16="http://schemas.microsoft.com/office/drawing/2014/main" id="{0226F839-7A3E-1855-1A52-3DA6DE9BF994}"/>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nvGrpSpPr>
            <p:cNvPr id="42" name="Group 41">
              <a:extLst>
                <a:ext uri="{FF2B5EF4-FFF2-40B4-BE49-F238E27FC236}">
                  <a16:creationId xmlns:a16="http://schemas.microsoft.com/office/drawing/2014/main" id="{A5F87E35-7D47-6E6F-C15D-7750C519E13D}"/>
                </a:ext>
              </a:extLst>
            </p:cNvPr>
            <p:cNvGrpSpPr/>
            <p:nvPr/>
          </p:nvGrpSpPr>
          <p:grpSpPr>
            <a:xfrm>
              <a:off x="11057159" y="3969434"/>
              <a:ext cx="223638" cy="338554"/>
              <a:chOff x="9708197" y="3187677"/>
              <a:chExt cx="223638" cy="338554"/>
            </a:xfrm>
          </p:grpSpPr>
          <p:sp>
            <p:nvSpPr>
              <p:cNvPr id="49" name="Rectangle 48">
                <a:extLst>
                  <a:ext uri="{FF2B5EF4-FFF2-40B4-BE49-F238E27FC236}">
                    <a16:creationId xmlns:a16="http://schemas.microsoft.com/office/drawing/2014/main" id="{C0065246-719A-4197-7BCC-895BDF45B9E4}"/>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50" name="Rectangle 49">
                <a:extLst>
                  <a:ext uri="{FF2B5EF4-FFF2-40B4-BE49-F238E27FC236}">
                    <a16:creationId xmlns:a16="http://schemas.microsoft.com/office/drawing/2014/main" id="{3394515A-C0BE-5E1C-7170-BC0BE37BE3DB}"/>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nvGrpSpPr>
            <p:cNvPr id="43" name="Group 42">
              <a:extLst>
                <a:ext uri="{FF2B5EF4-FFF2-40B4-BE49-F238E27FC236}">
                  <a16:creationId xmlns:a16="http://schemas.microsoft.com/office/drawing/2014/main" id="{9B68C90F-D537-7C40-1DAD-64E3ABF33CD1}"/>
                </a:ext>
              </a:extLst>
            </p:cNvPr>
            <p:cNvGrpSpPr/>
            <p:nvPr/>
          </p:nvGrpSpPr>
          <p:grpSpPr>
            <a:xfrm>
              <a:off x="11057159" y="4210402"/>
              <a:ext cx="223638" cy="338554"/>
              <a:chOff x="9708197" y="3187677"/>
              <a:chExt cx="223638" cy="338554"/>
            </a:xfrm>
          </p:grpSpPr>
          <p:sp>
            <p:nvSpPr>
              <p:cNvPr id="47" name="Rectangle 46">
                <a:extLst>
                  <a:ext uri="{FF2B5EF4-FFF2-40B4-BE49-F238E27FC236}">
                    <a16:creationId xmlns:a16="http://schemas.microsoft.com/office/drawing/2014/main" id="{7933231E-B6B2-B33B-3ED8-C929C9D0E43A}"/>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48" name="Rectangle 47">
                <a:extLst>
                  <a:ext uri="{FF2B5EF4-FFF2-40B4-BE49-F238E27FC236}">
                    <a16:creationId xmlns:a16="http://schemas.microsoft.com/office/drawing/2014/main" id="{B8A2C651-EA40-F6CB-9307-AE1E8416979C}"/>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nvGrpSpPr>
            <p:cNvPr id="44" name="Group 43">
              <a:extLst>
                <a:ext uri="{FF2B5EF4-FFF2-40B4-BE49-F238E27FC236}">
                  <a16:creationId xmlns:a16="http://schemas.microsoft.com/office/drawing/2014/main" id="{BA257C4B-6BF4-1B0C-1682-C67FBD22864E}"/>
                </a:ext>
              </a:extLst>
            </p:cNvPr>
            <p:cNvGrpSpPr/>
            <p:nvPr/>
          </p:nvGrpSpPr>
          <p:grpSpPr>
            <a:xfrm>
              <a:off x="11057159" y="4451369"/>
              <a:ext cx="223638" cy="338554"/>
              <a:chOff x="9708197" y="3187677"/>
              <a:chExt cx="223638" cy="338554"/>
            </a:xfrm>
          </p:grpSpPr>
          <p:sp>
            <p:nvSpPr>
              <p:cNvPr id="45" name="Rectangle 44">
                <a:extLst>
                  <a:ext uri="{FF2B5EF4-FFF2-40B4-BE49-F238E27FC236}">
                    <a16:creationId xmlns:a16="http://schemas.microsoft.com/office/drawing/2014/main" id="{1B322123-9946-D24A-C3B0-D02E6A301390}"/>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46" name="Rectangle 45">
                <a:extLst>
                  <a:ext uri="{FF2B5EF4-FFF2-40B4-BE49-F238E27FC236}">
                    <a16:creationId xmlns:a16="http://schemas.microsoft.com/office/drawing/2014/main" id="{1B2A5811-4735-56B7-4EA4-1260F0B542E2}"/>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spTree>
    <p:extLst>
      <p:ext uri="{BB962C8B-B14F-4D97-AF65-F5344CB8AC3E}">
        <p14:creationId xmlns:p14="http://schemas.microsoft.com/office/powerpoint/2010/main" val="42872356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9D8A-4224-582E-8681-6C9656839EF9}"/>
              </a:ext>
            </a:extLst>
          </p:cNvPr>
          <p:cNvSpPr>
            <a:spLocks noGrp="1"/>
          </p:cNvSpPr>
          <p:nvPr>
            <p:ph type="title"/>
          </p:nvPr>
        </p:nvSpPr>
        <p:spPr/>
        <p:txBody>
          <a:bodyPr/>
          <a:lstStyle/>
          <a:p>
            <a:r>
              <a:rPr lang="en-US"/>
              <a:t>FTSE 100 Global Pharma Company – Fast Close Project</a:t>
            </a:r>
            <a:endParaRPr lang="en-IN"/>
          </a:p>
        </p:txBody>
      </p:sp>
      <p:sp>
        <p:nvSpPr>
          <p:cNvPr id="5" name="Slide Number Placeholder 4">
            <a:extLst>
              <a:ext uri="{FF2B5EF4-FFF2-40B4-BE49-F238E27FC236}">
                <a16:creationId xmlns:a16="http://schemas.microsoft.com/office/drawing/2014/main" id="{599DF875-92B9-DB39-E1DF-53475D4DB2F8}"/>
              </a:ext>
            </a:extLst>
          </p:cNvPr>
          <p:cNvSpPr>
            <a:spLocks noGrp="1"/>
          </p:cNvSpPr>
          <p:nvPr>
            <p:ph type="sldNum" sz="quarter" idx="12"/>
          </p:nvPr>
        </p:nvSpPr>
        <p:spPr/>
        <p:txBody>
          <a:bodyPr/>
          <a:lstStyle/>
          <a:p>
            <a:fld id="{94FCA0F3-9F3A-694B-99BB-0E592A797735}" type="slidenum">
              <a:rPr lang="en-US" smtClean="0"/>
              <a:t>71</a:t>
            </a:fld>
            <a:endParaRPr lang="en-US"/>
          </a:p>
        </p:txBody>
      </p:sp>
      <p:sp>
        <p:nvSpPr>
          <p:cNvPr id="6" name="Date Placeholder 5">
            <a:extLst>
              <a:ext uri="{FF2B5EF4-FFF2-40B4-BE49-F238E27FC236}">
                <a16:creationId xmlns:a16="http://schemas.microsoft.com/office/drawing/2014/main" id="{F553D6B9-54F5-1497-0DAC-B58EFA7BCC9E}"/>
              </a:ext>
            </a:extLst>
          </p:cNvPr>
          <p:cNvSpPr>
            <a:spLocks noGrp="1"/>
          </p:cNvSpPr>
          <p:nvPr>
            <p:ph type="dt" sz="half" idx="10"/>
          </p:nvPr>
        </p:nvSpPr>
        <p:spPr/>
        <p:txBody>
          <a:bodyPr/>
          <a:lstStyle/>
          <a:p>
            <a:fld id="{3EB3720F-A01D-4B74-90E2-58628E1AFDF2}" type="datetime1">
              <a:rPr lang="en-US" smtClean="0"/>
              <a:t>11/28/2025</a:t>
            </a:fld>
            <a:endParaRPr lang="en-US"/>
          </a:p>
        </p:txBody>
      </p:sp>
      <p:sp>
        <p:nvSpPr>
          <p:cNvPr id="8" name="SmartArt Placeholder 7">
            <a:extLst>
              <a:ext uri="{FF2B5EF4-FFF2-40B4-BE49-F238E27FC236}">
                <a16:creationId xmlns:a16="http://schemas.microsoft.com/office/drawing/2014/main" id="{6E527808-4A9A-A1B4-E086-660009AF1398}"/>
              </a:ext>
            </a:extLst>
          </p:cNvPr>
          <p:cNvSpPr>
            <a:spLocks noGrp="1"/>
          </p:cNvSpPr>
          <p:nvPr>
            <p:ph type="dgm" sz="quarter" idx="17"/>
          </p:nvPr>
        </p:nvSpPr>
        <p:spPr/>
        <p:txBody>
          <a:bodyPr/>
          <a:lstStyle/>
          <a:p>
            <a:endParaRPr lang="en-IN"/>
          </a:p>
        </p:txBody>
      </p:sp>
      <p:sp>
        <p:nvSpPr>
          <p:cNvPr id="9" name="Text Placeholder 3">
            <a:extLst>
              <a:ext uri="{FF2B5EF4-FFF2-40B4-BE49-F238E27FC236}">
                <a16:creationId xmlns:a16="http://schemas.microsoft.com/office/drawing/2014/main" id="{E0230580-8CD7-CCEF-E007-BC5493375F9F}"/>
              </a:ext>
            </a:extLst>
          </p:cNvPr>
          <p:cNvSpPr txBox="1">
            <a:spLocks/>
          </p:cNvSpPr>
          <p:nvPr/>
        </p:nvSpPr>
        <p:spPr>
          <a:xfrm>
            <a:off x="4157839" y="1653579"/>
            <a:ext cx="3576356" cy="4533201"/>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What we have done</a:t>
            </a:r>
          </a:p>
          <a:p>
            <a:pPr marL="0" lvl="1" indent="0" defTabSz="412758">
              <a:spcBef>
                <a:spcPts val="0"/>
              </a:spcBef>
              <a:spcAft>
                <a:spcPts val="300"/>
              </a:spcAft>
              <a:buClr>
                <a:srgbClr val="FFD200"/>
              </a:buClr>
              <a:buFont typeface="Arial" pitchFamily="34" charset="0"/>
              <a:buNone/>
              <a:defRPr/>
            </a:pPr>
            <a:r>
              <a:rPr lang="en-US" sz="1000" b="1" i="1" kern="0">
                <a:solidFill>
                  <a:srgbClr val="000000">
                    <a:lumMod val="65000"/>
                    <a:lumOff val="35000"/>
                  </a:srgbClr>
                </a:solidFill>
                <a:latin typeface="EYInterstate Light" panose="02000506000000020004" pitchFamily="2" charset="0"/>
              </a:rPr>
              <a:t>Design the future state global close calendar</a:t>
            </a:r>
          </a:p>
          <a:p>
            <a:pPr marL="180000" lvl="1"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Defined a harmonized close calendar for all countries and functions (R&amp;D, IT, Sales, etc.) based on leading practice and the art of the possible for the client</a:t>
            </a:r>
          </a:p>
          <a:p>
            <a:pPr marL="180000" lvl="1"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Designed the future state process through a series of regional workshops with functional teams</a:t>
            </a:r>
          </a:p>
          <a:p>
            <a:pPr marL="0" lvl="1" indent="0" defTabSz="412758">
              <a:spcBef>
                <a:spcPts val="0"/>
              </a:spcBef>
              <a:buClr>
                <a:srgbClr val="FFD200"/>
              </a:buClr>
              <a:buFont typeface="Arial" pitchFamily="34" charset="0"/>
              <a:buNone/>
              <a:defRPr/>
            </a:pPr>
            <a:endParaRPr lang="en-US" sz="1000" kern="0">
              <a:solidFill>
                <a:srgbClr val="000000">
                  <a:lumMod val="65000"/>
                  <a:lumOff val="35000"/>
                </a:srgbClr>
              </a:solidFill>
              <a:latin typeface="EYInterstate Light" panose="02000506000000020004" pitchFamily="2" charset="0"/>
            </a:endParaRPr>
          </a:p>
          <a:p>
            <a:pPr marL="0" lvl="1" indent="0" defTabSz="412758">
              <a:spcBef>
                <a:spcPts val="0"/>
              </a:spcBef>
              <a:spcAft>
                <a:spcPts val="300"/>
              </a:spcAft>
              <a:buClr>
                <a:srgbClr val="FFD200"/>
              </a:buClr>
              <a:buFont typeface="Arial" pitchFamily="34" charset="0"/>
              <a:buNone/>
              <a:defRPr/>
            </a:pPr>
            <a:r>
              <a:rPr lang="en-US" sz="1000" b="1" i="1" kern="0">
                <a:solidFill>
                  <a:srgbClr val="000000">
                    <a:lumMod val="65000"/>
                    <a:lumOff val="35000"/>
                  </a:srgbClr>
                </a:solidFill>
                <a:latin typeface="EYInterstate Light" panose="02000506000000020004" pitchFamily="2" charset="0"/>
              </a:rPr>
              <a:t>Implement the future state calendar </a:t>
            </a:r>
          </a:p>
          <a:p>
            <a:pPr marL="180000" lvl="1"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Conducted gap assessment per country with a remedial action plan to close the gaps</a:t>
            </a:r>
          </a:p>
          <a:p>
            <a:pPr marL="180000" lvl="1"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Managed the remedial actions and drove compliance leveraging our global network of professionals</a:t>
            </a:r>
          </a:p>
          <a:p>
            <a:pPr marL="0" lvl="1" indent="0" defTabSz="412758">
              <a:spcBef>
                <a:spcPts val="0"/>
              </a:spcBef>
              <a:buClr>
                <a:srgbClr val="FFD200"/>
              </a:buClr>
              <a:buFont typeface="Arial" pitchFamily="34" charset="0"/>
              <a:buNone/>
              <a:defRPr/>
            </a:pPr>
            <a:endParaRPr lang="en-US" sz="1000" kern="0">
              <a:solidFill>
                <a:srgbClr val="000000">
                  <a:lumMod val="65000"/>
                  <a:lumOff val="35000"/>
                </a:srgbClr>
              </a:solidFill>
              <a:latin typeface="EYInterstate Light" panose="02000506000000020004" pitchFamily="2" charset="0"/>
            </a:endParaRPr>
          </a:p>
          <a:p>
            <a:pPr marL="0" lvl="1" indent="0" defTabSz="412758">
              <a:spcBef>
                <a:spcPts val="0"/>
              </a:spcBef>
              <a:spcAft>
                <a:spcPts val="300"/>
              </a:spcAft>
              <a:buClr>
                <a:srgbClr val="FFD200"/>
              </a:buClr>
              <a:buFont typeface="Arial" pitchFamily="34" charset="0"/>
              <a:buNone/>
              <a:defRPr/>
            </a:pPr>
            <a:r>
              <a:rPr lang="en-US" sz="1000" b="1" i="1" kern="0">
                <a:solidFill>
                  <a:srgbClr val="000000">
                    <a:lumMod val="65000"/>
                    <a:lumOff val="35000"/>
                  </a:srgbClr>
                </a:solidFill>
                <a:latin typeface="EYInterstate Light" panose="02000506000000020004" pitchFamily="2" charset="0"/>
              </a:rPr>
              <a:t>Set up a governance framework</a:t>
            </a:r>
          </a:p>
          <a:p>
            <a:pPr marL="180000" lvl="1"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Deployed a robust governance structure to challenge any possible exceptions raised and leveraged local experts from across our service lines to stress test any country legal / regulatory requirements – this minimized the exceptions that were put in place</a:t>
            </a:r>
          </a:p>
          <a:p>
            <a:pPr marL="180000" lvl="1"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Implemented a global close calendar dashboard which tracked the compliance of all countries</a:t>
            </a:r>
          </a:p>
        </p:txBody>
      </p:sp>
      <p:sp>
        <p:nvSpPr>
          <p:cNvPr id="10" name="Text Placeholder 3">
            <a:extLst>
              <a:ext uri="{FF2B5EF4-FFF2-40B4-BE49-F238E27FC236}">
                <a16:creationId xmlns:a16="http://schemas.microsoft.com/office/drawing/2014/main" id="{014449D1-004C-A49F-549A-80A4BF5F4A16}"/>
              </a:ext>
            </a:extLst>
          </p:cNvPr>
          <p:cNvSpPr txBox="1">
            <a:spLocks/>
          </p:cNvSpPr>
          <p:nvPr/>
        </p:nvSpPr>
        <p:spPr>
          <a:xfrm>
            <a:off x="549501" y="3813015"/>
            <a:ext cx="3276389" cy="1358872"/>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Objective</a:t>
            </a:r>
            <a:endParaRPr lang="en-US" sz="1000" b="1" kern="1600" spc="-27" noProof="1">
              <a:solidFill>
                <a:srgbClr val="646464"/>
              </a:solidFill>
              <a:latin typeface="EYInterstate Light" panose="02000506000000020004" pitchFamily="2" charset="0"/>
              <a:ea typeface="Times New Roman"/>
              <a:cs typeface="Times New Roman"/>
            </a:endParaRPr>
          </a:p>
          <a:p>
            <a:pPr marL="180000"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A FTSE 100 global pharmaceutical company needed support to achieve scalable and sustainable Record To Report process excellence</a:t>
            </a:r>
          </a:p>
          <a:p>
            <a:pPr marL="180000" indent="-180000">
              <a:spcBef>
                <a:spcPts val="0"/>
              </a:spcBef>
              <a:spcAft>
                <a:spcPts val="600"/>
              </a:spcAft>
              <a:buClr>
                <a:srgbClr val="FFE600"/>
              </a:buClr>
              <a:defRPr/>
            </a:pPr>
            <a:r>
              <a:rPr lang="en-US" sz="1000" kern="0">
                <a:solidFill>
                  <a:srgbClr val="000000">
                    <a:lumMod val="65000"/>
                    <a:lumOff val="35000"/>
                  </a:srgbClr>
                </a:solidFill>
                <a:latin typeface="EYInterstate Light" panose="02000506000000020004" pitchFamily="2" charset="0"/>
              </a:rPr>
              <a:t>A key enabler was to design and implement a standardized global close calendar, to enable and deploy automation technology for a faster close</a:t>
            </a:r>
          </a:p>
        </p:txBody>
      </p:sp>
      <p:sp>
        <p:nvSpPr>
          <p:cNvPr id="11" name="TextBox 10">
            <a:extLst>
              <a:ext uri="{FF2B5EF4-FFF2-40B4-BE49-F238E27FC236}">
                <a16:creationId xmlns:a16="http://schemas.microsoft.com/office/drawing/2014/main" id="{A5246F03-C5FA-7818-C81F-E4EE6202D453}"/>
              </a:ext>
            </a:extLst>
          </p:cNvPr>
          <p:cNvSpPr txBox="1">
            <a:spLocks/>
          </p:cNvSpPr>
          <p:nvPr/>
        </p:nvSpPr>
        <p:spPr>
          <a:xfrm>
            <a:off x="1491796" y="2161459"/>
            <a:ext cx="1512000" cy="612000"/>
          </a:xfrm>
          <a:prstGeom prst="rect">
            <a:avLst/>
          </a:prstGeom>
          <a:noFill/>
        </p:spPr>
        <p:txBody>
          <a:bodyPr wrap="square" lIns="0" tIns="0" rIns="0" bIns="0" rtlCol="0" anchor="t">
            <a:noAutofit/>
          </a:bodyPr>
          <a:lstStyle/>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200" b="1" i="0" u="none" strike="noStrike" kern="0" cap="none" spc="0" normalizeH="0" baseline="0" noProof="0">
                <a:ln>
                  <a:noFill/>
                </a:ln>
                <a:solidFill>
                  <a:srgbClr val="646464"/>
                </a:solidFill>
                <a:effectLst/>
                <a:uLnTx/>
                <a:uFillTx/>
              </a:rPr>
              <a:t>Ben Castell</a:t>
            </a:r>
          </a:p>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000" b="0" i="0" u="none" strike="noStrike" kern="0" cap="none" spc="0" normalizeH="0" baseline="0" noProof="0">
                <a:ln>
                  <a:noFill/>
                </a:ln>
                <a:solidFill>
                  <a:srgbClr val="646464"/>
                </a:solidFill>
                <a:effectLst/>
                <a:uLnTx/>
                <a:uFillTx/>
              </a:rPr>
              <a:t>Partner</a:t>
            </a:r>
            <a:br>
              <a:rPr kumimoji="0" lang="en-US" sz="1000" b="0" i="0" u="none" strike="noStrike" kern="0" cap="none" spc="0" normalizeH="0" baseline="0" noProof="0">
                <a:ln>
                  <a:noFill/>
                </a:ln>
                <a:solidFill>
                  <a:srgbClr val="646464"/>
                </a:solidFill>
                <a:effectLst/>
                <a:uLnTx/>
                <a:uFillTx/>
              </a:rPr>
            </a:br>
            <a:r>
              <a:rPr kumimoji="0" lang="en-US" sz="1000" b="0" i="0" u="none" strike="noStrike" kern="0" cap="none" spc="0" normalizeH="0" baseline="0" noProof="0">
                <a:ln>
                  <a:noFill/>
                </a:ln>
                <a:solidFill>
                  <a:srgbClr val="646464"/>
                </a:solidFill>
                <a:effectLst/>
                <a:uLnTx/>
                <a:uFillTx/>
              </a:rPr>
              <a:t>Senior Advisory Partner</a:t>
            </a:r>
          </a:p>
        </p:txBody>
      </p:sp>
      <p:sp>
        <p:nvSpPr>
          <p:cNvPr id="12" name="TextBox 11">
            <a:extLst>
              <a:ext uri="{FF2B5EF4-FFF2-40B4-BE49-F238E27FC236}">
                <a16:creationId xmlns:a16="http://schemas.microsoft.com/office/drawing/2014/main" id="{E395A9EF-33C3-7B9E-C083-3BD0D79C3546}"/>
              </a:ext>
            </a:extLst>
          </p:cNvPr>
          <p:cNvSpPr txBox="1">
            <a:spLocks/>
          </p:cNvSpPr>
          <p:nvPr/>
        </p:nvSpPr>
        <p:spPr>
          <a:xfrm>
            <a:off x="609601" y="2910643"/>
            <a:ext cx="3276389" cy="756000"/>
          </a:xfrm>
          <a:prstGeom prst="rect">
            <a:avLst/>
          </a:prstGeom>
          <a:noFill/>
        </p:spPr>
        <p:txBody>
          <a:bodyPr wrap="square" lIns="0" tIns="0" rIns="0" bIns="0" rtlCol="0">
            <a:noAutofit/>
          </a:bodyPr>
          <a:lstStyle/>
          <a:p>
            <a:pPr marL="0" marR="0" lvl="0" indent="0" defTabSz="828476" eaLnBrk="1" fontAlgn="base" latinLnBrk="0" hangingPunct="1">
              <a:lnSpc>
                <a:spcPct val="100000"/>
              </a:lnSpc>
              <a:spcBef>
                <a:spcPts val="0"/>
              </a:spcBef>
              <a:spcAft>
                <a:spcPts val="300"/>
              </a:spcAft>
              <a:buClr>
                <a:srgbClr val="FFE600"/>
              </a:buClr>
              <a:buSzPct val="70000"/>
              <a:buFontTx/>
              <a:buNone/>
              <a:tabLst>
                <a:tab pos="293732" algn="l"/>
              </a:tabLst>
              <a:defRPr/>
            </a:pPr>
            <a:r>
              <a:rPr kumimoji="0" lang="en-US" sz="1000" b="0" i="1" u="none" strike="noStrike" kern="0" cap="none" spc="0" normalizeH="0" baseline="0" noProof="0">
                <a:ln>
                  <a:noFill/>
                </a:ln>
                <a:solidFill>
                  <a:srgbClr val="646464"/>
                </a:solidFill>
                <a:effectLst/>
                <a:uLnTx/>
                <a:uFillTx/>
              </a:rPr>
              <a:t>“For [CLIENT]’s Fast Close project we can leverage experience and material from this project to speed up project results and reduce involvement of the [CLIENT] team.” Ben Castell</a:t>
            </a:r>
          </a:p>
        </p:txBody>
      </p:sp>
      <p:cxnSp>
        <p:nvCxnSpPr>
          <p:cNvPr id="13" name="Straight Connector 12">
            <a:extLst>
              <a:ext uri="{FF2B5EF4-FFF2-40B4-BE49-F238E27FC236}">
                <a16:creationId xmlns:a16="http://schemas.microsoft.com/office/drawing/2014/main" id="{F08F484D-E6DF-A874-8A55-2209DAD8E6F9}"/>
              </a:ext>
            </a:extLst>
          </p:cNvPr>
          <p:cNvCxnSpPr>
            <a:cxnSpLocks/>
          </p:cNvCxnSpPr>
          <p:nvPr/>
        </p:nvCxnSpPr>
        <p:spPr>
          <a:xfrm>
            <a:off x="7936306" y="1443888"/>
            <a:ext cx="3600000" cy="0"/>
          </a:xfrm>
          <a:prstGeom prst="line">
            <a:avLst/>
          </a:prstGeom>
          <a:noFill/>
          <a:ln w="12700" cap="flat" cmpd="sng" algn="ctr">
            <a:gradFill flip="none" rotWithShape="1">
              <a:gsLst>
                <a:gs pos="0">
                  <a:srgbClr val="FFFFFF"/>
                </a:gs>
                <a:gs pos="53000">
                  <a:srgbClr val="FFE600"/>
                </a:gs>
              </a:gsLst>
              <a:lin ang="10800000" scaled="1"/>
              <a:tileRect/>
            </a:gradFill>
            <a:prstDash val="solid"/>
            <a:tailEnd type="none"/>
          </a:ln>
          <a:effectLst/>
        </p:spPr>
      </p:cxnSp>
      <p:pic>
        <p:nvPicPr>
          <p:cNvPr id="14" name="Picture 13">
            <a:extLst>
              <a:ext uri="{FF2B5EF4-FFF2-40B4-BE49-F238E27FC236}">
                <a16:creationId xmlns:a16="http://schemas.microsoft.com/office/drawing/2014/main" id="{96BBF568-37F9-0C27-2904-FD830C35C49B}"/>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851795" y="1369459"/>
            <a:ext cx="792000" cy="792000"/>
          </a:xfrm>
          <a:prstGeom prst="ellipse">
            <a:avLst/>
          </a:prstGeom>
        </p:spPr>
      </p:pic>
      <p:sp>
        <p:nvSpPr>
          <p:cNvPr id="15" name="Text Placeholder 3">
            <a:extLst>
              <a:ext uri="{FF2B5EF4-FFF2-40B4-BE49-F238E27FC236}">
                <a16:creationId xmlns:a16="http://schemas.microsoft.com/office/drawing/2014/main" id="{AEEE4FE6-7F71-2EB6-3835-D4BB347F2C9F}"/>
              </a:ext>
            </a:extLst>
          </p:cNvPr>
          <p:cNvSpPr txBox="1">
            <a:spLocks/>
          </p:cNvSpPr>
          <p:nvPr/>
        </p:nvSpPr>
        <p:spPr>
          <a:xfrm>
            <a:off x="549501" y="5221961"/>
            <a:ext cx="3538085" cy="1008000"/>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The challenge</a:t>
            </a:r>
            <a:endParaRPr lang="en-US" sz="1000">
              <a:solidFill>
                <a:srgbClr val="646464"/>
              </a:solidFill>
              <a:latin typeface="EYInterstate Light" panose="02000506000000020004" pitchFamily="2" charset="0"/>
            </a:endParaRP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Every country worked with a different timetable (e.g., when they closed subledgers)</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The headquarter had only limited control and visibility on the Record to Report process</a:t>
            </a:r>
          </a:p>
        </p:txBody>
      </p:sp>
      <p:sp>
        <p:nvSpPr>
          <p:cNvPr id="16" name="Text Placeholder 4">
            <a:extLst>
              <a:ext uri="{FF2B5EF4-FFF2-40B4-BE49-F238E27FC236}">
                <a16:creationId xmlns:a16="http://schemas.microsoft.com/office/drawing/2014/main" id="{F9C57054-5365-A3AB-7204-4BE7212DF192}"/>
              </a:ext>
            </a:extLst>
          </p:cNvPr>
          <p:cNvSpPr txBox="1">
            <a:spLocks/>
          </p:cNvSpPr>
          <p:nvPr/>
        </p:nvSpPr>
        <p:spPr>
          <a:xfrm>
            <a:off x="7936306" y="1662276"/>
            <a:ext cx="3600000" cy="1685823"/>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Value for the client</a:t>
            </a:r>
          </a:p>
          <a:p>
            <a:pPr marL="0" indent="0">
              <a:spcBef>
                <a:spcPts val="0"/>
              </a:spcBef>
              <a:spcAft>
                <a:spcPts val="300"/>
              </a:spcAft>
              <a:buClr>
                <a:srgbClr val="FFD200"/>
              </a:buClr>
              <a:buSzPct val="75000"/>
              <a:buFont typeface="Arial" pitchFamily="34" charset="0"/>
              <a:buNone/>
              <a:defRPr/>
            </a:pPr>
            <a:r>
              <a:rPr lang="en-US" sz="1000" kern="0">
                <a:solidFill>
                  <a:srgbClr val="000000">
                    <a:lumMod val="65000"/>
                    <a:lumOff val="35000"/>
                  </a:srgbClr>
                </a:solidFill>
                <a:latin typeface="EYInterstate Light" panose="02000506000000020004" pitchFamily="2" charset="0"/>
              </a:rPr>
              <a:t>Standardization enabled:</a:t>
            </a:r>
          </a:p>
          <a:p>
            <a:pPr marL="266700" indent="-266700">
              <a:spcBef>
                <a:spcPts val="0"/>
              </a:spcBef>
              <a:spcAft>
                <a:spcPts val="600"/>
              </a:spcAft>
              <a:buClr>
                <a:srgbClr val="FFD200"/>
              </a:buClr>
              <a:buSzPct val="75000"/>
              <a:defRPr/>
            </a:pPr>
            <a:r>
              <a:rPr lang="en-US" sz="1000" kern="0">
                <a:solidFill>
                  <a:srgbClr val="000000">
                    <a:lumMod val="65000"/>
                    <a:lumOff val="35000"/>
                  </a:srgbClr>
                </a:solidFill>
                <a:latin typeface="EYInterstate Light" panose="02000506000000020004" pitchFamily="2" charset="0"/>
              </a:rPr>
              <a:t>Accounting automation technology to be deployed thereafter, reducing the level of manual work</a:t>
            </a:r>
          </a:p>
          <a:p>
            <a:pPr marL="266700" indent="-266700">
              <a:spcBef>
                <a:spcPts val="0"/>
              </a:spcBef>
              <a:spcAft>
                <a:spcPts val="600"/>
              </a:spcAft>
              <a:buClr>
                <a:srgbClr val="FFD200"/>
              </a:buClr>
              <a:buSzPct val="75000"/>
              <a:defRPr/>
            </a:pPr>
            <a:r>
              <a:rPr lang="en-US" sz="1000" kern="0">
                <a:solidFill>
                  <a:srgbClr val="000000">
                    <a:lumMod val="65000"/>
                    <a:lumOff val="35000"/>
                  </a:srgbClr>
                </a:solidFill>
                <a:latin typeface="EYInterstate Light" panose="02000506000000020004" pitchFamily="2" charset="0"/>
              </a:rPr>
              <a:t>Results to be reported faster</a:t>
            </a:r>
          </a:p>
          <a:p>
            <a:pPr marL="266700" indent="-266700">
              <a:spcBef>
                <a:spcPts val="0"/>
              </a:spcBef>
              <a:spcAft>
                <a:spcPts val="600"/>
              </a:spcAft>
              <a:buClr>
                <a:srgbClr val="FFD200"/>
              </a:buClr>
              <a:buSzPct val="75000"/>
              <a:defRPr/>
            </a:pPr>
            <a:r>
              <a:rPr lang="en-US" sz="1000" kern="0">
                <a:solidFill>
                  <a:srgbClr val="000000">
                    <a:lumMod val="65000"/>
                    <a:lumOff val="35000"/>
                  </a:srgbClr>
                </a:solidFill>
                <a:latin typeface="EYInterstate Light" panose="02000506000000020004" pitchFamily="2" charset="0"/>
              </a:rPr>
              <a:t>Greater control and visibility by central finance</a:t>
            </a:r>
          </a:p>
          <a:p>
            <a:pPr marL="266700" indent="-266700">
              <a:spcBef>
                <a:spcPts val="0"/>
              </a:spcBef>
              <a:spcAft>
                <a:spcPts val="600"/>
              </a:spcAft>
              <a:buClr>
                <a:srgbClr val="FFD200"/>
              </a:buClr>
              <a:buSzPct val="75000"/>
              <a:defRPr/>
            </a:pPr>
            <a:r>
              <a:rPr lang="en-US" sz="1000" kern="0">
                <a:solidFill>
                  <a:srgbClr val="000000">
                    <a:lumMod val="65000"/>
                    <a:lumOff val="35000"/>
                  </a:srgbClr>
                </a:solidFill>
                <a:latin typeface="EYInterstate Light" panose="02000506000000020004" pitchFamily="2" charset="0"/>
              </a:rPr>
              <a:t>Greater willingness to share good practice across the company</a:t>
            </a: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266700" indent="-266700">
              <a:spcBef>
                <a:spcPts val="0"/>
              </a:spcBef>
              <a:spcAft>
                <a:spcPts val="600"/>
              </a:spcAft>
              <a:buClr>
                <a:srgbClr val="FFD200"/>
              </a:buClr>
              <a:buSzPct val="75000"/>
              <a:defRPr/>
            </a:pPr>
            <a:endParaRPr lang="en-US" sz="1000" kern="0">
              <a:solidFill>
                <a:srgbClr val="000000">
                  <a:lumMod val="65000"/>
                  <a:lumOff val="35000"/>
                </a:srgbClr>
              </a:solidFill>
              <a:latin typeface="EYInterstate Light" panose="02000506000000020004" pitchFamily="2" charset="0"/>
            </a:endParaRPr>
          </a:p>
          <a:p>
            <a:pPr marL="0" lvl="1" indent="0">
              <a:spcBef>
                <a:spcPts val="0"/>
              </a:spcBef>
              <a:buClr>
                <a:srgbClr val="FFD200"/>
              </a:buClr>
              <a:buFont typeface="Arial" pitchFamily="34" charset="0"/>
              <a:buNone/>
              <a:defRPr/>
            </a:pPr>
            <a:r>
              <a:rPr lang="en-US" sz="1000" kern="0">
                <a:solidFill>
                  <a:srgbClr val="000000">
                    <a:lumMod val="65000"/>
                    <a:lumOff val="35000"/>
                  </a:srgbClr>
                </a:solidFill>
                <a:latin typeface="EYInterstate Light" panose="02000506000000020004" pitchFamily="2" charset="0"/>
              </a:rPr>
              <a:t>Note: The programme won a “CFO award” at the client – a prestigious internal award that is given by their CFO to a team or project that has significantly contributed to their success</a:t>
            </a:r>
          </a:p>
          <a:p>
            <a:pPr marL="266700" indent="-266700">
              <a:spcBef>
                <a:spcPts val="0"/>
              </a:spcBef>
              <a:buClr>
                <a:srgbClr val="FFD200"/>
              </a:buClr>
              <a:buSzPct val="75000"/>
              <a:defRPr/>
            </a:pPr>
            <a:endParaRPr lang="en-US" sz="1000" kern="0">
              <a:solidFill>
                <a:srgbClr val="000000">
                  <a:lumMod val="65000"/>
                  <a:lumOff val="35000"/>
                </a:srgbClr>
              </a:solidFill>
              <a:latin typeface="Arial"/>
            </a:endParaRPr>
          </a:p>
          <a:p>
            <a:pPr marL="266700" indent="-266700">
              <a:spcBef>
                <a:spcPts val="0"/>
              </a:spcBef>
              <a:spcAft>
                <a:spcPts val="600"/>
              </a:spcAft>
              <a:buClr>
                <a:srgbClr val="FFD200"/>
              </a:buClr>
              <a:buSzPct val="75000"/>
              <a:defRPr/>
            </a:pPr>
            <a:endParaRPr lang="en-GB" sz="1000" kern="0">
              <a:solidFill>
                <a:srgbClr val="000000">
                  <a:lumMod val="65000"/>
                  <a:lumOff val="35000"/>
                </a:srgbClr>
              </a:solidFill>
              <a:latin typeface="EYInterstate Light" panose="02000506000000020004" pitchFamily="2" charset="0"/>
            </a:endParaRPr>
          </a:p>
        </p:txBody>
      </p:sp>
      <p:grpSp>
        <p:nvGrpSpPr>
          <p:cNvPr id="17" name="Group 16">
            <a:extLst>
              <a:ext uri="{FF2B5EF4-FFF2-40B4-BE49-F238E27FC236}">
                <a16:creationId xmlns:a16="http://schemas.microsoft.com/office/drawing/2014/main" id="{0EB260A3-A6AF-B725-02A9-67249F3DB419}"/>
              </a:ext>
            </a:extLst>
          </p:cNvPr>
          <p:cNvGrpSpPr/>
          <p:nvPr/>
        </p:nvGrpSpPr>
        <p:grpSpPr>
          <a:xfrm>
            <a:off x="8142953" y="3666643"/>
            <a:ext cx="3439446" cy="1301217"/>
            <a:chOff x="8142953" y="3548199"/>
            <a:chExt cx="3439446" cy="1301217"/>
          </a:xfrm>
        </p:grpSpPr>
        <p:grpSp>
          <p:nvGrpSpPr>
            <p:cNvPr id="18" name="Group 17">
              <a:extLst>
                <a:ext uri="{FF2B5EF4-FFF2-40B4-BE49-F238E27FC236}">
                  <a16:creationId xmlns:a16="http://schemas.microsoft.com/office/drawing/2014/main" id="{C5CE774C-F0EC-4CAF-432A-D1133F8AC666}"/>
                </a:ext>
              </a:extLst>
            </p:cNvPr>
            <p:cNvGrpSpPr>
              <a:grpSpLocks/>
            </p:cNvGrpSpPr>
            <p:nvPr/>
          </p:nvGrpSpPr>
          <p:grpSpPr>
            <a:xfrm>
              <a:off x="8142953" y="3548199"/>
              <a:ext cx="894843" cy="894843"/>
              <a:chOff x="9715174" y="5433421"/>
              <a:chExt cx="894843" cy="894843"/>
            </a:xfrm>
          </p:grpSpPr>
          <p:sp>
            <p:nvSpPr>
              <p:cNvPr id="33" name="Oval 1">
                <a:extLst>
                  <a:ext uri="{FF2B5EF4-FFF2-40B4-BE49-F238E27FC236}">
                    <a16:creationId xmlns:a16="http://schemas.microsoft.com/office/drawing/2014/main" id="{E577AB1C-0694-EE55-DB0E-8F99E9B87027}"/>
                  </a:ext>
                </a:extLst>
              </p:cNvPr>
              <p:cNvSpPr>
                <a:spLocks/>
              </p:cNvSpPr>
              <p:nvPr/>
            </p:nvSpPr>
            <p:spPr bwMode="gray">
              <a:xfrm rot="10800000">
                <a:off x="9715174" y="5433421"/>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4" name="Oval 1">
                <a:extLst>
                  <a:ext uri="{FF2B5EF4-FFF2-40B4-BE49-F238E27FC236}">
                    <a16:creationId xmlns:a16="http://schemas.microsoft.com/office/drawing/2014/main" id="{F036370D-998E-5F74-6DC1-B04C7014D82B}"/>
                  </a:ext>
                </a:extLst>
              </p:cNvPr>
              <p:cNvSpPr>
                <a:spLocks noChangeAspect="1"/>
              </p:cNvSpPr>
              <p:nvPr/>
            </p:nvSpPr>
            <p:spPr bwMode="gray">
              <a:xfrm rot="10800000">
                <a:off x="9767927" y="5486175"/>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5" name="Oval 1">
                <a:extLst>
                  <a:ext uri="{FF2B5EF4-FFF2-40B4-BE49-F238E27FC236}">
                    <a16:creationId xmlns:a16="http://schemas.microsoft.com/office/drawing/2014/main" id="{BD951A2A-BC1F-B91F-52D8-77C6F6CCCB02}"/>
                  </a:ext>
                </a:extLst>
              </p:cNvPr>
              <p:cNvSpPr>
                <a:spLocks/>
              </p:cNvSpPr>
              <p:nvPr/>
            </p:nvSpPr>
            <p:spPr bwMode="gray">
              <a:xfrm rot="10800000">
                <a:off x="9818674" y="5536920"/>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36" name="Graphic 35" descr="Robot">
                <a:extLst>
                  <a:ext uri="{FF2B5EF4-FFF2-40B4-BE49-F238E27FC236}">
                    <a16:creationId xmlns:a16="http://schemas.microsoft.com/office/drawing/2014/main" id="{22194F6A-D097-267E-5818-5A8FE1AAC24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69649" y="5582601"/>
                <a:ext cx="585891" cy="585891"/>
              </a:xfrm>
              <a:prstGeom prst="rect">
                <a:avLst/>
              </a:prstGeom>
            </p:spPr>
          </p:pic>
        </p:grpSp>
        <p:sp>
          <p:nvSpPr>
            <p:cNvPr id="19" name="TextBox 18">
              <a:extLst>
                <a:ext uri="{FF2B5EF4-FFF2-40B4-BE49-F238E27FC236}">
                  <a16:creationId xmlns:a16="http://schemas.microsoft.com/office/drawing/2014/main" id="{E19C63AC-D351-58AE-ECC8-B7A4B39BFE73}"/>
                </a:ext>
              </a:extLst>
            </p:cNvPr>
            <p:cNvSpPr txBox="1">
              <a:spLocks/>
            </p:cNvSpPr>
            <p:nvPr/>
          </p:nvSpPr>
          <p:spPr>
            <a:xfrm>
              <a:off x="8143647" y="4497140"/>
              <a:ext cx="893456" cy="352276"/>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1200" b="1" i="0" u="none" strike="noStrike" kern="0" cap="none" spc="0" normalizeH="0" baseline="0" noProof="0">
                  <a:ln>
                    <a:noFill/>
                  </a:ln>
                  <a:solidFill>
                    <a:srgbClr val="646464"/>
                  </a:solidFill>
                  <a:effectLst/>
                  <a:uLnTx/>
                  <a:uFillTx/>
                  <a:latin typeface="EY interstate light"/>
                </a:rPr>
                <a:t>Increased Automation</a:t>
              </a:r>
            </a:p>
          </p:txBody>
        </p:sp>
        <p:sp>
          <p:nvSpPr>
            <p:cNvPr id="20" name="TextBox 19">
              <a:extLst>
                <a:ext uri="{FF2B5EF4-FFF2-40B4-BE49-F238E27FC236}">
                  <a16:creationId xmlns:a16="http://schemas.microsoft.com/office/drawing/2014/main" id="{B1387D33-B39F-BBBC-5F7F-17FE1F3A6B08}"/>
                </a:ext>
              </a:extLst>
            </p:cNvPr>
            <p:cNvSpPr txBox="1">
              <a:spLocks/>
            </p:cNvSpPr>
            <p:nvPr/>
          </p:nvSpPr>
          <p:spPr>
            <a:xfrm>
              <a:off x="9415949" y="4497140"/>
              <a:ext cx="893456" cy="352276"/>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1200" b="1" i="0" u="none" strike="noStrike" kern="0" cap="none" spc="0" normalizeH="0" baseline="0" noProof="0">
                  <a:ln>
                    <a:noFill/>
                  </a:ln>
                  <a:solidFill>
                    <a:srgbClr val="646464"/>
                  </a:solidFill>
                  <a:effectLst/>
                  <a:uLnTx/>
                  <a:uFillTx/>
                  <a:latin typeface="EY interstate light"/>
                </a:rPr>
                <a:t>Global Close Calendar</a:t>
              </a:r>
            </a:p>
          </p:txBody>
        </p:sp>
        <p:grpSp>
          <p:nvGrpSpPr>
            <p:cNvPr id="21" name="Group 20">
              <a:extLst>
                <a:ext uri="{FF2B5EF4-FFF2-40B4-BE49-F238E27FC236}">
                  <a16:creationId xmlns:a16="http://schemas.microsoft.com/office/drawing/2014/main" id="{6D450B58-8E46-DBB3-CD12-4CC34F774CE4}"/>
                </a:ext>
              </a:extLst>
            </p:cNvPr>
            <p:cNvGrpSpPr>
              <a:grpSpLocks/>
            </p:cNvGrpSpPr>
            <p:nvPr/>
          </p:nvGrpSpPr>
          <p:grpSpPr>
            <a:xfrm>
              <a:off x="10687556" y="3582947"/>
              <a:ext cx="894843" cy="894843"/>
              <a:chOff x="6346145" y="5310709"/>
              <a:chExt cx="894843" cy="894843"/>
            </a:xfrm>
          </p:grpSpPr>
          <p:sp>
            <p:nvSpPr>
              <p:cNvPr id="28" name="Oval 1">
                <a:extLst>
                  <a:ext uri="{FF2B5EF4-FFF2-40B4-BE49-F238E27FC236}">
                    <a16:creationId xmlns:a16="http://schemas.microsoft.com/office/drawing/2014/main" id="{2C4C2CD9-566A-11AD-854B-C723DA8B3F80}"/>
                  </a:ext>
                </a:extLst>
              </p:cNvPr>
              <p:cNvSpPr>
                <a:spLocks/>
              </p:cNvSpPr>
              <p:nvPr/>
            </p:nvSpPr>
            <p:spPr bwMode="gray">
              <a:xfrm rot="10800000">
                <a:off x="6346145" y="5310709"/>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grpSp>
            <p:nvGrpSpPr>
              <p:cNvPr id="29" name="Group 28">
                <a:extLst>
                  <a:ext uri="{FF2B5EF4-FFF2-40B4-BE49-F238E27FC236}">
                    <a16:creationId xmlns:a16="http://schemas.microsoft.com/office/drawing/2014/main" id="{435396CC-7044-E872-7FCA-53088330778B}"/>
                  </a:ext>
                </a:extLst>
              </p:cNvPr>
              <p:cNvGrpSpPr/>
              <p:nvPr/>
            </p:nvGrpSpPr>
            <p:grpSpPr>
              <a:xfrm>
                <a:off x="6398898" y="5363463"/>
                <a:ext cx="789337" cy="789336"/>
                <a:chOff x="6398898" y="5363463"/>
                <a:chExt cx="789337" cy="789336"/>
              </a:xfrm>
            </p:grpSpPr>
            <p:sp>
              <p:nvSpPr>
                <p:cNvPr id="30" name="Oval 1">
                  <a:extLst>
                    <a:ext uri="{FF2B5EF4-FFF2-40B4-BE49-F238E27FC236}">
                      <a16:creationId xmlns:a16="http://schemas.microsoft.com/office/drawing/2014/main" id="{D0ADC41F-90DD-FC28-4377-10B7DE495894}"/>
                    </a:ext>
                  </a:extLst>
                </p:cNvPr>
                <p:cNvSpPr>
                  <a:spLocks noChangeAspect="1"/>
                </p:cNvSpPr>
                <p:nvPr/>
              </p:nvSpPr>
              <p:spPr bwMode="gray">
                <a:xfrm rot="10800000">
                  <a:off x="6398898" y="5363463"/>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1" name="Oval 1">
                  <a:extLst>
                    <a:ext uri="{FF2B5EF4-FFF2-40B4-BE49-F238E27FC236}">
                      <a16:creationId xmlns:a16="http://schemas.microsoft.com/office/drawing/2014/main" id="{21C2D127-0FB6-40B9-AB30-BF4ECC71A9D5}"/>
                    </a:ext>
                  </a:extLst>
                </p:cNvPr>
                <p:cNvSpPr>
                  <a:spLocks/>
                </p:cNvSpPr>
                <p:nvPr/>
              </p:nvSpPr>
              <p:spPr bwMode="gray">
                <a:xfrm rot="10800000">
                  <a:off x="6449645" y="5414208"/>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32" name="Graphic 31" descr="Monthly calendar">
                  <a:extLst>
                    <a:ext uri="{FF2B5EF4-FFF2-40B4-BE49-F238E27FC236}">
                      <a16:creationId xmlns:a16="http://schemas.microsoft.com/office/drawing/2014/main" id="{99D4D97E-7AD6-4F64-8A33-248A68CAA055}"/>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13799" y="5472196"/>
                  <a:ext cx="553119" cy="553119"/>
                </a:xfrm>
                <a:prstGeom prst="rect">
                  <a:avLst/>
                </a:prstGeom>
              </p:spPr>
            </p:pic>
          </p:grpSp>
        </p:grpSp>
        <p:sp>
          <p:nvSpPr>
            <p:cNvPr id="22" name="TextBox 21">
              <a:extLst>
                <a:ext uri="{FF2B5EF4-FFF2-40B4-BE49-F238E27FC236}">
                  <a16:creationId xmlns:a16="http://schemas.microsoft.com/office/drawing/2014/main" id="{37A8ED5D-6004-77EA-7843-2565BB2AA2A2}"/>
                </a:ext>
              </a:extLst>
            </p:cNvPr>
            <p:cNvSpPr txBox="1">
              <a:spLocks/>
            </p:cNvSpPr>
            <p:nvPr/>
          </p:nvSpPr>
          <p:spPr>
            <a:xfrm>
              <a:off x="10688250" y="4575623"/>
              <a:ext cx="893456" cy="195310"/>
            </a:xfrm>
            <a:prstGeom prst="rect">
              <a:avLst/>
            </a:prstGeom>
            <a:noFill/>
          </p:spPr>
          <p:txBody>
            <a:bodyPr wrap="square" lIns="0" tIns="36576" rIns="0" bIns="0" rtlCol="0">
              <a:spAutoFit/>
            </a:bodyPr>
            <a:lstStyle/>
            <a:p>
              <a:pPr marL="0" marR="0" lvl="0" indent="0" algn="ctr" defTabSz="914400" eaLnBrk="1" fontAlgn="auto" latinLnBrk="0" hangingPunct="1">
                <a:lnSpc>
                  <a:spcPct val="85000"/>
                </a:lnSpc>
                <a:spcBef>
                  <a:spcPts val="0"/>
                </a:spcBef>
                <a:spcAft>
                  <a:spcPts val="600"/>
                </a:spcAft>
                <a:buClr>
                  <a:srgbClr val="FFE600"/>
                </a:buClr>
                <a:buSzPct val="70000"/>
                <a:buFontTx/>
                <a:buNone/>
                <a:tabLst/>
                <a:defRPr/>
              </a:pPr>
              <a:r>
                <a:rPr kumimoji="0" lang="en-US" sz="1200" b="1" i="0" u="none" strike="noStrike" kern="0" cap="none" spc="0" normalizeH="0" baseline="0" noProof="0">
                  <a:ln>
                    <a:noFill/>
                  </a:ln>
                  <a:solidFill>
                    <a:srgbClr val="646464"/>
                  </a:solidFill>
                  <a:effectLst/>
                  <a:uLnTx/>
                  <a:uFillTx/>
                  <a:latin typeface="EY interstate light"/>
                </a:rPr>
                <a:t>Faster Close</a:t>
              </a:r>
            </a:p>
          </p:txBody>
        </p:sp>
        <p:grpSp>
          <p:nvGrpSpPr>
            <p:cNvPr id="23" name="Group 22">
              <a:extLst>
                <a:ext uri="{FF2B5EF4-FFF2-40B4-BE49-F238E27FC236}">
                  <a16:creationId xmlns:a16="http://schemas.microsoft.com/office/drawing/2014/main" id="{B56EF9C2-4A73-854F-1512-181CFD58C077}"/>
                </a:ext>
              </a:extLst>
            </p:cNvPr>
            <p:cNvGrpSpPr>
              <a:grpSpLocks/>
            </p:cNvGrpSpPr>
            <p:nvPr/>
          </p:nvGrpSpPr>
          <p:grpSpPr>
            <a:xfrm>
              <a:off x="9415255" y="3554445"/>
              <a:ext cx="894843" cy="894843"/>
              <a:chOff x="6096000" y="5213847"/>
              <a:chExt cx="894843" cy="894843"/>
            </a:xfrm>
          </p:grpSpPr>
          <p:sp>
            <p:nvSpPr>
              <p:cNvPr id="24" name="Oval 1">
                <a:extLst>
                  <a:ext uri="{FF2B5EF4-FFF2-40B4-BE49-F238E27FC236}">
                    <a16:creationId xmlns:a16="http://schemas.microsoft.com/office/drawing/2014/main" id="{F2C69839-5761-142A-CCDB-534C5A5C1699}"/>
                  </a:ext>
                </a:extLst>
              </p:cNvPr>
              <p:cNvSpPr>
                <a:spLocks/>
              </p:cNvSpPr>
              <p:nvPr/>
            </p:nvSpPr>
            <p:spPr bwMode="gray">
              <a:xfrm rot="10800000">
                <a:off x="6096000" y="5213847"/>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5" name="Oval 1">
                <a:extLst>
                  <a:ext uri="{FF2B5EF4-FFF2-40B4-BE49-F238E27FC236}">
                    <a16:creationId xmlns:a16="http://schemas.microsoft.com/office/drawing/2014/main" id="{15A79D09-EFC8-C513-871E-BB5A9D953ED8}"/>
                  </a:ext>
                </a:extLst>
              </p:cNvPr>
              <p:cNvSpPr>
                <a:spLocks noChangeAspect="1"/>
              </p:cNvSpPr>
              <p:nvPr/>
            </p:nvSpPr>
            <p:spPr bwMode="gray">
              <a:xfrm rot="10800000">
                <a:off x="6148753" y="5266601"/>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6" name="Oval 1">
                <a:extLst>
                  <a:ext uri="{FF2B5EF4-FFF2-40B4-BE49-F238E27FC236}">
                    <a16:creationId xmlns:a16="http://schemas.microsoft.com/office/drawing/2014/main" id="{A25EF17F-C9D5-F064-3305-FBE75D6326BD}"/>
                  </a:ext>
                </a:extLst>
              </p:cNvPr>
              <p:cNvSpPr>
                <a:spLocks/>
              </p:cNvSpPr>
              <p:nvPr/>
            </p:nvSpPr>
            <p:spPr bwMode="gray">
              <a:xfrm rot="10800000">
                <a:off x="6199500" y="5317346"/>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27" name="Graphic 26" descr="Earth globe Africa and Europe">
                <a:extLst>
                  <a:ext uri="{FF2B5EF4-FFF2-40B4-BE49-F238E27FC236}">
                    <a16:creationId xmlns:a16="http://schemas.microsoft.com/office/drawing/2014/main" id="{1BE0EC4A-8156-688B-FD60-764A5A1DF26B}"/>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10324" y="5315781"/>
                <a:ext cx="687137" cy="687137"/>
              </a:xfrm>
              <a:prstGeom prst="rect">
                <a:avLst/>
              </a:prstGeom>
            </p:spPr>
          </p:pic>
        </p:grpSp>
      </p:grpSp>
      <p:cxnSp>
        <p:nvCxnSpPr>
          <p:cNvPr id="37" name="Straight Connector 36">
            <a:extLst>
              <a:ext uri="{FF2B5EF4-FFF2-40B4-BE49-F238E27FC236}">
                <a16:creationId xmlns:a16="http://schemas.microsoft.com/office/drawing/2014/main" id="{41C6A6BD-0552-948B-7E12-A987F5169F7B}"/>
              </a:ext>
            </a:extLst>
          </p:cNvPr>
          <p:cNvCxnSpPr>
            <a:cxnSpLocks/>
          </p:cNvCxnSpPr>
          <p:nvPr/>
        </p:nvCxnSpPr>
        <p:spPr>
          <a:xfrm>
            <a:off x="590550" y="3769954"/>
            <a:ext cx="3455988" cy="0"/>
          </a:xfrm>
          <a:prstGeom prst="line">
            <a:avLst/>
          </a:prstGeom>
          <a:noFill/>
          <a:ln w="12700" cap="flat" cmpd="sng" algn="ctr">
            <a:gradFill flip="none" rotWithShape="1">
              <a:gsLst>
                <a:gs pos="0">
                  <a:srgbClr val="FFFFFF"/>
                </a:gs>
                <a:gs pos="53000">
                  <a:srgbClr val="FFE600"/>
                </a:gs>
              </a:gsLst>
              <a:lin ang="10800000" scaled="1"/>
              <a:tileRect/>
            </a:gradFill>
            <a:prstDash val="solid"/>
            <a:tailEnd type="none"/>
          </a:ln>
          <a:effectLst/>
        </p:spPr>
      </p:cxnSp>
    </p:spTree>
    <p:extLst>
      <p:ext uri="{BB962C8B-B14F-4D97-AF65-F5344CB8AC3E}">
        <p14:creationId xmlns:p14="http://schemas.microsoft.com/office/powerpoint/2010/main" val="19955462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EB99-EACB-067C-68BC-066554FE8025}"/>
              </a:ext>
            </a:extLst>
          </p:cNvPr>
          <p:cNvSpPr>
            <a:spLocks noGrp="1"/>
          </p:cNvSpPr>
          <p:nvPr>
            <p:ph type="title"/>
          </p:nvPr>
        </p:nvSpPr>
        <p:spPr/>
        <p:txBody>
          <a:bodyPr/>
          <a:lstStyle/>
          <a:p>
            <a:r>
              <a:rPr lang="en-US"/>
              <a:t>Finance integration of multinational Swiss group into global life sciences company</a:t>
            </a:r>
            <a:endParaRPr lang="en-IN"/>
          </a:p>
        </p:txBody>
      </p:sp>
      <p:sp>
        <p:nvSpPr>
          <p:cNvPr id="5" name="Slide Number Placeholder 4">
            <a:extLst>
              <a:ext uri="{FF2B5EF4-FFF2-40B4-BE49-F238E27FC236}">
                <a16:creationId xmlns:a16="http://schemas.microsoft.com/office/drawing/2014/main" id="{DCD2D5D8-1F4C-7983-00C5-9EF965CB0275}"/>
              </a:ext>
            </a:extLst>
          </p:cNvPr>
          <p:cNvSpPr>
            <a:spLocks noGrp="1"/>
          </p:cNvSpPr>
          <p:nvPr>
            <p:ph type="sldNum" sz="quarter" idx="12"/>
          </p:nvPr>
        </p:nvSpPr>
        <p:spPr/>
        <p:txBody>
          <a:bodyPr/>
          <a:lstStyle/>
          <a:p>
            <a:fld id="{94FCA0F3-9F3A-694B-99BB-0E592A797735}" type="slidenum">
              <a:rPr lang="en-US" smtClean="0"/>
              <a:t>72</a:t>
            </a:fld>
            <a:endParaRPr lang="en-US"/>
          </a:p>
        </p:txBody>
      </p:sp>
      <p:sp>
        <p:nvSpPr>
          <p:cNvPr id="6" name="Date Placeholder 5">
            <a:extLst>
              <a:ext uri="{FF2B5EF4-FFF2-40B4-BE49-F238E27FC236}">
                <a16:creationId xmlns:a16="http://schemas.microsoft.com/office/drawing/2014/main" id="{7126AADE-D0AF-D649-5B2E-53DDE9F689F3}"/>
              </a:ext>
            </a:extLst>
          </p:cNvPr>
          <p:cNvSpPr>
            <a:spLocks noGrp="1"/>
          </p:cNvSpPr>
          <p:nvPr>
            <p:ph type="dt" sz="half" idx="10"/>
          </p:nvPr>
        </p:nvSpPr>
        <p:spPr/>
        <p:txBody>
          <a:bodyPr/>
          <a:lstStyle/>
          <a:p>
            <a:fld id="{F8F5309D-E8B3-4272-8512-A7770A38D511}" type="datetime1">
              <a:rPr lang="en-US" smtClean="0"/>
              <a:t>11/28/2025</a:t>
            </a:fld>
            <a:endParaRPr lang="en-US"/>
          </a:p>
        </p:txBody>
      </p:sp>
      <p:sp>
        <p:nvSpPr>
          <p:cNvPr id="8" name="SmartArt Placeholder 7">
            <a:extLst>
              <a:ext uri="{FF2B5EF4-FFF2-40B4-BE49-F238E27FC236}">
                <a16:creationId xmlns:a16="http://schemas.microsoft.com/office/drawing/2014/main" id="{ACBE1C81-357F-3F0D-FA44-CAC38DFCC333}"/>
              </a:ext>
            </a:extLst>
          </p:cNvPr>
          <p:cNvSpPr>
            <a:spLocks noGrp="1"/>
          </p:cNvSpPr>
          <p:nvPr>
            <p:ph type="dgm" sz="quarter" idx="17"/>
          </p:nvPr>
        </p:nvSpPr>
        <p:spPr/>
        <p:txBody>
          <a:bodyPr/>
          <a:lstStyle/>
          <a:p>
            <a:endParaRPr lang="en-IN"/>
          </a:p>
        </p:txBody>
      </p:sp>
      <p:sp>
        <p:nvSpPr>
          <p:cNvPr id="9" name="Text Placeholder 3">
            <a:extLst>
              <a:ext uri="{FF2B5EF4-FFF2-40B4-BE49-F238E27FC236}">
                <a16:creationId xmlns:a16="http://schemas.microsoft.com/office/drawing/2014/main" id="{4299FE49-5134-E06C-CA55-129EF36A50DF}"/>
              </a:ext>
            </a:extLst>
          </p:cNvPr>
          <p:cNvSpPr txBox="1">
            <a:spLocks/>
          </p:cNvSpPr>
          <p:nvPr/>
        </p:nvSpPr>
        <p:spPr>
          <a:xfrm>
            <a:off x="4075226" y="1690155"/>
            <a:ext cx="3774203" cy="4664303"/>
          </a:xfrm>
          <a:prstGeom prst="rect">
            <a:avLst/>
          </a:prstGeom>
          <a:noFill/>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What we have done</a:t>
            </a:r>
          </a:p>
          <a:p>
            <a:pPr marL="0" indent="0" defTabSz="828476">
              <a:spcBef>
                <a:spcPts val="0"/>
              </a:spcBef>
              <a:spcAft>
                <a:spcPts val="300"/>
              </a:spcAft>
              <a:buClr>
                <a:srgbClr val="FFE600"/>
              </a:buClr>
              <a:buFont typeface="Arial" pitchFamily="34" charset="0"/>
              <a:buNone/>
              <a:tabLst>
                <a:tab pos="293732" algn="l"/>
              </a:tabLst>
              <a:defRPr/>
            </a:pPr>
            <a:r>
              <a:rPr lang="en-US" sz="1000" b="1" i="1">
                <a:solidFill>
                  <a:srgbClr val="646464"/>
                </a:solidFill>
                <a:latin typeface="EYInterstate Light" panose="02000506000000020004" pitchFamily="2" charset="0"/>
              </a:rPr>
              <a:t>Finance integration support on new chart of account and currency conversion   </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Assistance for all currency conversion and technical accounting related matters under US GAAP considering SEC requirements</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ERP architecture design. Complete Finance Conceptual Design and Integration including technical implementation. Design and Implementation of Organizational Structure and reporting requirements into SAP (Functional Area, Cost centers, Profit Centers, etc.)</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Chart of Account design, incl. account determination and P2P process design (indirect/direct)</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Design and Integration of end-to-end process values flows from SD, FI to MM into BI for commercial and R&amp;D entities</a:t>
            </a:r>
          </a:p>
          <a:p>
            <a:pPr marL="0" indent="0" defTabSz="828476">
              <a:spcBef>
                <a:spcPts val="0"/>
              </a:spcBef>
              <a:spcAft>
                <a:spcPts val="300"/>
              </a:spcAft>
              <a:buClr>
                <a:srgbClr val="FFE600"/>
              </a:buClr>
              <a:buFont typeface="Arial" pitchFamily="34" charset="0"/>
              <a:buNone/>
              <a:tabLst>
                <a:tab pos="293732" algn="l"/>
              </a:tabLst>
              <a:defRPr/>
            </a:pPr>
            <a:r>
              <a:rPr lang="en-US" sz="1000" b="1" i="1">
                <a:solidFill>
                  <a:srgbClr val="646464"/>
                </a:solidFill>
                <a:latin typeface="EYInterstate Light" panose="02000506000000020004" pitchFamily="2" charset="0"/>
              </a:rPr>
              <a:t>Overall project support on PMO, data conversion and migration </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Data migration support including object list, concept &amp; protocol, project plan and compliance documentation</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In charge of the overall project plan including resource planning for the finance integration</a:t>
            </a:r>
            <a:endParaRPr lang="en-US" sz="500" b="1" i="1">
              <a:solidFill>
                <a:srgbClr val="646464"/>
              </a:solidFill>
              <a:latin typeface="EYInterstate Light" panose="02000506000000020004" pitchFamily="2" charset="0"/>
            </a:endParaRPr>
          </a:p>
          <a:p>
            <a:pPr marL="0" indent="0" defTabSz="828476">
              <a:spcBef>
                <a:spcPts val="0"/>
              </a:spcBef>
              <a:spcAft>
                <a:spcPts val="300"/>
              </a:spcAft>
              <a:buClr>
                <a:srgbClr val="FFE600"/>
              </a:buClr>
              <a:buFont typeface="Arial" pitchFamily="34" charset="0"/>
              <a:buNone/>
              <a:tabLst>
                <a:tab pos="293732" algn="l"/>
              </a:tabLst>
              <a:defRPr/>
            </a:pPr>
            <a:r>
              <a:rPr lang="en-US" sz="1000" b="1" i="1">
                <a:solidFill>
                  <a:srgbClr val="646464"/>
                </a:solidFill>
                <a:latin typeface="EYInterstate Light" panose="02000506000000020004" pitchFamily="2" charset="0"/>
              </a:rPr>
              <a:t>Compliance support on project and migration matters</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Deployment of a robust governance structure to challenge any possible exceptions raised</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Developing a finance compliance plan and business logic concepts together with the client as well as designing a data migration concept</a:t>
            </a:r>
          </a:p>
          <a:p>
            <a:pPr marL="177800" indent="-177800" defTabSz="828476">
              <a:spcBef>
                <a:spcPts val="0"/>
              </a:spcBef>
              <a:spcAft>
                <a:spcPts val="300"/>
              </a:spcAft>
              <a:buClr>
                <a:srgbClr val="FFE600"/>
              </a:buClr>
              <a:tabLst>
                <a:tab pos="293732" algn="l"/>
              </a:tabLst>
              <a:defRPr/>
            </a:pPr>
            <a:endParaRPr lang="en-US" sz="1000">
              <a:solidFill>
                <a:srgbClr val="646464"/>
              </a:solidFill>
              <a:latin typeface="EYInterstate Light" panose="02000506000000020004" pitchFamily="2" charset="0"/>
            </a:endParaRPr>
          </a:p>
          <a:p>
            <a:pPr marL="0" indent="0" defTabSz="828476">
              <a:spcBef>
                <a:spcPts val="0"/>
              </a:spcBef>
              <a:spcAft>
                <a:spcPts val="300"/>
              </a:spcAft>
              <a:buClr>
                <a:srgbClr val="FFE600"/>
              </a:buClr>
              <a:buFont typeface="Arial" pitchFamily="34" charset="0"/>
              <a:buNone/>
              <a:tabLst>
                <a:tab pos="293732" algn="l"/>
              </a:tabLst>
              <a:defRPr/>
            </a:pPr>
            <a:endParaRPr lang="en-US" sz="1000">
              <a:solidFill>
                <a:srgbClr val="646464"/>
              </a:solidFill>
              <a:latin typeface="EYInterstate Light" panose="02000506000000020004" pitchFamily="2" charset="0"/>
            </a:endParaRPr>
          </a:p>
          <a:p>
            <a:pPr marL="0" indent="0" defTabSz="828476">
              <a:spcBef>
                <a:spcPts val="0"/>
              </a:spcBef>
              <a:spcAft>
                <a:spcPts val="300"/>
              </a:spcAft>
              <a:buClr>
                <a:srgbClr val="FFE600"/>
              </a:buClr>
              <a:buFont typeface="Arial" pitchFamily="34" charset="0"/>
              <a:buNone/>
              <a:tabLst>
                <a:tab pos="293732" algn="l"/>
              </a:tabLst>
              <a:defRPr/>
            </a:pPr>
            <a:endParaRPr lang="en-US" sz="1000">
              <a:solidFill>
                <a:srgbClr val="646464"/>
              </a:solidFill>
              <a:latin typeface="EYInterstate Light" panose="02000506000000020004" pitchFamily="2" charset="0"/>
            </a:endParaRPr>
          </a:p>
        </p:txBody>
      </p:sp>
      <p:sp>
        <p:nvSpPr>
          <p:cNvPr id="10" name="Text Placeholder 4">
            <a:extLst>
              <a:ext uri="{FF2B5EF4-FFF2-40B4-BE49-F238E27FC236}">
                <a16:creationId xmlns:a16="http://schemas.microsoft.com/office/drawing/2014/main" id="{24378238-3720-D633-BAA0-2BB93E56B472}"/>
              </a:ext>
            </a:extLst>
          </p:cNvPr>
          <p:cNvSpPr txBox="1">
            <a:spLocks/>
          </p:cNvSpPr>
          <p:nvPr/>
        </p:nvSpPr>
        <p:spPr>
          <a:xfrm>
            <a:off x="7936306" y="1690155"/>
            <a:ext cx="3600000" cy="1339607"/>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Value for the client</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Successful finance integration of operations into the global life sciences company, incl. a harmonized financial reporting structure, close processes and internal controls (SOX)</a:t>
            </a: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On-time migration and deployment of SAP</a:t>
            </a:r>
          </a:p>
        </p:txBody>
      </p:sp>
      <p:sp>
        <p:nvSpPr>
          <p:cNvPr id="11" name="Text Placeholder 3">
            <a:extLst>
              <a:ext uri="{FF2B5EF4-FFF2-40B4-BE49-F238E27FC236}">
                <a16:creationId xmlns:a16="http://schemas.microsoft.com/office/drawing/2014/main" id="{700BB8A1-2DF3-570B-471F-98F25AACFCB2}"/>
              </a:ext>
            </a:extLst>
          </p:cNvPr>
          <p:cNvSpPr txBox="1">
            <a:spLocks/>
          </p:cNvSpPr>
          <p:nvPr/>
        </p:nvSpPr>
        <p:spPr>
          <a:xfrm>
            <a:off x="569854" y="4867478"/>
            <a:ext cx="3538085" cy="669512"/>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ea typeface="Times New Roman"/>
                <a:cs typeface="Times New Roman"/>
              </a:rPr>
              <a:t>The challenge</a:t>
            </a:r>
            <a:endParaRPr lang="en-US" sz="1000">
              <a:solidFill>
                <a:srgbClr val="646464"/>
              </a:solidFill>
              <a:latin typeface="EYInterstate Light" panose="02000506000000020004" pitchFamily="2" charset="0"/>
            </a:endParaRP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The project lasted close to two years with the main challenges around the fact that the acquired group had a completely different financial reporting structure and setup, both from an accounting and tax perspective</a:t>
            </a:r>
          </a:p>
        </p:txBody>
      </p:sp>
      <p:sp>
        <p:nvSpPr>
          <p:cNvPr id="12" name="TextBox 11">
            <a:extLst>
              <a:ext uri="{FF2B5EF4-FFF2-40B4-BE49-F238E27FC236}">
                <a16:creationId xmlns:a16="http://schemas.microsoft.com/office/drawing/2014/main" id="{55BF1AF7-7BE3-51F2-8809-ADB763342A9E}"/>
              </a:ext>
            </a:extLst>
          </p:cNvPr>
          <p:cNvSpPr txBox="1">
            <a:spLocks/>
          </p:cNvSpPr>
          <p:nvPr/>
        </p:nvSpPr>
        <p:spPr>
          <a:xfrm>
            <a:off x="415936" y="2284884"/>
            <a:ext cx="2016000" cy="576000"/>
          </a:xfrm>
          <a:prstGeom prst="rect">
            <a:avLst/>
          </a:prstGeom>
          <a:noFill/>
        </p:spPr>
        <p:txBody>
          <a:bodyPr wrap="square" lIns="0" tIns="0" rIns="0" bIns="0" rtlCol="0" anchor="t">
            <a:noAutofit/>
          </a:bodyPr>
          <a:lstStyle/>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200" b="1" i="0" u="none" strike="noStrike" kern="0" cap="none" spc="0" normalizeH="0" baseline="0" noProof="0">
                <a:ln>
                  <a:noFill/>
                </a:ln>
                <a:solidFill>
                  <a:srgbClr val="646464"/>
                </a:solidFill>
                <a:effectLst/>
                <a:uLnTx/>
                <a:uFillTx/>
              </a:rPr>
              <a:t>Frederik Schmachtenberg</a:t>
            </a:r>
          </a:p>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000" b="0" i="0" u="none" strike="noStrike" kern="0" cap="none" spc="0" normalizeH="0" baseline="0" noProof="0">
                <a:ln>
                  <a:noFill/>
                </a:ln>
                <a:solidFill>
                  <a:srgbClr val="646464"/>
                </a:solidFill>
                <a:effectLst/>
                <a:uLnTx/>
                <a:uFillTx/>
              </a:rPr>
              <a:t>Partner</a:t>
            </a:r>
            <a:br>
              <a:rPr kumimoji="0" lang="en-US" sz="1000" b="0" i="0" u="none" strike="noStrike" kern="0" cap="none" spc="0" normalizeH="0" baseline="0" noProof="0">
                <a:ln>
                  <a:noFill/>
                </a:ln>
                <a:solidFill>
                  <a:srgbClr val="646464"/>
                </a:solidFill>
                <a:effectLst/>
                <a:uLnTx/>
                <a:uFillTx/>
              </a:rPr>
            </a:br>
            <a:r>
              <a:rPr kumimoji="0" lang="en-US" sz="1000" b="0" i="0" u="none" strike="noStrike" kern="0" cap="none" spc="0" normalizeH="0" baseline="0" noProof="0">
                <a:ln>
                  <a:noFill/>
                </a:ln>
                <a:solidFill>
                  <a:srgbClr val="646464"/>
                </a:solidFill>
                <a:effectLst/>
                <a:uLnTx/>
                <a:uFillTx/>
              </a:rPr>
              <a:t>Engagement Partner</a:t>
            </a:r>
          </a:p>
        </p:txBody>
      </p:sp>
      <p:pic>
        <p:nvPicPr>
          <p:cNvPr id="13" name="Picture 12">
            <a:extLst>
              <a:ext uri="{FF2B5EF4-FFF2-40B4-BE49-F238E27FC236}">
                <a16:creationId xmlns:a16="http://schemas.microsoft.com/office/drawing/2014/main" id="{622759BA-C2F4-8BCA-F8A8-F047260845B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2540" b="12540"/>
          <a:stretch/>
        </p:blipFill>
        <p:spPr>
          <a:xfrm>
            <a:off x="1027936" y="1406035"/>
            <a:ext cx="792000" cy="792000"/>
          </a:xfrm>
          <a:prstGeom prst="ellipse">
            <a:avLst/>
          </a:prstGeom>
        </p:spPr>
      </p:pic>
      <p:sp>
        <p:nvSpPr>
          <p:cNvPr id="14" name="TextBox 13">
            <a:extLst>
              <a:ext uri="{FF2B5EF4-FFF2-40B4-BE49-F238E27FC236}">
                <a16:creationId xmlns:a16="http://schemas.microsoft.com/office/drawing/2014/main" id="{10404589-917C-39F8-E302-2DDDBDF7B8B3}"/>
              </a:ext>
            </a:extLst>
          </p:cNvPr>
          <p:cNvSpPr txBox="1">
            <a:spLocks/>
          </p:cNvSpPr>
          <p:nvPr/>
        </p:nvSpPr>
        <p:spPr>
          <a:xfrm>
            <a:off x="609601" y="2965507"/>
            <a:ext cx="3276389" cy="756000"/>
          </a:xfrm>
          <a:prstGeom prst="rect">
            <a:avLst/>
          </a:prstGeom>
          <a:noFill/>
        </p:spPr>
        <p:txBody>
          <a:bodyPr wrap="square" lIns="0" tIns="0" rIns="0" bIns="0" rtlCol="0">
            <a:noAutofit/>
          </a:bodyPr>
          <a:lstStyle/>
          <a:p>
            <a:pPr marL="0" marR="0" lvl="0" indent="0" defTabSz="828476" eaLnBrk="1" fontAlgn="base" latinLnBrk="0" hangingPunct="1">
              <a:lnSpc>
                <a:spcPct val="100000"/>
              </a:lnSpc>
              <a:spcBef>
                <a:spcPts val="0"/>
              </a:spcBef>
              <a:spcAft>
                <a:spcPts val="300"/>
              </a:spcAft>
              <a:buClr>
                <a:srgbClr val="FFE600"/>
              </a:buClr>
              <a:buSzPct val="70000"/>
              <a:buFontTx/>
              <a:buNone/>
              <a:tabLst>
                <a:tab pos="293732" algn="l"/>
              </a:tabLst>
              <a:defRPr/>
            </a:pPr>
            <a:r>
              <a:rPr kumimoji="0" lang="en-US" sz="1000" b="0" i="1" u="none" strike="noStrike" kern="0" cap="none" spc="0" normalizeH="0" baseline="0" noProof="0">
                <a:ln>
                  <a:noFill/>
                </a:ln>
                <a:solidFill>
                  <a:srgbClr val="646464"/>
                </a:solidFill>
                <a:effectLst/>
                <a:uLnTx/>
                <a:uFillTx/>
              </a:rPr>
              <a:t>“Each project on top of ongoing merger and integration initiatives adds more complexity. With this credential we have demonstrated that EY successfully manages Finance transformation and integration projects at the same time.” Frederik Schmachtenberg</a:t>
            </a:r>
          </a:p>
        </p:txBody>
      </p:sp>
      <p:sp>
        <p:nvSpPr>
          <p:cNvPr id="15" name="Text Placeholder 3">
            <a:extLst>
              <a:ext uri="{FF2B5EF4-FFF2-40B4-BE49-F238E27FC236}">
                <a16:creationId xmlns:a16="http://schemas.microsoft.com/office/drawing/2014/main" id="{C9D73222-BBCF-1DBD-5A3E-38BCAE8BCACA}"/>
              </a:ext>
            </a:extLst>
          </p:cNvPr>
          <p:cNvSpPr txBox="1">
            <a:spLocks/>
          </p:cNvSpPr>
          <p:nvPr/>
        </p:nvSpPr>
        <p:spPr>
          <a:xfrm>
            <a:off x="590550" y="3849591"/>
            <a:ext cx="3538085" cy="828391"/>
          </a:xfrm>
          <a:prstGeom prst="rect">
            <a:avLst/>
          </a:prstGeo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 interstate ligh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 interstate ligh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 interstate ligh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 interstate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544"/>
              </a:spcAft>
              <a:buClrTx/>
              <a:buSzTx/>
              <a:buFont typeface="Arial" pitchFamily="34" charset="0"/>
              <a:buNone/>
            </a:pPr>
            <a:r>
              <a:rPr lang="en-US" sz="1200" b="1" kern="1600" spc="-27" noProof="1">
                <a:solidFill>
                  <a:srgbClr val="646464"/>
                </a:solidFill>
                <a:latin typeface="EYInterstate Light" panose="02000506000000020004" pitchFamily="2" charset="0"/>
                <a:cs typeface="Times New Roman"/>
              </a:rPr>
              <a:t>Objective</a:t>
            </a:r>
            <a:endParaRPr lang="en-US" sz="1000">
              <a:solidFill>
                <a:srgbClr val="646464"/>
              </a:solidFill>
              <a:latin typeface="EYInterstate Light" panose="02000506000000020004" pitchFamily="2" charset="0"/>
            </a:endParaRPr>
          </a:p>
          <a:p>
            <a:pPr marL="177800" indent="-177800" defTabSz="828476">
              <a:spcBef>
                <a:spcPts val="0"/>
              </a:spcBef>
              <a:spcAft>
                <a:spcPts val="300"/>
              </a:spcAft>
              <a:buClr>
                <a:srgbClr val="FFE600"/>
              </a:buClr>
              <a:tabLst>
                <a:tab pos="293732" algn="l"/>
              </a:tabLst>
              <a:defRPr/>
            </a:pPr>
            <a:r>
              <a:rPr lang="en-US" sz="1000">
                <a:solidFill>
                  <a:srgbClr val="646464"/>
                </a:solidFill>
                <a:latin typeface="EYInterstate Light" panose="02000506000000020004" pitchFamily="2" charset="0"/>
              </a:rPr>
              <a:t>Integration of the USD 30 billion acquisition into a global life sciences company, both from a financial reporting and internal control (SOX) perspective</a:t>
            </a:r>
          </a:p>
        </p:txBody>
      </p:sp>
      <p:grpSp>
        <p:nvGrpSpPr>
          <p:cNvPr id="16" name="Group 15">
            <a:extLst>
              <a:ext uri="{FF2B5EF4-FFF2-40B4-BE49-F238E27FC236}">
                <a16:creationId xmlns:a16="http://schemas.microsoft.com/office/drawing/2014/main" id="{1B0E4B67-76CD-824B-D5E6-6E0B7D6CC1CB}"/>
              </a:ext>
            </a:extLst>
          </p:cNvPr>
          <p:cNvGrpSpPr>
            <a:grpSpLocks/>
          </p:cNvGrpSpPr>
          <p:nvPr/>
        </p:nvGrpSpPr>
        <p:grpSpPr>
          <a:xfrm>
            <a:off x="8043808" y="4832794"/>
            <a:ext cx="1015573" cy="1015572"/>
            <a:chOff x="9699191" y="5360801"/>
            <a:chExt cx="937986" cy="937985"/>
          </a:xfrm>
        </p:grpSpPr>
        <p:sp>
          <p:nvSpPr>
            <p:cNvPr id="17" name="Oval 1">
              <a:extLst>
                <a:ext uri="{FF2B5EF4-FFF2-40B4-BE49-F238E27FC236}">
                  <a16:creationId xmlns:a16="http://schemas.microsoft.com/office/drawing/2014/main" id="{746C437D-C17F-6096-6565-561FBB5816BE}"/>
                </a:ext>
              </a:extLst>
            </p:cNvPr>
            <p:cNvSpPr>
              <a:spLocks/>
            </p:cNvSpPr>
            <p:nvPr/>
          </p:nvSpPr>
          <p:spPr bwMode="gray">
            <a:xfrm rot="10800000">
              <a:off x="9699191" y="5360801"/>
              <a:ext cx="937986" cy="937985"/>
            </a:xfrm>
            <a:prstGeom prst="ellipse">
              <a:avLst/>
            </a:prstGeom>
            <a:solidFill>
              <a:srgbClr val="FFE600">
                <a:lumMod val="20000"/>
                <a:lumOff val="80000"/>
                <a:alpha val="3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18" name="Oval 1">
              <a:extLst>
                <a:ext uri="{FF2B5EF4-FFF2-40B4-BE49-F238E27FC236}">
                  <a16:creationId xmlns:a16="http://schemas.microsoft.com/office/drawing/2014/main" id="{67F299C5-3983-4F96-226B-AC1DCA2C4ABF}"/>
                </a:ext>
              </a:extLst>
            </p:cNvPr>
            <p:cNvSpPr>
              <a:spLocks/>
            </p:cNvSpPr>
            <p:nvPr/>
          </p:nvSpPr>
          <p:spPr bwMode="gray">
            <a:xfrm rot="10800000">
              <a:off x="9758287" y="5438407"/>
              <a:ext cx="826479" cy="826479"/>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19" name="Oval 1">
              <a:extLst>
                <a:ext uri="{FF2B5EF4-FFF2-40B4-BE49-F238E27FC236}">
                  <a16:creationId xmlns:a16="http://schemas.microsoft.com/office/drawing/2014/main" id="{8F3B2B27-B67D-643E-6F5B-10D2D4B158B3}"/>
                </a:ext>
              </a:extLst>
            </p:cNvPr>
            <p:cNvSpPr>
              <a:spLocks noChangeAspect="1"/>
            </p:cNvSpPr>
            <p:nvPr/>
          </p:nvSpPr>
          <p:spPr bwMode="gray">
            <a:xfrm rot="10800000">
              <a:off x="9807010" y="5487130"/>
              <a:ext cx="729034" cy="729033"/>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0" name="Oval 1">
              <a:extLst>
                <a:ext uri="{FF2B5EF4-FFF2-40B4-BE49-F238E27FC236}">
                  <a16:creationId xmlns:a16="http://schemas.microsoft.com/office/drawing/2014/main" id="{F5606B11-1FFE-9096-227C-933E8BE8FC72}"/>
                </a:ext>
              </a:extLst>
            </p:cNvPr>
            <p:cNvSpPr>
              <a:spLocks/>
            </p:cNvSpPr>
            <p:nvPr/>
          </p:nvSpPr>
          <p:spPr bwMode="gray">
            <a:xfrm rot="10800000">
              <a:off x="9853880" y="5533999"/>
              <a:ext cx="635295" cy="63529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1" name="Freeform 59">
              <a:extLst>
                <a:ext uri="{FF2B5EF4-FFF2-40B4-BE49-F238E27FC236}">
                  <a16:creationId xmlns:a16="http://schemas.microsoft.com/office/drawing/2014/main" id="{BFA34CCA-2360-A251-0589-56E0EB03EFDC}"/>
                </a:ext>
              </a:extLst>
            </p:cNvPr>
            <p:cNvSpPr>
              <a:spLocks noChangeAspect="1" noEditPoints="1"/>
            </p:cNvSpPr>
            <p:nvPr/>
          </p:nvSpPr>
          <p:spPr bwMode="auto">
            <a:xfrm>
              <a:off x="9941950" y="5669422"/>
              <a:ext cx="468258" cy="387917"/>
            </a:xfrm>
            <a:custGeom>
              <a:avLst/>
              <a:gdLst>
                <a:gd name="T0" fmla="*/ 2147483647 w 6108"/>
                <a:gd name="T1" fmla="*/ 2147483647 h 4763"/>
                <a:gd name="T2" fmla="*/ 2147483647 w 6108"/>
                <a:gd name="T3" fmla="*/ 2147483647 h 4763"/>
                <a:gd name="T4" fmla="*/ 2147483647 w 6108"/>
                <a:gd name="T5" fmla="*/ 2147483647 h 4763"/>
                <a:gd name="T6" fmla="*/ 2147483647 w 6108"/>
                <a:gd name="T7" fmla="*/ 2147483647 h 4763"/>
                <a:gd name="T8" fmla="*/ 2147483647 w 6108"/>
                <a:gd name="T9" fmla="*/ 2147483647 h 4763"/>
                <a:gd name="T10" fmla="*/ 2147483647 w 6108"/>
                <a:gd name="T11" fmla="*/ 2147483647 h 4763"/>
                <a:gd name="T12" fmla="*/ 2147483647 w 6108"/>
                <a:gd name="T13" fmla="*/ 2147483647 h 4763"/>
                <a:gd name="T14" fmla="*/ 2147483647 w 6108"/>
                <a:gd name="T15" fmla="*/ 2147483647 h 4763"/>
                <a:gd name="T16" fmla="*/ 2147483647 w 6108"/>
                <a:gd name="T17" fmla="*/ 2147483647 h 4763"/>
                <a:gd name="T18" fmla="*/ 2147483647 w 6108"/>
                <a:gd name="T19" fmla="*/ 2147483647 h 4763"/>
                <a:gd name="T20" fmla="*/ 2147483647 w 6108"/>
                <a:gd name="T21" fmla="*/ 2147483647 h 4763"/>
                <a:gd name="T22" fmla="*/ 2147483647 w 6108"/>
                <a:gd name="T23" fmla="*/ 2147483647 h 4763"/>
                <a:gd name="T24" fmla="*/ 2147483647 w 6108"/>
                <a:gd name="T25" fmla="*/ 2147483647 h 4763"/>
                <a:gd name="T26" fmla="*/ 2147483647 w 6108"/>
                <a:gd name="T27" fmla="*/ 2147483647 h 4763"/>
                <a:gd name="T28" fmla="*/ 2147483647 w 6108"/>
                <a:gd name="T29" fmla="*/ 2147483647 h 4763"/>
                <a:gd name="T30" fmla="*/ 2147483647 w 6108"/>
                <a:gd name="T31" fmla="*/ 2147483647 h 4763"/>
                <a:gd name="T32" fmla="*/ 2147483647 w 6108"/>
                <a:gd name="T33" fmla="*/ 2147483647 h 4763"/>
                <a:gd name="T34" fmla="*/ 2147483647 w 6108"/>
                <a:gd name="T35" fmla="*/ 2147483647 h 4763"/>
                <a:gd name="T36" fmla="*/ 2147483647 w 6108"/>
                <a:gd name="T37" fmla="*/ 2147483647 h 4763"/>
                <a:gd name="T38" fmla="*/ 2147483647 w 6108"/>
                <a:gd name="T39" fmla="*/ 2147483647 h 4763"/>
                <a:gd name="T40" fmla="*/ 2147483647 w 6108"/>
                <a:gd name="T41" fmla="*/ 2147483647 h 4763"/>
                <a:gd name="T42" fmla="*/ 2147483647 w 6108"/>
                <a:gd name="T43" fmla="*/ 2147483647 h 4763"/>
                <a:gd name="T44" fmla="*/ 2147483647 w 6108"/>
                <a:gd name="T45" fmla="*/ 2147483647 h 4763"/>
                <a:gd name="T46" fmla="*/ 2147483647 w 6108"/>
                <a:gd name="T47" fmla="*/ 2147483647 h 4763"/>
                <a:gd name="T48" fmla="*/ 2147483647 w 6108"/>
                <a:gd name="T49" fmla="*/ 2147483647 h 4763"/>
                <a:gd name="T50" fmla="*/ 2147483647 w 6108"/>
                <a:gd name="T51" fmla="*/ 2147483647 h 4763"/>
                <a:gd name="T52" fmla="*/ 2147483647 w 6108"/>
                <a:gd name="T53" fmla="*/ 2147483647 h 4763"/>
                <a:gd name="T54" fmla="*/ 2147483647 w 6108"/>
                <a:gd name="T55" fmla="*/ 2147483647 h 4763"/>
                <a:gd name="T56" fmla="*/ 2147483647 w 6108"/>
                <a:gd name="T57" fmla="*/ 2147483647 h 4763"/>
                <a:gd name="T58" fmla="*/ 2147483647 w 6108"/>
                <a:gd name="T59" fmla="*/ 2147483647 h 4763"/>
                <a:gd name="T60" fmla="*/ 2147483647 w 6108"/>
                <a:gd name="T61" fmla="*/ 2147483647 h 4763"/>
                <a:gd name="T62" fmla="*/ 2147483647 w 6108"/>
                <a:gd name="T63" fmla="*/ 2147483647 h 4763"/>
                <a:gd name="T64" fmla="*/ 2147483647 w 6108"/>
                <a:gd name="T65" fmla="*/ 2147483647 h 4763"/>
                <a:gd name="T66" fmla="*/ 2147483647 w 6108"/>
                <a:gd name="T67" fmla="*/ 2147483647 h 4763"/>
                <a:gd name="T68" fmla="*/ 2147483647 w 6108"/>
                <a:gd name="T69" fmla="*/ 2147483647 h 4763"/>
                <a:gd name="T70" fmla="*/ 2147483647 w 6108"/>
                <a:gd name="T71" fmla="*/ 2147483647 h 4763"/>
                <a:gd name="T72" fmla="*/ 2147483647 w 6108"/>
                <a:gd name="T73" fmla="*/ 2147483647 h 4763"/>
                <a:gd name="T74" fmla="*/ 2147483647 w 6108"/>
                <a:gd name="T75" fmla="*/ 2147483647 h 4763"/>
                <a:gd name="T76" fmla="*/ 2147483647 w 6108"/>
                <a:gd name="T77" fmla="*/ 2147483647 h 4763"/>
                <a:gd name="T78" fmla="*/ 2147483647 w 6108"/>
                <a:gd name="T79" fmla="*/ 2147483647 h 4763"/>
                <a:gd name="T80" fmla="*/ 2147483647 w 6108"/>
                <a:gd name="T81" fmla="*/ 2147483647 h 4763"/>
                <a:gd name="T82" fmla="*/ 2147483647 w 6108"/>
                <a:gd name="T83" fmla="*/ 2147483647 h 4763"/>
                <a:gd name="T84" fmla="*/ 2147483647 w 6108"/>
                <a:gd name="T85" fmla="*/ 2147483647 h 4763"/>
                <a:gd name="T86" fmla="*/ 2147483647 w 6108"/>
                <a:gd name="T87" fmla="*/ 2147483647 h 4763"/>
                <a:gd name="T88" fmla="*/ 2147483647 w 6108"/>
                <a:gd name="T89" fmla="*/ 2147483647 h 4763"/>
                <a:gd name="T90" fmla="*/ 2147483647 w 6108"/>
                <a:gd name="T91" fmla="*/ 2147483647 h 4763"/>
                <a:gd name="T92" fmla="*/ 2147483647 w 6108"/>
                <a:gd name="T93" fmla="*/ 2147483647 h 4763"/>
                <a:gd name="T94" fmla="*/ 2147483647 w 6108"/>
                <a:gd name="T95" fmla="*/ 2147483647 h 4763"/>
                <a:gd name="T96" fmla="*/ 0 w 6108"/>
                <a:gd name="T97" fmla="*/ 2147483647 h 4763"/>
                <a:gd name="T98" fmla="*/ 2147483647 w 6108"/>
                <a:gd name="T99" fmla="*/ 2147483647 h 4763"/>
                <a:gd name="T100" fmla="*/ 2147483647 w 6108"/>
                <a:gd name="T101" fmla="*/ 2147483647 h 4763"/>
                <a:gd name="T102" fmla="*/ 2147483647 w 6108"/>
                <a:gd name="T103" fmla="*/ 2147483647 h 4763"/>
                <a:gd name="T104" fmla="*/ 2147483647 w 6108"/>
                <a:gd name="T105" fmla="*/ 2147483647 h 4763"/>
                <a:gd name="T106" fmla="*/ 2147483647 w 6108"/>
                <a:gd name="T107" fmla="*/ 2147483647 h 4763"/>
                <a:gd name="T108" fmla="*/ 2147483647 w 6108"/>
                <a:gd name="T109" fmla="*/ 2147483647 h 4763"/>
                <a:gd name="T110" fmla="*/ 2147483647 w 6108"/>
                <a:gd name="T111" fmla="*/ 2147483647 h 4763"/>
                <a:gd name="T112" fmla="*/ 2147483647 w 6108"/>
                <a:gd name="T113" fmla="*/ 2147483647 h 4763"/>
                <a:gd name="T114" fmla="*/ 2147483647 w 6108"/>
                <a:gd name="T115" fmla="*/ 2147483647 h 4763"/>
                <a:gd name="T116" fmla="*/ 2147483647 w 6108"/>
                <a:gd name="T117" fmla="*/ 2147483647 h 4763"/>
                <a:gd name="T118" fmla="*/ 2147483647 w 6108"/>
                <a:gd name="T119" fmla="*/ 2147483647 h 4763"/>
                <a:gd name="T120" fmla="*/ 2147483647 w 6108"/>
                <a:gd name="T121" fmla="*/ 2147483647 h 4763"/>
                <a:gd name="T122" fmla="*/ 2147483647 w 6108"/>
                <a:gd name="T123" fmla="*/ 2147483647 h 4763"/>
                <a:gd name="T124" fmla="*/ 2147483647 w 6108"/>
                <a:gd name="T125" fmla="*/ 2147483647 h 47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108"/>
                <a:gd name="T190" fmla="*/ 0 h 4763"/>
                <a:gd name="T191" fmla="*/ 6108 w 6108"/>
                <a:gd name="T192" fmla="*/ 4763 h 47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108" h="4763">
                  <a:moveTo>
                    <a:pt x="5345" y="3296"/>
                  </a:moveTo>
                  <a:lnTo>
                    <a:pt x="5345" y="3296"/>
                  </a:lnTo>
                  <a:lnTo>
                    <a:pt x="5298" y="3312"/>
                  </a:lnTo>
                  <a:lnTo>
                    <a:pt x="5246" y="3326"/>
                  </a:lnTo>
                  <a:lnTo>
                    <a:pt x="5195" y="3340"/>
                  </a:lnTo>
                  <a:lnTo>
                    <a:pt x="5140" y="3352"/>
                  </a:lnTo>
                  <a:lnTo>
                    <a:pt x="5083" y="3363"/>
                  </a:lnTo>
                  <a:lnTo>
                    <a:pt x="5026" y="3372"/>
                  </a:lnTo>
                  <a:lnTo>
                    <a:pt x="4966" y="3381"/>
                  </a:lnTo>
                  <a:lnTo>
                    <a:pt x="4905" y="3388"/>
                  </a:lnTo>
                  <a:lnTo>
                    <a:pt x="4844" y="3393"/>
                  </a:lnTo>
                  <a:lnTo>
                    <a:pt x="4782" y="3399"/>
                  </a:lnTo>
                  <a:lnTo>
                    <a:pt x="4720" y="3402"/>
                  </a:lnTo>
                  <a:lnTo>
                    <a:pt x="4657" y="3404"/>
                  </a:lnTo>
                  <a:lnTo>
                    <a:pt x="4595" y="3405"/>
                  </a:lnTo>
                  <a:lnTo>
                    <a:pt x="4531" y="3405"/>
                  </a:lnTo>
                  <a:lnTo>
                    <a:pt x="4468" y="3404"/>
                  </a:lnTo>
                  <a:lnTo>
                    <a:pt x="4404" y="3401"/>
                  </a:lnTo>
                  <a:lnTo>
                    <a:pt x="4344" y="3398"/>
                  </a:lnTo>
                  <a:lnTo>
                    <a:pt x="4281" y="3393"/>
                  </a:lnTo>
                  <a:lnTo>
                    <a:pt x="4220" y="3387"/>
                  </a:lnTo>
                  <a:lnTo>
                    <a:pt x="4161" y="3379"/>
                  </a:lnTo>
                  <a:lnTo>
                    <a:pt x="4103" y="3372"/>
                  </a:lnTo>
                  <a:lnTo>
                    <a:pt x="4047" y="3363"/>
                  </a:lnTo>
                  <a:lnTo>
                    <a:pt x="3990" y="3352"/>
                  </a:lnTo>
                  <a:lnTo>
                    <a:pt x="3937" y="3341"/>
                  </a:lnTo>
                  <a:lnTo>
                    <a:pt x="3885" y="3328"/>
                  </a:lnTo>
                  <a:lnTo>
                    <a:pt x="3837" y="3314"/>
                  </a:lnTo>
                  <a:lnTo>
                    <a:pt x="3789" y="3300"/>
                  </a:lnTo>
                  <a:lnTo>
                    <a:pt x="3745" y="3283"/>
                  </a:lnTo>
                  <a:lnTo>
                    <a:pt x="3704" y="3267"/>
                  </a:lnTo>
                  <a:lnTo>
                    <a:pt x="3664" y="3250"/>
                  </a:lnTo>
                  <a:lnTo>
                    <a:pt x="3629" y="3230"/>
                  </a:lnTo>
                  <a:lnTo>
                    <a:pt x="3598" y="3210"/>
                  </a:lnTo>
                  <a:lnTo>
                    <a:pt x="3179" y="3396"/>
                  </a:lnTo>
                  <a:lnTo>
                    <a:pt x="3145" y="3387"/>
                  </a:lnTo>
                  <a:lnTo>
                    <a:pt x="3112" y="3376"/>
                  </a:lnTo>
                  <a:lnTo>
                    <a:pt x="3078" y="3364"/>
                  </a:lnTo>
                  <a:lnTo>
                    <a:pt x="3045" y="3350"/>
                  </a:lnTo>
                  <a:lnTo>
                    <a:pt x="3013" y="3337"/>
                  </a:lnTo>
                  <a:lnTo>
                    <a:pt x="2982" y="3320"/>
                  </a:lnTo>
                  <a:lnTo>
                    <a:pt x="2952" y="3305"/>
                  </a:lnTo>
                  <a:lnTo>
                    <a:pt x="2926" y="3288"/>
                  </a:lnTo>
                  <a:lnTo>
                    <a:pt x="2902" y="3271"/>
                  </a:lnTo>
                  <a:lnTo>
                    <a:pt x="2880" y="3253"/>
                  </a:lnTo>
                  <a:lnTo>
                    <a:pt x="2862" y="3236"/>
                  </a:lnTo>
                  <a:lnTo>
                    <a:pt x="2848" y="3218"/>
                  </a:lnTo>
                  <a:lnTo>
                    <a:pt x="2842" y="3209"/>
                  </a:lnTo>
                  <a:lnTo>
                    <a:pt x="2838" y="3201"/>
                  </a:lnTo>
                  <a:lnTo>
                    <a:pt x="2835" y="3192"/>
                  </a:lnTo>
                  <a:lnTo>
                    <a:pt x="2833" y="3183"/>
                  </a:lnTo>
                  <a:lnTo>
                    <a:pt x="2832" y="3175"/>
                  </a:lnTo>
                  <a:lnTo>
                    <a:pt x="2832" y="3168"/>
                  </a:lnTo>
                  <a:lnTo>
                    <a:pt x="2835" y="3159"/>
                  </a:lnTo>
                  <a:lnTo>
                    <a:pt x="2838" y="3151"/>
                  </a:lnTo>
                  <a:lnTo>
                    <a:pt x="2844" y="3139"/>
                  </a:lnTo>
                  <a:lnTo>
                    <a:pt x="2852" y="3127"/>
                  </a:lnTo>
                  <a:lnTo>
                    <a:pt x="2862" y="3116"/>
                  </a:lnTo>
                  <a:lnTo>
                    <a:pt x="2873" y="3104"/>
                  </a:lnTo>
                  <a:lnTo>
                    <a:pt x="2897" y="3081"/>
                  </a:lnTo>
                  <a:lnTo>
                    <a:pt x="2928" y="3058"/>
                  </a:lnTo>
                  <a:lnTo>
                    <a:pt x="2961" y="3035"/>
                  </a:lnTo>
                  <a:lnTo>
                    <a:pt x="2999" y="3014"/>
                  </a:lnTo>
                  <a:lnTo>
                    <a:pt x="3040" y="2994"/>
                  </a:lnTo>
                  <a:lnTo>
                    <a:pt x="3083" y="2974"/>
                  </a:lnTo>
                  <a:lnTo>
                    <a:pt x="3129" y="2955"/>
                  </a:lnTo>
                  <a:lnTo>
                    <a:pt x="3177" y="2938"/>
                  </a:lnTo>
                  <a:lnTo>
                    <a:pt x="3226" y="2921"/>
                  </a:lnTo>
                  <a:lnTo>
                    <a:pt x="3276" y="2906"/>
                  </a:lnTo>
                  <a:lnTo>
                    <a:pt x="3328" y="2892"/>
                  </a:lnTo>
                  <a:lnTo>
                    <a:pt x="3378" y="2880"/>
                  </a:lnTo>
                  <a:lnTo>
                    <a:pt x="3429" y="2871"/>
                  </a:lnTo>
                  <a:lnTo>
                    <a:pt x="3479" y="2862"/>
                  </a:lnTo>
                  <a:lnTo>
                    <a:pt x="3479" y="2799"/>
                  </a:lnTo>
                  <a:lnTo>
                    <a:pt x="3392" y="2816"/>
                  </a:lnTo>
                  <a:lnTo>
                    <a:pt x="3308" y="2836"/>
                  </a:lnTo>
                  <a:lnTo>
                    <a:pt x="3267" y="2848"/>
                  </a:lnTo>
                  <a:lnTo>
                    <a:pt x="3228" y="2859"/>
                  </a:lnTo>
                  <a:lnTo>
                    <a:pt x="3189" y="2872"/>
                  </a:lnTo>
                  <a:lnTo>
                    <a:pt x="3151" y="2885"/>
                  </a:lnTo>
                  <a:lnTo>
                    <a:pt x="3115" y="2900"/>
                  </a:lnTo>
                  <a:lnTo>
                    <a:pt x="3078" y="2914"/>
                  </a:lnTo>
                  <a:lnTo>
                    <a:pt x="3045" y="2929"/>
                  </a:lnTo>
                  <a:lnTo>
                    <a:pt x="3011" y="2945"/>
                  </a:lnTo>
                  <a:lnTo>
                    <a:pt x="2979" y="2962"/>
                  </a:lnTo>
                  <a:lnTo>
                    <a:pt x="2949" y="2980"/>
                  </a:lnTo>
                  <a:lnTo>
                    <a:pt x="2920" y="2999"/>
                  </a:lnTo>
                  <a:lnTo>
                    <a:pt x="2894" y="3019"/>
                  </a:lnTo>
                  <a:lnTo>
                    <a:pt x="2870" y="3038"/>
                  </a:lnTo>
                  <a:lnTo>
                    <a:pt x="2850" y="3057"/>
                  </a:lnTo>
                  <a:lnTo>
                    <a:pt x="2832" y="3075"/>
                  </a:lnTo>
                  <a:lnTo>
                    <a:pt x="2817" y="3093"/>
                  </a:lnTo>
                  <a:lnTo>
                    <a:pt x="2803" y="3111"/>
                  </a:lnTo>
                  <a:lnTo>
                    <a:pt x="2792" y="3130"/>
                  </a:lnTo>
                  <a:lnTo>
                    <a:pt x="2785" y="3146"/>
                  </a:lnTo>
                  <a:lnTo>
                    <a:pt x="2778" y="3165"/>
                  </a:lnTo>
                  <a:lnTo>
                    <a:pt x="2775" y="3181"/>
                  </a:lnTo>
                  <a:lnTo>
                    <a:pt x="2774" y="3198"/>
                  </a:lnTo>
                  <a:lnTo>
                    <a:pt x="2775" y="3215"/>
                  </a:lnTo>
                  <a:lnTo>
                    <a:pt x="2777" y="3230"/>
                  </a:lnTo>
                  <a:lnTo>
                    <a:pt x="2783" y="3245"/>
                  </a:lnTo>
                  <a:lnTo>
                    <a:pt x="2789" y="3259"/>
                  </a:lnTo>
                  <a:lnTo>
                    <a:pt x="2798" y="3273"/>
                  </a:lnTo>
                  <a:lnTo>
                    <a:pt x="2807" y="3286"/>
                  </a:lnTo>
                  <a:lnTo>
                    <a:pt x="2824" y="3303"/>
                  </a:lnTo>
                  <a:lnTo>
                    <a:pt x="2844" y="3320"/>
                  </a:lnTo>
                  <a:lnTo>
                    <a:pt x="2868" y="3337"/>
                  </a:lnTo>
                  <a:lnTo>
                    <a:pt x="2897" y="3355"/>
                  </a:lnTo>
                  <a:lnTo>
                    <a:pt x="2929" y="3373"/>
                  </a:lnTo>
                  <a:lnTo>
                    <a:pt x="2964" y="3390"/>
                  </a:lnTo>
                  <a:lnTo>
                    <a:pt x="3002" y="3408"/>
                  </a:lnTo>
                  <a:lnTo>
                    <a:pt x="3045" y="3426"/>
                  </a:lnTo>
                  <a:lnTo>
                    <a:pt x="3091" y="3443"/>
                  </a:lnTo>
                  <a:lnTo>
                    <a:pt x="3139" y="3460"/>
                  </a:lnTo>
                  <a:lnTo>
                    <a:pt x="3191" y="3477"/>
                  </a:lnTo>
                  <a:lnTo>
                    <a:pt x="3244" y="3492"/>
                  </a:lnTo>
                  <a:lnTo>
                    <a:pt x="3302" y="3507"/>
                  </a:lnTo>
                  <a:lnTo>
                    <a:pt x="3363" y="3522"/>
                  </a:lnTo>
                  <a:lnTo>
                    <a:pt x="3425" y="3536"/>
                  </a:lnTo>
                  <a:lnTo>
                    <a:pt x="3491" y="3548"/>
                  </a:lnTo>
                  <a:lnTo>
                    <a:pt x="3564" y="3560"/>
                  </a:lnTo>
                  <a:lnTo>
                    <a:pt x="3639" y="3571"/>
                  </a:lnTo>
                  <a:lnTo>
                    <a:pt x="3712" y="3579"/>
                  </a:lnTo>
                  <a:lnTo>
                    <a:pt x="3785" y="3585"/>
                  </a:lnTo>
                  <a:lnTo>
                    <a:pt x="3858" y="3589"/>
                  </a:lnTo>
                  <a:lnTo>
                    <a:pt x="3931" y="3592"/>
                  </a:lnTo>
                  <a:lnTo>
                    <a:pt x="4004" y="3594"/>
                  </a:lnTo>
                  <a:lnTo>
                    <a:pt x="4076" y="3594"/>
                  </a:lnTo>
                  <a:lnTo>
                    <a:pt x="4147" y="3592"/>
                  </a:lnTo>
                  <a:lnTo>
                    <a:pt x="4219" y="3589"/>
                  </a:lnTo>
                  <a:lnTo>
                    <a:pt x="4289" y="3585"/>
                  </a:lnTo>
                  <a:lnTo>
                    <a:pt x="4357" y="3580"/>
                  </a:lnTo>
                  <a:lnTo>
                    <a:pt x="4426" y="3573"/>
                  </a:lnTo>
                  <a:lnTo>
                    <a:pt x="4493" y="3565"/>
                  </a:lnTo>
                  <a:lnTo>
                    <a:pt x="4557" y="3556"/>
                  </a:lnTo>
                  <a:lnTo>
                    <a:pt x="4621" y="3545"/>
                  </a:lnTo>
                  <a:lnTo>
                    <a:pt x="4683" y="3535"/>
                  </a:lnTo>
                  <a:lnTo>
                    <a:pt x="4744" y="3522"/>
                  </a:lnTo>
                  <a:lnTo>
                    <a:pt x="4803" y="3509"/>
                  </a:lnTo>
                  <a:lnTo>
                    <a:pt x="4860" y="3495"/>
                  </a:lnTo>
                  <a:lnTo>
                    <a:pt x="4914" y="3481"/>
                  </a:lnTo>
                  <a:lnTo>
                    <a:pt x="4966" y="3466"/>
                  </a:lnTo>
                  <a:lnTo>
                    <a:pt x="5016" y="3451"/>
                  </a:lnTo>
                  <a:lnTo>
                    <a:pt x="5065" y="3434"/>
                  </a:lnTo>
                  <a:lnTo>
                    <a:pt x="5109" y="3417"/>
                  </a:lnTo>
                  <a:lnTo>
                    <a:pt x="5152" y="3401"/>
                  </a:lnTo>
                  <a:lnTo>
                    <a:pt x="5193" y="3384"/>
                  </a:lnTo>
                  <a:lnTo>
                    <a:pt x="5230" y="3367"/>
                  </a:lnTo>
                  <a:lnTo>
                    <a:pt x="5263" y="3349"/>
                  </a:lnTo>
                  <a:lnTo>
                    <a:pt x="5293" y="3332"/>
                  </a:lnTo>
                  <a:lnTo>
                    <a:pt x="5321" y="3314"/>
                  </a:lnTo>
                  <a:lnTo>
                    <a:pt x="5345" y="3296"/>
                  </a:lnTo>
                  <a:close/>
                  <a:moveTo>
                    <a:pt x="5635" y="4522"/>
                  </a:moveTo>
                  <a:lnTo>
                    <a:pt x="5635" y="4142"/>
                  </a:lnTo>
                  <a:lnTo>
                    <a:pt x="5587" y="4159"/>
                  </a:lnTo>
                  <a:lnTo>
                    <a:pt x="5539" y="4174"/>
                  </a:lnTo>
                  <a:lnTo>
                    <a:pt x="5488" y="4189"/>
                  </a:lnTo>
                  <a:lnTo>
                    <a:pt x="5435" y="4203"/>
                  </a:lnTo>
                  <a:lnTo>
                    <a:pt x="5382" y="4215"/>
                  </a:lnTo>
                  <a:lnTo>
                    <a:pt x="5324" y="4227"/>
                  </a:lnTo>
                  <a:lnTo>
                    <a:pt x="5266" y="4236"/>
                  </a:lnTo>
                  <a:lnTo>
                    <a:pt x="5207" y="4247"/>
                  </a:lnTo>
                  <a:lnTo>
                    <a:pt x="5207" y="4614"/>
                  </a:lnTo>
                  <a:lnTo>
                    <a:pt x="5263" y="4606"/>
                  </a:lnTo>
                  <a:lnTo>
                    <a:pt x="5321" y="4597"/>
                  </a:lnTo>
                  <a:lnTo>
                    <a:pt x="5376" y="4588"/>
                  </a:lnTo>
                  <a:lnTo>
                    <a:pt x="5431" y="4577"/>
                  </a:lnTo>
                  <a:lnTo>
                    <a:pt x="5484" y="4565"/>
                  </a:lnTo>
                  <a:lnTo>
                    <a:pt x="5536" y="4553"/>
                  </a:lnTo>
                  <a:lnTo>
                    <a:pt x="5586" y="4538"/>
                  </a:lnTo>
                  <a:lnTo>
                    <a:pt x="5635" y="4522"/>
                  </a:lnTo>
                  <a:close/>
                  <a:moveTo>
                    <a:pt x="5146" y="4620"/>
                  </a:moveTo>
                  <a:lnTo>
                    <a:pt x="5146" y="4255"/>
                  </a:lnTo>
                  <a:lnTo>
                    <a:pt x="5044" y="4265"/>
                  </a:lnTo>
                  <a:lnTo>
                    <a:pt x="4939" y="4273"/>
                  </a:lnTo>
                  <a:lnTo>
                    <a:pt x="4829" y="4277"/>
                  </a:lnTo>
                  <a:lnTo>
                    <a:pt x="4716" y="4277"/>
                  </a:lnTo>
                  <a:lnTo>
                    <a:pt x="4716" y="4640"/>
                  </a:lnTo>
                  <a:lnTo>
                    <a:pt x="4823" y="4638"/>
                  </a:lnTo>
                  <a:lnTo>
                    <a:pt x="4930" y="4635"/>
                  </a:lnTo>
                  <a:lnTo>
                    <a:pt x="5038" y="4629"/>
                  </a:lnTo>
                  <a:lnTo>
                    <a:pt x="5146" y="4620"/>
                  </a:lnTo>
                  <a:close/>
                  <a:moveTo>
                    <a:pt x="4656" y="4640"/>
                  </a:moveTo>
                  <a:lnTo>
                    <a:pt x="4656" y="4276"/>
                  </a:lnTo>
                  <a:lnTo>
                    <a:pt x="4552" y="4273"/>
                  </a:lnTo>
                  <a:lnTo>
                    <a:pt x="4446" y="4265"/>
                  </a:lnTo>
                  <a:lnTo>
                    <a:pt x="4337" y="4255"/>
                  </a:lnTo>
                  <a:lnTo>
                    <a:pt x="4228" y="4241"/>
                  </a:lnTo>
                  <a:lnTo>
                    <a:pt x="4228" y="4615"/>
                  </a:lnTo>
                  <a:lnTo>
                    <a:pt x="4321" y="4624"/>
                  </a:lnTo>
                  <a:lnTo>
                    <a:pt x="4424" y="4631"/>
                  </a:lnTo>
                  <a:lnTo>
                    <a:pt x="4537" y="4637"/>
                  </a:lnTo>
                  <a:lnTo>
                    <a:pt x="4656" y="4640"/>
                  </a:lnTo>
                  <a:close/>
                  <a:moveTo>
                    <a:pt x="4167" y="4608"/>
                  </a:moveTo>
                  <a:lnTo>
                    <a:pt x="4167" y="4233"/>
                  </a:lnTo>
                  <a:lnTo>
                    <a:pt x="4085" y="4220"/>
                  </a:lnTo>
                  <a:lnTo>
                    <a:pt x="4001" y="4204"/>
                  </a:lnTo>
                  <a:lnTo>
                    <a:pt x="3872" y="4180"/>
                  </a:lnTo>
                  <a:lnTo>
                    <a:pt x="3805" y="4166"/>
                  </a:lnTo>
                  <a:lnTo>
                    <a:pt x="3739" y="4153"/>
                  </a:lnTo>
                  <a:lnTo>
                    <a:pt x="3739" y="4513"/>
                  </a:lnTo>
                  <a:lnTo>
                    <a:pt x="3776" y="4526"/>
                  </a:lnTo>
                  <a:lnTo>
                    <a:pt x="3815" y="4536"/>
                  </a:lnTo>
                  <a:lnTo>
                    <a:pt x="3900" y="4559"/>
                  </a:lnTo>
                  <a:lnTo>
                    <a:pt x="3995" y="4579"/>
                  </a:lnTo>
                  <a:lnTo>
                    <a:pt x="4097" y="4599"/>
                  </a:lnTo>
                  <a:lnTo>
                    <a:pt x="4167" y="4608"/>
                  </a:lnTo>
                  <a:close/>
                  <a:moveTo>
                    <a:pt x="3678" y="4492"/>
                  </a:moveTo>
                  <a:lnTo>
                    <a:pt x="3678" y="4147"/>
                  </a:lnTo>
                  <a:lnTo>
                    <a:pt x="3605" y="4137"/>
                  </a:lnTo>
                  <a:lnTo>
                    <a:pt x="3534" y="4128"/>
                  </a:lnTo>
                  <a:lnTo>
                    <a:pt x="3462" y="4116"/>
                  </a:lnTo>
                  <a:lnTo>
                    <a:pt x="3394" y="4104"/>
                  </a:lnTo>
                  <a:lnTo>
                    <a:pt x="3394" y="4294"/>
                  </a:lnTo>
                  <a:lnTo>
                    <a:pt x="3400" y="4305"/>
                  </a:lnTo>
                  <a:lnTo>
                    <a:pt x="3407" y="4317"/>
                  </a:lnTo>
                  <a:lnTo>
                    <a:pt x="3416" y="4329"/>
                  </a:lnTo>
                  <a:lnTo>
                    <a:pt x="3427" y="4341"/>
                  </a:lnTo>
                  <a:lnTo>
                    <a:pt x="3438" y="4354"/>
                  </a:lnTo>
                  <a:lnTo>
                    <a:pt x="3451" y="4366"/>
                  </a:lnTo>
                  <a:lnTo>
                    <a:pt x="3467" y="4379"/>
                  </a:lnTo>
                  <a:lnTo>
                    <a:pt x="3483" y="4392"/>
                  </a:lnTo>
                  <a:lnTo>
                    <a:pt x="3502" y="4404"/>
                  </a:lnTo>
                  <a:lnTo>
                    <a:pt x="3521" y="4417"/>
                  </a:lnTo>
                  <a:lnTo>
                    <a:pt x="3567" y="4442"/>
                  </a:lnTo>
                  <a:lnTo>
                    <a:pt x="3619" y="4468"/>
                  </a:lnTo>
                  <a:lnTo>
                    <a:pt x="3678" y="4492"/>
                  </a:lnTo>
                  <a:close/>
                  <a:moveTo>
                    <a:pt x="5695" y="4118"/>
                  </a:moveTo>
                  <a:lnTo>
                    <a:pt x="5695" y="4500"/>
                  </a:lnTo>
                  <a:lnTo>
                    <a:pt x="5741" y="4480"/>
                  </a:lnTo>
                  <a:lnTo>
                    <a:pt x="5784" y="4457"/>
                  </a:lnTo>
                  <a:lnTo>
                    <a:pt x="5823" y="4434"/>
                  </a:lnTo>
                  <a:lnTo>
                    <a:pt x="5860" y="4408"/>
                  </a:lnTo>
                  <a:lnTo>
                    <a:pt x="5893" y="4382"/>
                  </a:lnTo>
                  <a:lnTo>
                    <a:pt x="5910" y="4369"/>
                  </a:lnTo>
                  <a:lnTo>
                    <a:pt x="5924" y="4354"/>
                  </a:lnTo>
                  <a:lnTo>
                    <a:pt x="5937" y="4338"/>
                  </a:lnTo>
                  <a:lnTo>
                    <a:pt x="5950" y="4323"/>
                  </a:lnTo>
                  <a:lnTo>
                    <a:pt x="5962" y="4306"/>
                  </a:lnTo>
                  <a:lnTo>
                    <a:pt x="5973" y="4290"/>
                  </a:lnTo>
                  <a:lnTo>
                    <a:pt x="5985" y="3912"/>
                  </a:lnTo>
                  <a:lnTo>
                    <a:pt x="5962" y="3941"/>
                  </a:lnTo>
                  <a:lnTo>
                    <a:pt x="5934" y="3968"/>
                  </a:lnTo>
                  <a:lnTo>
                    <a:pt x="5904" y="3996"/>
                  </a:lnTo>
                  <a:lnTo>
                    <a:pt x="5869" y="4022"/>
                  </a:lnTo>
                  <a:lnTo>
                    <a:pt x="5831" y="4048"/>
                  </a:lnTo>
                  <a:lnTo>
                    <a:pt x="5788" y="4072"/>
                  </a:lnTo>
                  <a:lnTo>
                    <a:pt x="5744" y="4095"/>
                  </a:lnTo>
                  <a:lnTo>
                    <a:pt x="5695" y="4118"/>
                  </a:lnTo>
                  <a:close/>
                  <a:moveTo>
                    <a:pt x="5977" y="3769"/>
                  </a:moveTo>
                  <a:lnTo>
                    <a:pt x="5977" y="3769"/>
                  </a:lnTo>
                  <a:lnTo>
                    <a:pt x="5977" y="3755"/>
                  </a:lnTo>
                  <a:lnTo>
                    <a:pt x="5976" y="3742"/>
                  </a:lnTo>
                  <a:lnTo>
                    <a:pt x="5973" y="3728"/>
                  </a:lnTo>
                  <a:lnTo>
                    <a:pt x="5968" y="3714"/>
                  </a:lnTo>
                  <a:lnTo>
                    <a:pt x="5962" y="3702"/>
                  </a:lnTo>
                  <a:lnTo>
                    <a:pt x="5956" y="3688"/>
                  </a:lnTo>
                  <a:lnTo>
                    <a:pt x="5947" y="3676"/>
                  </a:lnTo>
                  <a:lnTo>
                    <a:pt x="5939" y="3662"/>
                  </a:lnTo>
                  <a:lnTo>
                    <a:pt x="5918" y="3638"/>
                  </a:lnTo>
                  <a:lnTo>
                    <a:pt x="5893" y="3615"/>
                  </a:lnTo>
                  <a:lnTo>
                    <a:pt x="5864" y="3591"/>
                  </a:lnTo>
                  <a:lnTo>
                    <a:pt x="5832" y="3570"/>
                  </a:lnTo>
                  <a:lnTo>
                    <a:pt x="5799" y="3548"/>
                  </a:lnTo>
                  <a:lnTo>
                    <a:pt x="5761" y="3528"/>
                  </a:lnTo>
                  <a:lnTo>
                    <a:pt x="5721" y="3510"/>
                  </a:lnTo>
                  <a:lnTo>
                    <a:pt x="5680" y="3492"/>
                  </a:lnTo>
                  <a:lnTo>
                    <a:pt x="5636" y="3475"/>
                  </a:lnTo>
                  <a:lnTo>
                    <a:pt x="5590" y="3462"/>
                  </a:lnTo>
                  <a:lnTo>
                    <a:pt x="5543" y="3448"/>
                  </a:lnTo>
                  <a:lnTo>
                    <a:pt x="5496" y="3436"/>
                  </a:lnTo>
                  <a:lnTo>
                    <a:pt x="5496" y="3679"/>
                  </a:lnTo>
                  <a:lnTo>
                    <a:pt x="5494" y="3690"/>
                  </a:lnTo>
                  <a:lnTo>
                    <a:pt x="5493" y="3700"/>
                  </a:lnTo>
                  <a:lnTo>
                    <a:pt x="5490" y="3710"/>
                  </a:lnTo>
                  <a:lnTo>
                    <a:pt x="5485" y="3719"/>
                  </a:lnTo>
                  <a:lnTo>
                    <a:pt x="5475" y="3737"/>
                  </a:lnTo>
                  <a:lnTo>
                    <a:pt x="5458" y="3757"/>
                  </a:lnTo>
                  <a:lnTo>
                    <a:pt x="5434" y="3783"/>
                  </a:lnTo>
                  <a:lnTo>
                    <a:pt x="5409" y="3807"/>
                  </a:lnTo>
                  <a:lnTo>
                    <a:pt x="5383" y="3831"/>
                  </a:lnTo>
                  <a:lnTo>
                    <a:pt x="5354" y="3854"/>
                  </a:lnTo>
                  <a:lnTo>
                    <a:pt x="5324" y="3877"/>
                  </a:lnTo>
                  <a:lnTo>
                    <a:pt x="5292" y="3897"/>
                  </a:lnTo>
                  <a:lnTo>
                    <a:pt x="5260" y="3918"/>
                  </a:lnTo>
                  <a:lnTo>
                    <a:pt x="5225" y="3936"/>
                  </a:lnTo>
                  <a:lnTo>
                    <a:pt x="5188" y="3955"/>
                  </a:lnTo>
                  <a:lnTo>
                    <a:pt x="5150" y="3971"/>
                  </a:lnTo>
                  <a:lnTo>
                    <a:pt x="5112" y="3988"/>
                  </a:lnTo>
                  <a:lnTo>
                    <a:pt x="5073" y="4003"/>
                  </a:lnTo>
                  <a:lnTo>
                    <a:pt x="5030" y="4019"/>
                  </a:lnTo>
                  <a:lnTo>
                    <a:pt x="4987" y="4032"/>
                  </a:lnTo>
                  <a:lnTo>
                    <a:pt x="4943" y="4045"/>
                  </a:lnTo>
                  <a:lnTo>
                    <a:pt x="4899" y="4057"/>
                  </a:lnTo>
                  <a:lnTo>
                    <a:pt x="4852" y="4067"/>
                  </a:lnTo>
                  <a:lnTo>
                    <a:pt x="4805" y="4078"/>
                  </a:lnTo>
                  <a:lnTo>
                    <a:pt x="4758" y="4087"/>
                  </a:lnTo>
                  <a:lnTo>
                    <a:pt x="4707" y="4096"/>
                  </a:lnTo>
                  <a:lnTo>
                    <a:pt x="4607" y="4111"/>
                  </a:lnTo>
                  <a:lnTo>
                    <a:pt x="4502" y="4124"/>
                  </a:lnTo>
                  <a:lnTo>
                    <a:pt x="4395" y="4133"/>
                  </a:lnTo>
                  <a:lnTo>
                    <a:pt x="4284" y="4139"/>
                  </a:lnTo>
                  <a:lnTo>
                    <a:pt x="4171" y="4142"/>
                  </a:lnTo>
                  <a:lnTo>
                    <a:pt x="4057" y="4142"/>
                  </a:lnTo>
                  <a:lnTo>
                    <a:pt x="4164" y="4160"/>
                  </a:lnTo>
                  <a:lnTo>
                    <a:pt x="4267" y="4174"/>
                  </a:lnTo>
                  <a:lnTo>
                    <a:pt x="4369" y="4186"/>
                  </a:lnTo>
                  <a:lnTo>
                    <a:pt x="4468" y="4194"/>
                  </a:lnTo>
                  <a:lnTo>
                    <a:pt x="4564" y="4200"/>
                  </a:lnTo>
                  <a:lnTo>
                    <a:pt x="4659" y="4203"/>
                  </a:lnTo>
                  <a:lnTo>
                    <a:pt x="4750" y="4203"/>
                  </a:lnTo>
                  <a:lnTo>
                    <a:pt x="4840" y="4201"/>
                  </a:lnTo>
                  <a:lnTo>
                    <a:pt x="4925" y="4197"/>
                  </a:lnTo>
                  <a:lnTo>
                    <a:pt x="5009" y="4189"/>
                  </a:lnTo>
                  <a:lnTo>
                    <a:pt x="5089" y="4180"/>
                  </a:lnTo>
                  <a:lnTo>
                    <a:pt x="5167" y="4171"/>
                  </a:lnTo>
                  <a:lnTo>
                    <a:pt x="5242" y="4157"/>
                  </a:lnTo>
                  <a:lnTo>
                    <a:pt x="5313" y="4143"/>
                  </a:lnTo>
                  <a:lnTo>
                    <a:pt x="5380" y="4128"/>
                  </a:lnTo>
                  <a:lnTo>
                    <a:pt x="5446" y="4111"/>
                  </a:lnTo>
                  <a:lnTo>
                    <a:pt x="5508" y="4093"/>
                  </a:lnTo>
                  <a:lnTo>
                    <a:pt x="5566" y="4073"/>
                  </a:lnTo>
                  <a:lnTo>
                    <a:pt x="5621" y="4054"/>
                  </a:lnTo>
                  <a:lnTo>
                    <a:pt x="5671" y="4032"/>
                  </a:lnTo>
                  <a:lnTo>
                    <a:pt x="5718" y="4011"/>
                  </a:lnTo>
                  <a:lnTo>
                    <a:pt x="5762" y="3990"/>
                  </a:lnTo>
                  <a:lnTo>
                    <a:pt x="5802" y="3967"/>
                  </a:lnTo>
                  <a:lnTo>
                    <a:pt x="5839" y="3944"/>
                  </a:lnTo>
                  <a:lnTo>
                    <a:pt x="5871" y="3921"/>
                  </a:lnTo>
                  <a:lnTo>
                    <a:pt x="5898" y="3898"/>
                  </a:lnTo>
                  <a:lnTo>
                    <a:pt x="5922" y="3876"/>
                  </a:lnTo>
                  <a:lnTo>
                    <a:pt x="5942" y="3853"/>
                  </a:lnTo>
                  <a:lnTo>
                    <a:pt x="5957" y="3831"/>
                  </a:lnTo>
                  <a:lnTo>
                    <a:pt x="5968" y="3809"/>
                  </a:lnTo>
                  <a:lnTo>
                    <a:pt x="5973" y="3799"/>
                  </a:lnTo>
                  <a:lnTo>
                    <a:pt x="5976" y="3789"/>
                  </a:lnTo>
                  <a:lnTo>
                    <a:pt x="5977" y="3778"/>
                  </a:lnTo>
                  <a:lnTo>
                    <a:pt x="5977" y="3769"/>
                  </a:lnTo>
                  <a:close/>
                  <a:moveTo>
                    <a:pt x="3782" y="3165"/>
                  </a:moveTo>
                  <a:lnTo>
                    <a:pt x="3782" y="2895"/>
                  </a:lnTo>
                  <a:lnTo>
                    <a:pt x="3727" y="2872"/>
                  </a:lnTo>
                  <a:lnTo>
                    <a:pt x="3680" y="2850"/>
                  </a:lnTo>
                  <a:lnTo>
                    <a:pt x="3657" y="2837"/>
                  </a:lnTo>
                  <a:lnTo>
                    <a:pt x="3637" y="2824"/>
                  </a:lnTo>
                  <a:lnTo>
                    <a:pt x="3617" y="2812"/>
                  </a:lnTo>
                  <a:lnTo>
                    <a:pt x="3601" y="2798"/>
                  </a:lnTo>
                  <a:lnTo>
                    <a:pt x="3601" y="3035"/>
                  </a:lnTo>
                  <a:lnTo>
                    <a:pt x="3610" y="3051"/>
                  </a:lnTo>
                  <a:lnTo>
                    <a:pt x="3622" y="3066"/>
                  </a:lnTo>
                  <a:lnTo>
                    <a:pt x="3639" y="3081"/>
                  </a:lnTo>
                  <a:lnTo>
                    <a:pt x="3658" y="3098"/>
                  </a:lnTo>
                  <a:lnTo>
                    <a:pt x="3683" y="3114"/>
                  </a:lnTo>
                  <a:lnTo>
                    <a:pt x="3712" y="3131"/>
                  </a:lnTo>
                  <a:lnTo>
                    <a:pt x="3745" y="3148"/>
                  </a:lnTo>
                  <a:lnTo>
                    <a:pt x="3782" y="3165"/>
                  </a:lnTo>
                  <a:close/>
                  <a:moveTo>
                    <a:pt x="5522" y="2742"/>
                  </a:moveTo>
                  <a:lnTo>
                    <a:pt x="5522" y="2742"/>
                  </a:lnTo>
                  <a:lnTo>
                    <a:pt x="5531" y="2732"/>
                  </a:lnTo>
                  <a:lnTo>
                    <a:pt x="5539" y="2725"/>
                  </a:lnTo>
                  <a:lnTo>
                    <a:pt x="5546" y="2716"/>
                  </a:lnTo>
                  <a:lnTo>
                    <a:pt x="5552" y="2705"/>
                  </a:lnTo>
                  <a:lnTo>
                    <a:pt x="5557" y="2696"/>
                  </a:lnTo>
                  <a:lnTo>
                    <a:pt x="5561" y="2685"/>
                  </a:lnTo>
                  <a:lnTo>
                    <a:pt x="5564" y="2675"/>
                  </a:lnTo>
                  <a:lnTo>
                    <a:pt x="5566" y="2662"/>
                  </a:lnTo>
                  <a:lnTo>
                    <a:pt x="5566" y="2650"/>
                  </a:lnTo>
                  <a:lnTo>
                    <a:pt x="5566" y="2640"/>
                  </a:lnTo>
                  <a:lnTo>
                    <a:pt x="5564" y="2627"/>
                  </a:lnTo>
                  <a:lnTo>
                    <a:pt x="5561" y="2614"/>
                  </a:lnTo>
                  <a:lnTo>
                    <a:pt x="5558" y="2601"/>
                  </a:lnTo>
                  <a:lnTo>
                    <a:pt x="5554" y="2589"/>
                  </a:lnTo>
                  <a:lnTo>
                    <a:pt x="5542" y="2563"/>
                  </a:lnTo>
                  <a:lnTo>
                    <a:pt x="5525" y="2538"/>
                  </a:lnTo>
                  <a:lnTo>
                    <a:pt x="5505" y="2512"/>
                  </a:lnTo>
                  <a:lnTo>
                    <a:pt x="5481" y="2486"/>
                  </a:lnTo>
                  <a:lnTo>
                    <a:pt x="5452" y="2461"/>
                  </a:lnTo>
                  <a:lnTo>
                    <a:pt x="5420" y="2439"/>
                  </a:lnTo>
                  <a:lnTo>
                    <a:pt x="5383" y="2417"/>
                  </a:lnTo>
                  <a:lnTo>
                    <a:pt x="5342" y="2396"/>
                  </a:lnTo>
                  <a:lnTo>
                    <a:pt x="5298" y="2379"/>
                  </a:lnTo>
                  <a:lnTo>
                    <a:pt x="5262" y="2366"/>
                  </a:lnTo>
                  <a:lnTo>
                    <a:pt x="5222" y="2355"/>
                  </a:lnTo>
                  <a:lnTo>
                    <a:pt x="5179" y="2343"/>
                  </a:lnTo>
                  <a:lnTo>
                    <a:pt x="5135" y="2332"/>
                  </a:lnTo>
                  <a:lnTo>
                    <a:pt x="5089" y="2323"/>
                  </a:lnTo>
                  <a:lnTo>
                    <a:pt x="5041" y="2315"/>
                  </a:lnTo>
                  <a:lnTo>
                    <a:pt x="4992" y="2306"/>
                  </a:lnTo>
                  <a:lnTo>
                    <a:pt x="4940" y="2300"/>
                  </a:lnTo>
                  <a:lnTo>
                    <a:pt x="4889" y="2294"/>
                  </a:lnTo>
                  <a:lnTo>
                    <a:pt x="4834" y="2289"/>
                  </a:lnTo>
                  <a:lnTo>
                    <a:pt x="4779" y="2285"/>
                  </a:lnTo>
                  <a:lnTo>
                    <a:pt x="4724" y="2282"/>
                  </a:lnTo>
                  <a:lnTo>
                    <a:pt x="4668" y="2280"/>
                  </a:lnTo>
                  <a:lnTo>
                    <a:pt x="4610" y="2280"/>
                  </a:lnTo>
                  <a:lnTo>
                    <a:pt x="4552" y="2280"/>
                  </a:lnTo>
                  <a:lnTo>
                    <a:pt x="4496" y="2282"/>
                  </a:lnTo>
                  <a:lnTo>
                    <a:pt x="4438" y="2283"/>
                  </a:lnTo>
                  <a:lnTo>
                    <a:pt x="4380" y="2288"/>
                  </a:lnTo>
                  <a:lnTo>
                    <a:pt x="4322" y="2292"/>
                  </a:lnTo>
                  <a:lnTo>
                    <a:pt x="4266" y="2299"/>
                  </a:lnTo>
                  <a:lnTo>
                    <a:pt x="4210" y="2306"/>
                  </a:lnTo>
                  <a:lnTo>
                    <a:pt x="4153" y="2315"/>
                  </a:lnTo>
                  <a:lnTo>
                    <a:pt x="4098" y="2324"/>
                  </a:lnTo>
                  <a:lnTo>
                    <a:pt x="4045" y="2337"/>
                  </a:lnTo>
                  <a:lnTo>
                    <a:pt x="3992" y="2349"/>
                  </a:lnTo>
                  <a:lnTo>
                    <a:pt x="3940" y="2364"/>
                  </a:lnTo>
                  <a:lnTo>
                    <a:pt x="3891" y="2379"/>
                  </a:lnTo>
                  <a:lnTo>
                    <a:pt x="3843" y="2396"/>
                  </a:lnTo>
                  <a:lnTo>
                    <a:pt x="3797" y="2414"/>
                  </a:lnTo>
                  <a:lnTo>
                    <a:pt x="3753" y="2434"/>
                  </a:lnTo>
                  <a:lnTo>
                    <a:pt x="3710" y="2455"/>
                  </a:lnTo>
                  <a:lnTo>
                    <a:pt x="3671" y="2480"/>
                  </a:lnTo>
                  <a:lnTo>
                    <a:pt x="3642" y="2498"/>
                  </a:lnTo>
                  <a:lnTo>
                    <a:pt x="3619" y="2519"/>
                  </a:lnTo>
                  <a:lnTo>
                    <a:pt x="3599" y="2539"/>
                  </a:lnTo>
                  <a:lnTo>
                    <a:pt x="3585" y="2559"/>
                  </a:lnTo>
                  <a:lnTo>
                    <a:pt x="3575" y="2579"/>
                  </a:lnTo>
                  <a:lnTo>
                    <a:pt x="3569" y="2598"/>
                  </a:lnTo>
                  <a:lnTo>
                    <a:pt x="3566" y="2617"/>
                  </a:lnTo>
                  <a:lnTo>
                    <a:pt x="3566" y="2636"/>
                  </a:lnTo>
                  <a:lnTo>
                    <a:pt x="3569" y="2653"/>
                  </a:lnTo>
                  <a:lnTo>
                    <a:pt x="3575" y="2670"/>
                  </a:lnTo>
                  <a:lnTo>
                    <a:pt x="3581" y="2687"/>
                  </a:lnTo>
                  <a:lnTo>
                    <a:pt x="3590" y="2700"/>
                  </a:lnTo>
                  <a:lnTo>
                    <a:pt x="3601" y="2714"/>
                  </a:lnTo>
                  <a:lnTo>
                    <a:pt x="3613" y="2725"/>
                  </a:lnTo>
                  <a:lnTo>
                    <a:pt x="3625" y="2735"/>
                  </a:lnTo>
                  <a:lnTo>
                    <a:pt x="3637" y="2745"/>
                  </a:lnTo>
                  <a:lnTo>
                    <a:pt x="3672" y="2763"/>
                  </a:lnTo>
                  <a:lnTo>
                    <a:pt x="3713" y="2784"/>
                  </a:lnTo>
                  <a:lnTo>
                    <a:pt x="3763" y="2807"/>
                  </a:lnTo>
                  <a:lnTo>
                    <a:pt x="3820" y="2831"/>
                  </a:lnTo>
                  <a:lnTo>
                    <a:pt x="3884" y="2854"/>
                  </a:lnTo>
                  <a:lnTo>
                    <a:pt x="3920" y="2866"/>
                  </a:lnTo>
                  <a:lnTo>
                    <a:pt x="3957" y="2877"/>
                  </a:lnTo>
                  <a:lnTo>
                    <a:pt x="3996" y="2888"/>
                  </a:lnTo>
                  <a:lnTo>
                    <a:pt x="4037" y="2897"/>
                  </a:lnTo>
                  <a:lnTo>
                    <a:pt x="4080" y="2906"/>
                  </a:lnTo>
                  <a:lnTo>
                    <a:pt x="4126" y="2915"/>
                  </a:lnTo>
                  <a:lnTo>
                    <a:pt x="4182" y="2924"/>
                  </a:lnTo>
                  <a:lnTo>
                    <a:pt x="4238" y="2933"/>
                  </a:lnTo>
                  <a:lnTo>
                    <a:pt x="4295" y="2939"/>
                  </a:lnTo>
                  <a:lnTo>
                    <a:pt x="4350" y="2945"/>
                  </a:lnTo>
                  <a:lnTo>
                    <a:pt x="4406" y="2950"/>
                  </a:lnTo>
                  <a:lnTo>
                    <a:pt x="4461" y="2953"/>
                  </a:lnTo>
                  <a:lnTo>
                    <a:pt x="4514" y="2955"/>
                  </a:lnTo>
                  <a:lnTo>
                    <a:pt x="4569" y="2956"/>
                  </a:lnTo>
                  <a:lnTo>
                    <a:pt x="4622" y="2956"/>
                  </a:lnTo>
                  <a:lnTo>
                    <a:pt x="4674" y="2955"/>
                  </a:lnTo>
                  <a:lnTo>
                    <a:pt x="4726" y="2953"/>
                  </a:lnTo>
                  <a:lnTo>
                    <a:pt x="4777" y="2950"/>
                  </a:lnTo>
                  <a:lnTo>
                    <a:pt x="4828" y="2945"/>
                  </a:lnTo>
                  <a:lnTo>
                    <a:pt x="4876" y="2941"/>
                  </a:lnTo>
                  <a:lnTo>
                    <a:pt x="4925" y="2935"/>
                  </a:lnTo>
                  <a:lnTo>
                    <a:pt x="4972" y="2929"/>
                  </a:lnTo>
                  <a:lnTo>
                    <a:pt x="5018" y="2921"/>
                  </a:lnTo>
                  <a:lnTo>
                    <a:pt x="5064" y="2914"/>
                  </a:lnTo>
                  <a:lnTo>
                    <a:pt x="5106" y="2904"/>
                  </a:lnTo>
                  <a:lnTo>
                    <a:pt x="5149" y="2895"/>
                  </a:lnTo>
                  <a:lnTo>
                    <a:pt x="5188" y="2885"/>
                  </a:lnTo>
                  <a:lnTo>
                    <a:pt x="5228" y="2874"/>
                  </a:lnTo>
                  <a:lnTo>
                    <a:pt x="5266" y="2863"/>
                  </a:lnTo>
                  <a:lnTo>
                    <a:pt x="5301" y="2851"/>
                  </a:lnTo>
                  <a:lnTo>
                    <a:pt x="5336" y="2839"/>
                  </a:lnTo>
                  <a:lnTo>
                    <a:pt x="5368" y="2825"/>
                  </a:lnTo>
                  <a:lnTo>
                    <a:pt x="5399" y="2813"/>
                  </a:lnTo>
                  <a:lnTo>
                    <a:pt x="5427" y="2799"/>
                  </a:lnTo>
                  <a:lnTo>
                    <a:pt x="5455" y="2784"/>
                  </a:lnTo>
                  <a:lnTo>
                    <a:pt x="5479" y="2770"/>
                  </a:lnTo>
                  <a:lnTo>
                    <a:pt x="5502" y="2755"/>
                  </a:lnTo>
                  <a:lnTo>
                    <a:pt x="5522" y="2742"/>
                  </a:lnTo>
                  <a:close/>
                  <a:moveTo>
                    <a:pt x="3843" y="2918"/>
                  </a:moveTo>
                  <a:lnTo>
                    <a:pt x="3843" y="3188"/>
                  </a:lnTo>
                  <a:lnTo>
                    <a:pt x="3904" y="3207"/>
                  </a:lnTo>
                  <a:lnTo>
                    <a:pt x="3971" y="3226"/>
                  </a:lnTo>
                  <a:lnTo>
                    <a:pt x="4047" y="3242"/>
                  </a:lnTo>
                  <a:lnTo>
                    <a:pt x="4130" y="3259"/>
                  </a:lnTo>
                  <a:lnTo>
                    <a:pt x="4158" y="3264"/>
                  </a:lnTo>
                  <a:lnTo>
                    <a:pt x="4158" y="2993"/>
                  </a:lnTo>
                  <a:lnTo>
                    <a:pt x="4114" y="2985"/>
                  </a:lnTo>
                  <a:lnTo>
                    <a:pt x="4037" y="2970"/>
                  </a:lnTo>
                  <a:lnTo>
                    <a:pt x="3967" y="2953"/>
                  </a:lnTo>
                  <a:lnTo>
                    <a:pt x="3904" y="2936"/>
                  </a:lnTo>
                  <a:lnTo>
                    <a:pt x="3843" y="2918"/>
                  </a:lnTo>
                  <a:close/>
                  <a:moveTo>
                    <a:pt x="5348" y="2909"/>
                  </a:moveTo>
                  <a:lnTo>
                    <a:pt x="5348" y="3189"/>
                  </a:lnTo>
                  <a:lnTo>
                    <a:pt x="5386" y="3174"/>
                  </a:lnTo>
                  <a:lnTo>
                    <a:pt x="5423" y="3154"/>
                  </a:lnTo>
                  <a:lnTo>
                    <a:pt x="5458" y="3133"/>
                  </a:lnTo>
                  <a:lnTo>
                    <a:pt x="5490" y="3111"/>
                  </a:lnTo>
                  <a:lnTo>
                    <a:pt x="5517" y="3089"/>
                  </a:lnTo>
                  <a:lnTo>
                    <a:pt x="5539" y="3067"/>
                  </a:lnTo>
                  <a:lnTo>
                    <a:pt x="5546" y="3057"/>
                  </a:lnTo>
                  <a:lnTo>
                    <a:pt x="5552" y="3047"/>
                  </a:lnTo>
                  <a:lnTo>
                    <a:pt x="5557" y="3040"/>
                  </a:lnTo>
                  <a:lnTo>
                    <a:pt x="5558" y="3032"/>
                  </a:lnTo>
                  <a:lnTo>
                    <a:pt x="5563" y="2939"/>
                  </a:lnTo>
                  <a:lnTo>
                    <a:pt x="5568" y="2795"/>
                  </a:lnTo>
                  <a:lnTo>
                    <a:pt x="5546" y="2810"/>
                  </a:lnTo>
                  <a:lnTo>
                    <a:pt x="5523" y="2825"/>
                  </a:lnTo>
                  <a:lnTo>
                    <a:pt x="5499" y="2840"/>
                  </a:lnTo>
                  <a:lnTo>
                    <a:pt x="5472" y="2856"/>
                  </a:lnTo>
                  <a:lnTo>
                    <a:pt x="5444" y="2869"/>
                  </a:lnTo>
                  <a:lnTo>
                    <a:pt x="5414" y="2883"/>
                  </a:lnTo>
                  <a:lnTo>
                    <a:pt x="5382" y="2897"/>
                  </a:lnTo>
                  <a:lnTo>
                    <a:pt x="5348" y="2909"/>
                  </a:lnTo>
                  <a:close/>
                  <a:moveTo>
                    <a:pt x="5287" y="3210"/>
                  </a:moveTo>
                  <a:lnTo>
                    <a:pt x="5287" y="2930"/>
                  </a:lnTo>
                  <a:lnTo>
                    <a:pt x="5216" y="2952"/>
                  </a:lnTo>
                  <a:lnTo>
                    <a:pt x="5138" y="2970"/>
                  </a:lnTo>
                  <a:lnTo>
                    <a:pt x="5058" y="2987"/>
                  </a:lnTo>
                  <a:lnTo>
                    <a:pt x="4972" y="3000"/>
                  </a:lnTo>
                  <a:lnTo>
                    <a:pt x="4972" y="3271"/>
                  </a:lnTo>
                  <a:lnTo>
                    <a:pt x="5056" y="3261"/>
                  </a:lnTo>
                  <a:lnTo>
                    <a:pt x="5137" y="3247"/>
                  </a:lnTo>
                  <a:lnTo>
                    <a:pt x="5176" y="3239"/>
                  </a:lnTo>
                  <a:lnTo>
                    <a:pt x="5214" y="3230"/>
                  </a:lnTo>
                  <a:lnTo>
                    <a:pt x="5252" y="3221"/>
                  </a:lnTo>
                  <a:lnTo>
                    <a:pt x="5287" y="3210"/>
                  </a:lnTo>
                  <a:close/>
                  <a:moveTo>
                    <a:pt x="4596" y="3026"/>
                  </a:moveTo>
                  <a:lnTo>
                    <a:pt x="4596" y="3288"/>
                  </a:lnTo>
                  <a:lnTo>
                    <a:pt x="4672" y="3288"/>
                  </a:lnTo>
                  <a:lnTo>
                    <a:pt x="4752" y="3286"/>
                  </a:lnTo>
                  <a:lnTo>
                    <a:pt x="4832" y="3282"/>
                  </a:lnTo>
                  <a:lnTo>
                    <a:pt x="4911" y="3277"/>
                  </a:lnTo>
                  <a:lnTo>
                    <a:pt x="4911" y="3008"/>
                  </a:lnTo>
                  <a:lnTo>
                    <a:pt x="4835" y="3016"/>
                  </a:lnTo>
                  <a:lnTo>
                    <a:pt x="4758" y="3022"/>
                  </a:lnTo>
                  <a:lnTo>
                    <a:pt x="4677" y="3025"/>
                  </a:lnTo>
                  <a:lnTo>
                    <a:pt x="4596" y="3026"/>
                  </a:lnTo>
                  <a:close/>
                  <a:moveTo>
                    <a:pt x="4535" y="3288"/>
                  </a:moveTo>
                  <a:lnTo>
                    <a:pt x="4535" y="3026"/>
                  </a:lnTo>
                  <a:lnTo>
                    <a:pt x="4458" y="3023"/>
                  </a:lnTo>
                  <a:lnTo>
                    <a:pt x="4379" y="3019"/>
                  </a:lnTo>
                  <a:lnTo>
                    <a:pt x="4299" y="3011"/>
                  </a:lnTo>
                  <a:lnTo>
                    <a:pt x="4219" y="3000"/>
                  </a:lnTo>
                  <a:lnTo>
                    <a:pt x="4219" y="3270"/>
                  </a:lnTo>
                  <a:lnTo>
                    <a:pt x="4283" y="3276"/>
                  </a:lnTo>
                  <a:lnTo>
                    <a:pt x="4359" y="3280"/>
                  </a:lnTo>
                  <a:lnTo>
                    <a:pt x="4442" y="3285"/>
                  </a:lnTo>
                  <a:lnTo>
                    <a:pt x="4535" y="3288"/>
                  </a:lnTo>
                  <a:close/>
                  <a:moveTo>
                    <a:pt x="5385" y="3341"/>
                  </a:moveTo>
                  <a:lnTo>
                    <a:pt x="5385" y="3341"/>
                  </a:lnTo>
                  <a:lnTo>
                    <a:pt x="5356" y="3364"/>
                  </a:lnTo>
                  <a:lnTo>
                    <a:pt x="5325" y="3388"/>
                  </a:lnTo>
                  <a:lnTo>
                    <a:pt x="5290" y="3411"/>
                  </a:lnTo>
                  <a:lnTo>
                    <a:pt x="5252" y="3434"/>
                  </a:lnTo>
                  <a:lnTo>
                    <a:pt x="5210" y="3455"/>
                  </a:lnTo>
                  <a:lnTo>
                    <a:pt x="5166" y="3477"/>
                  </a:lnTo>
                  <a:lnTo>
                    <a:pt x="5118" y="3497"/>
                  </a:lnTo>
                  <a:lnTo>
                    <a:pt x="5068" y="3515"/>
                  </a:lnTo>
                  <a:lnTo>
                    <a:pt x="5068" y="3903"/>
                  </a:lnTo>
                  <a:lnTo>
                    <a:pt x="5117" y="3883"/>
                  </a:lnTo>
                  <a:lnTo>
                    <a:pt x="5163" y="3862"/>
                  </a:lnTo>
                  <a:lnTo>
                    <a:pt x="5207" y="3839"/>
                  </a:lnTo>
                  <a:lnTo>
                    <a:pt x="5248" y="3815"/>
                  </a:lnTo>
                  <a:lnTo>
                    <a:pt x="5287" y="3789"/>
                  </a:lnTo>
                  <a:lnTo>
                    <a:pt x="5322" y="3760"/>
                  </a:lnTo>
                  <a:lnTo>
                    <a:pt x="5339" y="3745"/>
                  </a:lnTo>
                  <a:lnTo>
                    <a:pt x="5356" y="3729"/>
                  </a:lnTo>
                  <a:lnTo>
                    <a:pt x="5370" y="3713"/>
                  </a:lnTo>
                  <a:lnTo>
                    <a:pt x="5385" y="3696"/>
                  </a:lnTo>
                  <a:lnTo>
                    <a:pt x="5386" y="3653"/>
                  </a:lnTo>
                  <a:lnTo>
                    <a:pt x="5388" y="3608"/>
                  </a:lnTo>
                  <a:lnTo>
                    <a:pt x="5386" y="3513"/>
                  </a:lnTo>
                  <a:lnTo>
                    <a:pt x="5385" y="3420"/>
                  </a:lnTo>
                  <a:lnTo>
                    <a:pt x="5385" y="3341"/>
                  </a:lnTo>
                  <a:close/>
                  <a:moveTo>
                    <a:pt x="5007" y="3924"/>
                  </a:moveTo>
                  <a:lnTo>
                    <a:pt x="5007" y="3536"/>
                  </a:lnTo>
                  <a:lnTo>
                    <a:pt x="4959" y="3551"/>
                  </a:lnTo>
                  <a:lnTo>
                    <a:pt x="4910" y="3565"/>
                  </a:lnTo>
                  <a:lnTo>
                    <a:pt x="4858" y="3577"/>
                  </a:lnTo>
                  <a:lnTo>
                    <a:pt x="4805" y="3589"/>
                  </a:lnTo>
                  <a:lnTo>
                    <a:pt x="4752" y="3602"/>
                  </a:lnTo>
                  <a:lnTo>
                    <a:pt x="4695" y="3612"/>
                  </a:lnTo>
                  <a:lnTo>
                    <a:pt x="4637" y="3621"/>
                  </a:lnTo>
                  <a:lnTo>
                    <a:pt x="4579" y="3630"/>
                  </a:lnTo>
                  <a:lnTo>
                    <a:pt x="4579" y="4011"/>
                  </a:lnTo>
                  <a:lnTo>
                    <a:pt x="4636" y="4005"/>
                  </a:lnTo>
                  <a:lnTo>
                    <a:pt x="4691" y="3996"/>
                  </a:lnTo>
                  <a:lnTo>
                    <a:pt x="4745" y="3988"/>
                  </a:lnTo>
                  <a:lnTo>
                    <a:pt x="4800" y="3978"/>
                  </a:lnTo>
                  <a:lnTo>
                    <a:pt x="4854" y="3965"/>
                  </a:lnTo>
                  <a:lnTo>
                    <a:pt x="4907" y="3953"/>
                  </a:lnTo>
                  <a:lnTo>
                    <a:pt x="4957" y="3939"/>
                  </a:lnTo>
                  <a:lnTo>
                    <a:pt x="5007" y="3924"/>
                  </a:lnTo>
                  <a:close/>
                  <a:moveTo>
                    <a:pt x="4519" y="4017"/>
                  </a:moveTo>
                  <a:lnTo>
                    <a:pt x="4519" y="3638"/>
                  </a:lnTo>
                  <a:lnTo>
                    <a:pt x="4415" y="3649"/>
                  </a:lnTo>
                  <a:lnTo>
                    <a:pt x="4308" y="3656"/>
                  </a:lnTo>
                  <a:lnTo>
                    <a:pt x="4200" y="3661"/>
                  </a:lnTo>
                  <a:lnTo>
                    <a:pt x="4089" y="3662"/>
                  </a:lnTo>
                  <a:lnTo>
                    <a:pt x="4089" y="4035"/>
                  </a:lnTo>
                  <a:lnTo>
                    <a:pt x="4194" y="4035"/>
                  </a:lnTo>
                  <a:lnTo>
                    <a:pt x="4301" y="4032"/>
                  </a:lnTo>
                  <a:lnTo>
                    <a:pt x="4409" y="4026"/>
                  </a:lnTo>
                  <a:lnTo>
                    <a:pt x="4519" y="4017"/>
                  </a:lnTo>
                  <a:close/>
                  <a:moveTo>
                    <a:pt x="4028" y="4035"/>
                  </a:moveTo>
                  <a:lnTo>
                    <a:pt x="4028" y="3662"/>
                  </a:lnTo>
                  <a:lnTo>
                    <a:pt x="3923" y="3658"/>
                  </a:lnTo>
                  <a:lnTo>
                    <a:pt x="3817" y="3652"/>
                  </a:lnTo>
                  <a:lnTo>
                    <a:pt x="3709" y="3641"/>
                  </a:lnTo>
                  <a:lnTo>
                    <a:pt x="3601" y="3627"/>
                  </a:lnTo>
                  <a:lnTo>
                    <a:pt x="3601" y="4011"/>
                  </a:lnTo>
                  <a:lnTo>
                    <a:pt x="3689" y="4019"/>
                  </a:lnTo>
                  <a:lnTo>
                    <a:pt x="3791" y="4026"/>
                  </a:lnTo>
                  <a:lnTo>
                    <a:pt x="3905" y="4031"/>
                  </a:lnTo>
                  <a:lnTo>
                    <a:pt x="4028" y="4035"/>
                  </a:lnTo>
                  <a:close/>
                  <a:moveTo>
                    <a:pt x="3540" y="4003"/>
                  </a:moveTo>
                  <a:lnTo>
                    <a:pt x="3540" y="3618"/>
                  </a:lnTo>
                  <a:lnTo>
                    <a:pt x="3480" y="3608"/>
                  </a:lnTo>
                  <a:lnTo>
                    <a:pt x="3377" y="3588"/>
                  </a:lnTo>
                  <a:lnTo>
                    <a:pt x="3281" y="3565"/>
                  </a:lnTo>
                  <a:lnTo>
                    <a:pt x="3193" y="3542"/>
                  </a:lnTo>
                  <a:lnTo>
                    <a:pt x="3151" y="3528"/>
                  </a:lnTo>
                  <a:lnTo>
                    <a:pt x="3112" y="3516"/>
                  </a:lnTo>
                  <a:lnTo>
                    <a:pt x="3112" y="3909"/>
                  </a:lnTo>
                  <a:lnTo>
                    <a:pt x="3151" y="3921"/>
                  </a:lnTo>
                  <a:lnTo>
                    <a:pt x="3193" y="3935"/>
                  </a:lnTo>
                  <a:lnTo>
                    <a:pt x="3237" y="3947"/>
                  </a:lnTo>
                  <a:lnTo>
                    <a:pt x="3284" y="3958"/>
                  </a:lnTo>
                  <a:lnTo>
                    <a:pt x="3333" y="3970"/>
                  </a:lnTo>
                  <a:lnTo>
                    <a:pt x="3384" y="3979"/>
                  </a:lnTo>
                  <a:lnTo>
                    <a:pt x="3439" y="3990"/>
                  </a:lnTo>
                  <a:lnTo>
                    <a:pt x="3497" y="3997"/>
                  </a:lnTo>
                  <a:lnTo>
                    <a:pt x="3540" y="4003"/>
                  </a:lnTo>
                  <a:close/>
                  <a:moveTo>
                    <a:pt x="3051" y="3885"/>
                  </a:moveTo>
                  <a:lnTo>
                    <a:pt x="3051" y="3493"/>
                  </a:lnTo>
                  <a:lnTo>
                    <a:pt x="3010" y="3477"/>
                  </a:lnTo>
                  <a:lnTo>
                    <a:pt x="2970" y="3460"/>
                  </a:lnTo>
                  <a:lnTo>
                    <a:pt x="2935" y="3442"/>
                  </a:lnTo>
                  <a:lnTo>
                    <a:pt x="2902" y="3423"/>
                  </a:lnTo>
                  <a:lnTo>
                    <a:pt x="2870" y="3405"/>
                  </a:lnTo>
                  <a:lnTo>
                    <a:pt x="2842" y="3387"/>
                  </a:lnTo>
                  <a:lnTo>
                    <a:pt x="2817" y="3367"/>
                  </a:lnTo>
                  <a:lnTo>
                    <a:pt x="2794" y="3347"/>
                  </a:lnTo>
                  <a:lnTo>
                    <a:pt x="2794" y="3694"/>
                  </a:lnTo>
                  <a:lnTo>
                    <a:pt x="2798" y="3705"/>
                  </a:lnTo>
                  <a:lnTo>
                    <a:pt x="2806" y="3716"/>
                  </a:lnTo>
                  <a:lnTo>
                    <a:pt x="2813" y="3728"/>
                  </a:lnTo>
                  <a:lnTo>
                    <a:pt x="2824" y="3739"/>
                  </a:lnTo>
                  <a:lnTo>
                    <a:pt x="2847" y="3763"/>
                  </a:lnTo>
                  <a:lnTo>
                    <a:pt x="2876" y="3787"/>
                  </a:lnTo>
                  <a:lnTo>
                    <a:pt x="2911" y="3813"/>
                  </a:lnTo>
                  <a:lnTo>
                    <a:pt x="2950" y="3837"/>
                  </a:lnTo>
                  <a:lnTo>
                    <a:pt x="2998" y="3862"/>
                  </a:lnTo>
                  <a:lnTo>
                    <a:pt x="3051" y="3885"/>
                  </a:lnTo>
                  <a:close/>
                  <a:moveTo>
                    <a:pt x="3086" y="1569"/>
                  </a:moveTo>
                  <a:lnTo>
                    <a:pt x="3610" y="1368"/>
                  </a:lnTo>
                  <a:lnTo>
                    <a:pt x="2028" y="521"/>
                  </a:lnTo>
                  <a:lnTo>
                    <a:pt x="1469" y="714"/>
                  </a:lnTo>
                  <a:lnTo>
                    <a:pt x="3086" y="1569"/>
                  </a:lnTo>
                  <a:close/>
                  <a:moveTo>
                    <a:pt x="3637" y="2407"/>
                  </a:moveTo>
                  <a:lnTo>
                    <a:pt x="3655" y="1464"/>
                  </a:lnTo>
                  <a:lnTo>
                    <a:pt x="3098" y="1677"/>
                  </a:lnTo>
                  <a:lnTo>
                    <a:pt x="3098" y="2789"/>
                  </a:lnTo>
                  <a:lnTo>
                    <a:pt x="3139" y="2773"/>
                  </a:lnTo>
                  <a:lnTo>
                    <a:pt x="3177" y="2758"/>
                  </a:lnTo>
                  <a:lnTo>
                    <a:pt x="3252" y="2734"/>
                  </a:lnTo>
                  <a:lnTo>
                    <a:pt x="3319" y="2714"/>
                  </a:lnTo>
                  <a:lnTo>
                    <a:pt x="3375" y="2699"/>
                  </a:lnTo>
                  <a:lnTo>
                    <a:pt x="3427" y="2688"/>
                  </a:lnTo>
                  <a:lnTo>
                    <a:pt x="3479" y="2678"/>
                  </a:lnTo>
                  <a:lnTo>
                    <a:pt x="3479" y="2665"/>
                  </a:lnTo>
                  <a:lnTo>
                    <a:pt x="3476" y="2646"/>
                  </a:lnTo>
                  <a:lnTo>
                    <a:pt x="3476" y="2626"/>
                  </a:lnTo>
                  <a:lnTo>
                    <a:pt x="3477" y="2606"/>
                  </a:lnTo>
                  <a:lnTo>
                    <a:pt x="3480" y="2588"/>
                  </a:lnTo>
                  <a:lnTo>
                    <a:pt x="3486" y="2569"/>
                  </a:lnTo>
                  <a:lnTo>
                    <a:pt x="3494" y="2553"/>
                  </a:lnTo>
                  <a:lnTo>
                    <a:pt x="3502" y="2536"/>
                  </a:lnTo>
                  <a:lnTo>
                    <a:pt x="3512" y="2519"/>
                  </a:lnTo>
                  <a:lnTo>
                    <a:pt x="3524" y="2503"/>
                  </a:lnTo>
                  <a:lnTo>
                    <a:pt x="3537" y="2487"/>
                  </a:lnTo>
                  <a:lnTo>
                    <a:pt x="3552" y="2474"/>
                  </a:lnTo>
                  <a:lnTo>
                    <a:pt x="3567" y="2458"/>
                  </a:lnTo>
                  <a:lnTo>
                    <a:pt x="3582" y="2445"/>
                  </a:lnTo>
                  <a:lnTo>
                    <a:pt x="3601" y="2431"/>
                  </a:lnTo>
                  <a:lnTo>
                    <a:pt x="3637" y="2407"/>
                  </a:lnTo>
                  <a:close/>
                  <a:moveTo>
                    <a:pt x="2209" y="478"/>
                  </a:moveTo>
                  <a:lnTo>
                    <a:pt x="3629" y="0"/>
                  </a:lnTo>
                  <a:lnTo>
                    <a:pt x="5089" y="746"/>
                  </a:lnTo>
                  <a:lnTo>
                    <a:pt x="5089" y="999"/>
                  </a:lnTo>
                  <a:lnTo>
                    <a:pt x="3777" y="1467"/>
                  </a:lnTo>
                  <a:lnTo>
                    <a:pt x="3774" y="1639"/>
                  </a:lnTo>
                  <a:lnTo>
                    <a:pt x="5019" y="1195"/>
                  </a:lnTo>
                  <a:lnTo>
                    <a:pt x="5019" y="1308"/>
                  </a:lnTo>
                  <a:lnTo>
                    <a:pt x="3771" y="1752"/>
                  </a:lnTo>
                  <a:lnTo>
                    <a:pt x="3768" y="1906"/>
                  </a:lnTo>
                  <a:lnTo>
                    <a:pt x="5112" y="1426"/>
                  </a:lnTo>
                  <a:lnTo>
                    <a:pt x="5112" y="1539"/>
                  </a:lnTo>
                  <a:lnTo>
                    <a:pt x="3766" y="2018"/>
                  </a:lnTo>
                  <a:lnTo>
                    <a:pt x="3763" y="2172"/>
                  </a:lnTo>
                  <a:lnTo>
                    <a:pt x="5016" y="1725"/>
                  </a:lnTo>
                  <a:lnTo>
                    <a:pt x="5016" y="1837"/>
                  </a:lnTo>
                  <a:lnTo>
                    <a:pt x="3762" y="2285"/>
                  </a:lnTo>
                  <a:lnTo>
                    <a:pt x="3760" y="2344"/>
                  </a:lnTo>
                  <a:lnTo>
                    <a:pt x="3798" y="2327"/>
                  </a:lnTo>
                  <a:lnTo>
                    <a:pt x="3837" y="2314"/>
                  </a:lnTo>
                  <a:lnTo>
                    <a:pt x="3875" y="2302"/>
                  </a:lnTo>
                  <a:lnTo>
                    <a:pt x="3911" y="2291"/>
                  </a:lnTo>
                  <a:lnTo>
                    <a:pt x="3977" y="2273"/>
                  </a:lnTo>
                  <a:lnTo>
                    <a:pt x="4031" y="2259"/>
                  </a:lnTo>
                  <a:lnTo>
                    <a:pt x="4074" y="2251"/>
                  </a:lnTo>
                  <a:lnTo>
                    <a:pt x="4118" y="2242"/>
                  </a:lnTo>
                  <a:lnTo>
                    <a:pt x="4208" y="2230"/>
                  </a:lnTo>
                  <a:lnTo>
                    <a:pt x="4299" y="2219"/>
                  </a:lnTo>
                  <a:lnTo>
                    <a:pt x="4392" y="2212"/>
                  </a:lnTo>
                  <a:lnTo>
                    <a:pt x="5112" y="1955"/>
                  </a:lnTo>
                  <a:lnTo>
                    <a:pt x="5112" y="2067"/>
                  </a:lnTo>
                  <a:lnTo>
                    <a:pt x="4721" y="2207"/>
                  </a:lnTo>
                  <a:lnTo>
                    <a:pt x="4808" y="2212"/>
                  </a:lnTo>
                  <a:lnTo>
                    <a:pt x="4893" y="2218"/>
                  </a:lnTo>
                  <a:lnTo>
                    <a:pt x="4977" y="2227"/>
                  </a:lnTo>
                  <a:lnTo>
                    <a:pt x="5058" y="2238"/>
                  </a:lnTo>
                  <a:lnTo>
                    <a:pt x="5134" y="2251"/>
                  </a:lnTo>
                  <a:lnTo>
                    <a:pt x="5207" y="2267"/>
                  </a:lnTo>
                  <a:lnTo>
                    <a:pt x="5275" y="2283"/>
                  </a:lnTo>
                  <a:lnTo>
                    <a:pt x="5338" y="2303"/>
                  </a:lnTo>
                  <a:lnTo>
                    <a:pt x="5374" y="2317"/>
                  </a:lnTo>
                  <a:lnTo>
                    <a:pt x="5409" y="2331"/>
                  </a:lnTo>
                  <a:lnTo>
                    <a:pt x="5444" y="2346"/>
                  </a:lnTo>
                  <a:lnTo>
                    <a:pt x="5476" y="2362"/>
                  </a:lnTo>
                  <a:lnTo>
                    <a:pt x="5508" y="2381"/>
                  </a:lnTo>
                  <a:lnTo>
                    <a:pt x="5537" y="2401"/>
                  </a:lnTo>
                  <a:lnTo>
                    <a:pt x="5564" y="2420"/>
                  </a:lnTo>
                  <a:lnTo>
                    <a:pt x="5590" y="2442"/>
                  </a:lnTo>
                  <a:lnTo>
                    <a:pt x="5613" y="2463"/>
                  </a:lnTo>
                  <a:lnTo>
                    <a:pt x="5633" y="2487"/>
                  </a:lnTo>
                  <a:lnTo>
                    <a:pt x="5650" y="2512"/>
                  </a:lnTo>
                  <a:lnTo>
                    <a:pt x="5665" y="2536"/>
                  </a:lnTo>
                  <a:lnTo>
                    <a:pt x="5676" y="2562"/>
                  </a:lnTo>
                  <a:lnTo>
                    <a:pt x="5685" y="2589"/>
                  </a:lnTo>
                  <a:lnTo>
                    <a:pt x="5688" y="2603"/>
                  </a:lnTo>
                  <a:lnTo>
                    <a:pt x="5689" y="2617"/>
                  </a:lnTo>
                  <a:lnTo>
                    <a:pt x="5691" y="2632"/>
                  </a:lnTo>
                  <a:lnTo>
                    <a:pt x="5691" y="2646"/>
                  </a:lnTo>
                  <a:lnTo>
                    <a:pt x="5671" y="3023"/>
                  </a:lnTo>
                  <a:lnTo>
                    <a:pt x="5671" y="3034"/>
                  </a:lnTo>
                  <a:lnTo>
                    <a:pt x="5668" y="3044"/>
                  </a:lnTo>
                  <a:lnTo>
                    <a:pt x="5663" y="3057"/>
                  </a:lnTo>
                  <a:lnTo>
                    <a:pt x="5657" y="3069"/>
                  </a:lnTo>
                  <a:lnTo>
                    <a:pt x="5650" y="3082"/>
                  </a:lnTo>
                  <a:lnTo>
                    <a:pt x="5641" y="3096"/>
                  </a:lnTo>
                  <a:lnTo>
                    <a:pt x="5619" y="3125"/>
                  </a:lnTo>
                  <a:lnTo>
                    <a:pt x="5592" y="3154"/>
                  </a:lnTo>
                  <a:lnTo>
                    <a:pt x="5563" y="3181"/>
                  </a:lnTo>
                  <a:lnTo>
                    <a:pt x="5546" y="3195"/>
                  </a:lnTo>
                  <a:lnTo>
                    <a:pt x="5531" y="3207"/>
                  </a:lnTo>
                  <a:lnTo>
                    <a:pt x="5513" y="3219"/>
                  </a:lnTo>
                  <a:lnTo>
                    <a:pt x="5496" y="3230"/>
                  </a:lnTo>
                  <a:lnTo>
                    <a:pt x="5496" y="3328"/>
                  </a:lnTo>
                  <a:lnTo>
                    <a:pt x="5543" y="3338"/>
                  </a:lnTo>
                  <a:lnTo>
                    <a:pt x="5592" y="3352"/>
                  </a:lnTo>
                  <a:lnTo>
                    <a:pt x="5642" y="3369"/>
                  </a:lnTo>
                  <a:lnTo>
                    <a:pt x="5694" y="3387"/>
                  </a:lnTo>
                  <a:lnTo>
                    <a:pt x="5744" y="3408"/>
                  </a:lnTo>
                  <a:lnTo>
                    <a:pt x="5796" y="3430"/>
                  </a:lnTo>
                  <a:lnTo>
                    <a:pt x="5845" y="3455"/>
                  </a:lnTo>
                  <a:lnTo>
                    <a:pt x="5892" y="3483"/>
                  </a:lnTo>
                  <a:lnTo>
                    <a:pt x="5915" y="3497"/>
                  </a:lnTo>
                  <a:lnTo>
                    <a:pt x="5937" y="3512"/>
                  </a:lnTo>
                  <a:lnTo>
                    <a:pt x="5957" y="3527"/>
                  </a:lnTo>
                  <a:lnTo>
                    <a:pt x="5977" y="3544"/>
                  </a:lnTo>
                  <a:lnTo>
                    <a:pt x="5997" y="3559"/>
                  </a:lnTo>
                  <a:lnTo>
                    <a:pt x="6015" y="3577"/>
                  </a:lnTo>
                  <a:lnTo>
                    <a:pt x="6030" y="3594"/>
                  </a:lnTo>
                  <a:lnTo>
                    <a:pt x="6046" y="3612"/>
                  </a:lnTo>
                  <a:lnTo>
                    <a:pt x="6059" y="3632"/>
                  </a:lnTo>
                  <a:lnTo>
                    <a:pt x="6071" y="3652"/>
                  </a:lnTo>
                  <a:lnTo>
                    <a:pt x="6082" y="3672"/>
                  </a:lnTo>
                  <a:lnTo>
                    <a:pt x="6091" y="3691"/>
                  </a:lnTo>
                  <a:lnTo>
                    <a:pt x="6099" y="3713"/>
                  </a:lnTo>
                  <a:lnTo>
                    <a:pt x="6103" y="3734"/>
                  </a:lnTo>
                  <a:lnTo>
                    <a:pt x="6106" y="3757"/>
                  </a:lnTo>
                  <a:lnTo>
                    <a:pt x="6108" y="3780"/>
                  </a:lnTo>
                  <a:lnTo>
                    <a:pt x="6093" y="4291"/>
                  </a:lnTo>
                  <a:lnTo>
                    <a:pt x="6091" y="4303"/>
                  </a:lnTo>
                  <a:lnTo>
                    <a:pt x="6088" y="4315"/>
                  </a:lnTo>
                  <a:lnTo>
                    <a:pt x="6085" y="4326"/>
                  </a:lnTo>
                  <a:lnTo>
                    <a:pt x="6081" y="4338"/>
                  </a:lnTo>
                  <a:lnTo>
                    <a:pt x="6070" y="4358"/>
                  </a:lnTo>
                  <a:lnTo>
                    <a:pt x="6059" y="4373"/>
                  </a:lnTo>
                  <a:lnTo>
                    <a:pt x="6038" y="4399"/>
                  </a:lnTo>
                  <a:lnTo>
                    <a:pt x="6015" y="4425"/>
                  </a:lnTo>
                  <a:lnTo>
                    <a:pt x="5989" y="4449"/>
                  </a:lnTo>
                  <a:lnTo>
                    <a:pt x="5962" y="4472"/>
                  </a:lnTo>
                  <a:lnTo>
                    <a:pt x="5931" y="4495"/>
                  </a:lnTo>
                  <a:lnTo>
                    <a:pt x="5899" y="4516"/>
                  </a:lnTo>
                  <a:lnTo>
                    <a:pt x="5866" y="4536"/>
                  </a:lnTo>
                  <a:lnTo>
                    <a:pt x="5829" y="4556"/>
                  </a:lnTo>
                  <a:lnTo>
                    <a:pt x="5791" y="4574"/>
                  </a:lnTo>
                  <a:lnTo>
                    <a:pt x="5750" y="4593"/>
                  </a:lnTo>
                  <a:lnTo>
                    <a:pt x="5709" y="4609"/>
                  </a:lnTo>
                  <a:lnTo>
                    <a:pt x="5666" y="4624"/>
                  </a:lnTo>
                  <a:lnTo>
                    <a:pt x="5621" y="4640"/>
                  </a:lnTo>
                  <a:lnTo>
                    <a:pt x="5575" y="4655"/>
                  </a:lnTo>
                  <a:lnTo>
                    <a:pt x="5526" y="4667"/>
                  </a:lnTo>
                  <a:lnTo>
                    <a:pt x="5478" y="4679"/>
                  </a:lnTo>
                  <a:lnTo>
                    <a:pt x="5427" y="4691"/>
                  </a:lnTo>
                  <a:lnTo>
                    <a:pt x="5376" y="4702"/>
                  </a:lnTo>
                  <a:lnTo>
                    <a:pt x="5324" y="4711"/>
                  </a:lnTo>
                  <a:lnTo>
                    <a:pt x="5271" y="4720"/>
                  </a:lnTo>
                  <a:lnTo>
                    <a:pt x="5216" y="4728"/>
                  </a:lnTo>
                  <a:lnTo>
                    <a:pt x="5161" y="4736"/>
                  </a:lnTo>
                  <a:lnTo>
                    <a:pt x="5105" y="4742"/>
                  </a:lnTo>
                  <a:lnTo>
                    <a:pt x="5048" y="4748"/>
                  </a:lnTo>
                  <a:lnTo>
                    <a:pt x="4934" y="4755"/>
                  </a:lnTo>
                  <a:lnTo>
                    <a:pt x="4818" y="4761"/>
                  </a:lnTo>
                  <a:lnTo>
                    <a:pt x="4703" y="4763"/>
                  </a:lnTo>
                  <a:lnTo>
                    <a:pt x="4586" y="4761"/>
                  </a:lnTo>
                  <a:lnTo>
                    <a:pt x="4470" y="4755"/>
                  </a:lnTo>
                  <a:lnTo>
                    <a:pt x="4356" y="4748"/>
                  </a:lnTo>
                  <a:lnTo>
                    <a:pt x="4243" y="4737"/>
                  </a:lnTo>
                  <a:lnTo>
                    <a:pt x="4133" y="4722"/>
                  </a:lnTo>
                  <a:lnTo>
                    <a:pt x="4079" y="4714"/>
                  </a:lnTo>
                  <a:lnTo>
                    <a:pt x="4027" y="4705"/>
                  </a:lnTo>
                  <a:lnTo>
                    <a:pt x="3975" y="4695"/>
                  </a:lnTo>
                  <a:lnTo>
                    <a:pt x="3923" y="4684"/>
                  </a:lnTo>
                  <a:lnTo>
                    <a:pt x="3875" y="4673"/>
                  </a:lnTo>
                  <a:lnTo>
                    <a:pt x="3826" y="4661"/>
                  </a:lnTo>
                  <a:lnTo>
                    <a:pt x="3779" y="4647"/>
                  </a:lnTo>
                  <a:lnTo>
                    <a:pt x="3733" y="4634"/>
                  </a:lnTo>
                  <a:lnTo>
                    <a:pt x="3689" y="4620"/>
                  </a:lnTo>
                  <a:lnTo>
                    <a:pt x="3648" y="4605"/>
                  </a:lnTo>
                  <a:lnTo>
                    <a:pt x="3607" y="4588"/>
                  </a:lnTo>
                  <a:lnTo>
                    <a:pt x="3567" y="4573"/>
                  </a:lnTo>
                  <a:lnTo>
                    <a:pt x="3531" y="4554"/>
                  </a:lnTo>
                  <a:lnTo>
                    <a:pt x="3496" y="4536"/>
                  </a:lnTo>
                  <a:lnTo>
                    <a:pt x="3464" y="4518"/>
                  </a:lnTo>
                  <a:lnTo>
                    <a:pt x="3432" y="4498"/>
                  </a:lnTo>
                  <a:lnTo>
                    <a:pt x="3403" y="4478"/>
                  </a:lnTo>
                  <a:lnTo>
                    <a:pt x="3377" y="4457"/>
                  </a:lnTo>
                  <a:lnTo>
                    <a:pt x="3352" y="4436"/>
                  </a:lnTo>
                  <a:lnTo>
                    <a:pt x="3331" y="4413"/>
                  </a:lnTo>
                  <a:lnTo>
                    <a:pt x="3313" y="4390"/>
                  </a:lnTo>
                  <a:lnTo>
                    <a:pt x="3296" y="4366"/>
                  </a:lnTo>
                  <a:lnTo>
                    <a:pt x="3282" y="4341"/>
                  </a:lnTo>
                  <a:lnTo>
                    <a:pt x="3272" y="4317"/>
                  </a:lnTo>
                  <a:lnTo>
                    <a:pt x="3272" y="4076"/>
                  </a:lnTo>
                  <a:lnTo>
                    <a:pt x="3215" y="4063"/>
                  </a:lnTo>
                  <a:lnTo>
                    <a:pt x="3161" y="4046"/>
                  </a:lnTo>
                  <a:lnTo>
                    <a:pt x="3107" y="4029"/>
                  </a:lnTo>
                  <a:lnTo>
                    <a:pt x="3057" y="4013"/>
                  </a:lnTo>
                  <a:lnTo>
                    <a:pt x="3008" y="3993"/>
                  </a:lnTo>
                  <a:lnTo>
                    <a:pt x="2963" y="3973"/>
                  </a:lnTo>
                  <a:lnTo>
                    <a:pt x="2920" y="3952"/>
                  </a:lnTo>
                  <a:lnTo>
                    <a:pt x="2879" y="3930"/>
                  </a:lnTo>
                  <a:lnTo>
                    <a:pt x="2841" y="3908"/>
                  </a:lnTo>
                  <a:lnTo>
                    <a:pt x="2807" y="3883"/>
                  </a:lnTo>
                  <a:lnTo>
                    <a:pt x="2775" y="3857"/>
                  </a:lnTo>
                  <a:lnTo>
                    <a:pt x="2748" y="3831"/>
                  </a:lnTo>
                  <a:lnTo>
                    <a:pt x="2724" y="3804"/>
                  </a:lnTo>
                  <a:lnTo>
                    <a:pt x="2702" y="3777"/>
                  </a:lnTo>
                  <a:lnTo>
                    <a:pt x="2693" y="3761"/>
                  </a:lnTo>
                  <a:lnTo>
                    <a:pt x="2686" y="3746"/>
                  </a:lnTo>
                  <a:lnTo>
                    <a:pt x="2678" y="3732"/>
                  </a:lnTo>
                  <a:lnTo>
                    <a:pt x="2672" y="3717"/>
                  </a:lnTo>
                  <a:lnTo>
                    <a:pt x="2672" y="3207"/>
                  </a:lnTo>
                  <a:lnTo>
                    <a:pt x="2672" y="3201"/>
                  </a:lnTo>
                  <a:lnTo>
                    <a:pt x="1559" y="3599"/>
                  </a:lnTo>
                  <a:lnTo>
                    <a:pt x="88" y="2824"/>
                  </a:lnTo>
                  <a:lnTo>
                    <a:pt x="88" y="2703"/>
                  </a:lnTo>
                  <a:lnTo>
                    <a:pt x="1568" y="3483"/>
                  </a:lnTo>
                  <a:lnTo>
                    <a:pt x="2707" y="3076"/>
                  </a:lnTo>
                  <a:lnTo>
                    <a:pt x="2718" y="3060"/>
                  </a:lnTo>
                  <a:lnTo>
                    <a:pt x="2730" y="3043"/>
                  </a:lnTo>
                  <a:lnTo>
                    <a:pt x="2742" y="3026"/>
                  </a:lnTo>
                  <a:lnTo>
                    <a:pt x="2756" y="3009"/>
                  </a:lnTo>
                  <a:lnTo>
                    <a:pt x="2771" y="2994"/>
                  </a:lnTo>
                  <a:lnTo>
                    <a:pt x="2786" y="2979"/>
                  </a:lnTo>
                  <a:lnTo>
                    <a:pt x="2820" y="2950"/>
                  </a:lnTo>
                  <a:lnTo>
                    <a:pt x="2856" y="2921"/>
                  </a:lnTo>
                  <a:lnTo>
                    <a:pt x="2894" y="2895"/>
                  </a:lnTo>
                  <a:lnTo>
                    <a:pt x="2935" y="2869"/>
                  </a:lnTo>
                  <a:lnTo>
                    <a:pt x="2976" y="2847"/>
                  </a:lnTo>
                  <a:lnTo>
                    <a:pt x="2976" y="2828"/>
                  </a:lnTo>
                  <a:lnTo>
                    <a:pt x="1559" y="3334"/>
                  </a:lnTo>
                  <a:lnTo>
                    <a:pt x="0" y="2513"/>
                  </a:lnTo>
                  <a:lnTo>
                    <a:pt x="0" y="2393"/>
                  </a:lnTo>
                  <a:lnTo>
                    <a:pt x="1568" y="3218"/>
                  </a:lnTo>
                  <a:lnTo>
                    <a:pt x="2976" y="2716"/>
                  </a:lnTo>
                  <a:lnTo>
                    <a:pt x="2976" y="2565"/>
                  </a:lnTo>
                  <a:lnTo>
                    <a:pt x="1571" y="3066"/>
                  </a:lnTo>
                  <a:lnTo>
                    <a:pt x="1571" y="2953"/>
                  </a:lnTo>
                  <a:lnTo>
                    <a:pt x="2976" y="2452"/>
                  </a:lnTo>
                  <a:lnTo>
                    <a:pt x="2976" y="2300"/>
                  </a:lnTo>
                  <a:lnTo>
                    <a:pt x="1559" y="2805"/>
                  </a:lnTo>
                  <a:lnTo>
                    <a:pt x="0" y="1985"/>
                  </a:lnTo>
                  <a:lnTo>
                    <a:pt x="0" y="1865"/>
                  </a:lnTo>
                  <a:lnTo>
                    <a:pt x="1568" y="2690"/>
                  </a:lnTo>
                  <a:lnTo>
                    <a:pt x="2976" y="2187"/>
                  </a:lnTo>
                  <a:lnTo>
                    <a:pt x="2976" y="2037"/>
                  </a:lnTo>
                  <a:lnTo>
                    <a:pt x="1685" y="2496"/>
                  </a:lnTo>
                  <a:lnTo>
                    <a:pt x="1685" y="2384"/>
                  </a:lnTo>
                  <a:lnTo>
                    <a:pt x="2976" y="1924"/>
                  </a:lnTo>
                  <a:lnTo>
                    <a:pt x="2976" y="1754"/>
                  </a:lnTo>
                  <a:lnTo>
                    <a:pt x="1542" y="2268"/>
                  </a:lnTo>
                  <a:lnTo>
                    <a:pt x="20" y="1457"/>
                  </a:lnTo>
                  <a:lnTo>
                    <a:pt x="20" y="1216"/>
                  </a:lnTo>
                  <a:lnTo>
                    <a:pt x="1183" y="825"/>
                  </a:lnTo>
                  <a:lnTo>
                    <a:pt x="1183" y="682"/>
                  </a:lnTo>
                  <a:lnTo>
                    <a:pt x="2039" y="388"/>
                  </a:lnTo>
                  <a:lnTo>
                    <a:pt x="2209" y="478"/>
                  </a:lnTo>
                  <a:close/>
                  <a:moveTo>
                    <a:pt x="3333" y="1082"/>
                  </a:moveTo>
                  <a:lnTo>
                    <a:pt x="3333" y="1082"/>
                  </a:lnTo>
                  <a:lnTo>
                    <a:pt x="3349" y="1067"/>
                  </a:lnTo>
                  <a:lnTo>
                    <a:pt x="3365" y="1052"/>
                  </a:lnTo>
                  <a:lnTo>
                    <a:pt x="3378" y="1038"/>
                  </a:lnTo>
                  <a:lnTo>
                    <a:pt x="3390" y="1024"/>
                  </a:lnTo>
                  <a:lnTo>
                    <a:pt x="3401" y="1011"/>
                  </a:lnTo>
                  <a:lnTo>
                    <a:pt x="3409" y="999"/>
                  </a:lnTo>
                  <a:lnTo>
                    <a:pt x="3416" y="986"/>
                  </a:lnTo>
                  <a:lnTo>
                    <a:pt x="3422" y="974"/>
                  </a:lnTo>
                  <a:lnTo>
                    <a:pt x="3427" y="962"/>
                  </a:lnTo>
                  <a:lnTo>
                    <a:pt x="3430" y="951"/>
                  </a:lnTo>
                  <a:lnTo>
                    <a:pt x="3432" y="941"/>
                  </a:lnTo>
                  <a:lnTo>
                    <a:pt x="3433" y="932"/>
                  </a:lnTo>
                  <a:lnTo>
                    <a:pt x="3433" y="922"/>
                  </a:lnTo>
                  <a:lnTo>
                    <a:pt x="3433" y="913"/>
                  </a:lnTo>
                  <a:lnTo>
                    <a:pt x="3430" y="906"/>
                  </a:lnTo>
                  <a:lnTo>
                    <a:pt x="3429" y="898"/>
                  </a:lnTo>
                  <a:lnTo>
                    <a:pt x="3424" y="889"/>
                  </a:lnTo>
                  <a:lnTo>
                    <a:pt x="3418" y="880"/>
                  </a:lnTo>
                  <a:lnTo>
                    <a:pt x="3410" y="871"/>
                  </a:lnTo>
                  <a:lnTo>
                    <a:pt x="3403" y="863"/>
                  </a:lnTo>
                  <a:lnTo>
                    <a:pt x="3392" y="854"/>
                  </a:lnTo>
                  <a:lnTo>
                    <a:pt x="3381" y="846"/>
                  </a:lnTo>
                  <a:lnTo>
                    <a:pt x="3355" y="830"/>
                  </a:lnTo>
                  <a:lnTo>
                    <a:pt x="3325" y="816"/>
                  </a:lnTo>
                  <a:lnTo>
                    <a:pt x="3291" y="802"/>
                  </a:lnTo>
                  <a:lnTo>
                    <a:pt x="3252" y="790"/>
                  </a:lnTo>
                  <a:lnTo>
                    <a:pt x="3209" y="779"/>
                  </a:lnTo>
                  <a:lnTo>
                    <a:pt x="3162" y="770"/>
                  </a:lnTo>
                  <a:lnTo>
                    <a:pt x="3110" y="763"/>
                  </a:lnTo>
                  <a:lnTo>
                    <a:pt x="3056" y="757"/>
                  </a:lnTo>
                  <a:lnTo>
                    <a:pt x="2996" y="752"/>
                  </a:lnTo>
                  <a:lnTo>
                    <a:pt x="2935" y="750"/>
                  </a:lnTo>
                  <a:lnTo>
                    <a:pt x="2870" y="750"/>
                  </a:lnTo>
                  <a:lnTo>
                    <a:pt x="2801" y="753"/>
                  </a:lnTo>
                  <a:lnTo>
                    <a:pt x="2730" y="758"/>
                  </a:lnTo>
                  <a:lnTo>
                    <a:pt x="3333" y="1082"/>
                  </a:lnTo>
                  <a:close/>
                  <a:moveTo>
                    <a:pt x="2546" y="659"/>
                  </a:moveTo>
                  <a:lnTo>
                    <a:pt x="2546" y="659"/>
                  </a:lnTo>
                  <a:lnTo>
                    <a:pt x="2631" y="648"/>
                  </a:lnTo>
                  <a:lnTo>
                    <a:pt x="2716" y="639"/>
                  </a:lnTo>
                  <a:lnTo>
                    <a:pt x="2800" y="633"/>
                  </a:lnTo>
                  <a:lnTo>
                    <a:pt x="2882" y="629"/>
                  </a:lnTo>
                  <a:lnTo>
                    <a:pt x="2961" y="629"/>
                  </a:lnTo>
                  <a:lnTo>
                    <a:pt x="3037" y="632"/>
                  </a:lnTo>
                  <a:lnTo>
                    <a:pt x="3110" y="638"/>
                  </a:lnTo>
                  <a:lnTo>
                    <a:pt x="3145" y="642"/>
                  </a:lnTo>
                  <a:lnTo>
                    <a:pt x="3180" y="647"/>
                  </a:lnTo>
                  <a:lnTo>
                    <a:pt x="3214" y="653"/>
                  </a:lnTo>
                  <a:lnTo>
                    <a:pt x="3246" y="659"/>
                  </a:lnTo>
                  <a:lnTo>
                    <a:pt x="3276" y="667"/>
                  </a:lnTo>
                  <a:lnTo>
                    <a:pt x="3305" y="676"/>
                  </a:lnTo>
                  <a:lnTo>
                    <a:pt x="3334" y="685"/>
                  </a:lnTo>
                  <a:lnTo>
                    <a:pt x="3360" y="696"/>
                  </a:lnTo>
                  <a:lnTo>
                    <a:pt x="3386" y="706"/>
                  </a:lnTo>
                  <a:lnTo>
                    <a:pt x="3410" y="718"/>
                  </a:lnTo>
                  <a:lnTo>
                    <a:pt x="3433" y="732"/>
                  </a:lnTo>
                  <a:lnTo>
                    <a:pt x="3453" y="746"/>
                  </a:lnTo>
                  <a:lnTo>
                    <a:pt x="3473" y="761"/>
                  </a:lnTo>
                  <a:lnTo>
                    <a:pt x="3489" y="776"/>
                  </a:lnTo>
                  <a:lnTo>
                    <a:pt x="3505" y="795"/>
                  </a:lnTo>
                  <a:lnTo>
                    <a:pt x="3518" y="811"/>
                  </a:lnTo>
                  <a:lnTo>
                    <a:pt x="3531" y="831"/>
                  </a:lnTo>
                  <a:lnTo>
                    <a:pt x="3540" y="851"/>
                  </a:lnTo>
                  <a:lnTo>
                    <a:pt x="3547" y="871"/>
                  </a:lnTo>
                  <a:lnTo>
                    <a:pt x="3553" y="890"/>
                  </a:lnTo>
                  <a:lnTo>
                    <a:pt x="3556" y="910"/>
                  </a:lnTo>
                  <a:lnTo>
                    <a:pt x="3558" y="930"/>
                  </a:lnTo>
                  <a:lnTo>
                    <a:pt x="3558" y="950"/>
                  </a:lnTo>
                  <a:lnTo>
                    <a:pt x="3556" y="968"/>
                  </a:lnTo>
                  <a:lnTo>
                    <a:pt x="3552" y="988"/>
                  </a:lnTo>
                  <a:lnTo>
                    <a:pt x="3546" y="1006"/>
                  </a:lnTo>
                  <a:lnTo>
                    <a:pt x="3540" y="1024"/>
                  </a:lnTo>
                  <a:lnTo>
                    <a:pt x="3531" y="1043"/>
                  </a:lnTo>
                  <a:lnTo>
                    <a:pt x="3520" y="1059"/>
                  </a:lnTo>
                  <a:lnTo>
                    <a:pt x="3509" y="1078"/>
                  </a:lnTo>
                  <a:lnTo>
                    <a:pt x="3496" y="1094"/>
                  </a:lnTo>
                  <a:lnTo>
                    <a:pt x="3482" y="1111"/>
                  </a:lnTo>
                  <a:lnTo>
                    <a:pt x="3467" y="1128"/>
                  </a:lnTo>
                  <a:lnTo>
                    <a:pt x="3450" y="1145"/>
                  </a:lnTo>
                  <a:lnTo>
                    <a:pt x="3652" y="1254"/>
                  </a:lnTo>
                  <a:lnTo>
                    <a:pt x="4767" y="855"/>
                  </a:lnTo>
                  <a:lnTo>
                    <a:pt x="3610" y="263"/>
                  </a:lnTo>
                  <a:lnTo>
                    <a:pt x="2503" y="636"/>
                  </a:lnTo>
                  <a:lnTo>
                    <a:pt x="2546" y="659"/>
                  </a:lnTo>
                  <a:close/>
                  <a:moveTo>
                    <a:pt x="1790" y="1021"/>
                  </a:moveTo>
                  <a:lnTo>
                    <a:pt x="1790" y="1021"/>
                  </a:lnTo>
                  <a:lnTo>
                    <a:pt x="1734" y="1053"/>
                  </a:lnTo>
                  <a:lnTo>
                    <a:pt x="1685" y="1087"/>
                  </a:lnTo>
                  <a:lnTo>
                    <a:pt x="1662" y="1102"/>
                  </a:lnTo>
                  <a:lnTo>
                    <a:pt x="1641" y="1119"/>
                  </a:lnTo>
                  <a:lnTo>
                    <a:pt x="1623" y="1136"/>
                  </a:lnTo>
                  <a:lnTo>
                    <a:pt x="1605" y="1151"/>
                  </a:lnTo>
                  <a:lnTo>
                    <a:pt x="1589" y="1168"/>
                  </a:lnTo>
                  <a:lnTo>
                    <a:pt x="1574" y="1184"/>
                  </a:lnTo>
                  <a:lnTo>
                    <a:pt x="1562" y="1200"/>
                  </a:lnTo>
                  <a:lnTo>
                    <a:pt x="1551" y="1215"/>
                  </a:lnTo>
                  <a:lnTo>
                    <a:pt x="1544" y="1230"/>
                  </a:lnTo>
                  <a:lnTo>
                    <a:pt x="1536" y="1245"/>
                  </a:lnTo>
                  <a:lnTo>
                    <a:pt x="1532" y="1260"/>
                  </a:lnTo>
                  <a:lnTo>
                    <a:pt x="1529" y="1276"/>
                  </a:lnTo>
                  <a:lnTo>
                    <a:pt x="1529" y="1286"/>
                  </a:lnTo>
                  <a:lnTo>
                    <a:pt x="1530" y="1298"/>
                  </a:lnTo>
                  <a:lnTo>
                    <a:pt x="1533" y="1311"/>
                  </a:lnTo>
                  <a:lnTo>
                    <a:pt x="1538" y="1323"/>
                  </a:lnTo>
                  <a:lnTo>
                    <a:pt x="1545" y="1335"/>
                  </a:lnTo>
                  <a:lnTo>
                    <a:pt x="1554" y="1347"/>
                  </a:lnTo>
                  <a:lnTo>
                    <a:pt x="1567" y="1358"/>
                  </a:lnTo>
                  <a:lnTo>
                    <a:pt x="1582" y="1370"/>
                  </a:lnTo>
                  <a:lnTo>
                    <a:pt x="1599" y="1382"/>
                  </a:lnTo>
                  <a:lnTo>
                    <a:pt x="1618" y="1393"/>
                  </a:lnTo>
                  <a:lnTo>
                    <a:pt x="1641" y="1403"/>
                  </a:lnTo>
                  <a:lnTo>
                    <a:pt x="1667" y="1414"/>
                  </a:lnTo>
                  <a:lnTo>
                    <a:pt x="1696" y="1423"/>
                  </a:lnTo>
                  <a:lnTo>
                    <a:pt x="1728" y="1432"/>
                  </a:lnTo>
                  <a:lnTo>
                    <a:pt x="1764" y="1440"/>
                  </a:lnTo>
                  <a:lnTo>
                    <a:pt x="1804" y="1448"/>
                  </a:lnTo>
                  <a:lnTo>
                    <a:pt x="1842" y="1452"/>
                  </a:lnTo>
                  <a:lnTo>
                    <a:pt x="1882" y="1457"/>
                  </a:lnTo>
                  <a:lnTo>
                    <a:pt x="1923" y="1460"/>
                  </a:lnTo>
                  <a:lnTo>
                    <a:pt x="1965" y="1463"/>
                  </a:lnTo>
                  <a:lnTo>
                    <a:pt x="2008" y="1464"/>
                  </a:lnTo>
                  <a:lnTo>
                    <a:pt x="2052" y="1464"/>
                  </a:lnTo>
                  <a:lnTo>
                    <a:pt x="2098" y="1463"/>
                  </a:lnTo>
                  <a:lnTo>
                    <a:pt x="2144" y="1461"/>
                  </a:lnTo>
                  <a:lnTo>
                    <a:pt x="2191" y="1458"/>
                  </a:lnTo>
                  <a:lnTo>
                    <a:pt x="2238" y="1455"/>
                  </a:lnTo>
                  <a:lnTo>
                    <a:pt x="2335" y="1445"/>
                  </a:lnTo>
                  <a:lnTo>
                    <a:pt x="2433" y="1431"/>
                  </a:lnTo>
                  <a:lnTo>
                    <a:pt x="2530" y="1413"/>
                  </a:lnTo>
                  <a:lnTo>
                    <a:pt x="1790" y="1021"/>
                  </a:lnTo>
                  <a:close/>
                  <a:moveTo>
                    <a:pt x="1408" y="1260"/>
                  </a:moveTo>
                  <a:lnTo>
                    <a:pt x="1408" y="1260"/>
                  </a:lnTo>
                  <a:lnTo>
                    <a:pt x="1411" y="1239"/>
                  </a:lnTo>
                  <a:lnTo>
                    <a:pt x="1417" y="1219"/>
                  </a:lnTo>
                  <a:lnTo>
                    <a:pt x="1423" y="1198"/>
                  </a:lnTo>
                  <a:lnTo>
                    <a:pt x="1433" y="1178"/>
                  </a:lnTo>
                  <a:lnTo>
                    <a:pt x="1443" y="1158"/>
                  </a:lnTo>
                  <a:lnTo>
                    <a:pt x="1455" y="1139"/>
                  </a:lnTo>
                  <a:lnTo>
                    <a:pt x="1471" y="1119"/>
                  </a:lnTo>
                  <a:lnTo>
                    <a:pt x="1486" y="1099"/>
                  </a:lnTo>
                  <a:lnTo>
                    <a:pt x="1503" y="1079"/>
                  </a:lnTo>
                  <a:lnTo>
                    <a:pt x="1521" y="1061"/>
                  </a:lnTo>
                  <a:lnTo>
                    <a:pt x="1542" y="1043"/>
                  </a:lnTo>
                  <a:lnTo>
                    <a:pt x="1564" y="1024"/>
                  </a:lnTo>
                  <a:lnTo>
                    <a:pt x="1586" y="1006"/>
                  </a:lnTo>
                  <a:lnTo>
                    <a:pt x="1611" y="988"/>
                  </a:lnTo>
                  <a:lnTo>
                    <a:pt x="1635" y="971"/>
                  </a:lnTo>
                  <a:lnTo>
                    <a:pt x="1662" y="953"/>
                  </a:lnTo>
                  <a:lnTo>
                    <a:pt x="1623" y="933"/>
                  </a:lnTo>
                  <a:lnTo>
                    <a:pt x="356" y="1359"/>
                  </a:lnTo>
                  <a:lnTo>
                    <a:pt x="1562" y="2002"/>
                  </a:lnTo>
                  <a:lnTo>
                    <a:pt x="2803" y="1557"/>
                  </a:lnTo>
                  <a:lnTo>
                    <a:pt x="2695" y="1499"/>
                  </a:lnTo>
                  <a:lnTo>
                    <a:pt x="2634" y="1515"/>
                  </a:lnTo>
                  <a:lnTo>
                    <a:pt x="2573" y="1528"/>
                  </a:lnTo>
                  <a:lnTo>
                    <a:pt x="2514" y="1539"/>
                  </a:lnTo>
                  <a:lnTo>
                    <a:pt x="2454" y="1550"/>
                  </a:lnTo>
                  <a:lnTo>
                    <a:pt x="2395" y="1559"/>
                  </a:lnTo>
                  <a:lnTo>
                    <a:pt x="2337" y="1566"/>
                  </a:lnTo>
                  <a:lnTo>
                    <a:pt x="2281" y="1574"/>
                  </a:lnTo>
                  <a:lnTo>
                    <a:pt x="2224" y="1579"/>
                  </a:lnTo>
                  <a:lnTo>
                    <a:pt x="2169" y="1582"/>
                  </a:lnTo>
                  <a:lnTo>
                    <a:pt x="2116" y="1585"/>
                  </a:lnTo>
                  <a:lnTo>
                    <a:pt x="2064" y="1586"/>
                  </a:lnTo>
                  <a:lnTo>
                    <a:pt x="2014" y="1586"/>
                  </a:lnTo>
                  <a:lnTo>
                    <a:pt x="1964" y="1585"/>
                  </a:lnTo>
                  <a:lnTo>
                    <a:pt x="1917" y="1582"/>
                  </a:lnTo>
                  <a:lnTo>
                    <a:pt x="1871" y="1579"/>
                  </a:lnTo>
                  <a:lnTo>
                    <a:pt x="1827" y="1574"/>
                  </a:lnTo>
                  <a:lnTo>
                    <a:pt x="1784" y="1568"/>
                  </a:lnTo>
                  <a:lnTo>
                    <a:pt x="1746" y="1560"/>
                  </a:lnTo>
                  <a:lnTo>
                    <a:pt x="1708" y="1551"/>
                  </a:lnTo>
                  <a:lnTo>
                    <a:pt x="1672" y="1542"/>
                  </a:lnTo>
                  <a:lnTo>
                    <a:pt x="1635" y="1531"/>
                  </a:lnTo>
                  <a:lnTo>
                    <a:pt x="1602" y="1518"/>
                  </a:lnTo>
                  <a:lnTo>
                    <a:pt x="1570" y="1504"/>
                  </a:lnTo>
                  <a:lnTo>
                    <a:pt x="1539" y="1487"/>
                  </a:lnTo>
                  <a:lnTo>
                    <a:pt x="1510" y="1469"/>
                  </a:lnTo>
                  <a:lnTo>
                    <a:pt x="1486" y="1451"/>
                  </a:lnTo>
                  <a:lnTo>
                    <a:pt x="1463" y="1429"/>
                  </a:lnTo>
                  <a:lnTo>
                    <a:pt x="1454" y="1417"/>
                  </a:lnTo>
                  <a:lnTo>
                    <a:pt x="1445" y="1405"/>
                  </a:lnTo>
                  <a:lnTo>
                    <a:pt x="1436" y="1393"/>
                  </a:lnTo>
                  <a:lnTo>
                    <a:pt x="1428" y="1381"/>
                  </a:lnTo>
                  <a:lnTo>
                    <a:pt x="1422" y="1367"/>
                  </a:lnTo>
                  <a:lnTo>
                    <a:pt x="1417" y="1353"/>
                  </a:lnTo>
                  <a:lnTo>
                    <a:pt x="1413" y="1340"/>
                  </a:lnTo>
                  <a:lnTo>
                    <a:pt x="1410" y="1324"/>
                  </a:lnTo>
                  <a:lnTo>
                    <a:pt x="1407" y="1309"/>
                  </a:lnTo>
                  <a:lnTo>
                    <a:pt x="1407" y="1294"/>
                  </a:lnTo>
                  <a:lnTo>
                    <a:pt x="1407" y="1277"/>
                  </a:lnTo>
                  <a:lnTo>
                    <a:pt x="1408" y="1260"/>
                  </a:lnTo>
                  <a:close/>
                  <a:moveTo>
                    <a:pt x="4044" y="2813"/>
                  </a:moveTo>
                  <a:lnTo>
                    <a:pt x="4044" y="2813"/>
                  </a:lnTo>
                  <a:lnTo>
                    <a:pt x="3992" y="2802"/>
                  </a:lnTo>
                  <a:lnTo>
                    <a:pt x="3945" y="2790"/>
                  </a:lnTo>
                  <a:lnTo>
                    <a:pt x="3899" y="2778"/>
                  </a:lnTo>
                  <a:lnTo>
                    <a:pt x="3859" y="2766"/>
                  </a:lnTo>
                  <a:lnTo>
                    <a:pt x="3821" y="2752"/>
                  </a:lnTo>
                  <a:lnTo>
                    <a:pt x="3788" y="2740"/>
                  </a:lnTo>
                  <a:lnTo>
                    <a:pt x="3759" y="2726"/>
                  </a:lnTo>
                  <a:lnTo>
                    <a:pt x="3731" y="2714"/>
                  </a:lnTo>
                  <a:lnTo>
                    <a:pt x="3709" y="2700"/>
                  </a:lnTo>
                  <a:lnTo>
                    <a:pt x="3690" y="2687"/>
                  </a:lnTo>
                  <a:lnTo>
                    <a:pt x="3674" y="2673"/>
                  </a:lnTo>
                  <a:lnTo>
                    <a:pt x="3661" y="2659"/>
                  </a:lnTo>
                  <a:lnTo>
                    <a:pt x="3652" y="2646"/>
                  </a:lnTo>
                  <a:lnTo>
                    <a:pt x="3648" y="2632"/>
                  </a:lnTo>
                  <a:lnTo>
                    <a:pt x="3645" y="2618"/>
                  </a:lnTo>
                  <a:lnTo>
                    <a:pt x="3646" y="2605"/>
                  </a:lnTo>
                  <a:lnTo>
                    <a:pt x="3649" y="2591"/>
                  </a:lnTo>
                  <a:lnTo>
                    <a:pt x="3657" y="2577"/>
                  </a:lnTo>
                  <a:lnTo>
                    <a:pt x="3668" y="2562"/>
                  </a:lnTo>
                  <a:lnTo>
                    <a:pt x="3681" y="2548"/>
                  </a:lnTo>
                  <a:lnTo>
                    <a:pt x="3698" y="2536"/>
                  </a:lnTo>
                  <a:lnTo>
                    <a:pt x="3718" y="2522"/>
                  </a:lnTo>
                  <a:lnTo>
                    <a:pt x="3741" y="2509"/>
                  </a:lnTo>
                  <a:lnTo>
                    <a:pt x="3766" y="2495"/>
                  </a:lnTo>
                  <a:lnTo>
                    <a:pt x="3795" y="2483"/>
                  </a:lnTo>
                  <a:lnTo>
                    <a:pt x="3827" y="2469"/>
                  </a:lnTo>
                  <a:lnTo>
                    <a:pt x="3861" y="2457"/>
                  </a:lnTo>
                  <a:lnTo>
                    <a:pt x="3899" y="2445"/>
                  </a:lnTo>
                  <a:lnTo>
                    <a:pt x="3939" y="2432"/>
                  </a:lnTo>
                  <a:lnTo>
                    <a:pt x="3981" y="2420"/>
                  </a:lnTo>
                  <a:lnTo>
                    <a:pt x="4027" y="2408"/>
                  </a:lnTo>
                  <a:lnTo>
                    <a:pt x="4076" y="2397"/>
                  </a:lnTo>
                  <a:lnTo>
                    <a:pt x="4133" y="2385"/>
                  </a:lnTo>
                  <a:lnTo>
                    <a:pt x="4193" y="2375"/>
                  </a:lnTo>
                  <a:lnTo>
                    <a:pt x="4254" y="2366"/>
                  </a:lnTo>
                  <a:lnTo>
                    <a:pt x="4315" y="2358"/>
                  </a:lnTo>
                  <a:lnTo>
                    <a:pt x="4377" y="2352"/>
                  </a:lnTo>
                  <a:lnTo>
                    <a:pt x="4438" y="2347"/>
                  </a:lnTo>
                  <a:lnTo>
                    <a:pt x="4500" y="2344"/>
                  </a:lnTo>
                  <a:lnTo>
                    <a:pt x="4563" y="2343"/>
                  </a:lnTo>
                  <a:lnTo>
                    <a:pt x="4624" y="2343"/>
                  </a:lnTo>
                  <a:lnTo>
                    <a:pt x="4685" y="2343"/>
                  </a:lnTo>
                  <a:lnTo>
                    <a:pt x="4745" y="2346"/>
                  </a:lnTo>
                  <a:lnTo>
                    <a:pt x="4805" y="2349"/>
                  </a:lnTo>
                  <a:lnTo>
                    <a:pt x="4864" y="2353"/>
                  </a:lnTo>
                  <a:lnTo>
                    <a:pt x="4921" y="2359"/>
                  </a:lnTo>
                  <a:lnTo>
                    <a:pt x="4977" y="2366"/>
                  </a:lnTo>
                  <a:lnTo>
                    <a:pt x="5032" y="2375"/>
                  </a:lnTo>
                  <a:lnTo>
                    <a:pt x="4044" y="2813"/>
                  </a:lnTo>
                  <a:close/>
                  <a:moveTo>
                    <a:pt x="2672" y="3466"/>
                  </a:moveTo>
                  <a:lnTo>
                    <a:pt x="1559" y="3862"/>
                  </a:lnTo>
                  <a:lnTo>
                    <a:pt x="0" y="3041"/>
                  </a:lnTo>
                  <a:lnTo>
                    <a:pt x="0" y="2921"/>
                  </a:lnTo>
                  <a:lnTo>
                    <a:pt x="1568" y="3748"/>
                  </a:lnTo>
                  <a:lnTo>
                    <a:pt x="2672" y="3353"/>
                  </a:lnTo>
                  <a:lnTo>
                    <a:pt x="2672" y="3466"/>
                  </a:lnTo>
                  <a:close/>
                  <a:moveTo>
                    <a:pt x="1544" y="2533"/>
                  </a:moveTo>
                  <a:lnTo>
                    <a:pt x="76" y="1761"/>
                  </a:lnTo>
                  <a:lnTo>
                    <a:pt x="76" y="1641"/>
                  </a:lnTo>
                  <a:lnTo>
                    <a:pt x="1544" y="2413"/>
                  </a:lnTo>
                  <a:lnTo>
                    <a:pt x="1544" y="2533"/>
                  </a:lnTo>
                  <a:close/>
                  <a:moveTo>
                    <a:pt x="1430" y="3002"/>
                  </a:moveTo>
                  <a:lnTo>
                    <a:pt x="88" y="2295"/>
                  </a:lnTo>
                  <a:lnTo>
                    <a:pt x="88" y="2175"/>
                  </a:lnTo>
                  <a:lnTo>
                    <a:pt x="1430" y="2882"/>
                  </a:lnTo>
                  <a:lnTo>
                    <a:pt x="1430" y="3002"/>
                  </a:lnTo>
                  <a:close/>
                </a:path>
              </a:pathLst>
            </a:custGeom>
            <a:solidFill>
              <a:srgbClr val="646464"/>
            </a:solidFill>
            <a:ln w="9525">
              <a:noFill/>
              <a:round/>
              <a:headEnd/>
              <a:tailEnd/>
            </a:ln>
          </p:spPr>
          <p:txBody>
            <a:bodyPr vert="horz" wrap="square" lIns="91440" tIns="45720" rIns="91440" bIns="45720" anchor="t"/>
            <a:lstStyle/>
            <a:p>
              <a:pPr marL="0" marR="0" lvl="0" indent="0" defTabSz="9140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ndParaRPr>
            </a:p>
          </p:txBody>
        </p:sp>
      </p:grpSp>
      <p:sp>
        <p:nvSpPr>
          <p:cNvPr id="22" name="Oval 1">
            <a:extLst>
              <a:ext uri="{FF2B5EF4-FFF2-40B4-BE49-F238E27FC236}">
                <a16:creationId xmlns:a16="http://schemas.microsoft.com/office/drawing/2014/main" id="{C29C6A83-AE0F-F8C3-477A-579E697A4ED2}"/>
              </a:ext>
            </a:extLst>
          </p:cNvPr>
          <p:cNvSpPr>
            <a:spLocks/>
          </p:cNvSpPr>
          <p:nvPr/>
        </p:nvSpPr>
        <p:spPr bwMode="gray">
          <a:xfrm rot="10800000">
            <a:off x="9307268" y="4803851"/>
            <a:ext cx="1015573" cy="1015572"/>
          </a:xfrm>
          <a:prstGeom prst="ellipse">
            <a:avLst/>
          </a:prstGeom>
          <a:solidFill>
            <a:srgbClr val="FFE600">
              <a:lumMod val="20000"/>
              <a:lumOff val="80000"/>
              <a:alpha val="3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3" name="Oval 1">
            <a:extLst>
              <a:ext uri="{FF2B5EF4-FFF2-40B4-BE49-F238E27FC236}">
                <a16:creationId xmlns:a16="http://schemas.microsoft.com/office/drawing/2014/main" id="{64D2DA4A-2584-37FC-5530-385CF680E31F}"/>
              </a:ext>
            </a:extLst>
          </p:cNvPr>
          <p:cNvSpPr>
            <a:spLocks/>
          </p:cNvSpPr>
          <p:nvPr/>
        </p:nvSpPr>
        <p:spPr bwMode="gray">
          <a:xfrm rot="10800000">
            <a:off x="10433775" y="4829625"/>
            <a:ext cx="1015573" cy="1015572"/>
          </a:xfrm>
          <a:prstGeom prst="ellipse">
            <a:avLst/>
          </a:prstGeom>
          <a:solidFill>
            <a:srgbClr val="FFE600">
              <a:lumMod val="20000"/>
              <a:lumOff val="80000"/>
              <a:alpha val="3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4" name="Oval 1">
            <a:extLst>
              <a:ext uri="{FF2B5EF4-FFF2-40B4-BE49-F238E27FC236}">
                <a16:creationId xmlns:a16="http://schemas.microsoft.com/office/drawing/2014/main" id="{97540248-B273-5F42-B043-0B80C5DA2A07}"/>
              </a:ext>
            </a:extLst>
          </p:cNvPr>
          <p:cNvSpPr>
            <a:spLocks/>
          </p:cNvSpPr>
          <p:nvPr/>
        </p:nvSpPr>
        <p:spPr bwMode="gray">
          <a:xfrm rot="10800000">
            <a:off x="10569930" y="4900076"/>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5" name="Oval 1">
            <a:extLst>
              <a:ext uri="{FF2B5EF4-FFF2-40B4-BE49-F238E27FC236}">
                <a16:creationId xmlns:a16="http://schemas.microsoft.com/office/drawing/2014/main" id="{163BBA02-ADAF-00D1-EE69-A1885B59EADD}"/>
              </a:ext>
            </a:extLst>
          </p:cNvPr>
          <p:cNvSpPr>
            <a:spLocks noChangeAspect="1"/>
          </p:cNvSpPr>
          <p:nvPr/>
        </p:nvSpPr>
        <p:spPr bwMode="gray">
          <a:xfrm rot="10800000">
            <a:off x="10622683" y="4952830"/>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26" name="Oval 1">
            <a:extLst>
              <a:ext uri="{FF2B5EF4-FFF2-40B4-BE49-F238E27FC236}">
                <a16:creationId xmlns:a16="http://schemas.microsoft.com/office/drawing/2014/main" id="{0F0E64A7-A216-4DDD-D203-F8960D004313}"/>
              </a:ext>
            </a:extLst>
          </p:cNvPr>
          <p:cNvSpPr>
            <a:spLocks/>
          </p:cNvSpPr>
          <p:nvPr/>
        </p:nvSpPr>
        <p:spPr bwMode="gray">
          <a:xfrm rot="10800000">
            <a:off x="10673430" y="5003575"/>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defTabSz="1180708">
              <a:lnSpc>
                <a:spcPct val="90000"/>
              </a:lnSpc>
              <a:spcAft>
                <a:spcPts val="1000"/>
              </a:spcAft>
            </a:pPr>
            <a:endParaRPr lang="en-US" sz="1400" kern="0" noProof="1">
              <a:solidFill>
                <a:prstClr val="black"/>
              </a:solidFill>
              <a:latin typeface="EYInterstate" panose="02000503020000020004" pitchFamily="2" charset="0"/>
            </a:endParaRPr>
          </a:p>
        </p:txBody>
      </p:sp>
      <p:sp>
        <p:nvSpPr>
          <p:cNvPr id="27" name="TextBox 26">
            <a:extLst>
              <a:ext uri="{FF2B5EF4-FFF2-40B4-BE49-F238E27FC236}">
                <a16:creationId xmlns:a16="http://schemas.microsoft.com/office/drawing/2014/main" id="{8BA2AC0A-6B8F-0EA0-F7E0-88884BA3528B}"/>
              </a:ext>
            </a:extLst>
          </p:cNvPr>
          <p:cNvSpPr txBox="1">
            <a:spLocks/>
          </p:cNvSpPr>
          <p:nvPr/>
        </p:nvSpPr>
        <p:spPr>
          <a:xfrm>
            <a:off x="8110020" y="5816695"/>
            <a:ext cx="893456" cy="352276"/>
          </a:xfrm>
          <a:prstGeom prst="rect">
            <a:avLst/>
          </a:prstGeom>
          <a:noFill/>
        </p:spPr>
        <p:txBody>
          <a:bodyPr wrap="square" lIns="0" tIns="36576" rIns="0" bIns="0" rtlCol="0">
            <a:spAutoFit/>
          </a:bodyPr>
          <a:lstStyle/>
          <a:p>
            <a:pPr algn="ctr">
              <a:lnSpc>
                <a:spcPct val="85000"/>
              </a:lnSpc>
              <a:spcAft>
                <a:spcPts val="600"/>
              </a:spcAft>
              <a:buClr>
                <a:srgbClr val="FFE600"/>
              </a:buClr>
              <a:buSzPct val="70000"/>
            </a:pPr>
            <a:r>
              <a:rPr lang="en-US" sz="1200" b="1">
                <a:solidFill>
                  <a:srgbClr val="646464"/>
                </a:solidFill>
                <a:latin typeface="EY interstate light"/>
              </a:rPr>
              <a:t>$30 Bn. acquisition</a:t>
            </a:r>
          </a:p>
        </p:txBody>
      </p:sp>
      <p:sp>
        <p:nvSpPr>
          <p:cNvPr id="28" name="TextBox 27">
            <a:extLst>
              <a:ext uri="{FF2B5EF4-FFF2-40B4-BE49-F238E27FC236}">
                <a16:creationId xmlns:a16="http://schemas.microsoft.com/office/drawing/2014/main" id="{56932201-B257-5276-EC38-BC4131D10C8C}"/>
              </a:ext>
            </a:extLst>
          </p:cNvPr>
          <p:cNvSpPr txBox="1">
            <a:spLocks/>
          </p:cNvSpPr>
          <p:nvPr/>
        </p:nvSpPr>
        <p:spPr>
          <a:xfrm>
            <a:off x="10442803" y="5816695"/>
            <a:ext cx="1225686" cy="352276"/>
          </a:xfrm>
          <a:prstGeom prst="rect">
            <a:avLst/>
          </a:prstGeom>
          <a:noFill/>
        </p:spPr>
        <p:txBody>
          <a:bodyPr wrap="square" lIns="0" tIns="36576" rIns="0" bIns="0" rtlCol="0">
            <a:spAutoFit/>
          </a:bodyPr>
          <a:lstStyle/>
          <a:p>
            <a:pPr algn="ctr">
              <a:lnSpc>
                <a:spcPct val="85000"/>
              </a:lnSpc>
              <a:spcAft>
                <a:spcPts val="600"/>
              </a:spcAft>
              <a:buClr>
                <a:srgbClr val="FFE600"/>
              </a:buClr>
              <a:buSzPct val="70000"/>
            </a:pPr>
            <a:r>
              <a:rPr lang="en-US" sz="1200" b="1">
                <a:solidFill>
                  <a:srgbClr val="646464"/>
                </a:solidFill>
                <a:latin typeface="EY interstate light"/>
              </a:rPr>
              <a:t>Financial reporting structure </a:t>
            </a:r>
          </a:p>
        </p:txBody>
      </p:sp>
      <p:sp>
        <p:nvSpPr>
          <p:cNvPr id="29" name="TextBox 28">
            <a:extLst>
              <a:ext uri="{FF2B5EF4-FFF2-40B4-BE49-F238E27FC236}">
                <a16:creationId xmlns:a16="http://schemas.microsoft.com/office/drawing/2014/main" id="{89C63B70-DF69-C18B-8FE4-5C5D0AE55304}"/>
              </a:ext>
            </a:extLst>
          </p:cNvPr>
          <p:cNvSpPr txBox="1">
            <a:spLocks/>
          </p:cNvSpPr>
          <p:nvPr/>
        </p:nvSpPr>
        <p:spPr>
          <a:xfrm>
            <a:off x="9347493" y="5895178"/>
            <a:ext cx="893456" cy="195310"/>
          </a:xfrm>
          <a:prstGeom prst="rect">
            <a:avLst/>
          </a:prstGeom>
          <a:noFill/>
        </p:spPr>
        <p:txBody>
          <a:bodyPr wrap="square" lIns="0" tIns="36576" rIns="0" bIns="0" rtlCol="0">
            <a:spAutoFit/>
          </a:bodyPr>
          <a:lstStyle/>
          <a:p>
            <a:pPr algn="ctr">
              <a:lnSpc>
                <a:spcPct val="85000"/>
              </a:lnSpc>
              <a:spcAft>
                <a:spcPts val="600"/>
              </a:spcAft>
              <a:buClr>
                <a:srgbClr val="FFE600"/>
              </a:buClr>
              <a:buSzPct val="70000"/>
            </a:pPr>
            <a:r>
              <a:rPr lang="en-US" sz="1200" b="1">
                <a:solidFill>
                  <a:srgbClr val="646464"/>
                </a:solidFill>
                <a:latin typeface="EY interstate light"/>
              </a:rPr>
              <a:t>2 Years</a:t>
            </a:r>
            <a:endParaRPr lang="en-US" sz="1600" b="1">
              <a:solidFill>
                <a:srgbClr val="646464"/>
              </a:solidFill>
              <a:latin typeface="EY interstate light"/>
            </a:endParaRPr>
          </a:p>
        </p:txBody>
      </p:sp>
      <p:sp>
        <p:nvSpPr>
          <p:cNvPr id="30" name="Rectangle 436">
            <a:extLst>
              <a:ext uri="{FF2B5EF4-FFF2-40B4-BE49-F238E27FC236}">
                <a16:creationId xmlns:a16="http://schemas.microsoft.com/office/drawing/2014/main" id="{997E96FF-DCE5-CF57-2C1B-02101CD94527}"/>
              </a:ext>
            </a:extLst>
          </p:cNvPr>
          <p:cNvSpPr/>
          <p:nvPr/>
        </p:nvSpPr>
        <p:spPr>
          <a:xfrm>
            <a:off x="7936306" y="3029762"/>
            <a:ext cx="1550429" cy="1833590"/>
          </a:xfrm>
          <a:prstGeom prst="rect">
            <a:avLst/>
          </a:prstGeom>
          <a:noFill/>
          <a:ln w="9525" cap="flat" cmpd="sng" algn="ctr">
            <a:noFill/>
            <a:prstDash val="solid"/>
          </a:ln>
          <a:effectLst/>
        </p:spPr>
        <p:txBody>
          <a:bodyPr rot="0" spcFirstLastPara="0" vertOverflow="overflow" horzOverflow="overflow" vert="horz" wrap="square" lIns="90000" tIns="0" rIns="0" bIns="0" numCol="1" spcCol="0" rtlCol="0" fromWordArt="0" anchor="t" anchorCtr="0" forceAA="0" compatLnSpc="1">
            <a:prstTxWarp prst="textNoShape">
              <a:avLst/>
            </a:prstTxWarp>
            <a:noAutofit/>
          </a:bodyPr>
          <a:lstStyle/>
          <a:p>
            <a:pPr marL="0" marR="0" lvl="0" indent="0" defTabSz="837866" eaLnBrk="1" fontAlgn="auto" latinLnBrk="0" hangingPunct="1">
              <a:lnSpc>
                <a:spcPts val="877"/>
              </a:lnSpc>
              <a:spcBef>
                <a:spcPts val="0"/>
              </a:spcBef>
              <a:spcAft>
                <a:spcPts val="1052"/>
              </a:spcAft>
              <a:buClr>
                <a:srgbClr val="FFE600"/>
              </a:buClr>
              <a:buSzPct val="70000"/>
              <a:buFont typeface="Arial" charset="0"/>
              <a:buNone/>
              <a:tabLst/>
              <a:defRPr/>
            </a:pPr>
            <a:r>
              <a:rPr kumimoji="0" lang="en-US" sz="1200" b="1" i="0" u="none" strike="noStrike" kern="0" cap="none" spc="0" normalizeH="0" baseline="0" noProof="0">
                <a:ln>
                  <a:noFill/>
                </a:ln>
                <a:solidFill>
                  <a:srgbClr val="646464"/>
                </a:solidFill>
                <a:effectLst/>
                <a:uLnTx/>
                <a:uFillTx/>
                <a:cs typeface="Arial" panose="020B0604020202020204" pitchFamily="34" charset="0"/>
                <a:sym typeface="EYInterstate Light" panose="02000506000000020004" pitchFamily="2" charset="0"/>
              </a:rPr>
              <a:t>Scope</a:t>
            </a:r>
          </a:p>
          <a:p>
            <a:pPr marL="0" marR="0" lvl="0" indent="0" defTabSz="837866" eaLnBrk="1" fontAlgn="base" latinLnBrk="0" hangingPunct="1">
              <a:lnSpc>
                <a:spcPts val="877"/>
              </a:lnSpc>
              <a:spcBef>
                <a:spcPct val="0"/>
              </a:spcBef>
              <a:spcAft>
                <a:spcPts val="1025"/>
              </a:spcAft>
              <a:buClr>
                <a:srgbClr val="FFE600"/>
              </a:buClr>
              <a:buSzPct val="70000"/>
              <a:buFontTx/>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Design and Integration of E2E process flows from SD, FI to MM into BI</a:t>
            </a:r>
          </a:p>
          <a:p>
            <a:pPr marL="0" marR="0" lvl="0" indent="0" defTabSz="837866" eaLnBrk="1" fontAlgn="base" latinLnBrk="0" hangingPunct="1">
              <a:lnSpc>
                <a:spcPts val="877"/>
              </a:lnSpc>
              <a:spcBef>
                <a:spcPct val="0"/>
              </a:spcBef>
              <a:spcAft>
                <a:spcPts val="1025"/>
              </a:spcAft>
              <a:buClr>
                <a:srgbClr val="FFE600"/>
              </a:buClr>
              <a:buSzPct val="70000"/>
              <a:buFont typeface="Arial" charset="0"/>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Chart of Account design</a:t>
            </a:r>
          </a:p>
          <a:p>
            <a:pPr marL="0" marR="0" lvl="0" indent="0" defTabSz="837866" eaLnBrk="1" fontAlgn="base" latinLnBrk="0" hangingPunct="1">
              <a:lnSpc>
                <a:spcPts val="877"/>
              </a:lnSpc>
              <a:spcBef>
                <a:spcPct val="0"/>
              </a:spcBef>
              <a:spcAft>
                <a:spcPts val="1025"/>
              </a:spcAft>
              <a:buClr>
                <a:srgbClr val="FFE600"/>
              </a:buClr>
              <a:buSzPct val="70000"/>
              <a:buFontTx/>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Functional Currency Assessment</a:t>
            </a:r>
          </a:p>
          <a:p>
            <a:pPr marL="0" marR="0" lvl="0" indent="0" defTabSz="837866" eaLnBrk="1" fontAlgn="base" latinLnBrk="0" hangingPunct="1">
              <a:lnSpc>
                <a:spcPts val="877"/>
              </a:lnSpc>
              <a:spcBef>
                <a:spcPct val="0"/>
              </a:spcBef>
              <a:spcAft>
                <a:spcPts val="1025"/>
              </a:spcAft>
              <a:buClr>
                <a:srgbClr val="FFE600"/>
              </a:buClr>
              <a:buSzPct val="70000"/>
              <a:buFont typeface="Arial" charset="0"/>
              <a:buNone/>
              <a:tabLst/>
              <a:defRPr/>
            </a:pPr>
            <a:r>
              <a:rPr kumimoji="0" lang="en-US" sz="1000" b="0" i="0" u="none" strike="noStrike" kern="0" cap="none" spc="0" normalizeH="0" baseline="0" noProof="0">
                <a:ln>
                  <a:noFill/>
                </a:ln>
                <a:solidFill>
                  <a:srgbClr val="646464"/>
                </a:solidFill>
                <a:effectLst/>
                <a:uLnTx/>
                <a:uFillTx/>
                <a:sym typeface="EYInterstate Light" panose="02000506000000020004" pitchFamily="2" charset="0"/>
              </a:rPr>
              <a:t>Financial Close Process &amp; SOX Controls </a:t>
            </a:r>
          </a:p>
        </p:txBody>
      </p:sp>
      <p:grpSp>
        <p:nvGrpSpPr>
          <p:cNvPr id="31" name="Group 30">
            <a:extLst>
              <a:ext uri="{FF2B5EF4-FFF2-40B4-BE49-F238E27FC236}">
                <a16:creationId xmlns:a16="http://schemas.microsoft.com/office/drawing/2014/main" id="{8753DCAF-6B12-A410-1D53-5FA1281A798F}"/>
              </a:ext>
            </a:extLst>
          </p:cNvPr>
          <p:cNvGrpSpPr>
            <a:grpSpLocks/>
          </p:cNvGrpSpPr>
          <p:nvPr/>
        </p:nvGrpSpPr>
        <p:grpSpPr>
          <a:xfrm>
            <a:off x="9761022" y="3312042"/>
            <a:ext cx="223638" cy="338554"/>
            <a:chOff x="9708197" y="3187677"/>
            <a:chExt cx="223638" cy="338554"/>
          </a:xfrm>
        </p:grpSpPr>
        <p:sp>
          <p:nvSpPr>
            <p:cNvPr id="32" name="Rectangle 31">
              <a:extLst>
                <a:ext uri="{FF2B5EF4-FFF2-40B4-BE49-F238E27FC236}">
                  <a16:creationId xmlns:a16="http://schemas.microsoft.com/office/drawing/2014/main" id="{51E84BF7-D6E9-B4D9-7C81-F07FA885246A}"/>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33" name="Rectangle 32">
              <a:extLst>
                <a:ext uri="{FF2B5EF4-FFF2-40B4-BE49-F238E27FC236}">
                  <a16:creationId xmlns:a16="http://schemas.microsoft.com/office/drawing/2014/main" id="{C52E8C14-C2A3-7D10-FEC9-C0BE42122D46}"/>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nvGrpSpPr>
          <p:cNvPr id="34" name="Group 33">
            <a:extLst>
              <a:ext uri="{FF2B5EF4-FFF2-40B4-BE49-F238E27FC236}">
                <a16:creationId xmlns:a16="http://schemas.microsoft.com/office/drawing/2014/main" id="{84E78EE8-77C6-608F-FB0C-C5E93665C58F}"/>
              </a:ext>
            </a:extLst>
          </p:cNvPr>
          <p:cNvGrpSpPr/>
          <p:nvPr/>
        </p:nvGrpSpPr>
        <p:grpSpPr>
          <a:xfrm>
            <a:off x="9371252" y="4887876"/>
            <a:ext cx="894843" cy="894843"/>
            <a:chOff x="9371252" y="4671087"/>
            <a:chExt cx="894843" cy="894843"/>
          </a:xfrm>
        </p:grpSpPr>
        <p:sp>
          <p:nvSpPr>
            <p:cNvPr id="35" name="Oval 1">
              <a:extLst>
                <a:ext uri="{FF2B5EF4-FFF2-40B4-BE49-F238E27FC236}">
                  <a16:creationId xmlns:a16="http://schemas.microsoft.com/office/drawing/2014/main" id="{5B7D1DEA-64AB-693A-3793-1FBCE6DC67B7}"/>
                </a:ext>
              </a:extLst>
            </p:cNvPr>
            <p:cNvSpPr>
              <a:spLocks/>
            </p:cNvSpPr>
            <p:nvPr/>
          </p:nvSpPr>
          <p:spPr bwMode="gray">
            <a:xfrm rot="10800000">
              <a:off x="9371252" y="4671087"/>
              <a:ext cx="894843" cy="894843"/>
            </a:xfrm>
            <a:prstGeom prst="ellipse">
              <a:avLst/>
            </a:prstGeom>
            <a:solidFill>
              <a:srgbClr val="FFE600">
                <a:lumMod val="40000"/>
                <a:lumOff val="60000"/>
                <a:alpha val="48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6" name="Oval 1">
              <a:extLst>
                <a:ext uri="{FF2B5EF4-FFF2-40B4-BE49-F238E27FC236}">
                  <a16:creationId xmlns:a16="http://schemas.microsoft.com/office/drawing/2014/main" id="{CDC67D09-E453-05EB-C7BA-743CCDF9230F}"/>
                </a:ext>
              </a:extLst>
            </p:cNvPr>
            <p:cNvSpPr>
              <a:spLocks noChangeAspect="1"/>
            </p:cNvSpPr>
            <p:nvPr/>
          </p:nvSpPr>
          <p:spPr bwMode="gray">
            <a:xfrm rot="10800000">
              <a:off x="9424005" y="4723841"/>
              <a:ext cx="789337" cy="789336"/>
            </a:xfrm>
            <a:prstGeom prst="ellipse">
              <a:avLst/>
            </a:prstGeom>
            <a:solidFill>
              <a:srgbClr val="FFE600">
                <a:lumMod val="60000"/>
                <a:lumOff val="400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sp>
          <p:nvSpPr>
            <p:cNvPr id="37" name="Oval 1">
              <a:extLst>
                <a:ext uri="{FF2B5EF4-FFF2-40B4-BE49-F238E27FC236}">
                  <a16:creationId xmlns:a16="http://schemas.microsoft.com/office/drawing/2014/main" id="{D37AD5E9-7EB3-A6D3-4A89-26AD7A0F9B84}"/>
                </a:ext>
              </a:extLst>
            </p:cNvPr>
            <p:cNvSpPr>
              <a:spLocks/>
            </p:cNvSpPr>
            <p:nvPr/>
          </p:nvSpPr>
          <p:spPr bwMode="gray">
            <a:xfrm rot="10800000">
              <a:off x="9474752" y="4774586"/>
              <a:ext cx="687844" cy="687846"/>
            </a:xfrm>
            <a:prstGeom prst="ellipse">
              <a:avLst/>
            </a:prstGeom>
            <a:solidFill>
              <a:srgbClr val="FFE600">
                <a:alpha val="71000"/>
              </a:srgbClr>
            </a:solidFill>
            <a:ln w="9525">
              <a:noFill/>
              <a:round/>
              <a:headEnd type="triangle" w="med" len="med"/>
              <a:tailEnd type="triangle" w="med" len="med"/>
            </a:ln>
            <a:effectLst/>
          </p:spPr>
          <p:txBody>
            <a:bodyPr wrap="none" lIns="0" tIns="0" rIns="0" bIns="0" anchor="ctr"/>
            <a:lstStyle/>
            <a:p>
              <a:pPr marL="0" marR="0" lvl="0" indent="0" defTabSz="1180708" eaLnBrk="1" fontAlgn="auto" latinLnBrk="0" hangingPunct="1">
                <a:lnSpc>
                  <a:spcPct val="90000"/>
                </a:lnSpc>
                <a:spcBef>
                  <a:spcPts val="0"/>
                </a:spcBef>
                <a:spcAft>
                  <a:spcPts val="1000"/>
                </a:spcAft>
                <a:buClrTx/>
                <a:buSzTx/>
                <a:buFontTx/>
                <a:buNone/>
                <a:tabLst/>
                <a:defRPr/>
              </a:pPr>
              <a:endParaRPr kumimoji="0" lang="en-US" sz="1400" b="0" i="0" u="none" strike="noStrike" kern="0" cap="none" spc="0" normalizeH="0" baseline="0" noProof="1">
                <a:ln>
                  <a:noFill/>
                </a:ln>
                <a:solidFill>
                  <a:prstClr val="black"/>
                </a:solidFill>
                <a:effectLst/>
                <a:uLnTx/>
                <a:uFillTx/>
                <a:latin typeface="EYInterstate" panose="02000503020000020004" pitchFamily="2" charset="0"/>
              </a:endParaRPr>
            </a:p>
          </p:txBody>
        </p:sp>
        <p:pic>
          <p:nvPicPr>
            <p:cNvPr id="38" name="Graphic 19" descr="Clock">
              <a:extLst>
                <a:ext uri="{FF2B5EF4-FFF2-40B4-BE49-F238E27FC236}">
                  <a16:creationId xmlns:a16="http://schemas.microsoft.com/office/drawing/2014/main" id="{8DABF733-61FA-6F1F-45CB-0E031D2E883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34995" y="4821188"/>
              <a:ext cx="612233" cy="612233"/>
            </a:xfrm>
            <a:prstGeom prst="rect">
              <a:avLst/>
            </a:prstGeom>
          </p:spPr>
        </p:pic>
      </p:grpSp>
      <p:pic>
        <p:nvPicPr>
          <p:cNvPr id="39" name="Graphic 738" descr="Document">
            <a:extLst>
              <a:ext uri="{FF2B5EF4-FFF2-40B4-BE49-F238E27FC236}">
                <a16:creationId xmlns:a16="http://schemas.microsoft.com/office/drawing/2014/main" id="{119BFECD-7832-BB8B-000D-B8E669D17C0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1465" y="5074338"/>
            <a:ext cx="521919" cy="521919"/>
          </a:xfrm>
          <a:prstGeom prst="rect">
            <a:avLst/>
          </a:prstGeom>
        </p:spPr>
      </p:pic>
      <p:grpSp>
        <p:nvGrpSpPr>
          <p:cNvPr id="40" name="Group 39">
            <a:extLst>
              <a:ext uri="{FF2B5EF4-FFF2-40B4-BE49-F238E27FC236}">
                <a16:creationId xmlns:a16="http://schemas.microsoft.com/office/drawing/2014/main" id="{2A62B7A6-379D-03BD-B07B-C070D363C077}"/>
              </a:ext>
            </a:extLst>
          </p:cNvPr>
          <p:cNvGrpSpPr/>
          <p:nvPr/>
        </p:nvGrpSpPr>
        <p:grpSpPr>
          <a:xfrm>
            <a:off x="10266087" y="3434060"/>
            <a:ext cx="1179035" cy="940471"/>
            <a:chOff x="10011008" y="3020666"/>
            <a:chExt cx="1841821" cy="1469150"/>
          </a:xfrm>
        </p:grpSpPr>
        <p:pic>
          <p:nvPicPr>
            <p:cNvPr id="41" name="Graphic 748" descr="Arrow Clockwise curve">
              <a:extLst>
                <a:ext uri="{FF2B5EF4-FFF2-40B4-BE49-F238E27FC236}">
                  <a16:creationId xmlns:a16="http://schemas.microsoft.com/office/drawing/2014/main" id="{E4DA35D9-F257-4E7C-007E-34166DA3CAC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3500000">
              <a:off x="10938429" y="3507802"/>
              <a:ext cx="914400" cy="914400"/>
            </a:xfrm>
            <a:prstGeom prst="rect">
              <a:avLst/>
            </a:prstGeom>
          </p:spPr>
        </p:pic>
        <p:grpSp>
          <p:nvGrpSpPr>
            <p:cNvPr id="42" name="Group 41">
              <a:extLst>
                <a:ext uri="{FF2B5EF4-FFF2-40B4-BE49-F238E27FC236}">
                  <a16:creationId xmlns:a16="http://schemas.microsoft.com/office/drawing/2014/main" id="{68D66505-BE91-6031-3B56-626ED9DE7D38}"/>
                </a:ext>
              </a:extLst>
            </p:cNvPr>
            <p:cNvGrpSpPr/>
            <p:nvPr/>
          </p:nvGrpSpPr>
          <p:grpSpPr>
            <a:xfrm>
              <a:off x="10011008" y="3020666"/>
              <a:ext cx="1660325" cy="1469150"/>
              <a:chOff x="10053907" y="2966116"/>
              <a:chExt cx="1660325" cy="1469150"/>
            </a:xfrm>
          </p:grpSpPr>
          <p:pic>
            <p:nvPicPr>
              <p:cNvPr id="43" name="Graphic 740" descr="Building">
                <a:extLst>
                  <a:ext uri="{FF2B5EF4-FFF2-40B4-BE49-F238E27FC236}">
                    <a16:creationId xmlns:a16="http://schemas.microsoft.com/office/drawing/2014/main" id="{763FF669-3383-64EC-0B9F-66E167B35956}"/>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109807" y="2967371"/>
                <a:ext cx="604425" cy="604425"/>
              </a:xfrm>
              <a:prstGeom prst="rect">
                <a:avLst/>
              </a:prstGeom>
            </p:spPr>
          </p:pic>
          <p:pic>
            <p:nvPicPr>
              <p:cNvPr id="44" name="Graphic 741" descr="Building">
                <a:extLst>
                  <a:ext uri="{FF2B5EF4-FFF2-40B4-BE49-F238E27FC236}">
                    <a16:creationId xmlns:a16="http://schemas.microsoft.com/office/drawing/2014/main" id="{CAF6C100-3425-78FD-0085-ECF1195368D0}"/>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28518" y="3830841"/>
                <a:ext cx="604425" cy="604425"/>
              </a:xfrm>
              <a:prstGeom prst="rect">
                <a:avLst/>
              </a:prstGeom>
            </p:spPr>
          </p:pic>
          <p:pic>
            <p:nvPicPr>
              <p:cNvPr id="45" name="Graphic 742" descr="Building">
                <a:extLst>
                  <a:ext uri="{FF2B5EF4-FFF2-40B4-BE49-F238E27FC236}">
                    <a16:creationId xmlns:a16="http://schemas.microsoft.com/office/drawing/2014/main" id="{C91306B6-81F3-78AF-083E-5B0159E38ECC}"/>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47228" y="2966116"/>
                <a:ext cx="604425" cy="604425"/>
              </a:xfrm>
              <a:prstGeom prst="rect">
                <a:avLst/>
              </a:prstGeom>
            </p:spPr>
          </p:pic>
          <p:pic>
            <p:nvPicPr>
              <p:cNvPr id="46" name="Graphic 744" descr="Back RTL">
                <a:extLst>
                  <a:ext uri="{FF2B5EF4-FFF2-40B4-BE49-F238E27FC236}">
                    <a16:creationId xmlns:a16="http://schemas.microsoft.com/office/drawing/2014/main" id="{99958DD3-4744-7493-A370-07ADA604CEBD}"/>
                  </a:ext>
                </a:extLst>
              </p:cNvPr>
              <p:cNvPicPr>
                <a:picLocks/>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400000">
                <a:off x="10464751" y="3297477"/>
                <a:ext cx="662400" cy="442800"/>
              </a:xfrm>
              <a:prstGeom prst="rect">
                <a:avLst/>
              </a:prstGeom>
            </p:spPr>
          </p:pic>
          <p:pic>
            <p:nvPicPr>
              <p:cNvPr id="47" name="Graphic 746" descr="Back">
                <a:extLst>
                  <a:ext uri="{FF2B5EF4-FFF2-40B4-BE49-F238E27FC236}">
                    <a16:creationId xmlns:a16="http://schemas.microsoft.com/office/drawing/2014/main" id="{80EF1D35-0371-4F0A-F16D-DF6835B19692}"/>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200000">
                <a:off x="10754909" y="3298445"/>
                <a:ext cx="663013" cy="441477"/>
              </a:xfrm>
              <a:prstGeom prst="rect">
                <a:avLst/>
              </a:prstGeom>
            </p:spPr>
          </p:pic>
          <p:pic>
            <p:nvPicPr>
              <p:cNvPr id="48" name="Graphic 750" descr="Arrow Counterclockwise curve">
                <a:extLst>
                  <a:ext uri="{FF2B5EF4-FFF2-40B4-BE49-F238E27FC236}">
                    <a16:creationId xmlns:a16="http://schemas.microsoft.com/office/drawing/2014/main" id="{0393C634-87FA-3387-0BB5-E4AE0CE7F677}"/>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0800000">
                <a:off x="10053907" y="3450568"/>
                <a:ext cx="914400" cy="914400"/>
              </a:xfrm>
              <a:prstGeom prst="rect">
                <a:avLst/>
              </a:prstGeom>
            </p:spPr>
          </p:pic>
        </p:grpSp>
      </p:grpSp>
      <p:pic>
        <p:nvPicPr>
          <p:cNvPr id="49" name="Picture 48">
            <a:extLst>
              <a:ext uri="{FF2B5EF4-FFF2-40B4-BE49-F238E27FC236}">
                <a16:creationId xmlns:a16="http://schemas.microsoft.com/office/drawing/2014/main" id="{77AAE491-22F4-4755-E328-F7A2F4B95F41}"/>
              </a:ext>
            </a:extLst>
          </p:cNvPr>
          <p:cNvPicPr>
            <a:picLocks noChangeAspect="1"/>
          </p:cNvPicPr>
          <p:nvPr/>
        </p:nvPicPr>
        <p:blipFill rotWithShape="1">
          <a:blip r:embed="rId17" cstate="print">
            <a:extLst>
              <a:ext uri="{BEBA8EAE-BF5A-486C-A8C5-ECC9F3942E4B}">
                <a14:imgProps xmlns:a14="http://schemas.microsoft.com/office/drawing/2010/main">
                  <a14:imgLayer r:embed="rId18">
                    <a14:imgEffect>
                      <a14:saturation sat="0"/>
                    </a14:imgEffect>
                  </a14:imgLayer>
                </a14:imgProps>
              </a:ext>
              <a:ext uri="{28A0092B-C50C-407E-A947-70E740481C1C}">
                <a14:useLocalDpi xmlns:a14="http://schemas.microsoft.com/office/drawing/2010/main" val="0"/>
              </a:ext>
            </a:extLst>
          </a:blip>
          <a:srcRect l="185" t="5060" r="-185" b="28198"/>
          <a:stretch/>
        </p:blipFill>
        <p:spPr>
          <a:xfrm>
            <a:off x="2656605" y="1406035"/>
            <a:ext cx="792000" cy="792000"/>
          </a:xfrm>
          <a:prstGeom prst="ellipse">
            <a:avLst/>
          </a:prstGeom>
        </p:spPr>
      </p:pic>
      <p:sp>
        <p:nvSpPr>
          <p:cNvPr id="50" name="TextBox 49">
            <a:extLst>
              <a:ext uri="{FF2B5EF4-FFF2-40B4-BE49-F238E27FC236}">
                <a16:creationId xmlns:a16="http://schemas.microsoft.com/office/drawing/2014/main" id="{26F6A083-0B04-308F-EB4E-346A05C218EA}"/>
              </a:ext>
            </a:extLst>
          </p:cNvPr>
          <p:cNvSpPr txBox="1">
            <a:spLocks/>
          </p:cNvSpPr>
          <p:nvPr/>
        </p:nvSpPr>
        <p:spPr>
          <a:xfrm>
            <a:off x="2112635" y="2284884"/>
            <a:ext cx="2016000" cy="576000"/>
          </a:xfrm>
          <a:prstGeom prst="rect">
            <a:avLst/>
          </a:prstGeom>
          <a:noFill/>
        </p:spPr>
        <p:txBody>
          <a:bodyPr wrap="square" lIns="0" tIns="0" rIns="0" bIns="0" rtlCol="0" anchor="t">
            <a:noAutofit/>
          </a:bodyPr>
          <a:lstStyle/>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200" b="1" i="0" u="none" strike="noStrike" kern="0" cap="none" spc="0" normalizeH="0" baseline="0" noProof="0">
                <a:ln>
                  <a:noFill/>
                </a:ln>
                <a:solidFill>
                  <a:srgbClr val="646464"/>
                </a:solidFill>
                <a:effectLst/>
                <a:uLnTx/>
                <a:uFillTx/>
              </a:rPr>
              <a:t>Markus Wüest</a:t>
            </a:r>
          </a:p>
          <a:p>
            <a:pPr marL="0" marR="0" lvl="3" indent="0" algn="ctr" defTabSz="862120" eaLnBrk="1" fontAlgn="auto" latinLnBrk="0" hangingPunct="1">
              <a:lnSpc>
                <a:spcPct val="100000"/>
              </a:lnSpc>
              <a:spcBef>
                <a:spcPts val="0"/>
              </a:spcBef>
              <a:spcAft>
                <a:spcPts val="363"/>
              </a:spcAft>
              <a:buClr>
                <a:srgbClr val="646464">
                  <a:lumMod val="50000"/>
                </a:srgbClr>
              </a:buClr>
              <a:buSzPct val="75000"/>
              <a:buFontTx/>
              <a:buNone/>
              <a:tabLst>
                <a:tab pos="173993" algn="l"/>
                <a:tab pos="357387" algn="l"/>
              </a:tabLst>
              <a:defRPr/>
            </a:pPr>
            <a:r>
              <a:rPr kumimoji="0" lang="en-US" sz="1000" b="0" i="0" u="none" strike="noStrike" kern="0" cap="none" spc="0" normalizeH="0" baseline="0" noProof="0">
                <a:ln>
                  <a:noFill/>
                </a:ln>
                <a:solidFill>
                  <a:srgbClr val="646464"/>
                </a:solidFill>
                <a:effectLst/>
                <a:uLnTx/>
                <a:uFillTx/>
              </a:rPr>
              <a:t>Senior Manager</a:t>
            </a:r>
            <a:br>
              <a:rPr kumimoji="0" lang="en-US" sz="1000" b="0" i="0" u="none" strike="noStrike" kern="0" cap="none" spc="0" normalizeH="0" baseline="0" noProof="0">
                <a:ln>
                  <a:noFill/>
                </a:ln>
                <a:solidFill>
                  <a:srgbClr val="646464"/>
                </a:solidFill>
                <a:effectLst/>
                <a:uLnTx/>
                <a:uFillTx/>
              </a:rPr>
            </a:br>
            <a:r>
              <a:rPr kumimoji="0" lang="en-US" sz="1000" b="0" i="0" u="none" strike="noStrike" kern="0" cap="none" spc="0" normalizeH="0" baseline="0" noProof="0">
                <a:ln>
                  <a:noFill/>
                </a:ln>
                <a:solidFill>
                  <a:srgbClr val="646464"/>
                </a:solidFill>
                <a:effectLst/>
                <a:uLnTx/>
                <a:uFillTx/>
              </a:rPr>
              <a:t>Engagement Manager</a:t>
            </a:r>
          </a:p>
        </p:txBody>
      </p:sp>
      <p:cxnSp>
        <p:nvCxnSpPr>
          <p:cNvPr id="51" name="Straight Connector 50">
            <a:extLst>
              <a:ext uri="{FF2B5EF4-FFF2-40B4-BE49-F238E27FC236}">
                <a16:creationId xmlns:a16="http://schemas.microsoft.com/office/drawing/2014/main" id="{4DB5D7EF-C34D-4115-D4DA-F2543C6DB519}"/>
              </a:ext>
            </a:extLst>
          </p:cNvPr>
          <p:cNvCxnSpPr>
            <a:cxnSpLocks/>
          </p:cNvCxnSpPr>
          <p:nvPr/>
        </p:nvCxnSpPr>
        <p:spPr>
          <a:xfrm>
            <a:off x="590550" y="3806530"/>
            <a:ext cx="3455988" cy="0"/>
          </a:xfrm>
          <a:prstGeom prst="line">
            <a:avLst/>
          </a:prstGeom>
          <a:noFill/>
          <a:ln w="12700" cap="flat" cmpd="sng" algn="ctr">
            <a:gradFill flip="none" rotWithShape="1">
              <a:gsLst>
                <a:gs pos="0">
                  <a:srgbClr val="FFFFFF"/>
                </a:gs>
                <a:gs pos="53000">
                  <a:srgbClr val="FFE600"/>
                </a:gs>
              </a:gsLst>
              <a:lin ang="10800000" scaled="1"/>
              <a:tileRect/>
            </a:gradFill>
            <a:prstDash val="solid"/>
            <a:tailEnd type="none"/>
          </a:ln>
          <a:effectLst/>
        </p:spPr>
      </p:cxnSp>
      <p:cxnSp>
        <p:nvCxnSpPr>
          <p:cNvPr id="52" name="Straight Connector 51">
            <a:extLst>
              <a:ext uri="{FF2B5EF4-FFF2-40B4-BE49-F238E27FC236}">
                <a16:creationId xmlns:a16="http://schemas.microsoft.com/office/drawing/2014/main" id="{D22C690A-1717-E99E-5140-C75068699FB5}"/>
              </a:ext>
            </a:extLst>
          </p:cNvPr>
          <p:cNvCxnSpPr>
            <a:cxnSpLocks/>
          </p:cNvCxnSpPr>
          <p:nvPr/>
        </p:nvCxnSpPr>
        <p:spPr>
          <a:xfrm>
            <a:off x="7936306" y="1480464"/>
            <a:ext cx="3600000" cy="0"/>
          </a:xfrm>
          <a:prstGeom prst="line">
            <a:avLst/>
          </a:prstGeom>
          <a:noFill/>
          <a:ln w="12700" cap="flat" cmpd="sng" algn="ctr">
            <a:gradFill flip="none" rotWithShape="1">
              <a:gsLst>
                <a:gs pos="0">
                  <a:srgbClr val="FFFFFF"/>
                </a:gs>
                <a:gs pos="53000">
                  <a:srgbClr val="FFE600"/>
                </a:gs>
              </a:gsLst>
              <a:lin ang="10800000" scaled="1"/>
              <a:tileRect/>
            </a:gradFill>
            <a:prstDash val="solid"/>
            <a:tailEnd type="none"/>
          </a:ln>
          <a:effectLst/>
        </p:spPr>
      </p:cxnSp>
      <p:grpSp>
        <p:nvGrpSpPr>
          <p:cNvPr id="53" name="Group 52">
            <a:extLst>
              <a:ext uri="{FF2B5EF4-FFF2-40B4-BE49-F238E27FC236}">
                <a16:creationId xmlns:a16="http://schemas.microsoft.com/office/drawing/2014/main" id="{5F9B92E0-76EA-6965-D368-3E0B4AC81C11}"/>
              </a:ext>
            </a:extLst>
          </p:cNvPr>
          <p:cNvGrpSpPr>
            <a:grpSpLocks/>
          </p:cNvGrpSpPr>
          <p:nvPr/>
        </p:nvGrpSpPr>
        <p:grpSpPr>
          <a:xfrm>
            <a:off x="9761022" y="3637253"/>
            <a:ext cx="223638" cy="338554"/>
            <a:chOff x="9708197" y="3187677"/>
            <a:chExt cx="223638" cy="338554"/>
          </a:xfrm>
        </p:grpSpPr>
        <p:sp>
          <p:nvSpPr>
            <p:cNvPr id="54" name="Rectangle 53">
              <a:extLst>
                <a:ext uri="{FF2B5EF4-FFF2-40B4-BE49-F238E27FC236}">
                  <a16:creationId xmlns:a16="http://schemas.microsoft.com/office/drawing/2014/main" id="{2791FA6D-CE4D-94B1-779F-93CDB89BB9A0}"/>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55" name="Rectangle 54">
              <a:extLst>
                <a:ext uri="{FF2B5EF4-FFF2-40B4-BE49-F238E27FC236}">
                  <a16:creationId xmlns:a16="http://schemas.microsoft.com/office/drawing/2014/main" id="{5FE5D911-D284-F095-B9F4-3C62B5B67331}"/>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nvGrpSpPr>
          <p:cNvPr id="56" name="Group 55">
            <a:extLst>
              <a:ext uri="{FF2B5EF4-FFF2-40B4-BE49-F238E27FC236}">
                <a16:creationId xmlns:a16="http://schemas.microsoft.com/office/drawing/2014/main" id="{63A534CF-57F8-47B6-3817-F0A54F609203}"/>
              </a:ext>
            </a:extLst>
          </p:cNvPr>
          <p:cNvGrpSpPr>
            <a:grpSpLocks/>
          </p:cNvGrpSpPr>
          <p:nvPr/>
        </p:nvGrpSpPr>
        <p:grpSpPr>
          <a:xfrm>
            <a:off x="9761022" y="3938399"/>
            <a:ext cx="223638" cy="338554"/>
            <a:chOff x="9708197" y="3187677"/>
            <a:chExt cx="223638" cy="338554"/>
          </a:xfrm>
        </p:grpSpPr>
        <p:sp>
          <p:nvSpPr>
            <p:cNvPr id="57" name="Rectangle 56">
              <a:extLst>
                <a:ext uri="{FF2B5EF4-FFF2-40B4-BE49-F238E27FC236}">
                  <a16:creationId xmlns:a16="http://schemas.microsoft.com/office/drawing/2014/main" id="{7071B261-BC30-8FF2-D395-CC16CD5F2339}"/>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58" name="Rectangle 57">
              <a:extLst>
                <a:ext uri="{FF2B5EF4-FFF2-40B4-BE49-F238E27FC236}">
                  <a16:creationId xmlns:a16="http://schemas.microsoft.com/office/drawing/2014/main" id="{EF056C59-3E40-19DF-B1A6-6936CE1A3899}"/>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grpSp>
        <p:nvGrpSpPr>
          <p:cNvPr id="59" name="Group 58">
            <a:extLst>
              <a:ext uri="{FF2B5EF4-FFF2-40B4-BE49-F238E27FC236}">
                <a16:creationId xmlns:a16="http://schemas.microsoft.com/office/drawing/2014/main" id="{C5EE22FE-7A99-7054-AA98-688EC92EA1B5}"/>
              </a:ext>
            </a:extLst>
          </p:cNvPr>
          <p:cNvGrpSpPr>
            <a:grpSpLocks/>
          </p:cNvGrpSpPr>
          <p:nvPr/>
        </p:nvGrpSpPr>
        <p:grpSpPr>
          <a:xfrm>
            <a:off x="9761022" y="4276953"/>
            <a:ext cx="223638" cy="338554"/>
            <a:chOff x="9708197" y="3187677"/>
            <a:chExt cx="223638" cy="338554"/>
          </a:xfrm>
        </p:grpSpPr>
        <p:sp>
          <p:nvSpPr>
            <p:cNvPr id="60" name="Rectangle 59">
              <a:extLst>
                <a:ext uri="{FF2B5EF4-FFF2-40B4-BE49-F238E27FC236}">
                  <a16:creationId xmlns:a16="http://schemas.microsoft.com/office/drawing/2014/main" id="{5788FDE9-4654-AEE7-04BA-2C4698000236}"/>
                </a:ext>
              </a:extLst>
            </p:cNvPr>
            <p:cNvSpPr/>
            <p:nvPr/>
          </p:nvSpPr>
          <p:spPr>
            <a:xfrm>
              <a:off x="9729802" y="3244492"/>
              <a:ext cx="180000" cy="180000"/>
            </a:xfrm>
            <a:prstGeom prst="rect">
              <a:avLst/>
            </a:prstGeom>
            <a:solidFill>
              <a:srgbClr val="FFFFFF"/>
            </a:solidFill>
            <a:ln w="3175" cap="flat" cmpd="sng" algn="ctr">
              <a:solidFill>
                <a:srgbClr val="808080"/>
              </a:solidFill>
              <a:prstDash val="solid"/>
            </a:ln>
            <a:effectLst/>
          </p:spPr>
          <p:txBody>
            <a:bodyPr rot="0" spcFirstLastPara="0" vertOverflow="overflow" horzOverflow="overflow" vert="horz" wrap="square" lIns="53650" tIns="53650" rIns="53650" bIns="53650" numCol="1" spcCol="0" rtlCol="0" fromWordArt="0" anchor="ctr" anchorCtr="0" forceAA="0" compatLnSpc="1">
              <a:prstTxWarp prst="textNoShape">
                <a:avLst/>
              </a:prstTxWarp>
              <a:noAutofit/>
            </a:bodyPr>
            <a:lstStyle/>
            <a:p>
              <a:pPr marL="0" marR="0" lvl="0" indent="0" algn="ctr" defTabSz="837866" eaLnBrk="1" fontAlgn="auto" latinLnBrk="0" hangingPunct="1">
                <a:lnSpc>
                  <a:spcPct val="100000"/>
                </a:lnSpc>
                <a:spcBef>
                  <a:spcPts val="0"/>
                </a:spcBef>
                <a:spcAft>
                  <a:spcPts val="0"/>
                </a:spcAft>
                <a:buClr>
                  <a:srgbClr val="FFE600"/>
                </a:buClr>
                <a:buSzPct val="80000"/>
                <a:buFont typeface="Arial" charset="0"/>
                <a:buNone/>
                <a:tabLst/>
                <a:defRPr/>
              </a:pPr>
              <a:r>
                <a:rPr kumimoji="0" lang="en-US" sz="1600" b="0" i="0" u="none" strike="noStrike" kern="0" cap="none" spc="0" normalizeH="0" baseline="0" noProof="0">
                  <a:ln>
                    <a:noFill/>
                  </a:ln>
                  <a:solidFill>
                    <a:srgbClr val="2C973E"/>
                  </a:solidFill>
                  <a:effectLst/>
                  <a:uLnTx/>
                  <a:uFillTx/>
                  <a:sym typeface="EYInterstate Light" panose="02000506000000020004" pitchFamily="2" charset="0"/>
                </a:rPr>
                <a:t></a:t>
              </a:r>
            </a:p>
          </p:txBody>
        </p:sp>
        <p:sp>
          <p:nvSpPr>
            <p:cNvPr id="61" name="Rectangle 60">
              <a:extLst>
                <a:ext uri="{FF2B5EF4-FFF2-40B4-BE49-F238E27FC236}">
                  <a16:creationId xmlns:a16="http://schemas.microsoft.com/office/drawing/2014/main" id="{BDFC0917-B813-C6C0-2B2D-B85296F59B77}"/>
                </a:ext>
              </a:extLst>
            </p:cNvPr>
            <p:cNvSpPr/>
            <p:nvPr/>
          </p:nvSpPr>
          <p:spPr>
            <a:xfrm>
              <a:off x="9708197" y="3187677"/>
              <a:ext cx="223638" cy="338554"/>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50000"/>
                </a:spcAft>
                <a:buClr>
                  <a:srgbClr val="FFE600"/>
                </a:buClr>
                <a:buSzPct val="80000"/>
                <a:buFontTx/>
                <a:buNone/>
                <a:tabLst/>
                <a:defRPr/>
              </a:pPr>
              <a:r>
                <a:rPr kumimoji="0" lang="en-US" sz="1600" b="0" i="0" u="none" strike="noStrike" kern="0" cap="none" spc="0" normalizeH="0" baseline="0" noProof="0">
                  <a:ln>
                    <a:noFill/>
                  </a:ln>
                  <a:solidFill>
                    <a:srgbClr val="2C973E"/>
                  </a:solidFill>
                  <a:effectLst/>
                  <a:uLnTx/>
                  <a:uFillTx/>
                  <a:sym typeface="Wingdings" panose="05000000000000000000" pitchFamily="2" charset="2"/>
                </a:rPr>
                <a:t></a:t>
              </a:r>
              <a:endParaRPr kumimoji="0" lang="en-US" sz="1600" b="0" i="0" u="none" strike="noStrike" kern="0" cap="none" spc="0" normalizeH="0" baseline="0" noProof="0">
                <a:ln>
                  <a:noFill/>
                </a:ln>
                <a:solidFill>
                  <a:srgbClr val="2C973E"/>
                </a:solidFill>
                <a:effectLst/>
                <a:uLnTx/>
                <a:uFillTx/>
              </a:endParaRPr>
            </a:p>
          </p:txBody>
        </p:sp>
      </p:grpSp>
    </p:spTree>
    <p:extLst>
      <p:ext uri="{BB962C8B-B14F-4D97-AF65-F5344CB8AC3E}">
        <p14:creationId xmlns:p14="http://schemas.microsoft.com/office/powerpoint/2010/main" val="10889244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0C3FC-A0C3-7A48-7129-32A678DA8484}"/>
              </a:ext>
            </a:extLst>
          </p:cNvPr>
          <p:cNvSpPr>
            <a:spLocks noGrp="1"/>
          </p:cNvSpPr>
          <p:nvPr>
            <p:ph type="title"/>
          </p:nvPr>
        </p:nvSpPr>
        <p:spPr/>
        <p:txBody>
          <a:bodyPr/>
          <a:lstStyle/>
          <a:p>
            <a:r>
              <a:rPr lang="en-US"/>
              <a:t>Finance Process Standardization &amp; Documentation</a:t>
            </a:r>
            <a:endParaRPr lang="en-IN"/>
          </a:p>
        </p:txBody>
      </p:sp>
      <p:sp>
        <p:nvSpPr>
          <p:cNvPr id="5" name="Slide Number Placeholder 4">
            <a:extLst>
              <a:ext uri="{FF2B5EF4-FFF2-40B4-BE49-F238E27FC236}">
                <a16:creationId xmlns:a16="http://schemas.microsoft.com/office/drawing/2014/main" id="{768A3E76-41B7-45DF-40E5-33A631AA9DBA}"/>
              </a:ext>
            </a:extLst>
          </p:cNvPr>
          <p:cNvSpPr>
            <a:spLocks noGrp="1"/>
          </p:cNvSpPr>
          <p:nvPr>
            <p:ph type="sldNum" sz="quarter" idx="12"/>
          </p:nvPr>
        </p:nvSpPr>
        <p:spPr/>
        <p:txBody>
          <a:bodyPr/>
          <a:lstStyle/>
          <a:p>
            <a:fld id="{94FCA0F3-9F3A-694B-99BB-0E592A797735}" type="slidenum">
              <a:rPr lang="en-US" smtClean="0"/>
              <a:t>73</a:t>
            </a:fld>
            <a:endParaRPr lang="en-US"/>
          </a:p>
        </p:txBody>
      </p:sp>
      <p:sp>
        <p:nvSpPr>
          <p:cNvPr id="6" name="Date Placeholder 5">
            <a:extLst>
              <a:ext uri="{FF2B5EF4-FFF2-40B4-BE49-F238E27FC236}">
                <a16:creationId xmlns:a16="http://schemas.microsoft.com/office/drawing/2014/main" id="{D2BC7C12-7FCC-AADF-0108-DC9B0F756F01}"/>
              </a:ext>
            </a:extLst>
          </p:cNvPr>
          <p:cNvSpPr>
            <a:spLocks noGrp="1"/>
          </p:cNvSpPr>
          <p:nvPr>
            <p:ph type="dt" sz="half" idx="10"/>
          </p:nvPr>
        </p:nvSpPr>
        <p:spPr/>
        <p:txBody>
          <a:bodyPr/>
          <a:lstStyle/>
          <a:p>
            <a:fld id="{456761D2-4E1E-4195-8489-8CE7F64EDAAD}" type="datetime1">
              <a:rPr lang="en-US" smtClean="0"/>
              <a:t>11/28/2025</a:t>
            </a:fld>
            <a:endParaRPr lang="en-US"/>
          </a:p>
        </p:txBody>
      </p:sp>
      <p:grpSp>
        <p:nvGrpSpPr>
          <p:cNvPr id="10" name="Group 9">
            <a:extLst>
              <a:ext uri="{FF2B5EF4-FFF2-40B4-BE49-F238E27FC236}">
                <a16:creationId xmlns:a16="http://schemas.microsoft.com/office/drawing/2014/main" id="{C9AF3DE6-524F-9DD0-8DBF-43DD7E063956}"/>
              </a:ext>
            </a:extLst>
          </p:cNvPr>
          <p:cNvGrpSpPr/>
          <p:nvPr/>
        </p:nvGrpSpPr>
        <p:grpSpPr>
          <a:xfrm>
            <a:off x="615282" y="1127584"/>
            <a:ext cx="11024698" cy="4973193"/>
            <a:chOff x="579622" y="1119633"/>
            <a:chExt cx="11024698" cy="4973193"/>
          </a:xfrm>
        </p:grpSpPr>
        <p:grpSp>
          <p:nvGrpSpPr>
            <p:cNvPr id="11" name="Group 10">
              <a:extLst>
                <a:ext uri="{FF2B5EF4-FFF2-40B4-BE49-F238E27FC236}">
                  <a16:creationId xmlns:a16="http://schemas.microsoft.com/office/drawing/2014/main" id="{54075B7D-6B3A-EF07-AFFE-830F7D98FF09}"/>
                </a:ext>
              </a:extLst>
            </p:cNvPr>
            <p:cNvGrpSpPr/>
            <p:nvPr/>
          </p:nvGrpSpPr>
          <p:grpSpPr>
            <a:xfrm>
              <a:off x="609597" y="2103472"/>
              <a:ext cx="10994723" cy="3989354"/>
              <a:chOff x="609597" y="1588213"/>
              <a:chExt cx="10310096" cy="4818960"/>
            </a:xfrm>
          </p:grpSpPr>
          <p:grpSp>
            <p:nvGrpSpPr>
              <p:cNvPr id="23" name="Group 22">
                <a:extLst>
                  <a:ext uri="{FF2B5EF4-FFF2-40B4-BE49-F238E27FC236}">
                    <a16:creationId xmlns:a16="http://schemas.microsoft.com/office/drawing/2014/main" id="{8C8CDA91-CB74-13DA-EEF8-1C86503CCF09}"/>
                  </a:ext>
                </a:extLst>
              </p:cNvPr>
              <p:cNvGrpSpPr/>
              <p:nvPr/>
            </p:nvGrpSpPr>
            <p:grpSpPr>
              <a:xfrm>
                <a:off x="609597" y="1599262"/>
                <a:ext cx="3699337" cy="4807910"/>
                <a:chOff x="609597" y="1599262"/>
                <a:chExt cx="3699337" cy="4807910"/>
              </a:xfrm>
            </p:grpSpPr>
            <p:grpSp>
              <p:nvGrpSpPr>
                <p:cNvPr id="34" name="Group 33">
                  <a:extLst>
                    <a:ext uri="{FF2B5EF4-FFF2-40B4-BE49-F238E27FC236}">
                      <a16:creationId xmlns:a16="http://schemas.microsoft.com/office/drawing/2014/main" id="{85154995-9F0F-F822-0FB3-CE8BAEA5EA3D}"/>
                    </a:ext>
                  </a:extLst>
                </p:cNvPr>
                <p:cNvGrpSpPr/>
                <p:nvPr/>
              </p:nvGrpSpPr>
              <p:grpSpPr>
                <a:xfrm>
                  <a:off x="609597" y="1599262"/>
                  <a:ext cx="3699315" cy="365690"/>
                  <a:chOff x="609600" y="1127125"/>
                  <a:chExt cx="3785711" cy="365690"/>
                </a:xfrm>
              </p:grpSpPr>
              <p:sp>
                <p:nvSpPr>
                  <p:cNvPr id="36" name="Rectangle 35">
                    <a:extLst>
                      <a:ext uri="{FF2B5EF4-FFF2-40B4-BE49-F238E27FC236}">
                        <a16:creationId xmlns:a16="http://schemas.microsoft.com/office/drawing/2014/main" id="{E3EAB5A9-4009-4395-FFB6-82B0DA1184B0}"/>
                      </a:ext>
                    </a:extLst>
                  </p:cNvPr>
                  <p:cNvSpPr/>
                  <p:nvPr/>
                </p:nvSpPr>
                <p:spPr>
                  <a:xfrm>
                    <a:off x="609600" y="1127125"/>
                    <a:ext cx="76200" cy="365690"/>
                  </a:xfrm>
                  <a:prstGeom prst="rect">
                    <a:avLst/>
                  </a:prstGeom>
                  <a:solidFill>
                    <a:srgbClr val="FFE6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2E2E38"/>
                      </a:solidFill>
                      <a:effectLst/>
                      <a:uLnTx/>
                      <a:uFillTx/>
                      <a:latin typeface="Arial"/>
                    </a:endParaRPr>
                  </a:p>
                </p:txBody>
              </p:sp>
              <p:sp>
                <p:nvSpPr>
                  <p:cNvPr id="37" name="Rectangle 36">
                    <a:extLst>
                      <a:ext uri="{FF2B5EF4-FFF2-40B4-BE49-F238E27FC236}">
                        <a16:creationId xmlns:a16="http://schemas.microsoft.com/office/drawing/2014/main" id="{4C53AB41-ACBE-764F-ECB0-EEAE5D6EF3B0}"/>
                      </a:ext>
                    </a:extLst>
                  </p:cNvPr>
                  <p:cNvSpPr/>
                  <p:nvPr/>
                </p:nvSpPr>
                <p:spPr>
                  <a:xfrm>
                    <a:off x="716278" y="1127125"/>
                    <a:ext cx="3679033" cy="365689"/>
                  </a:xfrm>
                  <a:prstGeom prst="rect">
                    <a:avLst/>
                  </a:prstGeom>
                  <a:solidFill>
                    <a:srgbClr val="747480"/>
                  </a:solidFill>
                  <a:ln w="9525" cap="flat" cmpd="sng" algn="ctr">
                    <a:noFill/>
                    <a:prstDash val="solid"/>
                  </a:ln>
                  <a:effectLst/>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0" u="none" strike="noStrike" kern="0" cap="none" spc="0" normalizeH="0" baseline="0" noProof="0">
                        <a:ln>
                          <a:noFill/>
                        </a:ln>
                        <a:solidFill>
                          <a:prstClr val="white"/>
                        </a:solidFill>
                        <a:effectLst/>
                        <a:uLnTx/>
                        <a:uFillTx/>
                      </a:rPr>
                      <a:t>1. Business background:</a:t>
                    </a:r>
                  </a:p>
                </p:txBody>
              </p:sp>
            </p:grpSp>
            <p:sp>
              <p:nvSpPr>
                <p:cNvPr id="35" name="Rectangle 34">
                  <a:extLst>
                    <a:ext uri="{FF2B5EF4-FFF2-40B4-BE49-F238E27FC236}">
                      <a16:creationId xmlns:a16="http://schemas.microsoft.com/office/drawing/2014/main" id="{5698CFC0-EDD1-AF29-1E0E-76E39C91E4E5}"/>
                    </a:ext>
                  </a:extLst>
                </p:cNvPr>
                <p:cNvSpPr/>
                <p:nvPr/>
              </p:nvSpPr>
              <p:spPr>
                <a:xfrm>
                  <a:off x="609601" y="2013355"/>
                  <a:ext cx="3699333" cy="4393817"/>
                </a:xfrm>
                <a:prstGeom prst="rect">
                  <a:avLst/>
                </a:prstGeom>
                <a:noFill/>
                <a:ln w="6350" cap="flat" cmpd="sng" algn="ctr">
                  <a:solidFill>
                    <a:srgbClr val="FFFFFF"/>
                  </a:solidFill>
                  <a:prstDash val="dash"/>
                </a:ln>
                <a:effectLst/>
              </p:spPr>
              <p:txBody>
                <a:bodyPr lIns="228600" tIns="137160" rtlCol="0" anchor="t" anchorCtr="0"/>
                <a:lstStyle/>
                <a:p>
                  <a:pPr marL="171450" marR="0" lvl="1" indent="-171450" defTabSz="1042138" eaLnBrk="1" fontAlgn="ctr" latinLnBrk="0" hangingPunct="1">
                    <a:lnSpc>
                      <a:spcPct val="100000"/>
                    </a:lnSpc>
                    <a:spcBef>
                      <a:spcPts val="0"/>
                    </a:spcBef>
                    <a:spcAft>
                      <a:spcPts val="300"/>
                    </a:spcAft>
                    <a:buClr>
                      <a:srgbClr val="FFE600"/>
                    </a:buClr>
                    <a:buSzPct val="100000"/>
                    <a:buFont typeface="EYInterstate Light" panose="02000506000000020004" pitchFamily="2" charset="0"/>
                    <a:buChar char="•"/>
                    <a:tabLst/>
                    <a:defRPr/>
                  </a:pPr>
                  <a:endParaRPr kumimoji="0" lang="en-IN" sz="950" b="0" i="0" u="none" strike="noStrike" kern="0" cap="none" spc="0" normalizeH="0" baseline="0" noProof="0">
                    <a:ln>
                      <a:noFill/>
                    </a:ln>
                    <a:solidFill>
                      <a:prstClr val="white"/>
                    </a:solidFill>
                    <a:effectLst/>
                    <a:uLnTx/>
                    <a:uFillTx/>
                    <a:latin typeface="Arial"/>
                  </a:endParaRPr>
                </a:p>
              </p:txBody>
            </p:sp>
          </p:grpSp>
          <p:grpSp>
            <p:nvGrpSpPr>
              <p:cNvPr id="24" name="Group 23">
                <a:extLst>
                  <a:ext uri="{FF2B5EF4-FFF2-40B4-BE49-F238E27FC236}">
                    <a16:creationId xmlns:a16="http://schemas.microsoft.com/office/drawing/2014/main" id="{76C3E41A-4269-3D88-AFE6-B515FB781E60}"/>
                  </a:ext>
                </a:extLst>
              </p:cNvPr>
              <p:cNvGrpSpPr/>
              <p:nvPr/>
            </p:nvGrpSpPr>
            <p:grpSpPr>
              <a:xfrm>
                <a:off x="4427543" y="1599263"/>
                <a:ext cx="3474814" cy="4807910"/>
                <a:chOff x="942663" y="1587695"/>
                <a:chExt cx="3474814" cy="4807910"/>
              </a:xfrm>
            </p:grpSpPr>
            <p:grpSp>
              <p:nvGrpSpPr>
                <p:cNvPr id="30" name="Group 29">
                  <a:extLst>
                    <a:ext uri="{FF2B5EF4-FFF2-40B4-BE49-F238E27FC236}">
                      <a16:creationId xmlns:a16="http://schemas.microsoft.com/office/drawing/2014/main" id="{FD95A0FA-DCC2-5DED-6F58-B2D50DB7E1C3}"/>
                    </a:ext>
                  </a:extLst>
                </p:cNvPr>
                <p:cNvGrpSpPr/>
                <p:nvPr/>
              </p:nvGrpSpPr>
              <p:grpSpPr>
                <a:xfrm>
                  <a:off x="942663" y="1587695"/>
                  <a:ext cx="3474814" cy="371177"/>
                  <a:chOff x="950426" y="1115558"/>
                  <a:chExt cx="3555967" cy="371177"/>
                </a:xfrm>
              </p:grpSpPr>
              <p:sp>
                <p:nvSpPr>
                  <p:cNvPr id="32" name="Rectangle 31">
                    <a:extLst>
                      <a:ext uri="{FF2B5EF4-FFF2-40B4-BE49-F238E27FC236}">
                        <a16:creationId xmlns:a16="http://schemas.microsoft.com/office/drawing/2014/main" id="{02809DBB-55A2-5A9F-83A1-622281BA8F5E}"/>
                      </a:ext>
                    </a:extLst>
                  </p:cNvPr>
                  <p:cNvSpPr/>
                  <p:nvPr/>
                </p:nvSpPr>
                <p:spPr>
                  <a:xfrm>
                    <a:off x="950426" y="1121043"/>
                    <a:ext cx="76200" cy="365692"/>
                  </a:xfrm>
                  <a:prstGeom prst="rect">
                    <a:avLst/>
                  </a:prstGeom>
                  <a:solidFill>
                    <a:srgbClr val="FFE6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2E2E38"/>
                      </a:solidFill>
                      <a:effectLst/>
                      <a:uLnTx/>
                      <a:uFillTx/>
                      <a:latin typeface="Arial"/>
                    </a:endParaRPr>
                  </a:p>
                </p:txBody>
              </p:sp>
              <p:sp>
                <p:nvSpPr>
                  <p:cNvPr id="33" name="Rectangle 32">
                    <a:extLst>
                      <a:ext uri="{FF2B5EF4-FFF2-40B4-BE49-F238E27FC236}">
                        <a16:creationId xmlns:a16="http://schemas.microsoft.com/office/drawing/2014/main" id="{D7F6D4E3-5921-C939-B4BF-D6BD072C8F7C}"/>
                      </a:ext>
                    </a:extLst>
                  </p:cNvPr>
                  <p:cNvSpPr/>
                  <p:nvPr/>
                </p:nvSpPr>
                <p:spPr>
                  <a:xfrm>
                    <a:off x="1049181" y="1115558"/>
                    <a:ext cx="3457212" cy="371177"/>
                  </a:xfrm>
                  <a:prstGeom prst="rect">
                    <a:avLst/>
                  </a:prstGeom>
                  <a:solidFill>
                    <a:srgbClr val="747480"/>
                  </a:solidFill>
                  <a:ln w="9525" cap="flat" cmpd="sng" algn="ctr">
                    <a:noFill/>
                    <a:prstDash val="solid"/>
                  </a:ln>
                  <a:effectLst/>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0" u="none" strike="noStrike" kern="0" cap="none" spc="0" normalizeH="0" baseline="0" noProof="0">
                        <a:ln>
                          <a:noFill/>
                        </a:ln>
                        <a:solidFill>
                          <a:prstClr val="white"/>
                        </a:solidFill>
                        <a:effectLst/>
                        <a:uLnTx/>
                        <a:uFillTx/>
                      </a:rPr>
                      <a:t>2. Solution:</a:t>
                    </a:r>
                  </a:p>
                </p:txBody>
              </p:sp>
            </p:grpSp>
            <p:sp>
              <p:nvSpPr>
                <p:cNvPr id="31" name="Rectangle 30">
                  <a:extLst>
                    <a:ext uri="{FF2B5EF4-FFF2-40B4-BE49-F238E27FC236}">
                      <a16:creationId xmlns:a16="http://schemas.microsoft.com/office/drawing/2014/main" id="{0D4CC7C9-38CB-C8A3-857C-D31AFA95435C}"/>
                    </a:ext>
                  </a:extLst>
                </p:cNvPr>
                <p:cNvSpPr/>
                <p:nvPr/>
              </p:nvSpPr>
              <p:spPr>
                <a:xfrm>
                  <a:off x="967702" y="2001789"/>
                  <a:ext cx="3441359" cy="4393816"/>
                </a:xfrm>
                <a:prstGeom prst="rect">
                  <a:avLst/>
                </a:prstGeom>
                <a:noFill/>
                <a:ln w="6350" cap="flat" cmpd="sng" algn="ctr">
                  <a:solidFill>
                    <a:srgbClr val="FFFFFF"/>
                  </a:solidFill>
                  <a:prstDash val="dash"/>
                </a:ln>
                <a:effectLst/>
              </p:spPr>
              <p:txBody>
                <a:bodyPr lIns="228600" tIns="137160" rtlCol="0" anchor="t" anchorCtr="0"/>
                <a:lstStyle/>
                <a:p>
                  <a:pPr marL="0" marR="0" lvl="1" indent="0" defTabSz="1042138" eaLnBrk="1" fontAlgn="ctr" latinLnBrk="0" hangingPunct="1">
                    <a:lnSpc>
                      <a:spcPct val="100000"/>
                    </a:lnSpc>
                    <a:spcBef>
                      <a:spcPts val="0"/>
                    </a:spcBef>
                    <a:spcAft>
                      <a:spcPts val="3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rPr>
                    <a:t>Scope:</a:t>
                  </a:r>
                  <a:endParaRPr kumimoji="0" lang="en-GB" altLang="fr-FR" sz="950" b="1" i="0" u="none" strike="noStrike" kern="0" cap="none" spc="0" normalizeH="0" baseline="0" noProof="0">
                    <a:ln>
                      <a:noFill/>
                    </a:ln>
                    <a:solidFill>
                      <a:schemeClr val="bg1"/>
                    </a:solidFill>
                    <a:effectLst/>
                    <a:uLnTx/>
                    <a:uFillTx/>
                  </a:endParaRP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US" sz="950" b="0" i="0" u="none" strike="noStrike" kern="0" cap="none" spc="0" normalizeH="0" baseline="0" noProof="0">
                      <a:ln>
                        <a:noFill/>
                      </a:ln>
                      <a:solidFill>
                        <a:schemeClr val="bg1"/>
                      </a:solidFill>
                      <a:effectLst/>
                      <a:uLnTx/>
                      <a:uFillTx/>
                    </a:rPr>
                    <a:t>EY was engaged to perform a four-week review of Amber Oil’s existing Finance processes. Amber Oil will be implementing Oracle Fusion Cloud in 2022 and there was a requirement to document the ‘As-Is’ Finance processes in advance of this migration. We documented ‘As-Is’ process flows for the areas in scope below including identifying key pain points and challenges in the process with suggested opportunities for improvement / automation. </a:t>
                  </a: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endParaRPr kumimoji="0" lang="en-US" sz="950" b="1" i="0" u="none" strike="noStrike" kern="0" cap="none" spc="0" normalizeH="0" baseline="0" noProof="0">
                    <a:ln>
                      <a:noFill/>
                    </a:ln>
                    <a:solidFill>
                      <a:schemeClr val="bg1"/>
                    </a:solidFill>
                    <a:effectLst/>
                    <a:uLnTx/>
                    <a:uFillTx/>
                  </a:endParaRP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r>
                    <a:rPr kumimoji="0" lang="en-IE" sz="950" b="1" i="0" u="none" strike="noStrike" kern="0" cap="none" spc="0" normalizeH="0" baseline="0" noProof="0">
                      <a:ln>
                        <a:noFill/>
                      </a:ln>
                      <a:solidFill>
                        <a:schemeClr val="bg1"/>
                      </a:solidFill>
                      <a:effectLst/>
                      <a:uLnTx/>
                      <a:uFillTx/>
                    </a:rPr>
                    <a:t>The main finance processes included in the review were:</a:t>
                  </a: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endParaRPr kumimoji="0" lang="en-GB" altLang="fr-FR" sz="950" b="1" i="0" u="none" strike="noStrike" kern="0" cap="none" spc="0" normalizeH="0" baseline="0" noProof="0">
                    <a:ln>
                      <a:noFill/>
                    </a:ln>
                    <a:solidFill>
                      <a:schemeClr val="bg1"/>
                    </a:solidFill>
                    <a:effectLst/>
                    <a:uLnTx/>
                    <a:uFillTx/>
                  </a:endParaRP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General Ledger Process </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Account Receivables</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Account Payables</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Cash Management (Bank Accounts) </a:t>
                  </a:r>
                </a:p>
                <a:p>
                  <a:pPr marL="0" marR="0" lvl="1" indent="0" defTabSz="1042138" eaLnBrk="1" fontAlgn="ctr" latinLnBrk="0" hangingPunct="1">
                    <a:lnSpc>
                      <a:spcPct val="100000"/>
                    </a:lnSpc>
                    <a:spcBef>
                      <a:spcPts val="0"/>
                    </a:spcBef>
                    <a:spcAft>
                      <a:spcPts val="600"/>
                    </a:spcAft>
                    <a:buClr>
                      <a:srgbClr val="FFE600"/>
                    </a:buClr>
                    <a:buSzPct val="100000"/>
                    <a:buFontTx/>
                    <a:buNone/>
                    <a:tabLst/>
                    <a:defRPr/>
                  </a:pPr>
                  <a:endParaRPr kumimoji="0" lang="en-IN" sz="950" b="0" i="0" u="none" strike="noStrike" kern="0" cap="none" spc="0" normalizeH="0" baseline="0" noProof="0">
                    <a:ln>
                      <a:noFill/>
                    </a:ln>
                    <a:solidFill>
                      <a:schemeClr val="bg1"/>
                    </a:solidFill>
                    <a:effectLst/>
                    <a:uLnTx/>
                    <a:uFillTx/>
                    <a:latin typeface="Arial"/>
                  </a:endParaRPr>
                </a:p>
              </p:txBody>
            </p:sp>
          </p:grpSp>
          <p:grpSp>
            <p:nvGrpSpPr>
              <p:cNvPr id="25" name="Group 24">
                <a:extLst>
                  <a:ext uri="{FF2B5EF4-FFF2-40B4-BE49-F238E27FC236}">
                    <a16:creationId xmlns:a16="http://schemas.microsoft.com/office/drawing/2014/main" id="{CF6BDD7C-A2A4-C9B5-4C3D-40FD76A986EF}"/>
                  </a:ext>
                </a:extLst>
              </p:cNvPr>
              <p:cNvGrpSpPr/>
              <p:nvPr/>
            </p:nvGrpSpPr>
            <p:grpSpPr>
              <a:xfrm>
                <a:off x="8042172" y="1588213"/>
                <a:ext cx="2877521" cy="4818959"/>
                <a:chOff x="1072412" y="1588212"/>
                <a:chExt cx="2877521" cy="4818959"/>
              </a:xfrm>
            </p:grpSpPr>
            <p:grpSp>
              <p:nvGrpSpPr>
                <p:cNvPr id="26" name="Group 25">
                  <a:extLst>
                    <a:ext uri="{FF2B5EF4-FFF2-40B4-BE49-F238E27FC236}">
                      <a16:creationId xmlns:a16="http://schemas.microsoft.com/office/drawing/2014/main" id="{8594D3E3-23B2-7F76-EDC6-8723756B1E86}"/>
                    </a:ext>
                  </a:extLst>
                </p:cNvPr>
                <p:cNvGrpSpPr/>
                <p:nvPr/>
              </p:nvGrpSpPr>
              <p:grpSpPr>
                <a:xfrm>
                  <a:off x="1081347" y="1588212"/>
                  <a:ext cx="2868586" cy="376740"/>
                  <a:chOff x="1092379" y="1116075"/>
                  <a:chExt cx="2935580" cy="376740"/>
                </a:xfrm>
              </p:grpSpPr>
              <p:sp>
                <p:nvSpPr>
                  <p:cNvPr id="28" name="Rectangle 27">
                    <a:extLst>
                      <a:ext uri="{FF2B5EF4-FFF2-40B4-BE49-F238E27FC236}">
                        <a16:creationId xmlns:a16="http://schemas.microsoft.com/office/drawing/2014/main" id="{F74D623D-3E87-4354-F767-9E35DD10AF25}"/>
                      </a:ext>
                    </a:extLst>
                  </p:cNvPr>
                  <p:cNvSpPr/>
                  <p:nvPr/>
                </p:nvSpPr>
                <p:spPr>
                  <a:xfrm>
                    <a:off x="1092379" y="1127125"/>
                    <a:ext cx="76200" cy="365690"/>
                  </a:xfrm>
                  <a:prstGeom prst="rect">
                    <a:avLst/>
                  </a:prstGeom>
                  <a:solidFill>
                    <a:srgbClr val="FFE6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2E2E38"/>
                      </a:solidFill>
                      <a:effectLst/>
                      <a:uLnTx/>
                      <a:uFillTx/>
                      <a:latin typeface="Arial"/>
                    </a:endParaRPr>
                  </a:p>
                </p:txBody>
              </p:sp>
              <p:sp>
                <p:nvSpPr>
                  <p:cNvPr id="29" name="Rectangle 28">
                    <a:extLst>
                      <a:ext uri="{FF2B5EF4-FFF2-40B4-BE49-F238E27FC236}">
                        <a16:creationId xmlns:a16="http://schemas.microsoft.com/office/drawing/2014/main" id="{CA01E57A-D0D7-E084-E5A2-0B528960827A}"/>
                      </a:ext>
                    </a:extLst>
                  </p:cNvPr>
                  <p:cNvSpPr/>
                  <p:nvPr/>
                </p:nvSpPr>
                <p:spPr>
                  <a:xfrm>
                    <a:off x="1208198" y="1116075"/>
                    <a:ext cx="2819761" cy="365690"/>
                  </a:xfrm>
                  <a:prstGeom prst="rect">
                    <a:avLst/>
                  </a:prstGeom>
                  <a:solidFill>
                    <a:srgbClr val="747480"/>
                  </a:solidFill>
                  <a:ln w="9525" cap="flat" cmpd="sng" algn="ctr">
                    <a:noFill/>
                    <a:prstDash val="solid"/>
                  </a:ln>
                  <a:effectLst/>
                </p:spPr>
                <p:txBody>
                  <a:bodyPr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0" u="none" strike="noStrike" kern="0" cap="none" spc="0" normalizeH="0" baseline="0" noProof="0">
                        <a:ln>
                          <a:noFill/>
                        </a:ln>
                        <a:solidFill>
                          <a:prstClr val="white"/>
                        </a:solidFill>
                        <a:effectLst/>
                        <a:uLnTx/>
                        <a:uFillTx/>
                      </a:rPr>
                      <a:t>3. Value Delivered:</a:t>
                    </a:r>
                  </a:p>
                </p:txBody>
              </p:sp>
            </p:grpSp>
            <p:sp>
              <p:nvSpPr>
                <p:cNvPr id="27" name="Rectangle 26">
                  <a:extLst>
                    <a:ext uri="{FF2B5EF4-FFF2-40B4-BE49-F238E27FC236}">
                      <a16:creationId xmlns:a16="http://schemas.microsoft.com/office/drawing/2014/main" id="{D659128C-13B6-B256-D977-8C5D4A0B3FBD}"/>
                    </a:ext>
                  </a:extLst>
                </p:cNvPr>
                <p:cNvSpPr/>
                <p:nvPr/>
              </p:nvSpPr>
              <p:spPr>
                <a:xfrm>
                  <a:off x="1072412" y="2013354"/>
                  <a:ext cx="2859942" cy="4393817"/>
                </a:xfrm>
                <a:prstGeom prst="rect">
                  <a:avLst/>
                </a:prstGeom>
                <a:noFill/>
                <a:ln w="6350" cap="flat" cmpd="sng" algn="ctr">
                  <a:solidFill>
                    <a:srgbClr val="FFFFFF"/>
                  </a:solidFill>
                  <a:prstDash val="dash"/>
                </a:ln>
                <a:effectLst/>
              </p:spPr>
              <p:txBody>
                <a:bodyPr lIns="228600" tIns="137160" rtlCol="0" anchor="t" anchorCtr="0"/>
                <a:lstStyle/>
                <a:p>
                  <a:pPr marL="0" marR="0" lvl="1" indent="0" defTabSz="1042138" eaLnBrk="1" fontAlgn="ctr" latinLnBrk="0" hangingPunct="1">
                    <a:lnSpc>
                      <a:spcPct val="100000"/>
                    </a:lnSpc>
                    <a:spcBef>
                      <a:spcPts val="0"/>
                    </a:spcBef>
                    <a:spcAft>
                      <a:spcPts val="600"/>
                    </a:spcAft>
                    <a:buClr>
                      <a:srgbClr val="FFE600"/>
                    </a:buClr>
                    <a:buSzPct val="100000"/>
                    <a:buFontTx/>
                    <a:buNone/>
                    <a:tabLst/>
                    <a:defRPr/>
                  </a:pPr>
                  <a:endParaRPr kumimoji="0" lang="en-IN" sz="950" b="0" i="0" u="none" strike="noStrike" kern="0" cap="none" spc="0" normalizeH="0" baseline="0" noProof="0">
                    <a:ln>
                      <a:noFill/>
                    </a:ln>
                    <a:solidFill>
                      <a:prstClr val="white"/>
                    </a:solidFill>
                    <a:effectLst/>
                    <a:uLnTx/>
                    <a:uFillTx/>
                    <a:latin typeface="Arial"/>
                  </a:endParaRPr>
                </a:p>
                <a:p>
                  <a:pPr marL="0" marR="0" lvl="1" indent="0" defTabSz="1042138" eaLnBrk="1" fontAlgn="ctr" latinLnBrk="0" hangingPunct="1">
                    <a:lnSpc>
                      <a:spcPct val="100000"/>
                    </a:lnSpc>
                    <a:spcBef>
                      <a:spcPts val="0"/>
                    </a:spcBef>
                    <a:spcAft>
                      <a:spcPts val="600"/>
                    </a:spcAft>
                    <a:buClr>
                      <a:srgbClr val="FFE600"/>
                    </a:buClr>
                    <a:buSzPct val="100000"/>
                    <a:buFontTx/>
                    <a:buNone/>
                    <a:tabLst/>
                    <a:defRPr/>
                  </a:pPr>
                  <a:endParaRPr kumimoji="0" lang="en-IN" sz="950" b="0" i="0" u="none" strike="noStrike" kern="0" cap="none" spc="0" normalizeH="0" baseline="0" noProof="0">
                    <a:ln>
                      <a:noFill/>
                    </a:ln>
                    <a:solidFill>
                      <a:prstClr val="white"/>
                    </a:solidFill>
                    <a:effectLst/>
                    <a:uLnTx/>
                    <a:uFillTx/>
                    <a:latin typeface="Arial"/>
                  </a:endParaRPr>
                </a:p>
              </p:txBody>
            </p:sp>
          </p:grpSp>
        </p:grpSp>
        <p:sp>
          <p:nvSpPr>
            <p:cNvPr id="12" name="Rectangle 11">
              <a:extLst>
                <a:ext uri="{FF2B5EF4-FFF2-40B4-BE49-F238E27FC236}">
                  <a16:creationId xmlns:a16="http://schemas.microsoft.com/office/drawing/2014/main" id="{3913EC2F-F1C9-6BD7-65A3-5B726DEFE6B7}"/>
                </a:ext>
              </a:extLst>
            </p:cNvPr>
            <p:cNvSpPr/>
            <p:nvPr/>
          </p:nvSpPr>
          <p:spPr>
            <a:xfrm>
              <a:off x="3538013" y="1564266"/>
              <a:ext cx="100926" cy="61478"/>
            </a:xfrm>
            <a:prstGeom prst="rect">
              <a:avLst/>
            </a:prstGeom>
            <a:solidFill>
              <a:srgbClr val="333333"/>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2E2E38"/>
                </a:solidFill>
                <a:effectLst/>
                <a:uLnTx/>
                <a:uFillTx/>
                <a:latin typeface="Arial"/>
              </a:endParaRPr>
            </a:p>
          </p:txBody>
        </p:sp>
        <p:sp>
          <p:nvSpPr>
            <p:cNvPr id="13" name="Rectangle 12">
              <a:extLst>
                <a:ext uri="{FF2B5EF4-FFF2-40B4-BE49-F238E27FC236}">
                  <a16:creationId xmlns:a16="http://schemas.microsoft.com/office/drawing/2014/main" id="{9E2DBD0E-B480-376D-B55E-0DC25ED6371C}"/>
                </a:ext>
              </a:extLst>
            </p:cNvPr>
            <p:cNvSpPr/>
            <p:nvPr/>
          </p:nvSpPr>
          <p:spPr>
            <a:xfrm>
              <a:off x="581240" y="2479637"/>
              <a:ext cx="4099834" cy="3600986"/>
            </a:xfrm>
            <a:prstGeom prst="rect">
              <a:avLst/>
            </a:prstGeom>
          </p:spPr>
          <p:txBody>
            <a:bodyPr wrap="square">
              <a:spAutoFit/>
            </a:bodyPr>
            <a:lstStyle/>
            <a:p>
              <a:pPr marL="0" marR="0" lvl="1" indent="0" defTabSz="1042138" eaLnBrk="1" fontAlgn="ctr" latinLnBrk="0" hangingPunct="1">
                <a:lnSpc>
                  <a:spcPct val="100000"/>
                </a:lnSpc>
                <a:spcBef>
                  <a:spcPts val="0"/>
                </a:spcBef>
                <a:spcAft>
                  <a:spcPts val="6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rPr>
                <a:t>Client background and problem statement:</a:t>
              </a:r>
            </a:p>
            <a:p>
              <a:pPr marL="0" marR="0" lvl="1" indent="0" defTabSz="1042138" eaLnBrk="1" fontAlgn="ctr" latinLnBrk="0" hangingPunct="1">
                <a:lnSpc>
                  <a:spcPct val="100000"/>
                </a:lnSpc>
                <a:spcBef>
                  <a:spcPts val="0"/>
                </a:spcBef>
                <a:spcAft>
                  <a:spcPts val="600"/>
                </a:spcAft>
                <a:buClr>
                  <a:srgbClr val="FFE600"/>
                </a:buClr>
                <a:buSzPct val="100000"/>
                <a:buFontTx/>
                <a:buNone/>
                <a:tabLst/>
                <a:defRPr/>
              </a:pPr>
              <a:r>
                <a:rPr kumimoji="0" lang="en-IN" sz="950" b="0" i="0" u="none" strike="noStrike" kern="0" cap="none" spc="0" normalizeH="0" baseline="0" noProof="0">
                  <a:ln>
                    <a:noFill/>
                  </a:ln>
                  <a:solidFill>
                    <a:schemeClr val="bg1"/>
                  </a:solidFill>
                  <a:effectLst/>
                  <a:uLnTx/>
                  <a:uFillTx/>
                </a:rPr>
                <a:t>Amber Oil is a Fuel Company part of the </a:t>
              </a:r>
              <a:r>
                <a:rPr kumimoji="0" lang="en-IN" sz="950" b="0" i="0" u="none" strike="noStrike" kern="0" cap="none" spc="0" normalizeH="0" baseline="0" noProof="0" err="1">
                  <a:ln>
                    <a:noFill/>
                  </a:ln>
                  <a:solidFill>
                    <a:schemeClr val="bg1"/>
                  </a:solidFill>
                  <a:effectLst/>
                  <a:uLnTx/>
                  <a:uFillTx/>
                </a:rPr>
                <a:t>Greenergy</a:t>
              </a:r>
              <a:r>
                <a:rPr kumimoji="0" lang="en-IN" sz="950" b="0" i="0" u="none" strike="noStrike" kern="0" cap="none" spc="0" normalizeH="0" baseline="0" noProof="0">
                  <a:ln>
                    <a:noFill/>
                  </a:ln>
                  <a:solidFill>
                    <a:schemeClr val="bg1"/>
                  </a:solidFill>
                  <a:effectLst/>
                  <a:uLnTx/>
                  <a:uFillTx/>
                </a:rPr>
                <a:t> group which offers oil and fuel for various types of clients at competitive pricing.</a:t>
              </a:r>
            </a:p>
            <a:p>
              <a:pPr marL="0" marR="0" lvl="0" indent="0" defTabSz="914400" eaLnBrk="1" fontAlgn="auto" latinLnBrk="0" hangingPunct="0">
                <a:lnSpc>
                  <a:spcPts val="1400"/>
                </a:lnSpc>
                <a:spcBef>
                  <a:spcPts val="0"/>
                </a:spcBef>
                <a:spcAft>
                  <a:spcPts val="0"/>
                </a:spcAft>
                <a:buClrTx/>
                <a:buSzTx/>
                <a:buFontTx/>
                <a:buNone/>
                <a:tabLst/>
                <a:defRPr/>
              </a:pPr>
              <a:r>
                <a:rPr kumimoji="0" lang="en-US" sz="950" b="0" i="0" u="none" strike="noStrike" kern="0" cap="none" spc="0" normalizeH="0" baseline="0" noProof="0">
                  <a:ln>
                    <a:noFill/>
                  </a:ln>
                  <a:solidFill>
                    <a:schemeClr val="bg1"/>
                  </a:solidFill>
                  <a:effectLst/>
                  <a:uLnTx/>
                  <a:uFillTx/>
                </a:rPr>
                <a:t>Amber Oil will be implementing Oracle Fusion Cloud in 2022 and there was a requirement to document the ‘As-Is’ Finance processes in advance of this migration. </a:t>
              </a:r>
              <a:endParaRPr kumimoji="0" lang="en-IE" sz="950" b="0" i="0" u="none" strike="noStrike" kern="0" cap="none" spc="0" normalizeH="0" baseline="0" noProof="0">
                <a:ln>
                  <a:noFill/>
                </a:ln>
                <a:solidFill>
                  <a:schemeClr val="bg1"/>
                </a:solidFill>
                <a:effectLst/>
                <a:uLnTx/>
                <a:uFillTx/>
              </a:endParaRPr>
            </a:p>
            <a:p>
              <a:pPr marL="0" marR="0" lvl="0" indent="0" defTabSz="914400" eaLnBrk="1" fontAlgn="auto" latinLnBrk="0" hangingPunct="0">
                <a:lnSpc>
                  <a:spcPts val="1400"/>
                </a:lnSpc>
                <a:spcBef>
                  <a:spcPts val="0"/>
                </a:spcBef>
                <a:spcAft>
                  <a:spcPts val="0"/>
                </a:spcAft>
                <a:buClrTx/>
                <a:buSzTx/>
                <a:buFontTx/>
                <a:buNone/>
                <a:tabLst/>
                <a:defRPr/>
              </a:pPr>
              <a:endParaRPr kumimoji="0" lang="en-IN" sz="950" b="1" i="0" u="none" strike="noStrike" kern="0" cap="none" spc="0" normalizeH="0" baseline="0" noProof="0">
                <a:ln>
                  <a:noFill/>
                </a:ln>
                <a:solidFill>
                  <a:schemeClr val="bg1"/>
                </a:solidFill>
                <a:effectLst/>
                <a:uLnTx/>
                <a:uFillTx/>
              </a:endParaRPr>
            </a:p>
            <a:p>
              <a:pPr marL="0" marR="0" lvl="1" indent="0" defTabSz="1042138" eaLnBrk="1" fontAlgn="ctr" latinLnBrk="0" hangingPunct="1">
                <a:lnSpc>
                  <a:spcPct val="100000"/>
                </a:lnSpc>
                <a:spcBef>
                  <a:spcPts val="0"/>
                </a:spcBef>
                <a:spcAft>
                  <a:spcPts val="3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rPr>
                <a:t>EY role: </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US" sz="950" b="0" i="0" u="none" strike="noStrike" kern="0" cap="none" spc="0" normalizeH="0" baseline="0" noProof="0">
                  <a:ln>
                    <a:noFill/>
                  </a:ln>
                  <a:solidFill>
                    <a:schemeClr val="bg1"/>
                  </a:solidFill>
                  <a:effectLst/>
                  <a:uLnTx/>
                  <a:uFillTx/>
                </a:rPr>
                <a:t>EY was engaged by Amber Oil to perform a four-week review of Amber Oil’s current Finance processes</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sz="950" b="0" i="0" u="none" strike="noStrike" kern="0" cap="none" spc="0" normalizeH="0" baseline="0" noProof="0">
                  <a:ln>
                    <a:noFill/>
                  </a:ln>
                  <a:solidFill>
                    <a:schemeClr val="bg1"/>
                  </a:solidFill>
                  <a:effectLst/>
                  <a:uLnTx/>
                  <a:uFillTx/>
                </a:rPr>
                <a:t>Collect and analyse documentation on the current Finance processes across Fuel (Commercial and Consumer) and Retail business of Amber Oil </a:t>
              </a:r>
              <a:endParaRPr kumimoji="0" lang="en-IE" sz="950" b="0" i="0" u="none" strike="noStrike" kern="0" cap="none" spc="0" normalizeH="0" baseline="0" noProof="0">
                <a:ln>
                  <a:noFill/>
                </a:ln>
                <a:solidFill>
                  <a:schemeClr val="bg1"/>
                </a:solidFill>
                <a:effectLst/>
                <a:uLnTx/>
                <a:uFillTx/>
              </a:endParaRP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US" sz="950" b="0" i="0" u="none" strike="noStrike" kern="0" cap="none" spc="0" normalizeH="0" baseline="0" noProof="0">
                  <a:ln>
                    <a:noFill/>
                  </a:ln>
                  <a:solidFill>
                    <a:schemeClr val="bg1"/>
                  </a:solidFill>
                  <a:effectLst/>
                  <a:uLnTx/>
                  <a:uFillTx/>
                </a:rPr>
                <a:t>Carry out workshops and in-person reviews / work shadowing for each Finance Process Area (Payables, Receivables, Assets, Cash Management, General Ledger) </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US" sz="950" b="0" i="0" u="none" strike="noStrike" kern="0" cap="none" spc="0" normalizeH="0" baseline="0" noProof="0">
                  <a:ln>
                    <a:noFill/>
                  </a:ln>
                  <a:solidFill>
                    <a:schemeClr val="bg1"/>
                  </a:solidFill>
                  <a:effectLst/>
                  <a:uLnTx/>
                  <a:uFillTx/>
                </a:rPr>
                <a:t>Document ‘as is’ processes (Process Maps) and outline data sources</a:t>
              </a:r>
              <a:r>
                <a:rPr kumimoji="0" lang="en-IE" sz="950" b="0" i="0" u="none" strike="noStrike" kern="0" cap="none" spc="0" normalizeH="0" baseline="0" noProof="0">
                  <a:ln>
                    <a:noFill/>
                  </a:ln>
                  <a:solidFill>
                    <a:schemeClr val="bg1"/>
                  </a:solidFill>
                  <a:effectLst/>
                  <a:uLnTx/>
                  <a:uFillTx/>
                </a:rPr>
                <a:t>, anomalies, challenges and improvement opportunities. </a:t>
              </a:r>
            </a:p>
          </p:txBody>
        </p:sp>
        <p:sp>
          <p:nvSpPr>
            <p:cNvPr id="14" name="Rectangle 13">
              <a:extLst>
                <a:ext uri="{FF2B5EF4-FFF2-40B4-BE49-F238E27FC236}">
                  <a16:creationId xmlns:a16="http://schemas.microsoft.com/office/drawing/2014/main" id="{F368654C-EB47-FE47-BD7D-840CEC75ACE6}"/>
                </a:ext>
              </a:extLst>
            </p:cNvPr>
            <p:cNvSpPr/>
            <p:nvPr/>
          </p:nvSpPr>
          <p:spPr>
            <a:xfrm>
              <a:off x="594086" y="1295400"/>
              <a:ext cx="2927913" cy="667590"/>
            </a:xfrm>
            <a:prstGeom prst="rect">
              <a:avLst/>
            </a:prstGeom>
            <a:noFill/>
            <a:ln w="6350" cap="flat" cmpd="sng" algn="ctr">
              <a:solidFill>
                <a:srgbClr val="333333"/>
              </a:solidFill>
              <a:prstDash val="dash"/>
            </a:ln>
            <a:effectLst/>
          </p:spPr>
          <p:txBody>
            <a:bodyPr lIns="91440" tIns="45720" rIns="91440" bIns="4572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550" b="0" i="0" u="none" strike="noStrike" kern="0" cap="none" spc="0" normalizeH="0" baseline="0" noProof="0">
                <a:ln>
                  <a:noFill/>
                </a:ln>
                <a:solidFill>
                  <a:prstClr val="white"/>
                </a:solidFill>
                <a:effectLst/>
                <a:uLnTx/>
                <a:uFillTx/>
                <a:latin typeface="Arial"/>
              </a:endParaRPr>
            </a:p>
          </p:txBody>
        </p:sp>
        <p:sp>
          <p:nvSpPr>
            <p:cNvPr id="15" name="Rectangle 14">
              <a:extLst>
                <a:ext uri="{FF2B5EF4-FFF2-40B4-BE49-F238E27FC236}">
                  <a16:creationId xmlns:a16="http://schemas.microsoft.com/office/drawing/2014/main" id="{2367F87C-058B-D120-62AF-0998F1CEFC75}"/>
                </a:ext>
              </a:extLst>
            </p:cNvPr>
            <p:cNvSpPr/>
            <p:nvPr/>
          </p:nvSpPr>
          <p:spPr>
            <a:xfrm>
              <a:off x="8530835" y="2499252"/>
              <a:ext cx="3049853" cy="3290644"/>
            </a:xfrm>
            <a:prstGeom prst="rect">
              <a:avLst/>
            </a:prstGeom>
          </p:spPr>
          <p:txBody>
            <a:bodyPr wrap="square">
              <a:spAutoFit/>
            </a:bodyPr>
            <a:lstStyle/>
            <a:p>
              <a:pPr marL="0" marR="0" lvl="1" indent="0" defTabSz="1042138" eaLnBrk="1" fontAlgn="ctr" latinLnBrk="0" hangingPunct="1">
                <a:lnSpc>
                  <a:spcPct val="100000"/>
                </a:lnSpc>
                <a:spcBef>
                  <a:spcPts val="0"/>
                </a:spcBef>
                <a:spcAft>
                  <a:spcPts val="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rPr>
                <a:t>Value delivered: </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Identified key challenges and improvement areas in the current Finance Processes, Systems and Resourcing.</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Identified areas based from the EY Operating Model to identify key improvements in the overall performance of the Function. </a:t>
              </a: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r>
                <a:rPr kumimoji="0" lang="en-GB" altLang="fr-FR" sz="950" b="1" i="0" u="none" strike="noStrike" kern="0" cap="none" spc="0" normalizeH="0" baseline="0" noProof="0">
                  <a:ln>
                    <a:noFill/>
                  </a:ln>
                  <a:solidFill>
                    <a:schemeClr val="bg1"/>
                  </a:solidFill>
                  <a:effectLst/>
                  <a:uLnTx/>
                  <a:uFillTx/>
                </a:rPr>
                <a:t>The key improvement areas identified in the Operating Model included:</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Services, Governance and Policies </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Processes</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Cash Management (Bank Accounts) </a:t>
              </a:r>
            </a:p>
            <a:p>
              <a:pPr marL="170730" marR="0" lvl="1" indent="-170730" defTabSz="914400" eaLnBrk="1" fontAlgn="ctr" latinLnBrk="0" hangingPunct="1">
                <a:lnSpc>
                  <a:spcPts val="14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GB" altLang="fr-FR" sz="950" b="0" i="0" u="none" strike="noStrike" kern="0" cap="none" spc="0" normalizeH="0" baseline="0" noProof="0">
                  <a:ln>
                    <a:noFill/>
                  </a:ln>
                  <a:solidFill>
                    <a:schemeClr val="bg1"/>
                  </a:solidFill>
                  <a:effectLst/>
                  <a:uLnTx/>
                  <a:uFillTx/>
                </a:rPr>
                <a:t>General Ledger Process </a:t>
              </a:r>
              <a:endParaRPr kumimoji="0" lang="en-IN" sz="950" b="0" i="0" u="none" strike="noStrike" kern="0" cap="none" spc="0" normalizeH="0" baseline="0" noProof="0">
                <a:ln>
                  <a:noFill/>
                </a:ln>
                <a:solidFill>
                  <a:schemeClr val="bg1"/>
                </a:solidFill>
                <a:effectLst/>
                <a:uLnTx/>
                <a:uFillTx/>
              </a:endParaRP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endParaRPr kumimoji="0" lang="en-IN" sz="950" b="1" i="0" u="none" strike="noStrike" kern="0" cap="none" spc="0" normalizeH="0" baseline="0" noProof="0">
                <a:ln>
                  <a:noFill/>
                </a:ln>
                <a:solidFill>
                  <a:schemeClr val="bg1"/>
                </a:solidFill>
                <a:effectLst/>
                <a:uLnTx/>
                <a:uFillTx/>
              </a:endParaRP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r>
                <a:rPr kumimoji="0" lang="en-IN" sz="950" b="1" i="0" u="none" strike="noStrike" kern="0" cap="none" spc="0" normalizeH="0" baseline="0" noProof="0">
                  <a:ln>
                    <a:noFill/>
                  </a:ln>
                  <a:solidFill>
                    <a:schemeClr val="bg1"/>
                  </a:solidFill>
                  <a:effectLst/>
                  <a:uLnTx/>
                  <a:uFillTx/>
                </a:rPr>
                <a:t>Key Outputs:</a:t>
              </a:r>
            </a:p>
            <a:p>
              <a:pPr marL="0" marR="0" lvl="1" indent="0" defTabSz="1042138" eaLnBrk="1" fontAlgn="ctr" latinLnBrk="0" hangingPunct="1">
                <a:lnSpc>
                  <a:spcPct val="100000"/>
                </a:lnSpc>
                <a:spcBef>
                  <a:spcPts val="200"/>
                </a:spcBef>
                <a:spcAft>
                  <a:spcPts val="300"/>
                </a:spcAft>
                <a:buClr>
                  <a:srgbClr val="FFE600"/>
                </a:buClr>
                <a:buSzPct val="100000"/>
                <a:buFontTx/>
                <a:buNone/>
                <a:tabLst>
                  <a:tab pos="88768" algn="l"/>
                </a:tabLst>
                <a:defRPr/>
              </a:pPr>
              <a:endParaRPr kumimoji="0" lang="en-GB" altLang="fr-FR" sz="950" b="0" i="0" u="none" strike="noStrike" kern="0" cap="none" spc="0" normalizeH="0" baseline="0" noProof="0">
                <a:ln>
                  <a:noFill/>
                </a:ln>
                <a:solidFill>
                  <a:schemeClr val="bg1"/>
                </a:solidFill>
                <a:effectLst/>
                <a:uLnTx/>
                <a:uFillTx/>
              </a:endParaRPr>
            </a:p>
          </p:txBody>
        </p:sp>
        <p:grpSp>
          <p:nvGrpSpPr>
            <p:cNvPr id="16" name="Group 15">
              <a:extLst>
                <a:ext uri="{FF2B5EF4-FFF2-40B4-BE49-F238E27FC236}">
                  <a16:creationId xmlns:a16="http://schemas.microsoft.com/office/drawing/2014/main" id="{8C9698C8-09A0-3173-5173-5256C3BD1CC1}"/>
                </a:ext>
              </a:extLst>
            </p:cNvPr>
            <p:cNvGrpSpPr/>
            <p:nvPr/>
          </p:nvGrpSpPr>
          <p:grpSpPr>
            <a:xfrm>
              <a:off x="8632031" y="5102771"/>
              <a:ext cx="2791942" cy="990053"/>
              <a:chOff x="8632031" y="5102772"/>
              <a:chExt cx="2791942" cy="1265077"/>
            </a:xfrm>
          </p:grpSpPr>
          <p:pic>
            <p:nvPicPr>
              <p:cNvPr id="18" name="Picture 17">
                <a:extLst>
                  <a:ext uri="{FF2B5EF4-FFF2-40B4-BE49-F238E27FC236}">
                    <a16:creationId xmlns:a16="http://schemas.microsoft.com/office/drawing/2014/main" id="{74AA4D80-647F-5FE0-4321-34EFDAA0D593}"/>
                  </a:ext>
                </a:extLst>
              </p:cNvPr>
              <p:cNvPicPr>
                <a:picLocks noChangeAspect="1"/>
              </p:cNvPicPr>
              <p:nvPr/>
            </p:nvPicPr>
            <p:blipFill>
              <a:blip r:embed="rId2"/>
              <a:stretch>
                <a:fillRect/>
              </a:stretch>
            </p:blipFill>
            <p:spPr>
              <a:xfrm>
                <a:off x="8632031" y="5102772"/>
                <a:ext cx="1089018" cy="607322"/>
              </a:xfrm>
              <a:prstGeom prst="rect">
                <a:avLst/>
              </a:prstGeom>
            </p:spPr>
          </p:pic>
          <p:pic>
            <p:nvPicPr>
              <p:cNvPr id="19" name="Picture 18">
                <a:extLst>
                  <a:ext uri="{FF2B5EF4-FFF2-40B4-BE49-F238E27FC236}">
                    <a16:creationId xmlns:a16="http://schemas.microsoft.com/office/drawing/2014/main" id="{626A3A25-8B37-B681-007A-D954AE9205B1}"/>
                  </a:ext>
                </a:extLst>
              </p:cNvPr>
              <p:cNvPicPr>
                <a:picLocks noChangeAspect="1"/>
              </p:cNvPicPr>
              <p:nvPr/>
            </p:nvPicPr>
            <p:blipFill>
              <a:blip r:embed="rId3"/>
              <a:stretch>
                <a:fillRect/>
              </a:stretch>
            </p:blipFill>
            <p:spPr>
              <a:xfrm>
                <a:off x="9062811" y="5182925"/>
                <a:ext cx="1039409" cy="589877"/>
              </a:xfrm>
              <a:prstGeom prst="rect">
                <a:avLst/>
              </a:prstGeom>
            </p:spPr>
          </p:pic>
          <p:pic>
            <p:nvPicPr>
              <p:cNvPr id="20" name="Picture 19">
                <a:extLst>
                  <a:ext uri="{FF2B5EF4-FFF2-40B4-BE49-F238E27FC236}">
                    <a16:creationId xmlns:a16="http://schemas.microsoft.com/office/drawing/2014/main" id="{4971ED2F-186B-FCDB-B11F-805A84698596}"/>
                  </a:ext>
                </a:extLst>
              </p:cNvPr>
              <p:cNvPicPr>
                <a:picLocks noChangeAspect="1"/>
              </p:cNvPicPr>
              <p:nvPr/>
            </p:nvPicPr>
            <p:blipFill>
              <a:blip r:embed="rId4"/>
              <a:stretch>
                <a:fillRect/>
              </a:stretch>
            </p:blipFill>
            <p:spPr>
              <a:xfrm>
                <a:off x="9582516" y="5319342"/>
                <a:ext cx="1041108" cy="554161"/>
              </a:xfrm>
              <a:prstGeom prst="rect">
                <a:avLst/>
              </a:prstGeom>
            </p:spPr>
          </p:pic>
          <p:pic>
            <p:nvPicPr>
              <p:cNvPr id="21" name="Picture 20">
                <a:extLst>
                  <a:ext uri="{FF2B5EF4-FFF2-40B4-BE49-F238E27FC236}">
                    <a16:creationId xmlns:a16="http://schemas.microsoft.com/office/drawing/2014/main" id="{7CE8EA2F-E0AD-68A4-62B4-CE0BF444D740}"/>
                  </a:ext>
                </a:extLst>
              </p:cNvPr>
              <p:cNvPicPr>
                <a:picLocks noChangeAspect="1"/>
              </p:cNvPicPr>
              <p:nvPr/>
            </p:nvPicPr>
            <p:blipFill>
              <a:blip r:embed="rId5"/>
              <a:stretch>
                <a:fillRect/>
              </a:stretch>
            </p:blipFill>
            <p:spPr>
              <a:xfrm>
                <a:off x="9985523" y="5541047"/>
                <a:ext cx="1089018" cy="607322"/>
              </a:xfrm>
              <a:prstGeom prst="rect">
                <a:avLst/>
              </a:prstGeom>
            </p:spPr>
          </p:pic>
          <p:pic>
            <p:nvPicPr>
              <p:cNvPr id="22" name="Picture 21">
                <a:extLst>
                  <a:ext uri="{FF2B5EF4-FFF2-40B4-BE49-F238E27FC236}">
                    <a16:creationId xmlns:a16="http://schemas.microsoft.com/office/drawing/2014/main" id="{0258DB7C-558F-954A-445E-068CC3929F56}"/>
                  </a:ext>
                </a:extLst>
              </p:cNvPr>
              <p:cNvPicPr>
                <a:picLocks noChangeAspect="1"/>
              </p:cNvPicPr>
              <p:nvPr/>
            </p:nvPicPr>
            <p:blipFill>
              <a:blip r:embed="rId6"/>
              <a:stretch>
                <a:fillRect/>
              </a:stretch>
            </p:blipFill>
            <p:spPr>
              <a:xfrm>
                <a:off x="10352223" y="5763838"/>
                <a:ext cx="1071750" cy="604011"/>
              </a:xfrm>
              <a:prstGeom prst="rect">
                <a:avLst/>
              </a:prstGeom>
              <a:ln>
                <a:noFill/>
              </a:ln>
              <a:effectLst>
                <a:outerShdw blurRad="292100" dist="139700" dir="2700000" algn="tl" rotWithShape="0">
                  <a:srgbClr val="333333">
                    <a:alpha val="65000"/>
                  </a:srgbClr>
                </a:outerShdw>
              </a:effectLst>
            </p:spPr>
          </p:pic>
        </p:grpSp>
        <p:sp>
          <p:nvSpPr>
            <p:cNvPr id="17" name="Rectangle 16">
              <a:extLst>
                <a:ext uri="{FF2B5EF4-FFF2-40B4-BE49-F238E27FC236}">
                  <a16:creationId xmlns:a16="http://schemas.microsoft.com/office/drawing/2014/main" id="{5C3A7F25-17B5-F563-CF47-71556EC3575F}"/>
                </a:ext>
              </a:extLst>
            </p:cNvPr>
            <p:cNvSpPr/>
            <p:nvPr/>
          </p:nvSpPr>
          <p:spPr>
            <a:xfrm>
              <a:off x="579622" y="1119633"/>
              <a:ext cx="10980000" cy="905168"/>
            </a:xfrm>
            <a:prstGeom prst="rect">
              <a:avLst/>
            </a:prstGeom>
            <a:blipFill dpi="0" rotWithShape="1">
              <a:blip r:embed="rId7" cstate="print">
                <a:extLst>
                  <a:ext uri="{28A0092B-C50C-407E-A947-70E740481C1C}">
                    <a14:useLocalDpi xmlns:a14="http://schemas.microsoft.com/office/drawing/2010/main"/>
                  </a:ext>
                </a:extLst>
              </a:blip>
              <a:srcRect/>
              <a:stretch>
                <a:fillRect l="-775" t="-236495" r="-399" b="-310899"/>
              </a:stretch>
            </a:blip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EYInterstate Light"/>
                <a:ea typeface="+mn-ea"/>
                <a:cs typeface="+mn-cs"/>
              </a:endParaRPr>
            </a:p>
          </p:txBody>
        </p:sp>
      </p:grpSp>
    </p:spTree>
    <p:extLst>
      <p:ext uri="{BB962C8B-B14F-4D97-AF65-F5344CB8AC3E}">
        <p14:creationId xmlns:p14="http://schemas.microsoft.com/office/powerpoint/2010/main" val="21375470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93B04-B439-AE57-CD70-52C6E6F02587}"/>
              </a:ext>
            </a:extLst>
          </p:cNvPr>
          <p:cNvSpPr>
            <a:spLocks noGrp="1"/>
          </p:cNvSpPr>
          <p:nvPr>
            <p:ph type="title"/>
          </p:nvPr>
        </p:nvSpPr>
        <p:spPr/>
        <p:txBody>
          <a:bodyPr/>
          <a:lstStyle/>
          <a:p>
            <a:r>
              <a:rPr lang="en-IE"/>
              <a:t>Dairy Farm: BlackLine Transaction Matching &amp; Journal Implementation</a:t>
            </a:r>
            <a:endParaRPr lang="en-IN"/>
          </a:p>
        </p:txBody>
      </p:sp>
      <p:sp>
        <p:nvSpPr>
          <p:cNvPr id="5" name="Slide Number Placeholder 4">
            <a:extLst>
              <a:ext uri="{FF2B5EF4-FFF2-40B4-BE49-F238E27FC236}">
                <a16:creationId xmlns:a16="http://schemas.microsoft.com/office/drawing/2014/main" id="{EDD21795-D070-71CC-3A24-D44583BF6FA0}"/>
              </a:ext>
            </a:extLst>
          </p:cNvPr>
          <p:cNvSpPr>
            <a:spLocks noGrp="1"/>
          </p:cNvSpPr>
          <p:nvPr>
            <p:ph type="sldNum" sz="quarter" idx="12"/>
          </p:nvPr>
        </p:nvSpPr>
        <p:spPr/>
        <p:txBody>
          <a:bodyPr/>
          <a:lstStyle/>
          <a:p>
            <a:fld id="{94FCA0F3-9F3A-694B-99BB-0E592A797735}" type="slidenum">
              <a:rPr lang="en-US" smtClean="0"/>
              <a:t>74</a:t>
            </a:fld>
            <a:endParaRPr lang="en-US"/>
          </a:p>
        </p:txBody>
      </p:sp>
      <p:sp>
        <p:nvSpPr>
          <p:cNvPr id="6" name="Date Placeholder 5">
            <a:extLst>
              <a:ext uri="{FF2B5EF4-FFF2-40B4-BE49-F238E27FC236}">
                <a16:creationId xmlns:a16="http://schemas.microsoft.com/office/drawing/2014/main" id="{1DB2E7EA-5854-9539-A2C9-65C38BB32002}"/>
              </a:ext>
            </a:extLst>
          </p:cNvPr>
          <p:cNvSpPr>
            <a:spLocks noGrp="1"/>
          </p:cNvSpPr>
          <p:nvPr>
            <p:ph type="dt" sz="half" idx="10"/>
          </p:nvPr>
        </p:nvSpPr>
        <p:spPr/>
        <p:txBody>
          <a:bodyPr/>
          <a:lstStyle/>
          <a:p>
            <a:fld id="{08827C1B-07C3-43AC-ADD7-756358FCDD41}" type="datetime1">
              <a:rPr lang="en-US" smtClean="0"/>
              <a:t>11/28/2025</a:t>
            </a:fld>
            <a:endParaRPr lang="en-US"/>
          </a:p>
        </p:txBody>
      </p:sp>
      <p:sp>
        <p:nvSpPr>
          <p:cNvPr id="9" name="Slide Number Placeholder 5">
            <a:extLst>
              <a:ext uri="{FF2B5EF4-FFF2-40B4-BE49-F238E27FC236}">
                <a16:creationId xmlns:a16="http://schemas.microsoft.com/office/drawing/2014/main" id="{58C9D897-2CA6-057F-220E-323E02E8EE86}"/>
              </a:ext>
            </a:extLst>
          </p:cNvPr>
          <p:cNvSpPr txBox="1">
            <a:spLocks/>
          </p:cNvSpPr>
          <p:nvPr/>
        </p:nvSpPr>
        <p:spPr>
          <a:xfrm>
            <a:off x="616900" y="6471244"/>
            <a:ext cx="662721" cy="180000"/>
          </a:xfrm>
          <a:prstGeom prst="rect">
            <a:avLst/>
          </a:prstGeom>
        </p:spPr>
        <p:txBody>
          <a:bodyPr vert="horz" lIns="0" tIns="0" rIns="0" bIns="0" rtlCol="0" anchor="ctr"/>
          <a:lstStyle>
            <a:defPPr>
              <a:defRPr lang="en-US"/>
            </a:defPPr>
            <a:lvl1pPr marL="0" algn="l" defTabSz="913943" rtl="0" eaLnBrk="1" latinLnBrk="0" hangingPunct="1">
              <a:defRPr lang="en-IN"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EYInterstate" panose="02000503020000020004" pitchFamily="2" charset="0"/>
                <a:ea typeface="+mn-ea"/>
                <a:cs typeface="+mn-cs"/>
              </a:rPr>
              <a:t>Page </a:t>
            </a:r>
            <a:fld id="{F1BC30E3-FFE5-4B91-AA19-87A149EBB9EE}" type="slidenum">
              <a:rPr kumimoji="0" lang="en-IN" sz="800" b="0" i="0" u="none" strike="noStrike" kern="1200" cap="none" spc="0" normalizeH="0" baseline="0" noProof="0" smtClean="0">
                <a:ln>
                  <a:noFill/>
                </a:ln>
                <a:solidFill>
                  <a:prstClr val="white"/>
                </a:solidFill>
                <a:effectLst/>
                <a:uLnTx/>
                <a:uFillTx/>
                <a:latin typeface="EYInterstate" panose="02000503020000020004" pitchFamily="2" charset="0"/>
                <a:ea typeface="+mn-ea"/>
                <a:cs typeface="+mn-cs"/>
              </a:rPr>
              <a:pPr marL="0" marR="0" lvl="0" indent="0" algn="l" defTabSz="913943" rtl="0" eaLnBrk="1" fontAlgn="auto" latinLnBrk="0" hangingPunct="1">
                <a:lnSpc>
                  <a:spcPct val="100000"/>
                </a:lnSpc>
                <a:spcBef>
                  <a:spcPts val="0"/>
                </a:spcBef>
                <a:spcAft>
                  <a:spcPts val="0"/>
                </a:spcAft>
                <a:buClrTx/>
                <a:buSzTx/>
                <a:buFontTx/>
                <a:buNone/>
                <a:tabLst/>
                <a:defRPr/>
              </a:pPr>
              <a:t>74</a:t>
            </a:fld>
            <a:endParaRPr kumimoji="0" lang="en-IN" sz="800" b="0" i="0" u="none" strike="noStrike" kern="1200" cap="none" spc="0" normalizeH="0" baseline="0" noProof="0">
              <a:ln>
                <a:noFill/>
              </a:ln>
              <a:solidFill>
                <a:prstClr val="white"/>
              </a:solidFill>
              <a:effectLst/>
              <a:uLnTx/>
              <a:uFillTx/>
              <a:latin typeface="EYInterstate" panose="02000503020000020004" pitchFamily="2" charset="0"/>
              <a:ea typeface="+mn-ea"/>
              <a:cs typeface="+mn-cs"/>
            </a:endParaRPr>
          </a:p>
        </p:txBody>
      </p:sp>
      <p:grpSp>
        <p:nvGrpSpPr>
          <p:cNvPr id="10" name="Group 9">
            <a:extLst>
              <a:ext uri="{FF2B5EF4-FFF2-40B4-BE49-F238E27FC236}">
                <a16:creationId xmlns:a16="http://schemas.microsoft.com/office/drawing/2014/main" id="{4E6669FA-BF84-041B-B797-D75E3B6F024C}"/>
              </a:ext>
            </a:extLst>
          </p:cNvPr>
          <p:cNvGrpSpPr/>
          <p:nvPr/>
        </p:nvGrpSpPr>
        <p:grpSpPr>
          <a:xfrm>
            <a:off x="567627" y="1098312"/>
            <a:ext cx="11014262" cy="4994513"/>
            <a:chOff x="567627" y="1098312"/>
            <a:chExt cx="11014262" cy="4994513"/>
          </a:xfrm>
        </p:grpSpPr>
        <p:grpSp>
          <p:nvGrpSpPr>
            <p:cNvPr id="11" name="Group 10">
              <a:extLst>
                <a:ext uri="{FF2B5EF4-FFF2-40B4-BE49-F238E27FC236}">
                  <a16:creationId xmlns:a16="http://schemas.microsoft.com/office/drawing/2014/main" id="{848C23CB-70E3-6713-F733-81C5AEE64E83}"/>
                </a:ext>
              </a:extLst>
            </p:cNvPr>
            <p:cNvGrpSpPr/>
            <p:nvPr/>
          </p:nvGrpSpPr>
          <p:grpSpPr>
            <a:xfrm>
              <a:off x="609280" y="2113965"/>
              <a:ext cx="10972609" cy="3978860"/>
              <a:chOff x="609597" y="1599262"/>
              <a:chExt cx="10301104" cy="4669277"/>
            </a:xfrm>
          </p:grpSpPr>
          <p:grpSp>
            <p:nvGrpSpPr>
              <p:cNvPr id="13" name="Group 12">
                <a:extLst>
                  <a:ext uri="{FF2B5EF4-FFF2-40B4-BE49-F238E27FC236}">
                    <a16:creationId xmlns:a16="http://schemas.microsoft.com/office/drawing/2014/main" id="{3126556C-93E8-13E7-C901-93F29A4649E4}"/>
                  </a:ext>
                </a:extLst>
              </p:cNvPr>
              <p:cNvGrpSpPr/>
              <p:nvPr/>
            </p:nvGrpSpPr>
            <p:grpSpPr>
              <a:xfrm>
                <a:off x="609597" y="1599262"/>
                <a:ext cx="3331344" cy="4657708"/>
                <a:chOff x="609597" y="1599262"/>
                <a:chExt cx="3331344" cy="4657708"/>
              </a:xfrm>
            </p:grpSpPr>
            <p:grpSp>
              <p:nvGrpSpPr>
                <p:cNvPr id="24" name="Group 23">
                  <a:extLst>
                    <a:ext uri="{FF2B5EF4-FFF2-40B4-BE49-F238E27FC236}">
                      <a16:creationId xmlns:a16="http://schemas.microsoft.com/office/drawing/2014/main" id="{B104085A-EE78-5C3A-EFC6-1A727F62DB7E}"/>
                    </a:ext>
                  </a:extLst>
                </p:cNvPr>
                <p:cNvGrpSpPr/>
                <p:nvPr/>
              </p:nvGrpSpPr>
              <p:grpSpPr>
                <a:xfrm>
                  <a:off x="609597" y="1599262"/>
                  <a:ext cx="3331344" cy="365690"/>
                  <a:chOff x="609600" y="1127125"/>
                  <a:chExt cx="3409146" cy="365690"/>
                </a:xfrm>
              </p:grpSpPr>
              <p:sp>
                <p:nvSpPr>
                  <p:cNvPr id="26" name="Rectangle 25">
                    <a:extLst>
                      <a:ext uri="{FF2B5EF4-FFF2-40B4-BE49-F238E27FC236}">
                        <a16:creationId xmlns:a16="http://schemas.microsoft.com/office/drawing/2014/main" id="{7F803618-5877-250D-DFB4-489A908DA5D7}"/>
                      </a:ext>
                    </a:extLst>
                  </p:cNvPr>
                  <p:cNvSpPr/>
                  <p:nvPr/>
                </p:nvSpPr>
                <p:spPr>
                  <a:xfrm>
                    <a:off x="609600" y="1127125"/>
                    <a:ext cx="76200" cy="365690"/>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 name="Rectangle 26">
                    <a:extLst>
                      <a:ext uri="{FF2B5EF4-FFF2-40B4-BE49-F238E27FC236}">
                        <a16:creationId xmlns:a16="http://schemas.microsoft.com/office/drawing/2014/main" id="{C91C83C1-F20B-E20F-035F-9D7D031E4588}"/>
                      </a:ext>
                    </a:extLst>
                  </p:cNvPr>
                  <p:cNvSpPr/>
                  <p:nvPr/>
                </p:nvSpPr>
                <p:spPr>
                  <a:xfrm>
                    <a:off x="724414" y="1127125"/>
                    <a:ext cx="3294332" cy="365690"/>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latin typeface="EYInterstate Light"/>
                        <a:ea typeface="+mn-ea"/>
                        <a:cs typeface="+mn-cs"/>
                      </a:rPr>
                      <a:t>1. Business background:</a:t>
                    </a:r>
                  </a:p>
                </p:txBody>
              </p:sp>
            </p:grpSp>
            <p:sp>
              <p:nvSpPr>
                <p:cNvPr id="25" name="Rectangle 24">
                  <a:extLst>
                    <a:ext uri="{FF2B5EF4-FFF2-40B4-BE49-F238E27FC236}">
                      <a16:creationId xmlns:a16="http://schemas.microsoft.com/office/drawing/2014/main" id="{78456A4F-DBFF-A6CA-09B7-F4AA3112AD3C}"/>
                    </a:ext>
                  </a:extLst>
                </p:cNvPr>
                <p:cNvSpPr/>
                <p:nvPr/>
              </p:nvSpPr>
              <p:spPr>
                <a:xfrm>
                  <a:off x="609601" y="2013355"/>
                  <a:ext cx="3329138" cy="4243615"/>
                </a:xfrm>
                <a:prstGeom prst="rect">
                  <a:avLst/>
                </a:prstGeom>
                <a:noFill/>
                <a:ln w="6350" cap="flat" cmpd="sng" algn="ctr">
                  <a:solidFill>
                    <a:sysClr val="window" lastClr="FFFFFF"/>
                  </a:solidFill>
                  <a:prstDash val="dash"/>
                </a:ln>
                <a:effectLst/>
              </p:spPr>
              <p:txBody>
                <a:bodyPr lIns="228481" tIns="137089" rtlCol="0" anchor="t" anchorCtr="0"/>
                <a:lstStyle/>
                <a:p>
                  <a:pPr marL="0" marR="0" lvl="0" indent="0" defTabSz="1044000" eaLnBrk="1" fontAlgn="ctr" latinLnBrk="0" hangingPunct="1">
                    <a:lnSpc>
                      <a:spcPct val="100000"/>
                    </a:lnSpc>
                    <a:spcBef>
                      <a:spcPts val="0"/>
                    </a:spcBef>
                    <a:spcAft>
                      <a:spcPts val="6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latin typeface="EYInterstate Light"/>
                      <a:ea typeface="+mn-ea"/>
                      <a:cs typeface="+mn-cs"/>
                    </a:rPr>
                    <a:t>Client background: </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Dairy Farm is a leading pan-Asian retailer. Dairy Farm International Holdings Limited is incorporated in Bermuda and has a standard listing on the London Stock Exchange, with secondary listings in Bermuda and Singapore</a:t>
                  </a:r>
                </a:p>
                <a:p>
                  <a:pPr marL="0" marR="0" lvl="1" indent="0" defTabSz="1041617" eaLnBrk="1" fontAlgn="ctr" latinLnBrk="0" hangingPunct="1">
                    <a:lnSpc>
                      <a:spcPct val="100000"/>
                    </a:lnSpc>
                    <a:spcBef>
                      <a:spcPts val="0"/>
                    </a:spcBef>
                    <a:spcAft>
                      <a:spcPts val="6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latin typeface="EYInterstate Light"/>
                      <a:ea typeface="+mn-ea"/>
                      <a:cs typeface="+mn-cs"/>
                    </a:rPr>
                    <a:t>Client was looking for:</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The elimination of manual excel based reconciliation of the sales data.</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Automated Journals workflow for variance postings.</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Analysing the financial data &amp; current ERP systems </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Configurable dashboards and reporting </a:t>
                  </a:r>
                </a:p>
                <a:p>
                  <a:pPr marL="0" marR="0" lvl="1" indent="0" defTabSz="1041617" eaLnBrk="1" fontAlgn="ctr" latinLnBrk="0" hangingPunct="1">
                    <a:lnSpc>
                      <a:spcPct val="100000"/>
                    </a:lnSpc>
                    <a:spcBef>
                      <a:spcPts val="0"/>
                    </a:spcBef>
                    <a:spcAft>
                      <a:spcPts val="6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latin typeface="EYInterstate Light"/>
                      <a:ea typeface="+mn-ea"/>
                      <a:cs typeface="+mn-cs"/>
                    </a:rPr>
                    <a:t>GDS role: </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Configured BlackLine instance for  Matching Module &amp; global settings.</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Development of Business rules to define matching criteria.</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Prepared workshop decks, admin guides, training guide to drive the workshops and training session with the client.</a:t>
                  </a:r>
                </a:p>
              </p:txBody>
            </p:sp>
          </p:grpSp>
          <p:grpSp>
            <p:nvGrpSpPr>
              <p:cNvPr id="14" name="Group 13">
                <a:extLst>
                  <a:ext uri="{FF2B5EF4-FFF2-40B4-BE49-F238E27FC236}">
                    <a16:creationId xmlns:a16="http://schemas.microsoft.com/office/drawing/2014/main" id="{703F0C64-1F6F-B818-6DD3-0BE0E25171E8}"/>
                  </a:ext>
                </a:extLst>
              </p:cNvPr>
              <p:cNvGrpSpPr/>
              <p:nvPr/>
            </p:nvGrpSpPr>
            <p:grpSpPr>
              <a:xfrm>
                <a:off x="4094477" y="1610830"/>
                <a:ext cx="3331344" cy="4657709"/>
                <a:chOff x="609597" y="1599262"/>
                <a:chExt cx="3331344" cy="4657709"/>
              </a:xfrm>
            </p:grpSpPr>
            <p:grpSp>
              <p:nvGrpSpPr>
                <p:cNvPr id="20" name="Group 19">
                  <a:extLst>
                    <a:ext uri="{FF2B5EF4-FFF2-40B4-BE49-F238E27FC236}">
                      <a16:creationId xmlns:a16="http://schemas.microsoft.com/office/drawing/2014/main" id="{528208A2-9575-3FE0-E182-9B0D0AA6CFD1}"/>
                    </a:ext>
                  </a:extLst>
                </p:cNvPr>
                <p:cNvGrpSpPr/>
                <p:nvPr/>
              </p:nvGrpSpPr>
              <p:grpSpPr>
                <a:xfrm>
                  <a:off x="609597" y="1599262"/>
                  <a:ext cx="3331344" cy="365690"/>
                  <a:chOff x="609600" y="1127125"/>
                  <a:chExt cx="3409146" cy="365690"/>
                </a:xfrm>
              </p:grpSpPr>
              <p:sp>
                <p:nvSpPr>
                  <p:cNvPr id="22" name="Rectangle 21">
                    <a:extLst>
                      <a:ext uri="{FF2B5EF4-FFF2-40B4-BE49-F238E27FC236}">
                        <a16:creationId xmlns:a16="http://schemas.microsoft.com/office/drawing/2014/main" id="{399B818D-4CC6-05CD-8CC8-EF128D0D82FB}"/>
                      </a:ext>
                    </a:extLst>
                  </p:cNvPr>
                  <p:cNvSpPr/>
                  <p:nvPr/>
                </p:nvSpPr>
                <p:spPr>
                  <a:xfrm>
                    <a:off x="609600" y="1127125"/>
                    <a:ext cx="76200" cy="365690"/>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 name="Rectangle 22">
                    <a:extLst>
                      <a:ext uri="{FF2B5EF4-FFF2-40B4-BE49-F238E27FC236}">
                        <a16:creationId xmlns:a16="http://schemas.microsoft.com/office/drawing/2014/main" id="{68287076-4AB0-50DE-1D54-A99C0C521640}"/>
                      </a:ext>
                    </a:extLst>
                  </p:cNvPr>
                  <p:cNvSpPr/>
                  <p:nvPr/>
                </p:nvSpPr>
                <p:spPr>
                  <a:xfrm>
                    <a:off x="724414" y="1127125"/>
                    <a:ext cx="3294332" cy="365690"/>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latin typeface="EYInterstate Light"/>
                        <a:ea typeface="+mn-ea"/>
                        <a:cs typeface="+mn-cs"/>
                      </a:rPr>
                      <a:t>2. Solution:</a:t>
                    </a:r>
                  </a:p>
                </p:txBody>
              </p:sp>
            </p:grpSp>
            <p:sp>
              <p:nvSpPr>
                <p:cNvPr id="21" name="Rectangle 20">
                  <a:extLst>
                    <a:ext uri="{FF2B5EF4-FFF2-40B4-BE49-F238E27FC236}">
                      <a16:creationId xmlns:a16="http://schemas.microsoft.com/office/drawing/2014/main" id="{2C423205-09E9-41ED-EB25-0B7CA7920CBD}"/>
                    </a:ext>
                  </a:extLst>
                </p:cNvPr>
                <p:cNvSpPr/>
                <p:nvPr/>
              </p:nvSpPr>
              <p:spPr>
                <a:xfrm>
                  <a:off x="609601" y="2013355"/>
                  <a:ext cx="3329138" cy="4243616"/>
                </a:xfrm>
                <a:prstGeom prst="rect">
                  <a:avLst/>
                </a:prstGeom>
                <a:noFill/>
                <a:ln w="6350" cap="flat" cmpd="sng" algn="ctr">
                  <a:solidFill>
                    <a:sysClr val="window" lastClr="FFFFFF"/>
                  </a:solidFill>
                  <a:prstDash val="dash"/>
                </a:ln>
                <a:effectLst/>
              </p:spPr>
              <p:txBody>
                <a:bodyPr lIns="228481" tIns="137089" rtlCol="0" anchor="t" anchorCtr="0"/>
                <a:lstStyle/>
                <a:p>
                  <a:pPr marL="0" marR="0" lvl="1" indent="0" defTabSz="1041617" eaLnBrk="1" fontAlgn="ctr" latinLnBrk="0" hangingPunct="1">
                    <a:lnSpc>
                      <a:spcPct val="100000"/>
                    </a:lnSpc>
                    <a:spcBef>
                      <a:spcPts val="0"/>
                    </a:spcBef>
                    <a:spcAft>
                      <a:spcPts val="3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latin typeface="EYInterstate Light"/>
                      <a:ea typeface="+mn-ea"/>
                      <a:cs typeface="+mn-cs"/>
                    </a:rPr>
                    <a:t>Scope: </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Dairy Farm required a cloud based system to help in sales reconciliation and automated journals workflow for variance.</a:t>
                  </a:r>
                </a:p>
                <a:p>
                  <a:pPr marL="0" marR="0" lvl="1" indent="0" defTabSz="1041617" eaLnBrk="1" fontAlgn="ctr" latinLnBrk="0" hangingPunct="1">
                    <a:lnSpc>
                      <a:spcPct val="100000"/>
                    </a:lnSpc>
                    <a:spcBef>
                      <a:spcPts val="0"/>
                    </a:spcBef>
                    <a:spcAft>
                      <a:spcPts val="3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latin typeface="EYInterstate Light"/>
                      <a:ea typeface="+mn-ea"/>
                      <a:cs typeface="+mn-cs"/>
                    </a:rPr>
                    <a:t>GDS Team: </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GDS team size: 1 FTE (Offshore); 2 months</a:t>
                  </a:r>
                </a:p>
                <a:p>
                  <a:pPr marL="0" marR="0" lvl="1" indent="0" defTabSz="1041617" eaLnBrk="1" fontAlgn="ctr" latinLnBrk="0" hangingPunct="1">
                    <a:lnSpc>
                      <a:spcPct val="100000"/>
                    </a:lnSpc>
                    <a:spcBef>
                      <a:spcPts val="0"/>
                    </a:spcBef>
                    <a:spcAft>
                      <a:spcPts val="300"/>
                    </a:spcAft>
                    <a:buClr>
                      <a:srgbClr val="FFE600"/>
                    </a:buClr>
                    <a:buSzPct val="100000"/>
                    <a:buFontTx/>
                    <a:buNone/>
                    <a:tabLst/>
                    <a:defRPr/>
                  </a:pPr>
                  <a:r>
                    <a:rPr kumimoji="0" lang="en-IN" sz="950" b="1" i="0" u="none" strike="noStrike" kern="0" cap="none" spc="0" normalizeH="0" baseline="0" noProof="0">
                      <a:ln>
                        <a:noFill/>
                      </a:ln>
                      <a:solidFill>
                        <a:schemeClr val="bg1"/>
                      </a:solidFill>
                      <a:effectLst/>
                      <a:uLnTx/>
                      <a:uFillTx/>
                      <a:latin typeface="EYInterstate Light"/>
                      <a:ea typeface="+mn-ea"/>
                      <a:cs typeface="+mn-cs"/>
                    </a:rPr>
                    <a:t>Value delivered: </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Built and update BlackLine module for quick matching results with interface through static data source.</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Documented Key Design Decision for Implementation</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Standardised and streamlined cash matching process with defined pass rules for all payment banners.</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Documented comprehensive training material &amp; work instructions for all modules</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Streamlined financial process related to match transaction requirement for multiple countries to avoid duplicity.</a:t>
                  </a:r>
                </a:p>
                <a:p>
                  <a:pPr marL="171278" marR="0" lvl="1" indent="-171278"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Configured exhaustive reporting suite for all MIS reporting pertaining to FCMP</a:t>
                  </a:r>
                </a:p>
              </p:txBody>
            </p:sp>
          </p:grpSp>
          <p:grpSp>
            <p:nvGrpSpPr>
              <p:cNvPr id="15" name="Group 14">
                <a:extLst>
                  <a:ext uri="{FF2B5EF4-FFF2-40B4-BE49-F238E27FC236}">
                    <a16:creationId xmlns:a16="http://schemas.microsoft.com/office/drawing/2014/main" id="{9ACE61F2-532D-348D-274E-F63C4AD80B4C}"/>
                  </a:ext>
                </a:extLst>
              </p:cNvPr>
              <p:cNvGrpSpPr/>
              <p:nvPr/>
            </p:nvGrpSpPr>
            <p:grpSpPr>
              <a:xfrm>
                <a:off x="7579357" y="1599263"/>
                <a:ext cx="3331344" cy="4657708"/>
                <a:chOff x="609597" y="1599262"/>
                <a:chExt cx="3331344" cy="4657708"/>
              </a:xfrm>
            </p:grpSpPr>
            <p:grpSp>
              <p:nvGrpSpPr>
                <p:cNvPr id="16" name="Group 15">
                  <a:extLst>
                    <a:ext uri="{FF2B5EF4-FFF2-40B4-BE49-F238E27FC236}">
                      <a16:creationId xmlns:a16="http://schemas.microsoft.com/office/drawing/2014/main" id="{FAB89923-9384-C570-D17D-7051C469E888}"/>
                    </a:ext>
                  </a:extLst>
                </p:cNvPr>
                <p:cNvGrpSpPr/>
                <p:nvPr/>
              </p:nvGrpSpPr>
              <p:grpSpPr>
                <a:xfrm>
                  <a:off x="609597" y="1599262"/>
                  <a:ext cx="3331344" cy="365690"/>
                  <a:chOff x="609600" y="1127125"/>
                  <a:chExt cx="3409146" cy="365690"/>
                </a:xfrm>
              </p:grpSpPr>
              <p:sp>
                <p:nvSpPr>
                  <p:cNvPr id="18" name="Rectangle 17">
                    <a:extLst>
                      <a:ext uri="{FF2B5EF4-FFF2-40B4-BE49-F238E27FC236}">
                        <a16:creationId xmlns:a16="http://schemas.microsoft.com/office/drawing/2014/main" id="{4930AEE6-94AB-39BB-993F-4AB767315067}"/>
                      </a:ext>
                    </a:extLst>
                  </p:cNvPr>
                  <p:cNvSpPr/>
                  <p:nvPr/>
                </p:nvSpPr>
                <p:spPr>
                  <a:xfrm>
                    <a:off x="609600" y="1127125"/>
                    <a:ext cx="76200" cy="365690"/>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 name="Rectangle 18">
                    <a:extLst>
                      <a:ext uri="{FF2B5EF4-FFF2-40B4-BE49-F238E27FC236}">
                        <a16:creationId xmlns:a16="http://schemas.microsoft.com/office/drawing/2014/main" id="{47F8E303-4347-70FA-7817-8EAE9B052FAE}"/>
                      </a:ext>
                    </a:extLst>
                  </p:cNvPr>
                  <p:cNvSpPr/>
                  <p:nvPr/>
                </p:nvSpPr>
                <p:spPr>
                  <a:xfrm>
                    <a:off x="724414" y="1127125"/>
                    <a:ext cx="3294332" cy="365690"/>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latin typeface="EYInterstate Light"/>
                        <a:ea typeface="+mn-ea"/>
                        <a:cs typeface="+mn-cs"/>
                      </a:rPr>
                      <a:t>3. Value Delivered</a:t>
                    </a:r>
                  </a:p>
                </p:txBody>
              </p:sp>
            </p:grpSp>
            <p:sp>
              <p:nvSpPr>
                <p:cNvPr id="17" name="Rectangle 16">
                  <a:extLst>
                    <a:ext uri="{FF2B5EF4-FFF2-40B4-BE49-F238E27FC236}">
                      <a16:creationId xmlns:a16="http://schemas.microsoft.com/office/drawing/2014/main" id="{8A10A2F6-B451-492A-850E-DE552F9D1DA4}"/>
                    </a:ext>
                  </a:extLst>
                </p:cNvPr>
                <p:cNvSpPr/>
                <p:nvPr/>
              </p:nvSpPr>
              <p:spPr>
                <a:xfrm>
                  <a:off x="609601" y="2013355"/>
                  <a:ext cx="3329138" cy="4243615"/>
                </a:xfrm>
                <a:prstGeom prst="rect">
                  <a:avLst/>
                </a:prstGeom>
                <a:noFill/>
                <a:ln w="6350" cap="flat" cmpd="sng" algn="ctr">
                  <a:solidFill>
                    <a:sysClr val="window" lastClr="FFFFFF"/>
                  </a:solidFill>
                  <a:prstDash val="dash"/>
                </a:ln>
                <a:effectLst/>
              </p:spPr>
              <p:txBody>
                <a:bodyPr lIns="228481" tIns="137089" rIns="91392" bIns="45696" rtlCol="0" anchor="t" anchorCtr="0"/>
                <a:lstStyle/>
                <a:p>
                  <a:pPr marL="170730" marR="0" lvl="1" indent="-170730"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A team of certified Black Line professionals with complete knowledge on implementation with a blend of RPA experience.</a:t>
                  </a:r>
                  <a:endParaRPr kumimoji="0" lang="en-US" sz="1799" b="0" i="0" u="none" strike="noStrike" kern="0" cap="none" spc="0" normalizeH="0" baseline="0" noProof="0">
                    <a:ln>
                      <a:noFill/>
                    </a:ln>
                    <a:solidFill>
                      <a:schemeClr val="bg1"/>
                    </a:solidFill>
                    <a:effectLst/>
                    <a:uLnTx/>
                    <a:uFillTx/>
                    <a:latin typeface="EYInterstate Light"/>
                    <a:ea typeface="+mn-ea"/>
                    <a:cs typeface="+mn-cs"/>
                  </a:endParaRPr>
                </a:p>
                <a:p>
                  <a:pPr marL="170730" marR="0" lvl="1" indent="-170730"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Elite combination of technical and functional skills which enabled timely execution and high-quality deliverables</a:t>
                  </a:r>
                </a:p>
                <a:p>
                  <a:pPr marL="170730" marR="0" lvl="1" indent="-170730" defTabSz="914400" eaLnBrk="1" fontAlgn="ctr" latinLnBrk="0" hangingPunct="1">
                    <a:lnSpc>
                      <a:spcPct val="100000"/>
                    </a:lnSpc>
                    <a:spcBef>
                      <a:spcPts val="200"/>
                    </a:spcBef>
                    <a:spcAft>
                      <a:spcPts val="200"/>
                    </a:spcAft>
                    <a:buClr>
                      <a:srgbClr val="FFE600"/>
                    </a:buClr>
                    <a:buSzPct val="70000"/>
                    <a:buFont typeface="Arial" panose="020B0604020202020204" pitchFamily="34" charset="0"/>
                    <a:buChar char="►"/>
                    <a:tabLst>
                      <a:tab pos="88768" algn="l"/>
                    </a:tabLst>
                    <a:defRPr/>
                  </a:pPr>
                  <a:r>
                    <a:rPr kumimoji="0" lang="en-IN" sz="950" b="0" i="0" u="none" strike="noStrike" kern="0" cap="none" spc="0" normalizeH="0" baseline="0" noProof="0">
                      <a:ln>
                        <a:noFill/>
                      </a:ln>
                      <a:solidFill>
                        <a:schemeClr val="bg1"/>
                      </a:solidFill>
                      <a:effectLst/>
                      <a:uLnTx/>
                      <a:uFillTx/>
                      <a:latin typeface="EYInterstate Light"/>
                      <a:ea typeface="+mn-ea"/>
                      <a:cs typeface="+mn-cs"/>
                    </a:rPr>
                    <a:t>Deep understanding of financial close process, accounting policies and procedures</a:t>
                  </a:r>
                </a:p>
              </p:txBody>
            </p:sp>
          </p:grpSp>
        </p:grpSp>
        <p:sp>
          <p:nvSpPr>
            <p:cNvPr id="12" name="Rectangle 11">
              <a:extLst>
                <a:ext uri="{FF2B5EF4-FFF2-40B4-BE49-F238E27FC236}">
                  <a16:creationId xmlns:a16="http://schemas.microsoft.com/office/drawing/2014/main" id="{BCC75270-265A-FAF1-0BB3-8D75D62CE907}"/>
                </a:ext>
              </a:extLst>
            </p:cNvPr>
            <p:cNvSpPr/>
            <p:nvPr/>
          </p:nvSpPr>
          <p:spPr>
            <a:xfrm>
              <a:off x="567627" y="1098312"/>
              <a:ext cx="10980000" cy="905168"/>
            </a:xfrm>
            <a:prstGeom prst="rect">
              <a:avLst/>
            </a:prstGeom>
            <a:blipFill dpi="0" rotWithShape="1">
              <a:blip r:embed="rId2" cstate="print">
                <a:extLst>
                  <a:ext uri="{28A0092B-C50C-407E-A947-70E740481C1C}">
                    <a14:useLocalDpi xmlns:a14="http://schemas.microsoft.com/office/drawing/2010/main"/>
                  </a:ext>
                </a:extLst>
              </a:blip>
              <a:srcRect/>
              <a:stretch>
                <a:fillRect l="-775" t="-236495" r="-399" b="-310899"/>
              </a:stretch>
            </a:blip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EYInterstate Light"/>
                <a:ea typeface="+mn-ea"/>
                <a:cs typeface="+mn-cs"/>
              </a:endParaRPr>
            </a:p>
          </p:txBody>
        </p:sp>
      </p:grpSp>
    </p:spTree>
    <p:extLst>
      <p:ext uri="{BB962C8B-B14F-4D97-AF65-F5344CB8AC3E}">
        <p14:creationId xmlns:p14="http://schemas.microsoft.com/office/powerpoint/2010/main" val="39773269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3BF9-FE3A-B79C-F2A3-851A22A83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780A5-E9DB-13BC-4DCC-F9A88CE32771}"/>
              </a:ext>
            </a:extLst>
          </p:cNvPr>
          <p:cNvSpPr>
            <a:spLocks noGrp="1"/>
          </p:cNvSpPr>
          <p:nvPr>
            <p:ph type="title"/>
          </p:nvPr>
        </p:nvSpPr>
        <p:spPr/>
        <p:txBody>
          <a:bodyPr/>
          <a:lstStyle/>
          <a:p>
            <a:r>
              <a:rPr lang="en-IE"/>
              <a:t>Coupang: </a:t>
            </a:r>
            <a:r>
              <a:rPr lang="en-IE" err="1"/>
              <a:t>BlackLine</a:t>
            </a:r>
            <a:r>
              <a:rPr lang="en-IE"/>
              <a:t> Account Reconciliation Implementation</a:t>
            </a:r>
          </a:p>
        </p:txBody>
      </p:sp>
      <p:sp>
        <p:nvSpPr>
          <p:cNvPr id="5" name="Slide Number Placeholder 4">
            <a:extLst>
              <a:ext uri="{FF2B5EF4-FFF2-40B4-BE49-F238E27FC236}">
                <a16:creationId xmlns:a16="http://schemas.microsoft.com/office/drawing/2014/main" id="{A30D7F12-3FAC-780D-C03F-F6828E7B9E78}"/>
              </a:ext>
            </a:extLst>
          </p:cNvPr>
          <p:cNvSpPr>
            <a:spLocks noGrp="1"/>
          </p:cNvSpPr>
          <p:nvPr>
            <p:ph type="sldNum" sz="quarter" idx="12"/>
          </p:nvPr>
        </p:nvSpPr>
        <p:spPr/>
        <p:txBody>
          <a:bodyPr/>
          <a:lstStyle/>
          <a:p>
            <a:fld id="{94FCA0F3-9F3A-694B-99BB-0E592A797735}" type="slidenum">
              <a:rPr lang="en-US" smtClean="0"/>
              <a:t>75</a:t>
            </a:fld>
            <a:endParaRPr lang="en-US"/>
          </a:p>
        </p:txBody>
      </p:sp>
      <p:sp>
        <p:nvSpPr>
          <p:cNvPr id="6" name="Date Placeholder 5">
            <a:extLst>
              <a:ext uri="{FF2B5EF4-FFF2-40B4-BE49-F238E27FC236}">
                <a16:creationId xmlns:a16="http://schemas.microsoft.com/office/drawing/2014/main" id="{29C0308E-20A6-9A61-7EA2-500445011BD5}"/>
              </a:ext>
            </a:extLst>
          </p:cNvPr>
          <p:cNvSpPr>
            <a:spLocks noGrp="1"/>
          </p:cNvSpPr>
          <p:nvPr>
            <p:ph type="dt" sz="half" idx="10"/>
          </p:nvPr>
        </p:nvSpPr>
        <p:spPr/>
        <p:txBody>
          <a:bodyPr/>
          <a:lstStyle/>
          <a:p>
            <a:fld id="{C57FF6B3-07A0-4ADF-958F-192877869429}" type="datetime1">
              <a:rPr lang="en-US" smtClean="0"/>
              <a:t>11/28/2025</a:t>
            </a:fld>
            <a:endParaRPr lang="en-US"/>
          </a:p>
        </p:txBody>
      </p:sp>
      <p:sp>
        <p:nvSpPr>
          <p:cNvPr id="9" name="Slide Number Placeholder 5">
            <a:extLst>
              <a:ext uri="{FF2B5EF4-FFF2-40B4-BE49-F238E27FC236}">
                <a16:creationId xmlns:a16="http://schemas.microsoft.com/office/drawing/2014/main" id="{840538D6-4D17-5BD0-256A-CE51574F7CCE}"/>
              </a:ext>
            </a:extLst>
          </p:cNvPr>
          <p:cNvSpPr txBox="1">
            <a:spLocks/>
          </p:cNvSpPr>
          <p:nvPr/>
        </p:nvSpPr>
        <p:spPr>
          <a:xfrm>
            <a:off x="616900" y="6471244"/>
            <a:ext cx="662721" cy="180000"/>
          </a:xfrm>
          <a:prstGeom prst="rect">
            <a:avLst/>
          </a:prstGeom>
        </p:spPr>
        <p:txBody>
          <a:bodyPr vert="horz" lIns="0" tIns="0" rIns="0" bIns="0" rtlCol="0" anchor="ctr"/>
          <a:lstStyle>
            <a:defPPr>
              <a:defRPr lang="en-US"/>
            </a:defPPr>
            <a:lvl1pPr marL="0" algn="l" defTabSz="913943" rtl="0" eaLnBrk="1" latinLnBrk="0" hangingPunct="1">
              <a:defRPr lang="en-IN"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EYInterstate" panose="02000503020000020004" pitchFamily="2" charset="0"/>
                <a:ea typeface="+mn-ea"/>
                <a:cs typeface="+mn-cs"/>
              </a:rPr>
              <a:t>Page </a:t>
            </a:r>
            <a:fld id="{F1BC30E3-FFE5-4B91-AA19-87A149EBB9EE}" type="slidenum">
              <a:rPr kumimoji="0" lang="en-IN" sz="800" b="0" i="0" u="none" strike="noStrike" kern="1200" cap="none" spc="0" normalizeH="0" baseline="0" noProof="0" smtClean="0">
                <a:ln>
                  <a:noFill/>
                </a:ln>
                <a:solidFill>
                  <a:prstClr val="white"/>
                </a:solidFill>
                <a:effectLst/>
                <a:uLnTx/>
                <a:uFillTx/>
                <a:latin typeface="EYInterstate" panose="02000503020000020004" pitchFamily="2" charset="0"/>
                <a:ea typeface="+mn-ea"/>
                <a:cs typeface="+mn-cs"/>
              </a:rPr>
              <a:pPr marL="0" marR="0" lvl="0" indent="0" algn="l" defTabSz="913943" rtl="0" eaLnBrk="1" fontAlgn="auto" latinLnBrk="0" hangingPunct="1">
                <a:lnSpc>
                  <a:spcPct val="100000"/>
                </a:lnSpc>
                <a:spcBef>
                  <a:spcPts val="0"/>
                </a:spcBef>
                <a:spcAft>
                  <a:spcPts val="0"/>
                </a:spcAft>
                <a:buClrTx/>
                <a:buSzTx/>
                <a:buFontTx/>
                <a:buNone/>
                <a:tabLst/>
                <a:defRPr/>
              </a:pPr>
              <a:t>75</a:t>
            </a:fld>
            <a:endParaRPr kumimoji="0" lang="en-IN" sz="800" b="0" i="0" u="none" strike="noStrike" kern="1200" cap="none" spc="0" normalizeH="0" baseline="0" noProof="0">
              <a:ln>
                <a:noFill/>
              </a:ln>
              <a:solidFill>
                <a:prstClr val="white"/>
              </a:solidFill>
              <a:effectLst/>
              <a:uLnTx/>
              <a:uFillTx/>
              <a:latin typeface="EYInterstate" panose="02000503020000020004" pitchFamily="2" charset="0"/>
              <a:ea typeface="+mn-ea"/>
              <a:cs typeface="+mn-cs"/>
            </a:endParaRPr>
          </a:p>
        </p:txBody>
      </p:sp>
      <p:grpSp>
        <p:nvGrpSpPr>
          <p:cNvPr id="13" name="Group 12">
            <a:extLst>
              <a:ext uri="{FF2B5EF4-FFF2-40B4-BE49-F238E27FC236}">
                <a16:creationId xmlns:a16="http://schemas.microsoft.com/office/drawing/2014/main" id="{D8C7DF8A-79C8-5D90-B567-DA4A29ABA51B}"/>
              </a:ext>
            </a:extLst>
          </p:cNvPr>
          <p:cNvGrpSpPr/>
          <p:nvPr/>
        </p:nvGrpSpPr>
        <p:grpSpPr>
          <a:xfrm>
            <a:off x="380999" y="2156839"/>
            <a:ext cx="5261738" cy="4021012"/>
            <a:chOff x="609596" y="1599262"/>
            <a:chExt cx="4741039" cy="4718739"/>
          </a:xfrm>
        </p:grpSpPr>
        <p:grpSp>
          <p:nvGrpSpPr>
            <p:cNvPr id="24" name="Group 23">
              <a:extLst>
                <a:ext uri="{FF2B5EF4-FFF2-40B4-BE49-F238E27FC236}">
                  <a16:creationId xmlns:a16="http://schemas.microsoft.com/office/drawing/2014/main" id="{B9369D0D-40EF-F7F5-788B-FE850EAA479E}"/>
                </a:ext>
              </a:extLst>
            </p:cNvPr>
            <p:cNvGrpSpPr/>
            <p:nvPr/>
          </p:nvGrpSpPr>
          <p:grpSpPr>
            <a:xfrm>
              <a:off x="609597" y="1599262"/>
              <a:ext cx="4741038" cy="365690"/>
              <a:chOff x="609599" y="1127125"/>
              <a:chExt cx="4851751" cy="365690"/>
            </a:xfrm>
          </p:grpSpPr>
          <p:sp>
            <p:nvSpPr>
              <p:cNvPr id="26" name="Rectangle 25">
                <a:extLst>
                  <a:ext uri="{FF2B5EF4-FFF2-40B4-BE49-F238E27FC236}">
                    <a16:creationId xmlns:a16="http://schemas.microsoft.com/office/drawing/2014/main" id="{95732F03-301E-BD22-74D9-2A5125A0C07B}"/>
                  </a:ext>
                </a:extLst>
              </p:cNvPr>
              <p:cNvSpPr/>
              <p:nvPr/>
            </p:nvSpPr>
            <p:spPr>
              <a:xfrm>
                <a:off x="609599" y="1127125"/>
                <a:ext cx="84315" cy="365690"/>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ea typeface="+mn-ea"/>
                  <a:cs typeface="+mn-cs"/>
                </a:endParaRPr>
              </a:p>
            </p:txBody>
          </p:sp>
          <p:sp>
            <p:nvSpPr>
              <p:cNvPr id="27" name="Rectangle 26">
                <a:extLst>
                  <a:ext uri="{FF2B5EF4-FFF2-40B4-BE49-F238E27FC236}">
                    <a16:creationId xmlns:a16="http://schemas.microsoft.com/office/drawing/2014/main" id="{844A6459-AF0A-E825-3345-5BEFB83BA963}"/>
                  </a:ext>
                </a:extLst>
              </p:cNvPr>
              <p:cNvSpPr/>
              <p:nvPr/>
            </p:nvSpPr>
            <p:spPr>
              <a:xfrm>
                <a:off x="739692" y="1127125"/>
                <a:ext cx="4721658" cy="365690"/>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ea typeface="+mn-ea"/>
                    <a:cs typeface="+mn-cs"/>
                  </a:rPr>
                  <a:t>1. Business Background</a:t>
                </a:r>
              </a:p>
            </p:txBody>
          </p:sp>
        </p:grpSp>
        <p:sp>
          <p:nvSpPr>
            <p:cNvPr id="25" name="Rectangle 24">
              <a:extLst>
                <a:ext uri="{FF2B5EF4-FFF2-40B4-BE49-F238E27FC236}">
                  <a16:creationId xmlns:a16="http://schemas.microsoft.com/office/drawing/2014/main" id="{76BC0AA5-E568-E207-BAE5-BF193056FDD6}"/>
                </a:ext>
              </a:extLst>
            </p:cNvPr>
            <p:cNvSpPr/>
            <p:nvPr/>
          </p:nvSpPr>
          <p:spPr>
            <a:xfrm>
              <a:off x="609596" y="2025729"/>
              <a:ext cx="4741028" cy="4292272"/>
            </a:xfrm>
            <a:prstGeom prst="rect">
              <a:avLst/>
            </a:prstGeom>
            <a:noFill/>
            <a:ln w="6350" cap="flat" cmpd="sng" algn="ctr">
              <a:solidFill>
                <a:sysClr val="window" lastClr="FFFFFF"/>
              </a:solidFill>
              <a:prstDash val="dash"/>
            </a:ln>
            <a:effectLst/>
          </p:spPr>
          <p:txBody>
            <a:bodyPr lIns="91440" tIns="91440" rIns="91440" bIns="0" rtlCol="0" anchor="t" anchorCtr="0"/>
            <a:lstStyle/>
            <a:p>
              <a:pPr marL="0" marR="0" lvl="0" indent="0" defTabSz="1044000" eaLnBrk="1" fontAlgn="ctr" latinLnBrk="0" hangingPunct="1">
                <a:lnSpc>
                  <a:spcPct val="100000"/>
                </a:lnSpc>
                <a:spcBef>
                  <a:spcPts val="1200"/>
                </a:spcBef>
                <a:buClr>
                  <a:srgbClr val="FFE600"/>
                </a:buClr>
                <a:buSzPct val="100000"/>
                <a:buFontTx/>
                <a:buNone/>
                <a:tabLst/>
                <a:defRPr/>
              </a:pPr>
              <a:r>
                <a:rPr kumimoji="0" lang="en-IN" sz="1000" b="1" i="0" u="none" strike="noStrike" kern="0" cap="none" spc="0" normalizeH="0" baseline="0" noProof="0">
                  <a:ln>
                    <a:noFill/>
                  </a:ln>
                  <a:solidFill>
                    <a:schemeClr val="bg1"/>
                  </a:solidFill>
                  <a:effectLst/>
                  <a:uLnTx/>
                  <a:uFillTx/>
                  <a:ea typeface="+mn-ea"/>
                  <a:cs typeface="+mn-cs"/>
                </a:rPr>
                <a:t>Client background: </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Coupang, Inc. (Korean: </a:t>
              </a:r>
              <a:r>
                <a:rPr kumimoji="0" lang="ko-KR" altLang="en-US" sz="1000" b="0" i="0" u="none" strike="noStrike" kern="0" cap="none" spc="0" normalizeH="0" baseline="0" noProof="0">
                  <a:ln>
                    <a:noFill/>
                  </a:ln>
                  <a:solidFill>
                    <a:schemeClr val="bg1"/>
                  </a:solidFill>
                  <a:effectLst/>
                  <a:uLnTx/>
                  <a:uFillTx/>
                  <a:ea typeface="+mn-ea"/>
                  <a:cs typeface="+mn-cs"/>
                </a:rPr>
                <a:t>쿠팡</a:t>
              </a:r>
              <a:r>
                <a:rPr kumimoji="0" lang="en-US" altLang="ko-KR" sz="1000" b="0" i="0" u="none" strike="noStrike" kern="0" cap="none" spc="0" normalizeH="0" baseline="0" noProof="0">
                  <a:ln>
                    <a:noFill/>
                  </a:ln>
                  <a:solidFill>
                    <a:schemeClr val="bg1"/>
                  </a:solidFill>
                  <a:effectLst/>
                  <a:uLnTx/>
                  <a:uFillTx/>
                  <a:ea typeface="+mn-ea"/>
                  <a:cs typeface="+mn-cs"/>
                </a:rPr>
                <a:t>) </a:t>
              </a:r>
              <a:r>
                <a:rPr kumimoji="0" lang="en-IN" sz="1000" b="0" i="0" u="none" strike="noStrike" kern="0" cap="none" spc="0" normalizeH="0" baseline="0" noProof="0">
                  <a:ln>
                    <a:noFill/>
                  </a:ln>
                  <a:solidFill>
                    <a:schemeClr val="bg1"/>
                  </a:solidFill>
                  <a:effectLst/>
                  <a:uLnTx/>
                  <a:uFillTx/>
                  <a:ea typeface="+mn-ea"/>
                  <a:cs typeface="+mn-cs"/>
                </a:rPr>
                <a:t>is a U.S.-based e-commerce company headquartered in Seattle, WA. The company expanded to become the largest online marketplace in South Korea. Coupang services are Rocket Delivery, Rocket Wow, Rocket Fresh, Rocket Direct Purchasing of foreign goods, Coupang Eats, Coupang Flex, Coupang Play &amp; Coupang Pay</a:t>
              </a:r>
            </a:p>
            <a:p>
              <a:pPr marL="0" marR="0" lvl="1" indent="0" defTabSz="1041617" eaLnBrk="1" fontAlgn="ctr" latinLnBrk="0" hangingPunct="1">
                <a:lnSpc>
                  <a:spcPct val="100000"/>
                </a:lnSpc>
                <a:spcBef>
                  <a:spcPts val="1200"/>
                </a:spcBef>
                <a:buClr>
                  <a:srgbClr val="FFE600"/>
                </a:buClr>
                <a:buSzPct val="100000"/>
                <a:buFontTx/>
                <a:buNone/>
                <a:tabLst/>
                <a:defRPr/>
              </a:pPr>
              <a:r>
                <a:rPr kumimoji="0" lang="en-IN" sz="1000" b="1" i="0" u="none" strike="noStrike" kern="0" cap="none" spc="0" normalizeH="0" baseline="0" noProof="0">
                  <a:ln>
                    <a:noFill/>
                  </a:ln>
                  <a:solidFill>
                    <a:schemeClr val="bg1"/>
                  </a:solidFill>
                  <a:effectLst/>
                  <a:uLnTx/>
                  <a:uFillTx/>
                  <a:ea typeface="+mn-ea"/>
                  <a:cs typeface="+mn-cs"/>
                </a:rPr>
                <a:t>Client was looking for:</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The client was looking for an efficient and automated financial reconciliation solution for balance sheet reconciliation</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Design and build BlackLine functions as per client's reconciliation processes</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Subledger Automation for Customer, Vendor and Asset subledger accounts.</a:t>
              </a:r>
            </a:p>
            <a:p>
              <a:pPr marL="0" marR="0" lvl="1" indent="0" defTabSz="1041617" eaLnBrk="1" fontAlgn="ctr" latinLnBrk="0" hangingPunct="1">
                <a:lnSpc>
                  <a:spcPct val="100000"/>
                </a:lnSpc>
                <a:spcBef>
                  <a:spcPts val="1200"/>
                </a:spcBef>
                <a:buClr>
                  <a:srgbClr val="FFE600"/>
                </a:buClr>
                <a:buSzPct val="100000"/>
                <a:buFontTx/>
                <a:buNone/>
                <a:tabLst/>
                <a:defRPr/>
              </a:pPr>
              <a:r>
                <a:rPr kumimoji="0" lang="en-IN" sz="1000" b="1" i="0" u="none" strike="noStrike" kern="0" cap="none" spc="0" normalizeH="0" baseline="0" noProof="0">
                  <a:ln>
                    <a:noFill/>
                  </a:ln>
                  <a:solidFill>
                    <a:schemeClr val="bg1"/>
                  </a:solidFill>
                  <a:effectLst/>
                  <a:uLnTx/>
                  <a:uFillTx/>
                  <a:ea typeface="+mn-ea"/>
                  <a:cs typeface="+mn-cs"/>
                </a:rPr>
                <a:t>GDS role: </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GDS contributed in assessing reconciliation requirements and designing &amp; updating the BlackLine to match client needs</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Setup Global Settings/design decisions as per client’s reconciliation process; Application setting, Accounts details, Org Structure, Certifications requirements etc</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Built prototypes in client’s sandbox to coach on BlackLine functionalities </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Prepared workshop decks, admin guides, training guide to drive the workshops and training sessions</a:t>
              </a:r>
            </a:p>
          </p:txBody>
        </p:sp>
      </p:grpSp>
      <p:grpSp>
        <p:nvGrpSpPr>
          <p:cNvPr id="14" name="Group 13">
            <a:extLst>
              <a:ext uri="{FF2B5EF4-FFF2-40B4-BE49-F238E27FC236}">
                <a16:creationId xmlns:a16="http://schemas.microsoft.com/office/drawing/2014/main" id="{3D0B8309-32B5-B251-56B4-F37A3D4233D7}"/>
              </a:ext>
            </a:extLst>
          </p:cNvPr>
          <p:cNvGrpSpPr/>
          <p:nvPr/>
        </p:nvGrpSpPr>
        <p:grpSpPr>
          <a:xfrm>
            <a:off x="5842570" y="2156839"/>
            <a:ext cx="2884304" cy="4010466"/>
            <a:chOff x="609597" y="1599262"/>
            <a:chExt cx="2598877" cy="4706363"/>
          </a:xfrm>
        </p:grpSpPr>
        <p:grpSp>
          <p:nvGrpSpPr>
            <p:cNvPr id="20" name="Group 19">
              <a:extLst>
                <a:ext uri="{FF2B5EF4-FFF2-40B4-BE49-F238E27FC236}">
                  <a16:creationId xmlns:a16="http://schemas.microsoft.com/office/drawing/2014/main" id="{3A66EDCD-2222-7D6A-CFDA-C8662D6BCB36}"/>
                </a:ext>
              </a:extLst>
            </p:cNvPr>
            <p:cNvGrpSpPr/>
            <p:nvPr/>
          </p:nvGrpSpPr>
          <p:grpSpPr>
            <a:xfrm>
              <a:off x="609598" y="1599262"/>
              <a:ext cx="2598876" cy="365690"/>
              <a:chOff x="609599" y="1127125"/>
              <a:chExt cx="2659565" cy="365690"/>
            </a:xfrm>
          </p:grpSpPr>
          <p:sp>
            <p:nvSpPr>
              <p:cNvPr id="22" name="Rectangle 21">
                <a:extLst>
                  <a:ext uri="{FF2B5EF4-FFF2-40B4-BE49-F238E27FC236}">
                    <a16:creationId xmlns:a16="http://schemas.microsoft.com/office/drawing/2014/main" id="{7AF6B1C0-CCB0-52A9-753C-FBB36F9A4C68}"/>
                  </a:ext>
                </a:extLst>
              </p:cNvPr>
              <p:cNvSpPr/>
              <p:nvPr/>
            </p:nvSpPr>
            <p:spPr>
              <a:xfrm>
                <a:off x="609599" y="1127125"/>
                <a:ext cx="84315" cy="365690"/>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ea typeface="+mn-ea"/>
                  <a:cs typeface="+mn-cs"/>
                </a:endParaRPr>
              </a:p>
            </p:txBody>
          </p:sp>
          <p:sp>
            <p:nvSpPr>
              <p:cNvPr id="23" name="Rectangle 22">
                <a:extLst>
                  <a:ext uri="{FF2B5EF4-FFF2-40B4-BE49-F238E27FC236}">
                    <a16:creationId xmlns:a16="http://schemas.microsoft.com/office/drawing/2014/main" id="{D2BF36A7-9755-077A-2D9B-9C801FAA037E}"/>
                  </a:ext>
                </a:extLst>
              </p:cNvPr>
              <p:cNvSpPr/>
              <p:nvPr/>
            </p:nvSpPr>
            <p:spPr>
              <a:xfrm>
                <a:off x="739698" y="1127125"/>
                <a:ext cx="2529466" cy="365690"/>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ea typeface="+mn-ea"/>
                    <a:cs typeface="+mn-cs"/>
                  </a:rPr>
                  <a:t>2. Solution</a:t>
                </a:r>
              </a:p>
            </p:txBody>
          </p:sp>
        </p:grpSp>
        <p:sp>
          <p:nvSpPr>
            <p:cNvPr id="21" name="Rectangle 20">
              <a:extLst>
                <a:ext uri="{FF2B5EF4-FFF2-40B4-BE49-F238E27FC236}">
                  <a16:creationId xmlns:a16="http://schemas.microsoft.com/office/drawing/2014/main" id="{E12F6ECE-2BE4-2A25-6DE7-BE44122BF0A9}"/>
                </a:ext>
              </a:extLst>
            </p:cNvPr>
            <p:cNvSpPr/>
            <p:nvPr/>
          </p:nvSpPr>
          <p:spPr>
            <a:xfrm>
              <a:off x="609597" y="2013354"/>
              <a:ext cx="2598866" cy="4292271"/>
            </a:xfrm>
            <a:prstGeom prst="rect">
              <a:avLst/>
            </a:prstGeom>
            <a:noFill/>
            <a:ln w="6350" cap="flat" cmpd="sng" algn="ctr">
              <a:solidFill>
                <a:sysClr val="window" lastClr="FFFFFF"/>
              </a:solidFill>
              <a:prstDash val="dash"/>
            </a:ln>
            <a:effectLst/>
          </p:spPr>
          <p:txBody>
            <a:bodyPr lIns="91440" tIns="91440" rIns="91440" bIns="0" rtlCol="0" anchor="t" anchorCtr="0"/>
            <a:lstStyle/>
            <a:p>
              <a:pPr defTabSz="1044000" fontAlgn="ctr">
                <a:spcBef>
                  <a:spcPts val="1200"/>
                </a:spcBef>
                <a:buClr>
                  <a:srgbClr val="FFE600"/>
                </a:buClr>
                <a:buSzPct val="100000"/>
                <a:defRPr/>
              </a:pPr>
              <a:r>
                <a:rPr lang="en-IN" sz="1000" b="1" kern="0">
                  <a:solidFill>
                    <a:schemeClr val="bg1"/>
                  </a:solidFill>
                </a:rPr>
                <a:t>Scope: </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Implementation of  BlackLine modules (Account Reconciliation) for 21entities; streamlining the Subledger, Bank/cash and other B/S line item’s reconciliation process.</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Train the admin on the Task management module.</a:t>
              </a:r>
            </a:p>
            <a:p>
              <a:pPr marL="0" marR="0" lvl="1" indent="0" defTabSz="1044000" fontAlgn="ctr">
                <a:lnSpc>
                  <a:spcPct val="100000"/>
                </a:lnSpc>
                <a:spcBef>
                  <a:spcPts val="1200"/>
                </a:spcBef>
                <a:buClr>
                  <a:srgbClr val="FFE600"/>
                </a:buClr>
                <a:buSzPct val="100000"/>
                <a:buFontTx/>
                <a:buNone/>
                <a:tabLst/>
                <a:defRPr/>
              </a:pPr>
              <a:r>
                <a:rPr lang="en-IN" sz="1000" b="1" kern="0">
                  <a:solidFill>
                    <a:schemeClr val="bg1"/>
                  </a:solidFill>
                </a:rPr>
                <a:t>GDS Team: </a:t>
              </a:r>
            </a:p>
            <a:p>
              <a:pPr marL="137160" marR="0" lvl="1" indent="-137160" fontAlgn="ctr">
                <a:lnSpc>
                  <a:spcPct val="100000"/>
                </a:lnSpc>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GDS team size: 1 FTE (Offshore); 3 months</a:t>
              </a:r>
            </a:p>
            <a:p>
              <a:pPr marL="0" lvl="1" defTabSz="1044000" fontAlgn="ctr">
                <a:spcBef>
                  <a:spcPts val="1200"/>
                </a:spcBef>
                <a:buClr>
                  <a:srgbClr val="FFE600"/>
                </a:buClr>
                <a:buSzPct val="100000"/>
                <a:defRPr/>
              </a:pPr>
              <a:r>
                <a:rPr lang="en-IN" sz="1000" b="1" kern="0">
                  <a:solidFill>
                    <a:schemeClr val="bg1"/>
                  </a:solidFill>
                </a:rPr>
                <a:t>Value delivered: </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Built and updated BlackLine functions to eliminate unnecessary manual efforts with respect to ongoing reconciliation process followed by client.</a:t>
              </a:r>
            </a:p>
          </p:txBody>
        </p:sp>
      </p:grpSp>
      <p:grpSp>
        <p:nvGrpSpPr>
          <p:cNvPr id="15" name="Group 14">
            <a:extLst>
              <a:ext uri="{FF2B5EF4-FFF2-40B4-BE49-F238E27FC236}">
                <a16:creationId xmlns:a16="http://schemas.microsoft.com/office/drawing/2014/main" id="{E36C9D0E-AEB8-94F5-85C4-C17455F5FF4F}"/>
              </a:ext>
            </a:extLst>
          </p:cNvPr>
          <p:cNvGrpSpPr/>
          <p:nvPr/>
        </p:nvGrpSpPr>
        <p:grpSpPr>
          <a:xfrm>
            <a:off x="8926707" y="2156840"/>
            <a:ext cx="2884306" cy="4020326"/>
            <a:chOff x="609596" y="1599262"/>
            <a:chExt cx="2598879" cy="4717933"/>
          </a:xfrm>
        </p:grpSpPr>
        <p:grpSp>
          <p:nvGrpSpPr>
            <p:cNvPr id="16" name="Group 15">
              <a:extLst>
                <a:ext uri="{FF2B5EF4-FFF2-40B4-BE49-F238E27FC236}">
                  <a16:creationId xmlns:a16="http://schemas.microsoft.com/office/drawing/2014/main" id="{4607FB21-979B-148F-3762-CBE32F70550D}"/>
                </a:ext>
              </a:extLst>
            </p:cNvPr>
            <p:cNvGrpSpPr/>
            <p:nvPr/>
          </p:nvGrpSpPr>
          <p:grpSpPr>
            <a:xfrm>
              <a:off x="609598" y="1599262"/>
              <a:ext cx="2598877" cy="365690"/>
              <a:chOff x="609599" y="1127125"/>
              <a:chExt cx="2659566" cy="365690"/>
            </a:xfrm>
          </p:grpSpPr>
          <p:sp>
            <p:nvSpPr>
              <p:cNvPr id="18" name="Rectangle 17">
                <a:extLst>
                  <a:ext uri="{FF2B5EF4-FFF2-40B4-BE49-F238E27FC236}">
                    <a16:creationId xmlns:a16="http://schemas.microsoft.com/office/drawing/2014/main" id="{D1681043-A3EF-9BBE-5112-DD19FE78EE9E}"/>
                  </a:ext>
                </a:extLst>
              </p:cNvPr>
              <p:cNvSpPr/>
              <p:nvPr/>
            </p:nvSpPr>
            <p:spPr>
              <a:xfrm>
                <a:off x="609599" y="1127125"/>
                <a:ext cx="84315" cy="365690"/>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ea typeface="+mn-ea"/>
                  <a:cs typeface="+mn-cs"/>
                </a:endParaRPr>
              </a:p>
            </p:txBody>
          </p:sp>
          <p:sp>
            <p:nvSpPr>
              <p:cNvPr id="19" name="Rectangle 18">
                <a:extLst>
                  <a:ext uri="{FF2B5EF4-FFF2-40B4-BE49-F238E27FC236}">
                    <a16:creationId xmlns:a16="http://schemas.microsoft.com/office/drawing/2014/main" id="{0C7A10F7-620F-2C56-7D7D-DEC3D3D059DE}"/>
                  </a:ext>
                </a:extLst>
              </p:cNvPr>
              <p:cNvSpPr/>
              <p:nvPr/>
            </p:nvSpPr>
            <p:spPr>
              <a:xfrm>
                <a:off x="739699" y="1127125"/>
                <a:ext cx="2529466" cy="365690"/>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ea typeface="+mn-ea"/>
                    <a:cs typeface="+mn-cs"/>
                  </a:rPr>
                  <a:t>3. Key Success Factors</a:t>
                </a:r>
              </a:p>
            </p:txBody>
          </p:sp>
        </p:grpSp>
        <p:sp>
          <p:nvSpPr>
            <p:cNvPr id="17" name="Rectangle 16">
              <a:extLst>
                <a:ext uri="{FF2B5EF4-FFF2-40B4-BE49-F238E27FC236}">
                  <a16:creationId xmlns:a16="http://schemas.microsoft.com/office/drawing/2014/main" id="{33A609AA-84FD-C72F-AEC7-AEAA2ABDDB38}"/>
                </a:ext>
              </a:extLst>
            </p:cNvPr>
            <p:cNvSpPr/>
            <p:nvPr/>
          </p:nvSpPr>
          <p:spPr>
            <a:xfrm>
              <a:off x="609596" y="2024923"/>
              <a:ext cx="2598867" cy="4292272"/>
            </a:xfrm>
            <a:prstGeom prst="rect">
              <a:avLst/>
            </a:prstGeom>
            <a:noFill/>
            <a:ln w="6350" cap="flat" cmpd="sng" algn="ctr">
              <a:solidFill>
                <a:sysClr val="window" lastClr="FFFFFF"/>
              </a:solidFill>
              <a:prstDash val="dash"/>
            </a:ln>
            <a:effectLst/>
          </p:spPr>
          <p:txBody>
            <a:bodyPr lIns="91440" tIns="91440" rIns="91440" bIns="0" rtlCol="0" anchor="t" anchorCtr="0"/>
            <a:lstStyle/>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Improved reconciliation process and close cycle times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Better governance around the close process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Streamlined the close processes and communication via BlackLine for account certifications, unidentified details between the specific data owners.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Experienced team of professionals with past experience in BlackLine</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Expertise in reconciliation process across Cash and balance sheet line items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The mix of technical and functional knowledge that GDS brought to the engagement enabled timely execution and high quality deliverables</a:t>
              </a:r>
            </a:p>
          </p:txBody>
        </p:sp>
      </p:grpSp>
      <p:sp>
        <p:nvSpPr>
          <p:cNvPr id="12" name="Rectangle 11">
            <a:extLst>
              <a:ext uri="{FF2B5EF4-FFF2-40B4-BE49-F238E27FC236}">
                <a16:creationId xmlns:a16="http://schemas.microsoft.com/office/drawing/2014/main" id="{46F757C7-F4B8-BFAF-E6B8-88D3AAC5B277}"/>
              </a:ext>
            </a:extLst>
          </p:cNvPr>
          <p:cNvSpPr/>
          <p:nvPr/>
        </p:nvSpPr>
        <p:spPr>
          <a:xfrm>
            <a:off x="381000" y="1098312"/>
            <a:ext cx="11430000" cy="914400"/>
          </a:xfrm>
          <a:prstGeom prst="rect">
            <a:avLst/>
          </a:prstGeom>
          <a:blipFill dpi="0" rotWithShape="1">
            <a:blip r:embed="rId2" cstate="print">
              <a:extLst>
                <a:ext uri="{28A0092B-C50C-407E-A947-70E740481C1C}">
                  <a14:useLocalDpi xmlns:a14="http://schemas.microsoft.com/office/drawing/2010/main"/>
                </a:ext>
              </a:extLst>
            </a:blip>
            <a:srcRect/>
            <a:stretch>
              <a:fillRect l="-775" t="-236495" r="-399" b="-310899"/>
            </a:stretch>
          </a:blip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 name="Rectangle 27">
            <a:extLst>
              <a:ext uri="{FF2B5EF4-FFF2-40B4-BE49-F238E27FC236}">
                <a16:creationId xmlns:a16="http://schemas.microsoft.com/office/drawing/2014/main" id="{FABE4CC3-AD61-0254-4115-67896B8DFD43}"/>
              </a:ext>
            </a:extLst>
          </p:cNvPr>
          <p:cNvSpPr/>
          <p:nvPr/>
        </p:nvSpPr>
        <p:spPr>
          <a:xfrm>
            <a:off x="380999" y="1235472"/>
            <a:ext cx="3108960" cy="640080"/>
          </a:xfrm>
          <a:prstGeom prst="rect">
            <a:avLst/>
          </a:prstGeom>
          <a:no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392" tIns="45696" rIns="91392" bIns="45696" rtlCol="0" anchor="ctr" anchorCtr="0"/>
          <a:lstStyle/>
          <a:p>
            <a:pPr>
              <a:spcBef>
                <a:spcPts val="600"/>
              </a:spcBef>
              <a:defRPr/>
            </a:pPr>
            <a:r>
              <a:rPr lang="en-IN" sz="1400">
                <a:solidFill>
                  <a:prstClr val="white"/>
                </a:solidFill>
                <a:latin typeface="EYInterstate Light"/>
              </a:rPr>
              <a:t>Partner: </a:t>
            </a:r>
            <a:r>
              <a:rPr lang="en-IN" sz="1400" b="1">
                <a:solidFill>
                  <a:prstClr val="white"/>
                </a:solidFill>
                <a:latin typeface="EYInterstate Light"/>
              </a:rPr>
              <a:t>Ronald Wong</a:t>
            </a:r>
          </a:p>
          <a:p>
            <a:pPr>
              <a:spcBef>
                <a:spcPts val="600"/>
              </a:spcBef>
              <a:defRPr/>
            </a:pPr>
            <a:r>
              <a:rPr lang="en-IN" sz="1400">
                <a:solidFill>
                  <a:prstClr val="white"/>
                </a:solidFill>
                <a:latin typeface="EYInterstate Light"/>
              </a:rPr>
              <a:t>Sector: </a:t>
            </a:r>
            <a:r>
              <a:rPr lang="en-IN" sz="1400" b="1">
                <a:solidFill>
                  <a:prstClr val="white"/>
                </a:solidFill>
                <a:latin typeface="EYInterstate Light"/>
              </a:rPr>
              <a:t>E-Commerce, South Korea</a:t>
            </a:r>
          </a:p>
        </p:txBody>
      </p:sp>
    </p:spTree>
    <p:extLst>
      <p:ext uri="{BB962C8B-B14F-4D97-AF65-F5344CB8AC3E}">
        <p14:creationId xmlns:p14="http://schemas.microsoft.com/office/powerpoint/2010/main" val="438917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38E54-18F7-8750-E3C8-32FFE37EB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B3EB2-970C-1E9D-DD71-B63FE98EAFC7}"/>
              </a:ext>
            </a:extLst>
          </p:cNvPr>
          <p:cNvSpPr>
            <a:spLocks noGrp="1"/>
          </p:cNvSpPr>
          <p:nvPr>
            <p:ph type="title"/>
          </p:nvPr>
        </p:nvSpPr>
        <p:spPr/>
        <p:txBody>
          <a:bodyPr/>
          <a:lstStyle/>
          <a:p>
            <a:r>
              <a:rPr lang="en-IE"/>
              <a:t>Marathon Petroleum Corporation: BlackLine Journal Module Implementation</a:t>
            </a:r>
          </a:p>
        </p:txBody>
      </p:sp>
      <p:sp>
        <p:nvSpPr>
          <p:cNvPr id="5" name="Slide Number Placeholder 4">
            <a:extLst>
              <a:ext uri="{FF2B5EF4-FFF2-40B4-BE49-F238E27FC236}">
                <a16:creationId xmlns:a16="http://schemas.microsoft.com/office/drawing/2014/main" id="{60AAEA28-D903-8B32-182E-6CAE4A19C5BB}"/>
              </a:ext>
            </a:extLst>
          </p:cNvPr>
          <p:cNvSpPr>
            <a:spLocks noGrp="1"/>
          </p:cNvSpPr>
          <p:nvPr>
            <p:ph type="sldNum" sz="quarter" idx="12"/>
          </p:nvPr>
        </p:nvSpPr>
        <p:spPr/>
        <p:txBody>
          <a:bodyPr/>
          <a:lstStyle/>
          <a:p>
            <a:fld id="{94FCA0F3-9F3A-694B-99BB-0E592A797735}" type="slidenum">
              <a:rPr lang="en-US" smtClean="0"/>
              <a:t>76</a:t>
            </a:fld>
            <a:endParaRPr lang="en-US"/>
          </a:p>
        </p:txBody>
      </p:sp>
      <p:sp>
        <p:nvSpPr>
          <p:cNvPr id="6" name="Date Placeholder 5">
            <a:extLst>
              <a:ext uri="{FF2B5EF4-FFF2-40B4-BE49-F238E27FC236}">
                <a16:creationId xmlns:a16="http://schemas.microsoft.com/office/drawing/2014/main" id="{A067AB8F-78D5-7BE4-489C-C7377B7838F7}"/>
              </a:ext>
            </a:extLst>
          </p:cNvPr>
          <p:cNvSpPr>
            <a:spLocks noGrp="1"/>
          </p:cNvSpPr>
          <p:nvPr>
            <p:ph type="dt" sz="half" idx="10"/>
          </p:nvPr>
        </p:nvSpPr>
        <p:spPr/>
        <p:txBody>
          <a:bodyPr/>
          <a:lstStyle/>
          <a:p>
            <a:fld id="{8163934A-3BEA-48B9-ABEA-31B7A41FA98D}" type="datetime1">
              <a:rPr lang="en-US" smtClean="0"/>
              <a:t>11/28/2025</a:t>
            </a:fld>
            <a:endParaRPr lang="en-US"/>
          </a:p>
        </p:txBody>
      </p:sp>
      <p:sp>
        <p:nvSpPr>
          <p:cNvPr id="9" name="Slide Number Placeholder 5">
            <a:extLst>
              <a:ext uri="{FF2B5EF4-FFF2-40B4-BE49-F238E27FC236}">
                <a16:creationId xmlns:a16="http://schemas.microsoft.com/office/drawing/2014/main" id="{C8155650-04E5-510C-473E-255D228F2776}"/>
              </a:ext>
            </a:extLst>
          </p:cNvPr>
          <p:cNvSpPr txBox="1">
            <a:spLocks/>
          </p:cNvSpPr>
          <p:nvPr/>
        </p:nvSpPr>
        <p:spPr>
          <a:xfrm>
            <a:off x="616900" y="6471244"/>
            <a:ext cx="662721" cy="180000"/>
          </a:xfrm>
          <a:prstGeom prst="rect">
            <a:avLst/>
          </a:prstGeom>
        </p:spPr>
        <p:txBody>
          <a:bodyPr vert="horz" lIns="0" tIns="0" rIns="0" bIns="0" rtlCol="0" anchor="ctr"/>
          <a:lstStyle>
            <a:defPPr>
              <a:defRPr lang="en-US"/>
            </a:defPPr>
            <a:lvl1pPr marL="0" algn="l" defTabSz="913943" rtl="0" eaLnBrk="1" latinLnBrk="0" hangingPunct="1">
              <a:defRPr lang="en-IN"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EYInterstate" panose="02000503020000020004" pitchFamily="2" charset="0"/>
                <a:ea typeface="+mn-ea"/>
                <a:cs typeface="+mn-cs"/>
              </a:rPr>
              <a:t>Page </a:t>
            </a:r>
            <a:fld id="{F1BC30E3-FFE5-4B91-AA19-87A149EBB9EE}" type="slidenum">
              <a:rPr kumimoji="0" lang="en-IN" sz="800" b="0" i="0" u="none" strike="noStrike" kern="1200" cap="none" spc="0" normalizeH="0" baseline="0" noProof="0" smtClean="0">
                <a:ln>
                  <a:noFill/>
                </a:ln>
                <a:solidFill>
                  <a:prstClr val="white"/>
                </a:solidFill>
                <a:effectLst/>
                <a:uLnTx/>
                <a:uFillTx/>
                <a:latin typeface="EYInterstate" panose="02000503020000020004" pitchFamily="2" charset="0"/>
                <a:ea typeface="+mn-ea"/>
                <a:cs typeface="+mn-cs"/>
              </a:rPr>
              <a:pPr marL="0" marR="0" lvl="0" indent="0" algn="l" defTabSz="913943" rtl="0" eaLnBrk="1" fontAlgn="auto" latinLnBrk="0" hangingPunct="1">
                <a:lnSpc>
                  <a:spcPct val="100000"/>
                </a:lnSpc>
                <a:spcBef>
                  <a:spcPts val="0"/>
                </a:spcBef>
                <a:spcAft>
                  <a:spcPts val="0"/>
                </a:spcAft>
                <a:buClrTx/>
                <a:buSzTx/>
                <a:buFontTx/>
                <a:buNone/>
                <a:tabLst/>
                <a:defRPr/>
              </a:pPr>
              <a:t>76</a:t>
            </a:fld>
            <a:endParaRPr kumimoji="0" lang="en-IN" sz="800" b="0" i="0" u="none" strike="noStrike" kern="1200" cap="none" spc="0" normalizeH="0" baseline="0" noProof="0">
              <a:ln>
                <a:noFill/>
              </a:ln>
              <a:solidFill>
                <a:prstClr val="white"/>
              </a:solidFill>
              <a:effectLst/>
              <a:uLnTx/>
              <a:uFillTx/>
              <a:latin typeface="EYInterstate" panose="02000503020000020004" pitchFamily="2" charset="0"/>
              <a:ea typeface="+mn-ea"/>
              <a:cs typeface="+mn-cs"/>
            </a:endParaRPr>
          </a:p>
        </p:txBody>
      </p:sp>
      <p:grpSp>
        <p:nvGrpSpPr>
          <p:cNvPr id="13" name="Group 12">
            <a:extLst>
              <a:ext uri="{FF2B5EF4-FFF2-40B4-BE49-F238E27FC236}">
                <a16:creationId xmlns:a16="http://schemas.microsoft.com/office/drawing/2014/main" id="{4B5B8E95-324F-DF8B-DAE7-3B65585A424E}"/>
              </a:ext>
            </a:extLst>
          </p:cNvPr>
          <p:cNvGrpSpPr/>
          <p:nvPr/>
        </p:nvGrpSpPr>
        <p:grpSpPr>
          <a:xfrm>
            <a:off x="380999" y="2156836"/>
            <a:ext cx="4073018" cy="4021007"/>
            <a:chOff x="609596" y="1599261"/>
            <a:chExt cx="3669955" cy="4718740"/>
          </a:xfrm>
        </p:grpSpPr>
        <p:grpSp>
          <p:nvGrpSpPr>
            <p:cNvPr id="24" name="Group 23">
              <a:extLst>
                <a:ext uri="{FF2B5EF4-FFF2-40B4-BE49-F238E27FC236}">
                  <a16:creationId xmlns:a16="http://schemas.microsoft.com/office/drawing/2014/main" id="{A6321366-DBE8-46C6-9C34-2A18B1E12A10}"/>
                </a:ext>
              </a:extLst>
            </p:cNvPr>
            <p:cNvGrpSpPr/>
            <p:nvPr/>
          </p:nvGrpSpPr>
          <p:grpSpPr>
            <a:xfrm>
              <a:off x="609598" y="1599261"/>
              <a:ext cx="3669953" cy="375574"/>
              <a:chOff x="609599" y="1127124"/>
              <a:chExt cx="3755654" cy="375574"/>
            </a:xfrm>
          </p:grpSpPr>
          <p:sp>
            <p:nvSpPr>
              <p:cNvPr id="26" name="Rectangle 25">
                <a:extLst>
                  <a:ext uri="{FF2B5EF4-FFF2-40B4-BE49-F238E27FC236}">
                    <a16:creationId xmlns:a16="http://schemas.microsoft.com/office/drawing/2014/main" id="{A42795D3-1657-655E-BFF9-B29B0A698493}"/>
                  </a:ext>
                </a:extLst>
              </p:cNvPr>
              <p:cNvSpPr/>
              <p:nvPr/>
            </p:nvSpPr>
            <p:spPr>
              <a:xfrm>
                <a:off x="609599" y="1127124"/>
                <a:ext cx="84315" cy="375574"/>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ea typeface="+mn-ea"/>
                  <a:cs typeface="+mn-cs"/>
                </a:endParaRPr>
              </a:p>
            </p:txBody>
          </p:sp>
          <p:sp>
            <p:nvSpPr>
              <p:cNvPr id="27" name="Rectangle 26">
                <a:extLst>
                  <a:ext uri="{FF2B5EF4-FFF2-40B4-BE49-F238E27FC236}">
                    <a16:creationId xmlns:a16="http://schemas.microsoft.com/office/drawing/2014/main" id="{521FAF14-2212-603F-EAA8-1810B1239E96}"/>
                  </a:ext>
                </a:extLst>
              </p:cNvPr>
              <p:cNvSpPr/>
              <p:nvPr/>
            </p:nvSpPr>
            <p:spPr>
              <a:xfrm>
                <a:off x="739692" y="1127125"/>
                <a:ext cx="3625561" cy="375573"/>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ea typeface="+mn-ea"/>
                    <a:cs typeface="+mn-cs"/>
                  </a:rPr>
                  <a:t>1. Business Background</a:t>
                </a:r>
              </a:p>
            </p:txBody>
          </p:sp>
        </p:grpSp>
        <p:sp>
          <p:nvSpPr>
            <p:cNvPr id="25" name="Rectangle 24">
              <a:extLst>
                <a:ext uri="{FF2B5EF4-FFF2-40B4-BE49-F238E27FC236}">
                  <a16:creationId xmlns:a16="http://schemas.microsoft.com/office/drawing/2014/main" id="{E2DF0755-3751-662E-D800-32C8623F983A}"/>
                </a:ext>
              </a:extLst>
            </p:cNvPr>
            <p:cNvSpPr/>
            <p:nvPr/>
          </p:nvSpPr>
          <p:spPr>
            <a:xfrm>
              <a:off x="609596" y="2025729"/>
              <a:ext cx="3669943" cy="4292272"/>
            </a:xfrm>
            <a:prstGeom prst="rect">
              <a:avLst/>
            </a:prstGeom>
            <a:noFill/>
            <a:ln w="6350" cap="flat" cmpd="sng" algn="ctr">
              <a:solidFill>
                <a:sysClr val="window" lastClr="FFFFFF"/>
              </a:solidFill>
              <a:prstDash val="dash"/>
            </a:ln>
            <a:effectLst/>
          </p:spPr>
          <p:txBody>
            <a:bodyPr lIns="91440" tIns="91440" rIns="91440" bIns="0" rtlCol="0" anchor="t" anchorCtr="0"/>
            <a:lstStyle/>
            <a:p>
              <a:pPr marL="0" marR="0" lvl="0" indent="0" defTabSz="1044000" eaLnBrk="1" fontAlgn="ctr" latinLnBrk="0" hangingPunct="1">
                <a:lnSpc>
                  <a:spcPct val="100000"/>
                </a:lnSpc>
                <a:spcBef>
                  <a:spcPts val="1200"/>
                </a:spcBef>
                <a:buClr>
                  <a:srgbClr val="FFE600"/>
                </a:buClr>
                <a:buSzPct val="100000"/>
                <a:buFontTx/>
                <a:buNone/>
                <a:tabLst/>
                <a:defRPr/>
              </a:pPr>
              <a:r>
                <a:rPr kumimoji="0" lang="en-IN" sz="1000" b="1" i="0" u="none" strike="noStrike" kern="0" cap="none" spc="0" normalizeH="0" baseline="0" noProof="0">
                  <a:ln>
                    <a:noFill/>
                  </a:ln>
                  <a:solidFill>
                    <a:schemeClr val="bg1"/>
                  </a:solidFill>
                  <a:effectLst/>
                  <a:uLnTx/>
                  <a:uFillTx/>
                  <a:ea typeface="+mn-ea"/>
                  <a:cs typeface="+mn-cs"/>
                </a:rPr>
                <a:t>Client background: </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Marathon Petroleum Corporation is an American company specializing in petroleum refining, marketing, and transportation, with its headquarters in Findlay, Ohio. US</a:t>
              </a:r>
            </a:p>
            <a:p>
              <a:pPr marL="0" marR="0" lvl="1" indent="0" defTabSz="1041617" eaLnBrk="1" fontAlgn="ctr" latinLnBrk="0" hangingPunct="1">
                <a:lnSpc>
                  <a:spcPct val="100000"/>
                </a:lnSpc>
                <a:spcBef>
                  <a:spcPts val="1200"/>
                </a:spcBef>
                <a:buClr>
                  <a:srgbClr val="FFE600"/>
                </a:buClr>
                <a:buSzPct val="100000"/>
                <a:buFontTx/>
                <a:buNone/>
                <a:tabLst/>
                <a:defRPr/>
              </a:pPr>
              <a:r>
                <a:rPr kumimoji="0" lang="en-IN" sz="1000" b="1" i="0" u="none" strike="noStrike" kern="0" cap="none" spc="0" normalizeH="0" baseline="0" noProof="0">
                  <a:ln>
                    <a:noFill/>
                  </a:ln>
                  <a:solidFill>
                    <a:schemeClr val="bg1"/>
                  </a:solidFill>
                  <a:effectLst/>
                  <a:uLnTx/>
                  <a:uFillTx/>
                  <a:ea typeface="+mn-ea"/>
                  <a:cs typeface="+mn-cs"/>
                </a:rPr>
                <a:t>Client was looking for:</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Implementing BlackLine Journal module</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Standardization of manual journal entry process by streamline the Journal posting and approval process with standardized templates and workflow for preparing and approving</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Improved Governance &amp; Visibility by increasing Control, transparency with enhanced accountability along with Monitoring completion of journal posting process within set timelines. </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Optimization and automation of closing processes</a:t>
              </a:r>
            </a:p>
            <a:p>
              <a:pPr marL="0" marR="0" lvl="1" indent="0" defTabSz="1041617" eaLnBrk="1" fontAlgn="ctr" latinLnBrk="0" hangingPunct="1">
                <a:lnSpc>
                  <a:spcPct val="100000"/>
                </a:lnSpc>
                <a:spcBef>
                  <a:spcPts val="1200"/>
                </a:spcBef>
                <a:buClr>
                  <a:srgbClr val="FFE600"/>
                </a:buClr>
                <a:buSzPct val="100000"/>
                <a:buFontTx/>
                <a:buNone/>
                <a:tabLst/>
                <a:defRPr/>
              </a:pPr>
              <a:r>
                <a:rPr kumimoji="0" lang="en-IN" sz="1000" b="1" i="0" u="none" strike="noStrike" kern="0" cap="none" spc="0" normalizeH="0" baseline="0" noProof="0">
                  <a:ln>
                    <a:noFill/>
                  </a:ln>
                  <a:solidFill>
                    <a:schemeClr val="bg1"/>
                  </a:solidFill>
                  <a:effectLst/>
                  <a:uLnTx/>
                  <a:uFillTx/>
                  <a:ea typeface="+mn-ea"/>
                  <a:cs typeface="+mn-cs"/>
                </a:rPr>
                <a:t>GDS role: </a:t>
              </a: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Re-defined the journal entry process in </a:t>
              </a:r>
              <a:r>
                <a:rPr kumimoji="0" lang="en-IN" sz="1000" b="0" i="0" u="none" strike="noStrike" kern="0" cap="none" spc="0" normalizeH="0" baseline="0" noProof="0" err="1">
                  <a:ln>
                    <a:noFill/>
                  </a:ln>
                  <a:solidFill>
                    <a:schemeClr val="bg1"/>
                  </a:solidFill>
                  <a:effectLst/>
                  <a:uLnTx/>
                  <a:uFillTx/>
                  <a:ea typeface="+mn-ea"/>
                  <a:cs typeface="+mn-cs"/>
                </a:rPr>
                <a:t>BlackLIne</a:t>
              </a:r>
              <a:endParaRPr kumimoji="0" lang="en-IN" sz="1000" b="0" i="0" u="none" strike="noStrike" kern="0" cap="none" spc="0" normalizeH="0" baseline="0" noProof="0">
                <a:ln>
                  <a:noFill/>
                </a:ln>
                <a:solidFill>
                  <a:schemeClr val="bg1"/>
                </a:solidFill>
                <a:effectLst/>
                <a:uLnTx/>
                <a:uFillTx/>
                <a:ea typeface="+mn-ea"/>
                <a:cs typeface="+mn-cs"/>
              </a:endParaRPr>
            </a:p>
            <a:p>
              <a:pPr marL="137160" marR="0" lvl="1" indent="-137160" defTabSz="914400" eaLnBrk="1" fontAlgn="ctr" latinLnBrk="0" hangingPunct="1">
                <a:lnSpc>
                  <a:spcPct val="100000"/>
                </a:lnSpc>
                <a:spcBef>
                  <a:spcPts val="3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Support in day-to-day BlackLine Journals Implementation activities and contribute to the preparation of deliverables</a:t>
              </a:r>
            </a:p>
          </p:txBody>
        </p:sp>
      </p:grpSp>
      <p:grpSp>
        <p:nvGrpSpPr>
          <p:cNvPr id="14" name="Group 13">
            <a:extLst>
              <a:ext uri="{FF2B5EF4-FFF2-40B4-BE49-F238E27FC236}">
                <a16:creationId xmlns:a16="http://schemas.microsoft.com/office/drawing/2014/main" id="{1E2832F8-DD52-590E-A174-CC788A2C8685}"/>
              </a:ext>
            </a:extLst>
          </p:cNvPr>
          <p:cNvGrpSpPr/>
          <p:nvPr/>
        </p:nvGrpSpPr>
        <p:grpSpPr>
          <a:xfrm>
            <a:off x="4653851" y="2156836"/>
            <a:ext cx="4073023" cy="4010460"/>
            <a:chOff x="609595" y="1599261"/>
            <a:chExt cx="3669958" cy="4706363"/>
          </a:xfrm>
        </p:grpSpPr>
        <p:grpSp>
          <p:nvGrpSpPr>
            <p:cNvPr id="20" name="Group 19">
              <a:extLst>
                <a:ext uri="{FF2B5EF4-FFF2-40B4-BE49-F238E27FC236}">
                  <a16:creationId xmlns:a16="http://schemas.microsoft.com/office/drawing/2014/main" id="{73330578-1670-836E-7625-D1F92D263A2E}"/>
                </a:ext>
              </a:extLst>
            </p:cNvPr>
            <p:cNvGrpSpPr/>
            <p:nvPr/>
          </p:nvGrpSpPr>
          <p:grpSpPr>
            <a:xfrm>
              <a:off x="609598" y="1599261"/>
              <a:ext cx="3669955" cy="375574"/>
              <a:chOff x="609599" y="1127124"/>
              <a:chExt cx="3755656" cy="375574"/>
            </a:xfrm>
          </p:grpSpPr>
          <p:sp>
            <p:nvSpPr>
              <p:cNvPr id="22" name="Rectangle 21">
                <a:extLst>
                  <a:ext uri="{FF2B5EF4-FFF2-40B4-BE49-F238E27FC236}">
                    <a16:creationId xmlns:a16="http://schemas.microsoft.com/office/drawing/2014/main" id="{A41FFCA9-AA40-0436-1FEF-4008A69AB751}"/>
                  </a:ext>
                </a:extLst>
              </p:cNvPr>
              <p:cNvSpPr/>
              <p:nvPr/>
            </p:nvSpPr>
            <p:spPr>
              <a:xfrm>
                <a:off x="609599" y="1127124"/>
                <a:ext cx="84315" cy="375574"/>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ea typeface="+mn-ea"/>
                  <a:cs typeface="+mn-cs"/>
                </a:endParaRPr>
              </a:p>
            </p:txBody>
          </p:sp>
          <p:sp>
            <p:nvSpPr>
              <p:cNvPr id="23" name="Rectangle 22">
                <a:extLst>
                  <a:ext uri="{FF2B5EF4-FFF2-40B4-BE49-F238E27FC236}">
                    <a16:creationId xmlns:a16="http://schemas.microsoft.com/office/drawing/2014/main" id="{1890D56D-35B4-0CDE-9096-D6E3E95D2577}"/>
                  </a:ext>
                </a:extLst>
              </p:cNvPr>
              <p:cNvSpPr/>
              <p:nvPr/>
            </p:nvSpPr>
            <p:spPr>
              <a:xfrm>
                <a:off x="739694" y="1127125"/>
                <a:ext cx="3625561" cy="375573"/>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ea typeface="+mn-ea"/>
                    <a:cs typeface="+mn-cs"/>
                  </a:rPr>
                  <a:t>2. Solution</a:t>
                </a:r>
              </a:p>
            </p:txBody>
          </p:sp>
        </p:grpSp>
        <p:sp>
          <p:nvSpPr>
            <p:cNvPr id="21" name="Rectangle 20">
              <a:extLst>
                <a:ext uri="{FF2B5EF4-FFF2-40B4-BE49-F238E27FC236}">
                  <a16:creationId xmlns:a16="http://schemas.microsoft.com/office/drawing/2014/main" id="{CD8F708C-506A-3119-F326-A63D8FE8AF99}"/>
                </a:ext>
              </a:extLst>
            </p:cNvPr>
            <p:cNvSpPr/>
            <p:nvPr/>
          </p:nvSpPr>
          <p:spPr>
            <a:xfrm>
              <a:off x="609595" y="2013354"/>
              <a:ext cx="3669943" cy="4292270"/>
            </a:xfrm>
            <a:prstGeom prst="rect">
              <a:avLst/>
            </a:prstGeom>
            <a:noFill/>
            <a:ln w="6350" cap="flat" cmpd="sng" algn="ctr">
              <a:solidFill>
                <a:sysClr val="window" lastClr="FFFFFF"/>
              </a:solidFill>
              <a:prstDash val="dash"/>
            </a:ln>
            <a:effectLst/>
          </p:spPr>
          <p:txBody>
            <a:bodyPr lIns="91440" tIns="91440" rIns="91440" bIns="0" rtlCol="0" anchor="t" anchorCtr="0"/>
            <a:lstStyle/>
            <a:p>
              <a:pPr defTabSz="1044000" fontAlgn="ctr">
                <a:spcBef>
                  <a:spcPts val="1200"/>
                </a:spcBef>
                <a:buClr>
                  <a:srgbClr val="FFE600"/>
                </a:buClr>
                <a:buSzPct val="100000"/>
                <a:defRPr/>
              </a:pPr>
              <a:r>
                <a:rPr lang="en-IN" sz="1000" b="1" kern="0">
                  <a:solidFill>
                    <a:schemeClr val="bg1"/>
                  </a:solidFill>
                </a:rPr>
                <a:t>Scope: </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Implementation of the BlackLine Journal Module includes a Global Configuration review, creation and configuration of up to 4 Journal Templates, BlackLine and SAP integration, enablement of journal workflow within the journal templates</a:t>
              </a:r>
            </a:p>
            <a:p>
              <a:pPr marL="0" marR="0" lvl="1" indent="0" defTabSz="1044000" fontAlgn="ctr">
                <a:lnSpc>
                  <a:spcPct val="100000"/>
                </a:lnSpc>
                <a:spcBef>
                  <a:spcPts val="1200"/>
                </a:spcBef>
                <a:buClr>
                  <a:srgbClr val="FFE600"/>
                </a:buClr>
                <a:buSzPct val="100000"/>
                <a:buFontTx/>
                <a:buNone/>
                <a:tabLst/>
                <a:defRPr/>
              </a:pPr>
              <a:r>
                <a:rPr lang="en-IN" sz="1000" b="1" kern="0">
                  <a:solidFill>
                    <a:schemeClr val="bg1"/>
                  </a:solidFill>
                </a:rPr>
                <a:t>GDS Team: </a:t>
              </a:r>
            </a:p>
            <a:p>
              <a:pPr marL="137160" marR="0" lvl="1" indent="-137160" fontAlgn="ctr">
                <a:lnSpc>
                  <a:spcPct val="100000"/>
                </a:lnSpc>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GDS team size: 1 FTEs (Offshore) for 4 months, 27% GDS Integration</a:t>
              </a:r>
            </a:p>
            <a:p>
              <a:pPr marL="0" lvl="1" defTabSz="1044000" fontAlgn="ctr">
                <a:spcBef>
                  <a:spcPts val="1200"/>
                </a:spcBef>
                <a:buClr>
                  <a:srgbClr val="FFE600"/>
                </a:buClr>
                <a:buSzPct val="100000"/>
                <a:defRPr/>
              </a:pPr>
              <a:r>
                <a:rPr lang="en-IN" sz="1000" b="1" kern="0">
                  <a:solidFill>
                    <a:schemeClr val="bg1"/>
                  </a:solidFill>
                </a:rPr>
                <a:t>Value delivered: </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Documented Key Design Decisions for implementation </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Designed and Configured 4 Journal Entry Templates including 1 reversal Template </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Prepared SIT and UAT Scripts for 4 Journal templates and Approval Workflow and User roles.</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Documented comprehensive training collaterals and instruction for MPC end users.</a:t>
              </a:r>
            </a:p>
            <a:p>
              <a:pPr marL="137160" lvl="1" indent="-137160" fontAlgn="ctr">
                <a:spcBef>
                  <a:spcPts val="300"/>
                </a:spcBef>
                <a:buClr>
                  <a:srgbClr val="FFE600"/>
                </a:buClr>
                <a:buSzPct val="70000"/>
                <a:buFont typeface="Arial" panose="020B0604020202020204" pitchFamily="34" charset="0"/>
                <a:buChar char="►"/>
                <a:tabLst>
                  <a:tab pos="88768" algn="l"/>
                </a:tabLst>
                <a:defRPr/>
              </a:pPr>
              <a:r>
                <a:rPr lang="en-IN" sz="1000" kern="0">
                  <a:solidFill>
                    <a:schemeClr val="bg1"/>
                  </a:solidFill>
                </a:rPr>
                <a:t>Streamlined the Journal Entry Approval process for Standard and Cross Company journals with 6+ approval workflow scenario</a:t>
              </a:r>
            </a:p>
          </p:txBody>
        </p:sp>
      </p:grpSp>
      <p:grpSp>
        <p:nvGrpSpPr>
          <p:cNvPr id="15" name="Group 14">
            <a:extLst>
              <a:ext uri="{FF2B5EF4-FFF2-40B4-BE49-F238E27FC236}">
                <a16:creationId xmlns:a16="http://schemas.microsoft.com/office/drawing/2014/main" id="{BE293E41-616D-4165-6D27-893928364BC0}"/>
              </a:ext>
            </a:extLst>
          </p:cNvPr>
          <p:cNvGrpSpPr/>
          <p:nvPr/>
        </p:nvGrpSpPr>
        <p:grpSpPr>
          <a:xfrm>
            <a:off x="8926707" y="2156836"/>
            <a:ext cx="2884306" cy="4020320"/>
            <a:chOff x="609596" y="1599261"/>
            <a:chExt cx="2598879" cy="4717934"/>
          </a:xfrm>
        </p:grpSpPr>
        <p:grpSp>
          <p:nvGrpSpPr>
            <p:cNvPr id="16" name="Group 15">
              <a:extLst>
                <a:ext uri="{FF2B5EF4-FFF2-40B4-BE49-F238E27FC236}">
                  <a16:creationId xmlns:a16="http://schemas.microsoft.com/office/drawing/2014/main" id="{E0F1BFB0-6B75-9ABB-58F2-182E7A635C71}"/>
                </a:ext>
              </a:extLst>
            </p:cNvPr>
            <p:cNvGrpSpPr/>
            <p:nvPr/>
          </p:nvGrpSpPr>
          <p:grpSpPr>
            <a:xfrm>
              <a:off x="609598" y="1599261"/>
              <a:ext cx="2598877" cy="375574"/>
              <a:chOff x="609599" y="1127124"/>
              <a:chExt cx="2659566" cy="375574"/>
            </a:xfrm>
          </p:grpSpPr>
          <p:sp>
            <p:nvSpPr>
              <p:cNvPr id="18" name="Rectangle 17">
                <a:extLst>
                  <a:ext uri="{FF2B5EF4-FFF2-40B4-BE49-F238E27FC236}">
                    <a16:creationId xmlns:a16="http://schemas.microsoft.com/office/drawing/2014/main" id="{47EA6B97-5D9C-5090-68CE-6EB94667E964}"/>
                  </a:ext>
                </a:extLst>
              </p:cNvPr>
              <p:cNvSpPr/>
              <p:nvPr/>
            </p:nvSpPr>
            <p:spPr>
              <a:xfrm>
                <a:off x="609599" y="1127124"/>
                <a:ext cx="84315" cy="375574"/>
              </a:xfrm>
              <a:prstGeom prst="rect">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049" b="0" i="0" u="none" strike="noStrike" kern="0" cap="none" spc="0" normalizeH="0" baseline="0" noProof="0">
                  <a:ln>
                    <a:noFill/>
                  </a:ln>
                  <a:solidFill>
                    <a:srgbClr val="2E2E38"/>
                  </a:solidFill>
                  <a:effectLst/>
                  <a:uLnTx/>
                  <a:uFillTx/>
                  <a:ea typeface="+mn-ea"/>
                  <a:cs typeface="+mn-cs"/>
                </a:endParaRPr>
              </a:p>
            </p:txBody>
          </p:sp>
          <p:sp>
            <p:nvSpPr>
              <p:cNvPr id="19" name="Rectangle 18">
                <a:extLst>
                  <a:ext uri="{FF2B5EF4-FFF2-40B4-BE49-F238E27FC236}">
                    <a16:creationId xmlns:a16="http://schemas.microsoft.com/office/drawing/2014/main" id="{D5CCEEBB-3E5A-FF52-6A78-8A60427D0622}"/>
                  </a:ext>
                </a:extLst>
              </p:cNvPr>
              <p:cNvSpPr/>
              <p:nvPr/>
            </p:nvSpPr>
            <p:spPr>
              <a:xfrm>
                <a:off x="739699" y="1127125"/>
                <a:ext cx="2529466" cy="375573"/>
              </a:xfrm>
              <a:prstGeom prst="rect">
                <a:avLst/>
              </a:prstGeom>
              <a:solidFill>
                <a:srgbClr val="747480"/>
              </a:solidFill>
              <a:ln w="9525" cap="flat" cmpd="sng" algn="ctr">
                <a:noFill/>
                <a:prstDash val="solid"/>
              </a:ln>
              <a:effectLst/>
            </p:spPr>
            <p:txBody>
              <a:bodyPr rtlCol="0" anchor="ctr" anchorCtr="0"/>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1199" b="1" i="0" u="none" strike="noStrike" kern="0" cap="none" spc="0" normalizeH="0" baseline="0" noProof="0">
                    <a:ln>
                      <a:noFill/>
                    </a:ln>
                    <a:solidFill>
                      <a:prstClr val="white"/>
                    </a:solidFill>
                    <a:effectLst/>
                    <a:uLnTx/>
                    <a:uFillTx/>
                    <a:ea typeface="+mn-ea"/>
                    <a:cs typeface="+mn-cs"/>
                  </a:rPr>
                  <a:t>3. Key Success Factors</a:t>
                </a:r>
              </a:p>
            </p:txBody>
          </p:sp>
        </p:grpSp>
        <p:sp>
          <p:nvSpPr>
            <p:cNvPr id="17" name="Rectangle 16">
              <a:extLst>
                <a:ext uri="{FF2B5EF4-FFF2-40B4-BE49-F238E27FC236}">
                  <a16:creationId xmlns:a16="http://schemas.microsoft.com/office/drawing/2014/main" id="{C520CA27-C5AE-48FA-C082-FFD0BBF9A88A}"/>
                </a:ext>
              </a:extLst>
            </p:cNvPr>
            <p:cNvSpPr/>
            <p:nvPr/>
          </p:nvSpPr>
          <p:spPr>
            <a:xfrm>
              <a:off x="609596" y="2024923"/>
              <a:ext cx="2598867" cy="4292272"/>
            </a:xfrm>
            <a:prstGeom prst="rect">
              <a:avLst/>
            </a:prstGeom>
            <a:noFill/>
            <a:ln w="6350" cap="flat" cmpd="sng" algn="ctr">
              <a:solidFill>
                <a:sysClr val="window" lastClr="FFFFFF"/>
              </a:solidFill>
              <a:prstDash val="dash"/>
            </a:ln>
            <a:effectLst/>
          </p:spPr>
          <p:txBody>
            <a:bodyPr lIns="91440" tIns="91440" rIns="91440" bIns="0" rtlCol="0" anchor="t" anchorCtr="0"/>
            <a:lstStyle/>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Certified BlackLine professionals with complete knowledge of BlackLine Journal module</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R2R domain expertise and deep understanding of  financial close processes, accounting policies and procedures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Elite combination of technical and functional skills which enabled timely execution and quality deliverables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Documented the current state by creating a survey with more than 20+ questions.</a:t>
              </a:r>
            </a:p>
            <a:p>
              <a:pPr marL="182880" marR="0" lvl="1" indent="-182880" defTabSz="914400" eaLnBrk="1" fontAlgn="ctr" latinLnBrk="0" hangingPunct="1">
                <a:lnSpc>
                  <a:spcPct val="100000"/>
                </a:lnSpc>
                <a:spcBef>
                  <a:spcPts val="600"/>
                </a:spcBef>
                <a:buClr>
                  <a:srgbClr val="FFE600"/>
                </a:buClr>
                <a:buSzPct val="70000"/>
                <a:buFont typeface="Arial" panose="020B0604020202020204" pitchFamily="34" charset="0"/>
                <a:buChar char="►"/>
                <a:tabLst>
                  <a:tab pos="88768" algn="l"/>
                </a:tabLst>
                <a:defRPr/>
              </a:pPr>
              <a:r>
                <a:rPr kumimoji="0" lang="en-IN" sz="1000" b="0" i="0" u="none" strike="noStrike" kern="0" cap="none" spc="0" normalizeH="0" baseline="0" noProof="0">
                  <a:ln>
                    <a:noFill/>
                  </a:ln>
                  <a:solidFill>
                    <a:schemeClr val="bg1"/>
                  </a:solidFill>
                  <a:effectLst/>
                  <a:uLnTx/>
                  <a:uFillTx/>
                  <a:ea typeface="+mn-ea"/>
                  <a:cs typeface="+mn-cs"/>
                </a:rPr>
                <a:t>Adapted Complex Validation rules in the Journal Templates for Tax Relevant journal entries.</a:t>
              </a:r>
            </a:p>
          </p:txBody>
        </p:sp>
      </p:grpSp>
      <p:sp>
        <p:nvSpPr>
          <p:cNvPr id="12" name="Rectangle 11">
            <a:extLst>
              <a:ext uri="{FF2B5EF4-FFF2-40B4-BE49-F238E27FC236}">
                <a16:creationId xmlns:a16="http://schemas.microsoft.com/office/drawing/2014/main" id="{A0610589-309D-4888-7AEF-2F55B63A1737}"/>
              </a:ext>
            </a:extLst>
          </p:cNvPr>
          <p:cNvSpPr/>
          <p:nvPr/>
        </p:nvSpPr>
        <p:spPr>
          <a:xfrm>
            <a:off x="381000" y="1098312"/>
            <a:ext cx="11430000" cy="914400"/>
          </a:xfrm>
          <a:prstGeom prst="rect">
            <a:avLst/>
          </a:prstGeom>
          <a:blipFill dpi="0" rotWithShape="1">
            <a:blip r:embed="rId3" cstate="print">
              <a:extLst>
                <a:ext uri="{28A0092B-C50C-407E-A947-70E740481C1C}">
                  <a14:useLocalDpi xmlns:a14="http://schemas.microsoft.com/office/drawing/2010/main"/>
                </a:ext>
              </a:extLst>
            </a:blip>
            <a:srcRect/>
            <a:stretch>
              <a:fillRect l="-775" t="-236495" r="-399" b="-310899"/>
            </a:stretch>
          </a:blip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 name="Rectangle 27">
            <a:extLst>
              <a:ext uri="{FF2B5EF4-FFF2-40B4-BE49-F238E27FC236}">
                <a16:creationId xmlns:a16="http://schemas.microsoft.com/office/drawing/2014/main" id="{0D6DA5DD-09EF-FAB1-7ED1-50F06BC7622E}"/>
              </a:ext>
            </a:extLst>
          </p:cNvPr>
          <p:cNvSpPr/>
          <p:nvPr/>
        </p:nvSpPr>
        <p:spPr>
          <a:xfrm>
            <a:off x="380999" y="1235472"/>
            <a:ext cx="3108960" cy="640080"/>
          </a:xfrm>
          <a:prstGeom prst="rect">
            <a:avLst/>
          </a:prstGeom>
          <a:no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392" tIns="45696" rIns="91392" bIns="45696" rtlCol="0" anchor="ctr" anchorCtr="0"/>
          <a:lstStyle/>
          <a:p>
            <a:pPr>
              <a:spcBef>
                <a:spcPts val="600"/>
              </a:spcBef>
              <a:defRPr/>
            </a:pPr>
            <a:r>
              <a:rPr lang="en-IN" sz="1400">
                <a:solidFill>
                  <a:prstClr val="white"/>
                </a:solidFill>
                <a:latin typeface="EYInterstate Light"/>
              </a:rPr>
              <a:t>Partner: </a:t>
            </a:r>
            <a:r>
              <a:rPr lang="en-IN" sz="1400" b="1">
                <a:solidFill>
                  <a:prstClr val="white"/>
                </a:solidFill>
                <a:latin typeface="EYInterstate Light"/>
              </a:rPr>
              <a:t>David Adler</a:t>
            </a:r>
          </a:p>
          <a:p>
            <a:pPr>
              <a:spcBef>
                <a:spcPts val="600"/>
              </a:spcBef>
              <a:defRPr/>
            </a:pPr>
            <a:r>
              <a:rPr lang="en-IN" sz="1400">
                <a:solidFill>
                  <a:prstClr val="white"/>
                </a:solidFill>
                <a:latin typeface="EYInterstate Light"/>
              </a:rPr>
              <a:t>Sector: </a:t>
            </a:r>
            <a:r>
              <a:rPr lang="en-IN" sz="1400" b="1">
                <a:solidFill>
                  <a:prstClr val="white"/>
                </a:solidFill>
                <a:latin typeface="EYInterstate Light"/>
              </a:rPr>
              <a:t>Oil &amp; Gas, US</a:t>
            </a:r>
          </a:p>
        </p:txBody>
      </p:sp>
    </p:spTree>
    <p:extLst>
      <p:ext uri="{BB962C8B-B14F-4D97-AF65-F5344CB8AC3E}">
        <p14:creationId xmlns:p14="http://schemas.microsoft.com/office/powerpoint/2010/main" val="3054608790"/>
      </p:ext>
    </p:extLst>
  </p:cSld>
  <p:clrMapOvr>
    <a:masterClrMapping/>
  </p:clrMapOvr>
  <p:extLst>
    <p:ext uri="{6950BFC3-D8DA-4A85-94F7-54DA5524770B}">
      <p188:commentRel xmlns:p188="http://schemas.microsoft.com/office/powerpoint/2018/8/main" r:id="rId2"/>
    </p:ext>
  </p:extLs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33F6-2BD8-6BAC-1ED8-5493C42233C1}"/>
              </a:ext>
            </a:extLst>
          </p:cNvPr>
          <p:cNvSpPr>
            <a:spLocks noGrp="1"/>
          </p:cNvSpPr>
          <p:nvPr>
            <p:ph type="title"/>
          </p:nvPr>
        </p:nvSpPr>
        <p:spPr/>
        <p:txBody>
          <a:bodyPr/>
          <a:lstStyle/>
          <a:p>
            <a:r>
              <a:rPr lang="en-IN"/>
              <a:t>GDS Projects (1/x)</a:t>
            </a:r>
          </a:p>
        </p:txBody>
      </p:sp>
      <p:sp>
        <p:nvSpPr>
          <p:cNvPr id="5" name="Slide Number Placeholder 4">
            <a:extLst>
              <a:ext uri="{FF2B5EF4-FFF2-40B4-BE49-F238E27FC236}">
                <a16:creationId xmlns:a16="http://schemas.microsoft.com/office/drawing/2014/main" id="{9528FB5B-83A5-18BA-66E0-7CA95764A979}"/>
              </a:ext>
            </a:extLst>
          </p:cNvPr>
          <p:cNvSpPr>
            <a:spLocks noGrp="1"/>
          </p:cNvSpPr>
          <p:nvPr>
            <p:ph type="sldNum" sz="quarter" idx="12"/>
          </p:nvPr>
        </p:nvSpPr>
        <p:spPr/>
        <p:txBody>
          <a:bodyPr/>
          <a:lstStyle/>
          <a:p>
            <a:fld id="{94FCA0F3-9F3A-694B-99BB-0E592A797735}" type="slidenum">
              <a:rPr lang="en-US" smtClean="0"/>
              <a:t>77</a:t>
            </a:fld>
            <a:endParaRPr lang="en-US"/>
          </a:p>
        </p:txBody>
      </p:sp>
      <p:sp>
        <p:nvSpPr>
          <p:cNvPr id="6" name="Date Placeholder 5">
            <a:extLst>
              <a:ext uri="{FF2B5EF4-FFF2-40B4-BE49-F238E27FC236}">
                <a16:creationId xmlns:a16="http://schemas.microsoft.com/office/drawing/2014/main" id="{17D57B1B-067E-1E2B-5D7F-B45FC6A262A5}"/>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9686469B-B66B-4910-8CC5-C52E76976A89}"/>
              </a:ext>
            </a:extLst>
          </p:cNvPr>
          <p:cNvSpPr>
            <a:spLocks noGrp="1"/>
          </p:cNvSpPr>
          <p:nvPr>
            <p:ph type="dgm" sz="quarter" idx="17"/>
          </p:nvPr>
        </p:nvSpPr>
        <p:spPr/>
        <p:txBody>
          <a:bodyPr/>
          <a:lstStyle/>
          <a:p>
            <a:endParaRPr lang="en-IN"/>
          </a:p>
        </p:txBody>
      </p:sp>
      <p:graphicFrame>
        <p:nvGraphicFramePr>
          <p:cNvPr id="8" name="Table 7">
            <a:extLst>
              <a:ext uri="{FF2B5EF4-FFF2-40B4-BE49-F238E27FC236}">
                <a16:creationId xmlns:a16="http://schemas.microsoft.com/office/drawing/2014/main" id="{AA54B7FD-1ED0-8D5E-1EC4-D770EE53AC06}"/>
              </a:ext>
            </a:extLst>
          </p:cNvPr>
          <p:cNvGraphicFramePr>
            <a:graphicFrameLocks noGrp="1"/>
          </p:cNvGraphicFramePr>
          <p:nvPr>
            <p:extLst>
              <p:ext uri="{D42A27DB-BD31-4B8C-83A1-F6EECF244321}">
                <p14:modId xmlns:p14="http://schemas.microsoft.com/office/powerpoint/2010/main" val="272001948"/>
              </p:ext>
            </p:extLst>
          </p:nvPr>
        </p:nvGraphicFramePr>
        <p:xfrm>
          <a:off x="484632" y="1126522"/>
          <a:ext cx="11222736" cy="4597133"/>
        </p:xfrm>
        <a:graphic>
          <a:graphicData uri="http://schemas.openxmlformats.org/drawingml/2006/table">
            <a:tbl>
              <a:tblPr/>
              <a:tblGrid>
                <a:gridCol w="2361044">
                  <a:extLst>
                    <a:ext uri="{9D8B030D-6E8A-4147-A177-3AD203B41FA5}">
                      <a16:colId xmlns:a16="http://schemas.microsoft.com/office/drawing/2014/main" val="2181700987"/>
                    </a:ext>
                  </a:extLst>
                </a:gridCol>
                <a:gridCol w="6238380">
                  <a:extLst>
                    <a:ext uri="{9D8B030D-6E8A-4147-A177-3AD203B41FA5}">
                      <a16:colId xmlns:a16="http://schemas.microsoft.com/office/drawing/2014/main" val="3465123203"/>
                    </a:ext>
                  </a:extLst>
                </a:gridCol>
                <a:gridCol w="1311656">
                  <a:extLst>
                    <a:ext uri="{9D8B030D-6E8A-4147-A177-3AD203B41FA5}">
                      <a16:colId xmlns:a16="http://schemas.microsoft.com/office/drawing/2014/main" val="3957014870"/>
                    </a:ext>
                  </a:extLst>
                </a:gridCol>
                <a:gridCol w="1311656">
                  <a:extLst>
                    <a:ext uri="{9D8B030D-6E8A-4147-A177-3AD203B41FA5}">
                      <a16:colId xmlns:a16="http://schemas.microsoft.com/office/drawing/2014/main" val="3052045837"/>
                    </a:ext>
                  </a:extLst>
                </a:gridCol>
              </a:tblGrid>
              <a:tr h="291533">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a:solidFill>
                            <a:schemeClr val="tx1"/>
                          </a:solidFill>
                          <a:latin typeface="+mj-lt"/>
                          <a:ea typeface="+mn-ea"/>
                          <a:cs typeface="Arial" panose="020B0604020202020204" pitchFamily="34" charset="0"/>
                        </a:rPr>
                        <a:t>Client – Project Name</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j-lt"/>
                          <a:ea typeface="+mn-ea"/>
                          <a:cs typeface="Arial" panose="020B0604020202020204" pitchFamily="34" charset="0"/>
                        </a:rPr>
                        <a:t>Description</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tx1"/>
                          </a:solidFill>
                          <a:effectLst/>
                          <a:uLnTx/>
                          <a:uFillTx/>
                          <a:latin typeface="+mj-lt"/>
                          <a:ea typeface="+mn-ea"/>
                          <a:cs typeface="Arial" panose="020B0604020202020204" pitchFamily="34" charset="0"/>
                        </a:rPr>
                        <a:t>Region</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tx1"/>
                          </a:solidFill>
                          <a:latin typeface="+mj-lt"/>
                          <a:ea typeface="+mn-ea"/>
                          <a:cs typeface="Arial" panose="020B0604020202020204" pitchFamily="34" charset="0"/>
                        </a:rPr>
                        <a:t>Sector</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extLst>
                  <a:ext uri="{0D108BD9-81ED-4DB2-BD59-A6C34878D82A}">
                    <a16:rowId xmlns:a16="http://schemas.microsoft.com/office/drawing/2014/main" val="243059793"/>
                  </a:ext>
                </a:extLst>
              </a:tr>
              <a:tr h="324000">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a:ea typeface="+mn-ea"/>
                          <a:cs typeface="+mn-cs"/>
                        </a:rPr>
                        <a:t>SAS: IFRS 17 - “Sub Ledger Accounting Module” (SLAM) development</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EYInterstate Light"/>
                          <a:ea typeface="+mn-ea"/>
                          <a:cs typeface="+mn-cs"/>
                        </a:rPr>
                        <a:t>Identification of Accounting Events missing in the current SLAM module based on disclosure requirements and linkage to business events and COA structure &amp; hierarchy.</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APAC</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Technology</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073813071"/>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IFRS17: Transamerica COA Design and Disclosure Mapping</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600"/>
                        </a:spcBef>
                        <a:spcAft>
                          <a:spcPts val="200"/>
                        </a:spcAft>
                        <a:buClr>
                          <a:srgbClr val="333333"/>
                        </a:buClr>
                        <a:buSzTx/>
                        <a:buFontTx/>
                        <a:buNone/>
                        <a:tabLst>
                          <a:tab pos="88724"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a:t>
                      </a:r>
                      <a:r>
                        <a:rPr kumimoji="0" lang="en-US" sz="1000" b="0" i="0" u="none" strike="noStrike" kern="1200" cap="none" spc="0" normalizeH="0" baseline="0" noProof="0">
                          <a:ln>
                            <a:noFill/>
                          </a:ln>
                          <a:solidFill>
                            <a:schemeClr val="bg1"/>
                          </a:solidFill>
                          <a:effectLst/>
                          <a:uLnTx/>
                          <a:uFillTx/>
                          <a:latin typeface="+mn-lt"/>
                          <a:ea typeface="+mn-ea"/>
                          <a:cs typeface="+mn-cs"/>
                        </a:rPr>
                        <a:t>1)</a:t>
                      </a:r>
                      <a:r>
                        <a:rPr kumimoji="0" lang="en-US" sz="1000" b="1" i="0" u="none" strike="noStrike" kern="1200" cap="none" spc="0" normalizeH="0" baseline="0" noProof="0">
                          <a:ln>
                            <a:noFill/>
                          </a:ln>
                          <a:solidFill>
                            <a:schemeClr val="bg1"/>
                          </a:solidFill>
                          <a:effectLst/>
                          <a:uLnTx/>
                          <a:uFillTx/>
                          <a:latin typeface="+mn-lt"/>
                          <a:ea typeface="+mn-ea"/>
                          <a:cs typeface="+mn-cs"/>
                        </a:rPr>
                        <a:t> </a:t>
                      </a:r>
                      <a:r>
                        <a:rPr kumimoji="0" lang="en-IN" sz="1000" b="0" i="0" u="none" strike="noStrike" kern="1200" cap="none" spc="0" normalizeH="0" baseline="0" noProof="0">
                          <a:ln>
                            <a:noFill/>
                          </a:ln>
                          <a:solidFill>
                            <a:schemeClr val="bg1"/>
                          </a:solidFill>
                          <a:effectLst/>
                          <a:uLnTx/>
                          <a:uFillTx/>
                          <a:latin typeface="+mn-lt"/>
                          <a:ea typeface="+mn-ea"/>
                          <a:cs typeface="+mn-cs"/>
                        </a:rPr>
                        <a:t>IFRS 17 Implementation gap assessment 2) New IFRS17 Chart of Account Design 3) IFRS-17 reporting and disclosure mapping with COA 4) Management Internal Reporting with IFRS-17</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Insurance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253257927"/>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AIS: IFRS15 Revenue Recognition Implementation</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End to end IFRS 15 implementation using Aptitude ARRE calculation engine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chemeClr val="bg1"/>
                        </a:solidFill>
                        <a:effectLst/>
                        <a:uLnTx/>
                        <a:uFillTx/>
                        <a:latin typeface="EYInterstate Light"/>
                        <a:ea typeface="+mn-ea"/>
                        <a:cs typeface="+mn-cs"/>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APAC</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Telecom</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117421767"/>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Mondelez: IFRS16 Lease Accounting Implementation</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Modifying their existing Slan system to include Lease Accounting calculations and algorithms via excel based Model</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FMCG</a:t>
                      </a:r>
                      <a:endParaRPr lang="en-US" sz="1000" b="0" i="0" kern="1200" noProof="0">
                        <a:solidFill>
                          <a:schemeClr val="bg1"/>
                        </a:solidFill>
                        <a:latin typeface="+mn-lt"/>
                        <a:ea typeface="+mn-ea"/>
                        <a:cs typeface="Arial" panose="020B0604020202020204" pitchFamily="34" charset="0"/>
                      </a:endParaRP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9574532"/>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Bridgestone: IFRS16 Lease Accounting Reporting</a:t>
                      </a:r>
                      <a:endParaRPr kumimoji="0" lang="en-US"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Modifying their existing Lease  management reporting to include Lease Accounting  reporting and analysis via excel based Model for effective management decisions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Automotive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183868604"/>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Aegon Asia: </a:t>
                      </a:r>
                      <a:r>
                        <a:rPr kumimoji="0" lang="en-US" sz="1000" b="1" i="0" u="none" strike="noStrike" kern="1200" cap="none" spc="0" normalizeH="0" baseline="0" noProof="0">
                          <a:ln>
                            <a:noFill/>
                          </a:ln>
                          <a:solidFill>
                            <a:schemeClr val="bg1"/>
                          </a:solidFill>
                          <a:effectLst/>
                          <a:uLnTx/>
                          <a:uFillTx/>
                          <a:latin typeface="+mn-lt"/>
                          <a:ea typeface="+mn-ea"/>
                          <a:cs typeface="+mn-cs"/>
                        </a:rPr>
                        <a:t>IFRS17 MI reporting Impact assessment and Gap analysis</a:t>
                      </a:r>
                      <a:endParaRPr kumimoji="0" lang="en-IN"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IFRS 17 impact on their current MI reporting and new IFRS 17 KPIs to be included going forward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Asia</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Insurance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53183638"/>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Great Eastern: IFRS17 Data Gap Assessment</a:t>
                      </a: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Preparation of business requirement document and gap assessment for IFRS 17  using Aptitude modules like AICE and AAH</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APAC</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Insurance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51985285"/>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De Lage Landen (DLL): </a:t>
                      </a:r>
                      <a:r>
                        <a:rPr kumimoji="0" lang="nl-NL" sz="1000" b="1" i="0" u="none" strike="noStrike" kern="1200" cap="none" spc="0" normalizeH="0" baseline="0" noProof="0">
                          <a:ln>
                            <a:noFill/>
                          </a:ln>
                          <a:solidFill>
                            <a:schemeClr val="bg1"/>
                          </a:solidFill>
                          <a:effectLst/>
                          <a:uLnTx/>
                          <a:uFillTx/>
                          <a:latin typeface="+mn-lt"/>
                          <a:ea typeface="+mn-ea"/>
                          <a:cs typeface="+mn-cs"/>
                        </a:rPr>
                        <a:t>Banking licence structure – Accounting policy memo</a:t>
                      </a:r>
                      <a:endParaRPr kumimoji="0" lang="en-IN"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200"/>
                        </a:spcBef>
                        <a:spcAft>
                          <a:spcPts val="300"/>
                        </a:spcAft>
                        <a:buClr>
                          <a:srgbClr val="333333"/>
                        </a:buClr>
                        <a:buSzTx/>
                        <a:buFontTx/>
                        <a:buNone/>
                        <a:tabLst>
                          <a:tab pos="88812"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a:t>
                      </a:r>
                      <a:r>
                        <a:rPr kumimoji="0" lang="en-US" sz="1000" b="0" i="0" u="none" strike="noStrike" kern="1200" cap="none" spc="0" normalizeH="0" baseline="0" noProof="0">
                          <a:ln>
                            <a:noFill/>
                          </a:ln>
                          <a:solidFill>
                            <a:schemeClr val="bg1"/>
                          </a:solidFill>
                          <a:effectLst/>
                          <a:uLnTx/>
                          <a:uFillTx/>
                          <a:latin typeface="+mn-lt"/>
                          <a:ea typeface="+mn-ea"/>
                          <a:cs typeface="+mn-cs"/>
                        </a:rPr>
                        <a:t>1)</a:t>
                      </a:r>
                      <a:r>
                        <a:rPr kumimoji="0" lang="en-US" sz="1000" b="1" i="0" u="none" strike="noStrike" kern="1200" cap="none" spc="0" normalizeH="0" baseline="0" noProof="0">
                          <a:ln>
                            <a:noFill/>
                          </a:ln>
                          <a:solidFill>
                            <a:schemeClr val="bg1"/>
                          </a:solidFill>
                          <a:effectLst/>
                          <a:uLnTx/>
                          <a:uFillTx/>
                          <a:latin typeface="+mn-lt"/>
                          <a:ea typeface="+mn-ea"/>
                          <a:cs typeface="+mn-cs"/>
                        </a:rPr>
                        <a:t> </a:t>
                      </a:r>
                      <a:r>
                        <a:rPr kumimoji="0" lang="en-IN" sz="1000" b="0" i="0" u="none" strike="noStrike" kern="1200" cap="none" spc="0" normalizeH="0" baseline="0" noProof="0">
                          <a:ln>
                            <a:noFill/>
                          </a:ln>
                          <a:solidFill>
                            <a:schemeClr val="bg1"/>
                          </a:solidFill>
                          <a:effectLst/>
                          <a:uLnTx/>
                          <a:uFillTx/>
                          <a:latin typeface="+mn-lt"/>
                          <a:ea typeface="+mn-ea"/>
                          <a:cs typeface="+mn-cs"/>
                        </a:rPr>
                        <a:t>The client wanted a transformation plan detailing the necessary steps to optimise its banking licence structure to increase strategic flexibility and lower regulatory vulnerability 2) Assessment of accounting impact of applicable standards during and post restructure of the group and identifying disclosure requirements for the existing and new entities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Netherlands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Banking</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65888649"/>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SAP: IFRS15 Revenue Recognition</a:t>
                      </a: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200"/>
                        </a:spcBef>
                        <a:spcAft>
                          <a:spcPts val="300"/>
                        </a:spcAft>
                        <a:buClr>
                          <a:srgbClr val="333333"/>
                        </a:buClr>
                        <a:buSzTx/>
                        <a:buFontTx/>
                        <a:buNone/>
                        <a:tabLst>
                          <a:tab pos="88812"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1) </a:t>
                      </a:r>
                      <a:r>
                        <a:rPr kumimoji="0" lang="en-IN" sz="1000" b="0" i="0" u="none" strike="noStrike" kern="1200" cap="none" spc="0" normalizeH="0" baseline="0" noProof="0">
                          <a:ln>
                            <a:noFill/>
                          </a:ln>
                          <a:solidFill>
                            <a:schemeClr val="bg1"/>
                          </a:solidFill>
                          <a:effectLst/>
                          <a:uLnTx/>
                          <a:uFillTx/>
                          <a:latin typeface="+mn-lt"/>
                          <a:ea typeface="+mn-ea"/>
                          <a:cs typeface="+mn-cs"/>
                        </a:rPr>
                        <a:t>Implementation of US GAAP ASC 606 for their revenue recognition process 2) Process modification and establishment of SAP RAR  as ‘Accelerated go to market’ program 3) Design a model for reconciliation between the revenue recognition as per US GAAP ASC 605 and ASC 606</a:t>
                      </a:r>
                      <a:br>
                        <a:rPr kumimoji="0" lang="en-IN" sz="1000" b="0" i="0" u="none" strike="noStrike" kern="1200" cap="none" spc="0" normalizeH="0" baseline="0" noProof="0">
                          <a:ln>
                            <a:noFill/>
                          </a:ln>
                          <a:solidFill>
                            <a:schemeClr val="bg1"/>
                          </a:solidFill>
                          <a:effectLst/>
                          <a:uLnTx/>
                          <a:uFillTx/>
                          <a:latin typeface="+mn-lt"/>
                          <a:ea typeface="+mn-ea"/>
                          <a:cs typeface="+mn-cs"/>
                        </a:rPr>
                      </a:br>
                      <a:r>
                        <a:rPr kumimoji="0" lang="en-IN" sz="1000" b="0" i="0" u="none" strike="noStrike" kern="1200" cap="none" spc="0" normalizeH="0" baseline="0" noProof="0">
                          <a:ln>
                            <a:noFill/>
                          </a:ln>
                          <a:solidFill>
                            <a:schemeClr val="bg1"/>
                          </a:solidFill>
                          <a:effectLst/>
                          <a:uLnTx/>
                          <a:uFillTx/>
                          <a:latin typeface="+mn-lt"/>
                          <a:ea typeface="+mn-ea"/>
                          <a:cs typeface="+mn-cs"/>
                        </a:rPr>
                        <a:t>can be performed 4) Evaluation of data flow and additional data requirement to comply with US GAAP ASC 606</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EMEA</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IT</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712191502"/>
                  </a:ext>
                </a:extLst>
              </a:tr>
            </a:tbl>
          </a:graphicData>
        </a:graphic>
      </p:graphicFrame>
    </p:spTree>
    <p:extLst>
      <p:ext uri="{BB962C8B-B14F-4D97-AF65-F5344CB8AC3E}">
        <p14:creationId xmlns:p14="http://schemas.microsoft.com/office/powerpoint/2010/main" val="374933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B62C-A6AB-BF3B-EC3C-462DBB13B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B6B54-4ACD-ED84-E615-5F88B8047D61}"/>
              </a:ext>
            </a:extLst>
          </p:cNvPr>
          <p:cNvSpPr>
            <a:spLocks noGrp="1"/>
          </p:cNvSpPr>
          <p:nvPr>
            <p:ph type="title"/>
          </p:nvPr>
        </p:nvSpPr>
        <p:spPr/>
        <p:txBody>
          <a:bodyPr/>
          <a:lstStyle/>
          <a:p>
            <a:r>
              <a:rPr lang="en-IN"/>
              <a:t>GDS Projects (2/x)</a:t>
            </a:r>
          </a:p>
        </p:txBody>
      </p:sp>
      <p:sp>
        <p:nvSpPr>
          <p:cNvPr id="5" name="Slide Number Placeholder 4">
            <a:extLst>
              <a:ext uri="{FF2B5EF4-FFF2-40B4-BE49-F238E27FC236}">
                <a16:creationId xmlns:a16="http://schemas.microsoft.com/office/drawing/2014/main" id="{E5DC6DA7-A38C-5063-79E0-6502BFA3C282}"/>
              </a:ext>
            </a:extLst>
          </p:cNvPr>
          <p:cNvSpPr>
            <a:spLocks noGrp="1"/>
          </p:cNvSpPr>
          <p:nvPr>
            <p:ph type="sldNum" sz="quarter" idx="12"/>
          </p:nvPr>
        </p:nvSpPr>
        <p:spPr/>
        <p:txBody>
          <a:bodyPr/>
          <a:lstStyle/>
          <a:p>
            <a:fld id="{94FCA0F3-9F3A-694B-99BB-0E592A797735}" type="slidenum">
              <a:rPr lang="en-US" smtClean="0"/>
              <a:t>78</a:t>
            </a:fld>
            <a:endParaRPr lang="en-US"/>
          </a:p>
        </p:txBody>
      </p:sp>
      <p:sp>
        <p:nvSpPr>
          <p:cNvPr id="6" name="Date Placeholder 5">
            <a:extLst>
              <a:ext uri="{FF2B5EF4-FFF2-40B4-BE49-F238E27FC236}">
                <a16:creationId xmlns:a16="http://schemas.microsoft.com/office/drawing/2014/main" id="{8CC8FD9F-70B8-A746-88ED-46A6C14464E5}"/>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AA8EFC54-6BB9-5EFA-757E-CDA37D7DF767}"/>
              </a:ext>
            </a:extLst>
          </p:cNvPr>
          <p:cNvSpPr>
            <a:spLocks noGrp="1"/>
          </p:cNvSpPr>
          <p:nvPr>
            <p:ph type="dgm" sz="quarter" idx="17"/>
          </p:nvPr>
        </p:nvSpPr>
        <p:spPr/>
        <p:txBody>
          <a:bodyPr/>
          <a:lstStyle/>
          <a:p>
            <a:endParaRPr lang="en-IN"/>
          </a:p>
        </p:txBody>
      </p:sp>
      <p:graphicFrame>
        <p:nvGraphicFramePr>
          <p:cNvPr id="8" name="Table 7">
            <a:extLst>
              <a:ext uri="{FF2B5EF4-FFF2-40B4-BE49-F238E27FC236}">
                <a16:creationId xmlns:a16="http://schemas.microsoft.com/office/drawing/2014/main" id="{A255A13D-768E-A379-2848-9BAEDA50DE9F}"/>
              </a:ext>
            </a:extLst>
          </p:cNvPr>
          <p:cNvGraphicFramePr>
            <a:graphicFrameLocks noGrp="1"/>
          </p:cNvGraphicFramePr>
          <p:nvPr>
            <p:extLst>
              <p:ext uri="{D42A27DB-BD31-4B8C-83A1-F6EECF244321}">
                <p14:modId xmlns:p14="http://schemas.microsoft.com/office/powerpoint/2010/main" val="1587274416"/>
              </p:ext>
            </p:extLst>
          </p:nvPr>
        </p:nvGraphicFramePr>
        <p:xfrm>
          <a:off x="484632" y="1126522"/>
          <a:ext cx="11222736" cy="4559813"/>
        </p:xfrm>
        <a:graphic>
          <a:graphicData uri="http://schemas.openxmlformats.org/drawingml/2006/table">
            <a:tbl>
              <a:tblPr/>
              <a:tblGrid>
                <a:gridCol w="2361044">
                  <a:extLst>
                    <a:ext uri="{9D8B030D-6E8A-4147-A177-3AD203B41FA5}">
                      <a16:colId xmlns:a16="http://schemas.microsoft.com/office/drawing/2014/main" val="2181700987"/>
                    </a:ext>
                  </a:extLst>
                </a:gridCol>
                <a:gridCol w="6238380">
                  <a:extLst>
                    <a:ext uri="{9D8B030D-6E8A-4147-A177-3AD203B41FA5}">
                      <a16:colId xmlns:a16="http://schemas.microsoft.com/office/drawing/2014/main" val="3465123203"/>
                    </a:ext>
                  </a:extLst>
                </a:gridCol>
                <a:gridCol w="1311656">
                  <a:extLst>
                    <a:ext uri="{9D8B030D-6E8A-4147-A177-3AD203B41FA5}">
                      <a16:colId xmlns:a16="http://schemas.microsoft.com/office/drawing/2014/main" val="3957014870"/>
                    </a:ext>
                  </a:extLst>
                </a:gridCol>
                <a:gridCol w="1311656">
                  <a:extLst>
                    <a:ext uri="{9D8B030D-6E8A-4147-A177-3AD203B41FA5}">
                      <a16:colId xmlns:a16="http://schemas.microsoft.com/office/drawing/2014/main" val="3052045837"/>
                    </a:ext>
                  </a:extLst>
                </a:gridCol>
              </a:tblGrid>
              <a:tr h="291533">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a:solidFill>
                            <a:schemeClr val="tx1"/>
                          </a:solidFill>
                          <a:latin typeface="+mj-lt"/>
                          <a:ea typeface="+mn-ea"/>
                          <a:cs typeface="Arial" panose="020B0604020202020204" pitchFamily="34" charset="0"/>
                        </a:rPr>
                        <a:t>Client – Project Name</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j-lt"/>
                          <a:ea typeface="+mn-ea"/>
                          <a:cs typeface="Arial" panose="020B0604020202020204" pitchFamily="34" charset="0"/>
                        </a:rPr>
                        <a:t>Description</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tx1"/>
                          </a:solidFill>
                          <a:effectLst/>
                          <a:uLnTx/>
                          <a:uFillTx/>
                          <a:latin typeface="+mj-lt"/>
                          <a:ea typeface="+mn-ea"/>
                          <a:cs typeface="Arial" panose="020B0604020202020204" pitchFamily="34" charset="0"/>
                        </a:rPr>
                        <a:t>Region</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tx1"/>
                          </a:solidFill>
                          <a:latin typeface="+mj-lt"/>
                          <a:ea typeface="+mn-ea"/>
                          <a:cs typeface="Arial" panose="020B0604020202020204" pitchFamily="34" charset="0"/>
                        </a:rPr>
                        <a:t>Sector</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extLst>
                  <a:ext uri="{0D108BD9-81ED-4DB2-BD59-A6C34878D82A}">
                    <a16:rowId xmlns:a16="http://schemas.microsoft.com/office/drawing/2014/main" val="243059793"/>
                  </a:ext>
                </a:extLst>
              </a:tr>
              <a:tr h="324000">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a:ea typeface="+mn-ea"/>
                          <a:cs typeface="+mn-cs"/>
                        </a:rPr>
                        <a:t>Moody’s: Revenue Recognition</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600"/>
                        </a:spcBef>
                        <a:spcAft>
                          <a:spcPts val="200"/>
                        </a:spcAft>
                        <a:buClr>
                          <a:srgbClr val="333333"/>
                        </a:buClr>
                        <a:buSzTx/>
                        <a:buFontTx/>
                        <a:buNone/>
                        <a:tabLst>
                          <a:tab pos="88768" algn="l"/>
                        </a:tabLst>
                        <a:defRPr/>
                      </a:pPr>
                      <a:r>
                        <a:rPr kumimoji="0" lang="en-US" sz="1000" b="1" i="0" u="none" strike="noStrike" kern="1200" cap="none" spc="0" normalizeH="0" baseline="0" noProof="0">
                          <a:ln>
                            <a:noFill/>
                          </a:ln>
                          <a:solidFill>
                            <a:schemeClr val="bg1"/>
                          </a:solidFill>
                          <a:effectLst/>
                          <a:uLnTx/>
                          <a:uFillTx/>
                          <a:latin typeface="EYInterstate Light"/>
                          <a:ea typeface="+mn-ea"/>
                          <a:cs typeface="+mn-cs"/>
                        </a:rPr>
                        <a:t>Client was looking for: 1) </a:t>
                      </a:r>
                      <a:r>
                        <a:rPr kumimoji="0" lang="en-IN" sz="1000" b="0" i="0" u="none" strike="noStrike" kern="1200" cap="none" spc="0" normalizeH="0" baseline="0" noProof="0">
                          <a:ln>
                            <a:noFill/>
                          </a:ln>
                          <a:solidFill>
                            <a:schemeClr val="bg1"/>
                          </a:solidFill>
                          <a:effectLst/>
                          <a:uLnTx/>
                          <a:uFillTx/>
                          <a:latin typeface="EYInterstate Light"/>
                          <a:ea typeface="+mn-ea"/>
                          <a:cs typeface="+mn-cs"/>
                        </a:rPr>
                        <a:t>Implementation of </a:t>
                      </a:r>
                      <a:r>
                        <a:rPr kumimoji="0" lang="en-IN" sz="1000" b="0" i="0" u="none" strike="noStrike" kern="1200" cap="none" spc="0" normalizeH="0" baseline="0" noProof="0" err="1">
                          <a:ln>
                            <a:noFill/>
                          </a:ln>
                          <a:solidFill>
                            <a:schemeClr val="bg1"/>
                          </a:solidFill>
                          <a:effectLst/>
                          <a:uLnTx/>
                          <a:uFillTx/>
                          <a:latin typeface="EYInterstate Light"/>
                          <a:ea typeface="+mn-ea"/>
                          <a:cs typeface="+mn-cs"/>
                        </a:rPr>
                        <a:t>RevPro</a:t>
                      </a:r>
                      <a:r>
                        <a:rPr kumimoji="0" lang="en-IN" sz="1000" b="0" i="0" u="none" strike="noStrike" kern="1200" cap="none" spc="0" normalizeH="0" baseline="0" noProof="0">
                          <a:ln>
                            <a:noFill/>
                          </a:ln>
                          <a:solidFill>
                            <a:schemeClr val="bg1"/>
                          </a:solidFill>
                          <a:effectLst/>
                          <a:uLnTx/>
                          <a:uFillTx/>
                          <a:latin typeface="EYInterstate Light"/>
                          <a:ea typeface="+mn-ea"/>
                          <a:cs typeface="+mn-cs"/>
                        </a:rPr>
                        <a:t> to comply with ASC 606 as per US GAAP for their Revenue Recognition process 2) Design, build and deliver the test scripts for </a:t>
                      </a:r>
                      <a:r>
                        <a:rPr kumimoji="0" lang="en-IN" sz="1000" b="0" i="0" u="none" strike="noStrike" kern="1200" cap="none" spc="0" normalizeH="0" baseline="0" noProof="0" err="1">
                          <a:ln>
                            <a:noFill/>
                          </a:ln>
                          <a:solidFill>
                            <a:schemeClr val="bg1"/>
                          </a:solidFill>
                          <a:effectLst/>
                          <a:uLnTx/>
                          <a:uFillTx/>
                          <a:latin typeface="EYInterstate Light"/>
                          <a:ea typeface="+mn-ea"/>
                          <a:cs typeface="+mn-cs"/>
                        </a:rPr>
                        <a:t>RevPro</a:t>
                      </a:r>
                      <a:r>
                        <a:rPr kumimoji="0" lang="en-IN" sz="1000" b="0" i="0" u="none" strike="noStrike" kern="1200" cap="none" spc="0" normalizeH="0" baseline="0" noProof="0">
                          <a:ln>
                            <a:noFill/>
                          </a:ln>
                          <a:solidFill>
                            <a:schemeClr val="bg1"/>
                          </a:solidFill>
                          <a:effectLst/>
                          <a:uLnTx/>
                          <a:uFillTx/>
                          <a:latin typeface="EYInterstate Light"/>
                          <a:ea typeface="+mn-ea"/>
                          <a:cs typeface="+mn-cs"/>
                        </a:rPr>
                        <a:t>  3) Provide assistance to Revenue Accounting team in resolving </a:t>
                      </a:r>
                      <a:r>
                        <a:rPr kumimoji="0" lang="en-IN" sz="1000" b="0" i="0" u="none" strike="noStrike" kern="1200" cap="none" spc="0" normalizeH="0" baseline="0" noProof="0" err="1">
                          <a:ln>
                            <a:noFill/>
                          </a:ln>
                          <a:solidFill>
                            <a:schemeClr val="bg1"/>
                          </a:solidFill>
                          <a:effectLst/>
                          <a:uLnTx/>
                          <a:uFillTx/>
                          <a:latin typeface="EYInterstate Light"/>
                          <a:ea typeface="+mn-ea"/>
                          <a:cs typeface="+mn-cs"/>
                        </a:rPr>
                        <a:t>RevPro</a:t>
                      </a:r>
                      <a:r>
                        <a:rPr kumimoji="0" lang="en-IN" sz="1000" b="0" i="0" u="none" strike="noStrike" kern="1200" cap="none" spc="0" normalizeH="0" baseline="0" noProof="0">
                          <a:ln>
                            <a:noFill/>
                          </a:ln>
                          <a:solidFill>
                            <a:schemeClr val="bg1"/>
                          </a:solidFill>
                          <a:effectLst/>
                          <a:uLnTx/>
                          <a:uFillTx/>
                          <a:latin typeface="EYInterstate Light"/>
                          <a:ea typeface="+mn-ea"/>
                          <a:cs typeface="+mn-cs"/>
                        </a:rPr>
                        <a:t> issues 4) Provide support to Moody’s to operationalize the future state processes defined during Revenue Management program</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FS</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073813071"/>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Mondelez: IFRS16 Implementation – SQL DBMS </a:t>
                      </a: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200"/>
                        </a:spcBef>
                        <a:spcAft>
                          <a:spcPts val="200"/>
                        </a:spcAft>
                        <a:buClr>
                          <a:srgbClr val="FFD200"/>
                        </a:buClr>
                        <a:buSzPct val="70000"/>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Reconciliation of changes done in SLAN system for lease accounting through excel based models and reports generated out of SLAN model to ensure all changes have been correctly captured in SLAN system</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FMGC</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253257927"/>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Moffitt Cancer Centre &amp; Research Institute – Account Receivable Reconciliation</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200"/>
                        </a:spcAft>
                        <a:buClr>
                          <a:srgbClr val="FFD200"/>
                        </a:buClr>
                        <a:buSzPct val="70000"/>
                        <a:buFont typeface="Arial" pitchFamily="34" charset="0"/>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Accounts Receivable Reconciliation for their trials from various payers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chemeClr val="bg1"/>
                        </a:solidFill>
                        <a:effectLst/>
                        <a:uLnTx/>
                        <a:uFillTx/>
                        <a:latin typeface="EYInterstate Light"/>
                        <a:ea typeface="+mn-ea"/>
                        <a:cs typeface="+mn-cs"/>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Healthcare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117421767"/>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New Relic: IFRS 15 – Zuora </a:t>
                      </a:r>
                      <a:r>
                        <a:rPr kumimoji="0" lang="en-IN" sz="1000" b="1" i="0" u="none" strike="noStrike" kern="1200" cap="none" spc="0" normalizeH="0" baseline="0" noProof="0" err="1">
                          <a:ln>
                            <a:noFill/>
                          </a:ln>
                          <a:solidFill>
                            <a:schemeClr val="bg1"/>
                          </a:solidFill>
                          <a:effectLst/>
                          <a:uLnTx/>
                          <a:uFillTx/>
                          <a:latin typeface="+mn-lt"/>
                          <a:ea typeface="+mn-ea"/>
                          <a:cs typeface="+mn-cs"/>
                        </a:rPr>
                        <a:t>RevPro</a:t>
                      </a:r>
                      <a:r>
                        <a:rPr kumimoji="0" lang="en-IN" sz="1000" b="1" i="0" u="none" strike="noStrike" kern="1200" cap="none" spc="0" normalizeH="0" baseline="0" noProof="0">
                          <a:ln>
                            <a:noFill/>
                          </a:ln>
                          <a:solidFill>
                            <a:schemeClr val="bg1"/>
                          </a:solidFill>
                          <a:effectLst/>
                          <a:uLnTx/>
                          <a:uFillTx/>
                          <a:latin typeface="+mn-lt"/>
                          <a:ea typeface="+mn-ea"/>
                          <a:cs typeface="+mn-cs"/>
                        </a:rPr>
                        <a:t> Implementation &amp; Data Migration</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just" defTabSz="914400" rtl="0" eaLnBrk="1" fontAlgn="auto" latinLnBrk="0" hangingPunct="1">
                        <a:lnSpc>
                          <a:spcPct val="100000"/>
                        </a:lnSpc>
                        <a:spcBef>
                          <a:spcPts val="200"/>
                        </a:spcBef>
                        <a:spcAft>
                          <a:spcPts val="200"/>
                        </a:spcAft>
                        <a:buClr>
                          <a:srgbClr val="FFD200"/>
                        </a:buClr>
                        <a:buSzPct val="70000"/>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Implementation of Zuora </a:t>
                      </a:r>
                      <a:r>
                        <a:rPr kumimoji="0" lang="en-IN" sz="1000" b="0" i="0" u="none" strike="noStrike" kern="1200" cap="none" spc="0" normalizeH="0" baseline="0" noProof="0" err="1">
                          <a:ln>
                            <a:noFill/>
                          </a:ln>
                          <a:solidFill>
                            <a:schemeClr val="bg1"/>
                          </a:solidFill>
                          <a:effectLst/>
                          <a:uLnTx/>
                          <a:uFillTx/>
                          <a:latin typeface="+mn-lt"/>
                          <a:ea typeface="+mn-ea"/>
                          <a:cs typeface="+mn-cs"/>
                        </a:rPr>
                        <a:t>RevPro</a:t>
                      </a:r>
                      <a:r>
                        <a:rPr kumimoji="0" lang="en-IN" sz="1000" b="0" i="0" u="none" strike="noStrike" kern="1200" cap="none" spc="0" normalizeH="0" baseline="0" noProof="0">
                          <a:ln>
                            <a:noFill/>
                          </a:ln>
                          <a:solidFill>
                            <a:schemeClr val="bg1"/>
                          </a:solidFill>
                          <a:effectLst/>
                          <a:uLnTx/>
                          <a:uFillTx/>
                          <a:latin typeface="+mn-lt"/>
                          <a:ea typeface="+mn-ea"/>
                          <a:cs typeface="+mn-cs"/>
                        </a:rPr>
                        <a:t> - Revenue Recognition tool baselined on IFRS 15 accounting. In addition, client also required migration of the financial data in their existing accounting tool – NetSuite to Zuora-Revenue tool</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Technology</a:t>
                      </a:r>
                      <a:endParaRPr lang="en-US" sz="1000" b="0" i="0" kern="1200" noProof="0">
                        <a:solidFill>
                          <a:schemeClr val="bg1"/>
                        </a:solidFill>
                        <a:latin typeface="+mn-lt"/>
                        <a:ea typeface="+mn-ea"/>
                        <a:cs typeface="Arial" panose="020B0604020202020204" pitchFamily="34" charset="0"/>
                      </a:endParaRP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9574532"/>
                  </a:ext>
                </a:extLst>
              </a:tr>
              <a:tr h="324000">
                <a:tc>
                  <a:txBody>
                    <a:bodyPr/>
                    <a:lstStyle/>
                    <a:p>
                      <a:pPr marL="0" marR="0" lvl="0" indent="0" algn="l" defTabSz="913943"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Boots : BlackLine Account Reconciliations, Task Management and Journals Implementation</a:t>
                      </a:r>
                      <a:endParaRPr kumimoji="0" lang="en-US" sz="1000" b="1" i="1"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1" indent="0" algn="l" defTabSz="914400" rtl="0" eaLnBrk="1" fontAlgn="ctr" latinLnBrk="0" hangingPunct="1">
                        <a:lnSpc>
                          <a:spcPct val="100000"/>
                        </a:lnSpc>
                        <a:spcBef>
                          <a:spcPts val="0"/>
                        </a:spcBef>
                        <a:spcAft>
                          <a:spcPts val="0"/>
                        </a:spcAft>
                        <a:buClr>
                          <a:srgbClr val="FFE600"/>
                        </a:buClr>
                        <a:buSzPct val="70000"/>
                        <a:buFont typeface="Arial" panose="020B0604020202020204" pitchFamily="34" charset="0"/>
                        <a:buNone/>
                        <a:tabLst>
                          <a:tab pos="88724"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a:t>
                      </a:r>
                      <a:r>
                        <a:rPr kumimoji="0" lang="en-US" sz="1000" b="0" i="0" u="none" strike="noStrike" kern="1200" cap="none" spc="0" normalizeH="0" baseline="0" noProof="0">
                          <a:ln>
                            <a:noFill/>
                          </a:ln>
                          <a:solidFill>
                            <a:schemeClr val="bg1"/>
                          </a:solidFill>
                          <a:effectLst/>
                          <a:uLnTx/>
                          <a:uFillTx/>
                          <a:latin typeface="+mn-lt"/>
                          <a:ea typeface="+mn-ea"/>
                          <a:cs typeface="+mn-cs"/>
                        </a:rPr>
                        <a:t>1) </a:t>
                      </a:r>
                      <a:r>
                        <a:rPr kumimoji="0" lang="en-IN" sz="1000" b="0" i="0" u="none" strike="noStrike" kern="1200" cap="none" spc="0" normalizeH="0" baseline="0" noProof="0">
                          <a:ln>
                            <a:noFill/>
                          </a:ln>
                          <a:solidFill>
                            <a:schemeClr val="bg1"/>
                          </a:solidFill>
                          <a:effectLst/>
                          <a:uLnTx/>
                          <a:uFillTx/>
                          <a:latin typeface="+mn-lt"/>
                          <a:ea typeface="+mn-ea"/>
                          <a:cs typeface="+mn-cs"/>
                        </a:rPr>
                        <a:t>Client was migrating from SAP ECC to SAP S4 HANA (Project Orion) and wanted to redesign there already existing Blackline instance for configuration with S4 2) As part of project Orion Client was planning to migrate Boots , No7 and Optician</a:t>
                      </a:r>
                      <a:r>
                        <a:rPr lang="en-IN" sz="1000">
                          <a:solidFill>
                            <a:schemeClr val="bg1"/>
                          </a:solidFill>
                          <a:latin typeface="+mn-lt"/>
                        </a:rPr>
                        <a:t>s from ECC to S4. </a:t>
                      </a:r>
                      <a:r>
                        <a:rPr kumimoji="0" lang="en-IN" sz="1000" b="0" i="0" u="none" strike="noStrike" kern="1200" cap="none" spc="0" normalizeH="0" baseline="0" noProof="0">
                          <a:ln>
                            <a:noFill/>
                          </a:ln>
                          <a:solidFill>
                            <a:schemeClr val="bg1"/>
                          </a:solidFill>
                          <a:effectLst/>
                          <a:uLnTx/>
                          <a:uFillTx/>
                          <a:latin typeface="+mn-lt"/>
                        </a:rPr>
                        <a:t> 3)Implementing Account Reconciliation,</a:t>
                      </a:r>
                      <a:r>
                        <a:rPr lang="en-IN" sz="1000">
                          <a:solidFill>
                            <a:schemeClr val="bg1"/>
                          </a:solidFill>
                          <a:latin typeface="+mn-lt"/>
                        </a:rPr>
                        <a:t> </a:t>
                      </a:r>
                      <a:r>
                        <a:rPr kumimoji="0" lang="en-IN" sz="1000" b="0" i="0" u="none" strike="noStrike" kern="1200" cap="none" spc="0" normalizeH="0" baseline="0" noProof="0">
                          <a:ln>
                            <a:noFill/>
                          </a:ln>
                          <a:solidFill>
                            <a:schemeClr val="bg1"/>
                          </a:solidFill>
                          <a:effectLst/>
                          <a:uLnTx/>
                          <a:uFillTx/>
                          <a:latin typeface="+mn-lt"/>
                        </a:rPr>
                        <a:t>Task Management and Journals Modules with new Chart of Accounts developed for S4. </a:t>
                      </a:r>
                      <a:endParaRPr lang="en-IN" sz="1000" b="1" i="0" u="none" strike="noStrike" kern="1200" cap="none" spc="0" normalizeH="0" baseline="0" noProof="0">
                        <a:ln>
                          <a:noFill/>
                        </a:ln>
                        <a:solidFill>
                          <a:schemeClr val="bg1"/>
                        </a:solidFill>
                        <a:effectLst/>
                        <a:uLnTx/>
                        <a:uFillTx/>
                        <a:latin typeface="+mn-lt"/>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UKI</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Healthcare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183868604"/>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AstraZeneca: BlackLine Remediation (S4 Migration) – Account Reconciliations &amp; Journals</a:t>
                      </a:r>
                      <a:endParaRPr kumimoji="0" lang="en-US"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1" indent="0" algn="l" defTabSz="1042138" rtl="0" eaLnBrk="1" fontAlgn="ctr" latinLnBrk="0" hangingPunct="1">
                        <a:lnSpc>
                          <a:spcPct val="100000"/>
                        </a:lnSpc>
                        <a:spcBef>
                          <a:spcPts val="0"/>
                        </a:spcBef>
                        <a:spcAft>
                          <a:spcPts val="600"/>
                        </a:spcAft>
                        <a:buClr>
                          <a:srgbClr val="FFE600"/>
                        </a:buClr>
                        <a:buSzPct val="100000"/>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Client was looking for: </a:t>
                      </a:r>
                      <a:r>
                        <a:rPr kumimoji="0" lang="en-IN" sz="1000" b="0" i="0" u="none" strike="noStrike" kern="1200" cap="none" spc="0" normalizeH="0" baseline="0" noProof="0">
                          <a:ln>
                            <a:noFill/>
                          </a:ln>
                          <a:solidFill>
                            <a:schemeClr val="bg1"/>
                          </a:solidFill>
                          <a:effectLst/>
                          <a:uLnTx/>
                          <a:uFillTx/>
                          <a:latin typeface="+mn-lt"/>
                          <a:ea typeface="+mn-ea"/>
                          <a:cs typeface="+mn-cs"/>
                        </a:rPr>
                        <a:t>1) As the client was moving its SAP ECC systems to S4HANA instance, </a:t>
                      </a:r>
                      <a:r>
                        <a:rPr lang="en-IN" sz="1000">
                          <a:solidFill>
                            <a:schemeClr val="bg1"/>
                          </a:solidFill>
                          <a:latin typeface="+mn-lt"/>
                        </a:rPr>
                        <a:t>it was looking for </a:t>
                      </a:r>
                      <a:r>
                        <a:rPr kumimoji="0" lang="en-IN" sz="1000" b="0" i="0" u="none" strike="noStrike" kern="1200" cap="none" spc="0" normalizeH="0" baseline="0" noProof="0">
                          <a:ln>
                            <a:noFill/>
                          </a:ln>
                          <a:solidFill>
                            <a:schemeClr val="bg1"/>
                          </a:solidFill>
                          <a:effectLst/>
                          <a:uLnTx/>
                          <a:uFillTx/>
                          <a:latin typeface="+mn-lt"/>
                          <a:ea typeface="+mn-ea"/>
                          <a:cs typeface="+mn-cs"/>
                        </a:rPr>
                        <a:t>BlackLine workstream transition within this larger transformation initiative (Project Axial) 2) Assist AstraZeneca in migrating the BlackLine system to the new S/4 HANA environment 3) Establish new BlackLine integrations compatible with S/4 HANA 4) Assessing the current design to determine necessary areas of impact and solution updates required to keep the processes aligned in the new SAP environment 5) Meet agreed milestones and deliverables in line with APICOM and Mexico entity deployment schedule</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UKI</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Health Sciences and Wellness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53183638"/>
                  </a:ext>
                </a:extLst>
              </a:tr>
              <a:tr h="164705">
                <a:tc>
                  <a:txBody>
                    <a:bodyPr/>
                    <a:lstStyle/>
                    <a:p>
                      <a:pPr defTabSz="913943">
                        <a:defRPr/>
                      </a:pPr>
                      <a:r>
                        <a:rPr lang="en-IN" sz="1000" b="1">
                          <a:solidFill>
                            <a:schemeClr val="bg1"/>
                          </a:solidFill>
                          <a:latin typeface="+mn-lt"/>
                        </a:rPr>
                        <a:t>Coupang: BlackLine Account Reconciliation Implementation</a:t>
                      </a:r>
                      <a:endParaRPr lang="en-US" sz="1000" b="1">
                        <a:solidFill>
                          <a:schemeClr val="bg1"/>
                        </a:solidFill>
                        <a:latin typeface="EYInterstate Light" panose="02000506000000020004" pitchFamily="2" charset="0"/>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lvl="1">
                        <a:spcBef>
                          <a:spcPts val="200"/>
                        </a:spcBef>
                        <a:spcAft>
                          <a:spcPts val="200"/>
                        </a:spcAft>
                        <a:buClr>
                          <a:srgbClr val="FFE600"/>
                        </a:buClr>
                        <a:buSzPct val="70000"/>
                        <a:tabLst>
                          <a:tab pos="88768" algn="l"/>
                        </a:tabLst>
                        <a:defRPr/>
                      </a:pPr>
                      <a:r>
                        <a:rPr lang="en-IN" sz="1000" b="1">
                          <a:solidFill>
                            <a:schemeClr val="bg1"/>
                          </a:solidFill>
                          <a:latin typeface="+mn-lt"/>
                        </a:rPr>
                        <a:t>Client was looking for: 1) </a:t>
                      </a:r>
                      <a:r>
                        <a:rPr lang="en-US" sz="1000">
                          <a:solidFill>
                            <a:schemeClr val="bg1"/>
                          </a:solidFill>
                          <a:latin typeface="+mn-lt"/>
                        </a:rPr>
                        <a:t>The client was looking for an efficient and automated financial reconciliation solution for balance sheet reconciliation 2) </a:t>
                      </a:r>
                      <a:r>
                        <a:rPr lang="en-IN" sz="1000">
                          <a:solidFill>
                            <a:schemeClr val="bg1"/>
                          </a:solidFill>
                          <a:latin typeface="+mn-lt"/>
                        </a:rPr>
                        <a:t>Design and build BlackLine functions as per client's reconciliation processes 3) Subledger Automation for Customer, Vendor and Asset subledger accounts.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South Korea</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E-</a:t>
                      </a:r>
                      <a:r>
                        <a:rPr lang="en-US" sz="1000" b="0" i="0" kern="1200" noProof="0" err="1">
                          <a:solidFill>
                            <a:schemeClr val="bg1"/>
                          </a:solidFill>
                          <a:latin typeface="+mn-lt"/>
                          <a:ea typeface="+mn-ea"/>
                          <a:cs typeface="Arial" panose="020B0604020202020204" pitchFamily="34" charset="0"/>
                        </a:rPr>
                        <a:t>Commercie</a:t>
                      </a:r>
                      <a:endParaRPr lang="en-US" sz="1000" b="0" i="0" kern="1200" noProof="0">
                        <a:solidFill>
                          <a:schemeClr val="bg1"/>
                        </a:solidFill>
                        <a:latin typeface="+mn-lt"/>
                        <a:ea typeface="+mn-ea"/>
                        <a:cs typeface="Arial" panose="020B0604020202020204" pitchFamily="34" charset="0"/>
                      </a:endParaRP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51985285"/>
                  </a:ext>
                </a:extLst>
              </a:tr>
            </a:tbl>
          </a:graphicData>
        </a:graphic>
      </p:graphicFrame>
    </p:spTree>
    <p:extLst>
      <p:ext uri="{BB962C8B-B14F-4D97-AF65-F5344CB8AC3E}">
        <p14:creationId xmlns:p14="http://schemas.microsoft.com/office/powerpoint/2010/main" val="21782774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13A7C-A7C1-5EB0-A625-831A9686F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11ED8-AE0C-4679-FB6C-8CD6AAE64949}"/>
              </a:ext>
            </a:extLst>
          </p:cNvPr>
          <p:cNvSpPr>
            <a:spLocks noGrp="1"/>
          </p:cNvSpPr>
          <p:nvPr>
            <p:ph type="title"/>
          </p:nvPr>
        </p:nvSpPr>
        <p:spPr/>
        <p:txBody>
          <a:bodyPr/>
          <a:lstStyle/>
          <a:p>
            <a:r>
              <a:rPr lang="en-IN"/>
              <a:t>GDS Projects (3/x)</a:t>
            </a:r>
          </a:p>
        </p:txBody>
      </p:sp>
      <p:sp>
        <p:nvSpPr>
          <p:cNvPr id="5" name="Slide Number Placeholder 4">
            <a:extLst>
              <a:ext uri="{FF2B5EF4-FFF2-40B4-BE49-F238E27FC236}">
                <a16:creationId xmlns:a16="http://schemas.microsoft.com/office/drawing/2014/main" id="{2B8CF8DB-64A1-D9F7-E4E6-C76949FC7F78}"/>
              </a:ext>
            </a:extLst>
          </p:cNvPr>
          <p:cNvSpPr>
            <a:spLocks noGrp="1"/>
          </p:cNvSpPr>
          <p:nvPr>
            <p:ph type="sldNum" sz="quarter" idx="12"/>
          </p:nvPr>
        </p:nvSpPr>
        <p:spPr/>
        <p:txBody>
          <a:bodyPr/>
          <a:lstStyle/>
          <a:p>
            <a:fld id="{94FCA0F3-9F3A-694B-99BB-0E592A797735}" type="slidenum">
              <a:rPr lang="en-US" smtClean="0"/>
              <a:t>79</a:t>
            </a:fld>
            <a:endParaRPr lang="en-US"/>
          </a:p>
        </p:txBody>
      </p:sp>
      <p:sp>
        <p:nvSpPr>
          <p:cNvPr id="6" name="Date Placeholder 5">
            <a:extLst>
              <a:ext uri="{FF2B5EF4-FFF2-40B4-BE49-F238E27FC236}">
                <a16:creationId xmlns:a16="http://schemas.microsoft.com/office/drawing/2014/main" id="{0692D867-2458-D889-0975-643C15B415BE}"/>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9662A01C-647A-3530-3516-D53B311FCF30}"/>
              </a:ext>
            </a:extLst>
          </p:cNvPr>
          <p:cNvSpPr>
            <a:spLocks noGrp="1"/>
          </p:cNvSpPr>
          <p:nvPr>
            <p:ph type="dgm" sz="quarter" idx="17"/>
          </p:nvPr>
        </p:nvSpPr>
        <p:spPr/>
        <p:txBody>
          <a:bodyPr/>
          <a:lstStyle/>
          <a:p>
            <a:endParaRPr lang="en-IN"/>
          </a:p>
        </p:txBody>
      </p:sp>
      <p:graphicFrame>
        <p:nvGraphicFramePr>
          <p:cNvPr id="8" name="Table 7">
            <a:extLst>
              <a:ext uri="{FF2B5EF4-FFF2-40B4-BE49-F238E27FC236}">
                <a16:creationId xmlns:a16="http://schemas.microsoft.com/office/drawing/2014/main" id="{608746E3-F1F3-8E68-2CE6-AE8F99ED08C5}"/>
              </a:ext>
            </a:extLst>
          </p:cNvPr>
          <p:cNvGraphicFramePr>
            <a:graphicFrameLocks noGrp="1"/>
          </p:cNvGraphicFramePr>
          <p:nvPr>
            <p:extLst>
              <p:ext uri="{D42A27DB-BD31-4B8C-83A1-F6EECF244321}">
                <p14:modId xmlns:p14="http://schemas.microsoft.com/office/powerpoint/2010/main" val="1041201520"/>
              </p:ext>
            </p:extLst>
          </p:nvPr>
        </p:nvGraphicFramePr>
        <p:xfrm>
          <a:off x="484632" y="1126522"/>
          <a:ext cx="11222736" cy="4757933"/>
        </p:xfrm>
        <a:graphic>
          <a:graphicData uri="http://schemas.openxmlformats.org/drawingml/2006/table">
            <a:tbl>
              <a:tblPr/>
              <a:tblGrid>
                <a:gridCol w="2361044">
                  <a:extLst>
                    <a:ext uri="{9D8B030D-6E8A-4147-A177-3AD203B41FA5}">
                      <a16:colId xmlns:a16="http://schemas.microsoft.com/office/drawing/2014/main" val="2181700987"/>
                    </a:ext>
                  </a:extLst>
                </a:gridCol>
                <a:gridCol w="6238380">
                  <a:extLst>
                    <a:ext uri="{9D8B030D-6E8A-4147-A177-3AD203B41FA5}">
                      <a16:colId xmlns:a16="http://schemas.microsoft.com/office/drawing/2014/main" val="3465123203"/>
                    </a:ext>
                  </a:extLst>
                </a:gridCol>
                <a:gridCol w="1311656">
                  <a:extLst>
                    <a:ext uri="{9D8B030D-6E8A-4147-A177-3AD203B41FA5}">
                      <a16:colId xmlns:a16="http://schemas.microsoft.com/office/drawing/2014/main" val="3957014870"/>
                    </a:ext>
                  </a:extLst>
                </a:gridCol>
                <a:gridCol w="1311656">
                  <a:extLst>
                    <a:ext uri="{9D8B030D-6E8A-4147-A177-3AD203B41FA5}">
                      <a16:colId xmlns:a16="http://schemas.microsoft.com/office/drawing/2014/main" val="3052045837"/>
                    </a:ext>
                  </a:extLst>
                </a:gridCol>
              </a:tblGrid>
              <a:tr h="291533">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tx1"/>
                          </a:solidFill>
                          <a:latin typeface="+mj-lt"/>
                          <a:ea typeface="+mn-ea"/>
                          <a:cs typeface="Arial" panose="020B0604020202020204" pitchFamily="34" charset="0"/>
                        </a:rPr>
                        <a:t>Client – Project Name</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j-lt"/>
                          <a:ea typeface="+mn-ea"/>
                          <a:cs typeface="Arial" panose="020B0604020202020204" pitchFamily="34" charset="0"/>
                        </a:rPr>
                        <a:t>Description</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tx1"/>
                          </a:solidFill>
                          <a:effectLst/>
                          <a:uLnTx/>
                          <a:uFillTx/>
                          <a:latin typeface="+mj-lt"/>
                          <a:ea typeface="+mn-ea"/>
                          <a:cs typeface="Arial" panose="020B0604020202020204" pitchFamily="34" charset="0"/>
                        </a:rPr>
                        <a:t>Region</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tx1"/>
                          </a:solidFill>
                          <a:latin typeface="+mj-lt"/>
                          <a:ea typeface="+mn-ea"/>
                          <a:cs typeface="Arial" panose="020B0604020202020204" pitchFamily="34" charset="0"/>
                        </a:rPr>
                        <a:t>Sector</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extLst>
                  <a:ext uri="{0D108BD9-81ED-4DB2-BD59-A6C34878D82A}">
                    <a16:rowId xmlns:a16="http://schemas.microsoft.com/office/drawing/2014/main" val="243059793"/>
                  </a:ext>
                </a:extLst>
              </a:tr>
              <a:tr h="324000">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Grifols S.A. : BlackLine Journals Creation Implementation</a:t>
                      </a:r>
                      <a:endParaRPr kumimoji="0" lang="en-US" sz="1000" b="0"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600"/>
                        </a:spcBef>
                        <a:spcAft>
                          <a:spcPts val="200"/>
                        </a:spcAft>
                        <a:buClr>
                          <a:srgbClr val="333333"/>
                        </a:buClr>
                        <a:buSzTx/>
                        <a:buFontTx/>
                        <a:buNone/>
                        <a:tabLst>
                          <a:tab pos="88766"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1) </a:t>
                      </a:r>
                      <a:r>
                        <a:rPr lang="en-IN" sz="1000">
                          <a:solidFill>
                            <a:schemeClr val="bg1"/>
                          </a:solidFill>
                          <a:latin typeface="+mn-lt"/>
                        </a:rPr>
                        <a:t>Streamline approval process on the journal entries by automated approval workflow, centralized repository of documents &amp; also eliminate unorganized SAP controls by </a:t>
                      </a:r>
                      <a:r>
                        <a:rPr kumimoji="0" lang="en-IN" sz="1000" b="0" i="0" u="none" strike="noStrike" kern="1200" cap="none" spc="0" normalizeH="0" baseline="0" noProof="0">
                          <a:ln>
                            <a:noFill/>
                          </a:ln>
                          <a:solidFill>
                            <a:schemeClr val="bg1"/>
                          </a:solidFill>
                          <a:effectLst/>
                          <a:uLnTx/>
                          <a:uFillTx/>
                          <a:latin typeface="+mn-lt"/>
                          <a:ea typeface="+mn-ea"/>
                          <a:cs typeface="+mn-cs"/>
                        </a:rPr>
                        <a:t>levering BlackLine Journal entries 2) </a:t>
                      </a:r>
                      <a:r>
                        <a:rPr lang="en-IN" sz="1000">
                          <a:solidFill>
                            <a:schemeClr val="bg1"/>
                          </a:solidFill>
                          <a:latin typeface="+mn-lt"/>
                        </a:rPr>
                        <a:t>Enable Internal and external controls on MJE’s by adapting to FCPM technology – BlackLine</a:t>
                      </a:r>
                      <a:endParaRPr kumimoji="0" lang="en-IN"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EMEA</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Bio Pharma &amp; Healthcare</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073813071"/>
                  </a:ext>
                </a:extLst>
              </a:tr>
              <a:tr h="324000">
                <a:tc>
                  <a:txBody>
                    <a:bodyPr/>
                    <a:lstStyle/>
                    <a:p>
                      <a:pPr marL="0" marR="0" lvl="0" indent="0" algn="l" defTabSz="913486" rtl="0" eaLnBrk="1" fontAlgn="auto" latinLnBrk="0" hangingPunct="1">
                        <a:lnSpc>
                          <a:spcPct val="90000"/>
                        </a:lnSpc>
                        <a:spcBef>
                          <a:spcPct val="0"/>
                        </a:spcBef>
                        <a:spcAft>
                          <a:spcPts val="0"/>
                        </a:spcAft>
                        <a:buClrTx/>
                        <a:buSzTx/>
                        <a:buFontTx/>
                        <a:buNone/>
                        <a:tabLst/>
                        <a:defRPr/>
                      </a:pPr>
                      <a:r>
                        <a:rPr lang="en-IN" sz="1000" b="0">
                          <a:solidFill>
                            <a:schemeClr val="bg1"/>
                          </a:solidFill>
                          <a:latin typeface="+mn-lt"/>
                        </a:rPr>
                        <a:t>Marathon Petroleum Corporation</a:t>
                      </a:r>
                      <a:r>
                        <a:rPr kumimoji="0" lang="en-IN" sz="1000" b="0" i="0" u="none" strike="noStrike" kern="1200" cap="none" spc="0" normalizeH="0" baseline="0" noProof="0">
                          <a:ln>
                            <a:noFill/>
                          </a:ln>
                          <a:solidFill>
                            <a:schemeClr val="bg1"/>
                          </a:solidFill>
                          <a:effectLst/>
                          <a:uLnTx/>
                          <a:uFillTx/>
                          <a:latin typeface="+mn-lt"/>
                          <a:ea typeface="+mn-ea"/>
                          <a:cs typeface="+mn-cs"/>
                        </a:rPr>
                        <a:t> : BlackLine Journal Module Implementation</a:t>
                      </a:r>
                      <a:endParaRPr kumimoji="0" lang="en-US" sz="1000" b="0"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1" algn="l" defTabSz="913486" rtl="0" eaLnBrk="1" fontAlgn="ctr" latinLnBrk="0" hangingPunct="1">
                        <a:lnSpc>
                          <a:spcPct val="100000"/>
                        </a:lnSpc>
                        <a:spcBef>
                          <a:spcPts val="200"/>
                        </a:spcBef>
                        <a:spcAft>
                          <a:spcPts val="200"/>
                        </a:spcAft>
                        <a:buClr>
                          <a:srgbClr val="FFE600"/>
                        </a:buClr>
                        <a:buSzPct val="70000"/>
                        <a:tabLst>
                          <a:tab pos="88724" algn="l"/>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Client was looking for: 1) </a:t>
                      </a:r>
                      <a:r>
                        <a:rPr kumimoji="0" lang="en-IN" sz="1000" b="0" i="0" u="none" strike="noStrike" kern="1200" cap="none" spc="0" normalizeH="0" baseline="0" noProof="0">
                          <a:ln>
                            <a:noFill/>
                          </a:ln>
                          <a:solidFill>
                            <a:schemeClr val="bg1"/>
                          </a:solidFill>
                          <a:effectLst/>
                          <a:uLnTx/>
                          <a:uFillTx/>
                          <a:latin typeface="+mn-lt"/>
                          <a:ea typeface="+mn-ea"/>
                          <a:cs typeface="+mn-cs"/>
                        </a:rPr>
                        <a:t>Implementing BlackLine Journal module 2) </a:t>
                      </a:r>
                      <a:r>
                        <a:rPr lang="en-IN" sz="1000">
                          <a:solidFill>
                            <a:schemeClr val="bg1"/>
                          </a:solidFill>
                          <a:latin typeface="+mn-lt"/>
                        </a:rPr>
                        <a:t>Standardization of manual journal entry process by streamline the Journal posting and approval process with standardized templates and workflow for preparing and approving 3) </a:t>
                      </a:r>
                      <a:r>
                        <a:rPr kumimoji="0" lang="en-IN" sz="1000" b="0" i="0" u="none" strike="noStrike" kern="1200" cap="none" spc="0" normalizeH="0" baseline="0" noProof="0">
                          <a:ln>
                            <a:noFill/>
                          </a:ln>
                          <a:solidFill>
                            <a:schemeClr val="bg1"/>
                          </a:solidFill>
                          <a:effectLst/>
                          <a:uLnTx/>
                          <a:uFillTx/>
                          <a:latin typeface="+mn-lt"/>
                          <a:ea typeface="+mn-ea"/>
                          <a:cs typeface="+mn-cs"/>
                        </a:rPr>
                        <a:t>Improved Governance &amp; Visibility by increasing Control, transparency with enhanced accountability along with Monitoring completion of journal posting process within set timelines.  4) </a:t>
                      </a:r>
                      <a:r>
                        <a:rPr lang="en-IN" sz="1000">
                          <a:solidFill>
                            <a:schemeClr val="bg1"/>
                          </a:solidFill>
                          <a:latin typeface="+mn-lt"/>
                        </a:rPr>
                        <a:t>Optimization and automation of closing processes</a:t>
                      </a:r>
                      <a:endParaRPr lang="en-IN" sz="1000" b="0" i="0" u="none" strike="noStrike" kern="1200" cap="none" spc="0" normalizeH="0" baseline="0" noProof="0">
                        <a:ln>
                          <a:noFill/>
                        </a:ln>
                        <a:solidFill>
                          <a:schemeClr val="bg1"/>
                        </a:solidFill>
                        <a:effectLst/>
                        <a:uLnTx/>
                        <a:uFillTx/>
                        <a:latin typeface="+mn-lt"/>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Oil &amp; Gas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253257927"/>
                  </a:ext>
                </a:extLst>
              </a:tr>
              <a:tr h="324000">
                <a:tc>
                  <a:txBody>
                    <a:bodyPr/>
                    <a:lstStyle/>
                    <a:p>
                      <a:pPr marL="0" marR="0" lvl="0" indent="0" algn="l" defTabSz="913943" rtl="0" eaLnBrk="1" fontAlgn="auto" latinLnBrk="0" hangingPunct="1">
                        <a:lnSpc>
                          <a:spcPct val="90000"/>
                        </a:lnSpc>
                        <a:spcBef>
                          <a:spcPct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Fresenius Kabi: BlackLine ICH Balance &amp; Resolve </a:t>
                      </a:r>
                      <a:endParaRPr kumimoji="0" lang="en-US" sz="1000" b="0"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169545" marR="0" lvl="1" indent="-169545" algn="l" defTabSz="1041096" rtl="0" eaLnBrk="1" fontAlgn="ctr" latinLnBrk="0" hangingPunct="1">
                        <a:lnSpc>
                          <a:spcPct val="100000"/>
                        </a:lnSpc>
                        <a:spcBef>
                          <a:spcPts val="0"/>
                        </a:spcBef>
                        <a:spcAft>
                          <a:spcPts val="600"/>
                        </a:spcAft>
                        <a:buClr>
                          <a:srgbClr val="FFE600"/>
                        </a:buClr>
                        <a:buSzPct val="100000"/>
                        <a:buFontTx/>
                        <a:buNone/>
                        <a:defRPr/>
                      </a:pPr>
                      <a:r>
                        <a:rPr kumimoji="0" lang="en-IN" sz="1000" b="1" i="0" u="none" strike="noStrike" kern="1200" cap="none" spc="0" normalizeH="0" baseline="0" noProof="0">
                          <a:ln>
                            <a:noFill/>
                          </a:ln>
                          <a:solidFill>
                            <a:schemeClr val="bg1"/>
                          </a:solidFill>
                          <a:effectLst/>
                          <a:uLnTx/>
                          <a:uFillTx/>
                          <a:latin typeface="+mn-lt"/>
                          <a:ea typeface="+mn-ea"/>
                          <a:cs typeface="+mn-cs"/>
                        </a:rPr>
                        <a:t>Client was looking for: 1) </a:t>
                      </a:r>
                      <a:r>
                        <a:rPr lang="en-IN" sz="1000">
                          <a:solidFill>
                            <a:schemeClr val="bg1"/>
                          </a:solidFill>
                          <a:latin typeface="+mn-lt"/>
                        </a:rPr>
                        <a:t>A standard Global ICO reconciliation process supported by the adequate technology</a:t>
                      </a:r>
                      <a:r>
                        <a:rPr lang="en-IN" sz="1000">
                          <a:solidFill>
                            <a:schemeClr val="bg1"/>
                          </a:solidFill>
                          <a:latin typeface="+mn-lt"/>
                          <a:cs typeface="Arial"/>
                        </a:rPr>
                        <a:t> 2) </a:t>
                      </a:r>
                      <a:r>
                        <a:rPr lang="en-IN" sz="1000">
                          <a:solidFill>
                            <a:schemeClr val="bg1"/>
                          </a:solidFill>
                          <a:latin typeface="+mn-lt"/>
                        </a:rPr>
                        <a:t>Implement new intercompany reconciliation process based on BlackLine Balance &amp; Resolve </a:t>
                      </a:r>
                      <a:r>
                        <a:rPr lang="en-IN" sz="1000">
                          <a:solidFill>
                            <a:schemeClr val="bg1"/>
                          </a:solidFill>
                          <a:latin typeface="+mn-lt"/>
                          <a:cs typeface="Arial"/>
                        </a:rPr>
                        <a:t> 3) </a:t>
                      </a:r>
                      <a:r>
                        <a:rPr lang="en-IN" sz="1000">
                          <a:solidFill>
                            <a:schemeClr val="bg1"/>
                          </a:solidFill>
                          <a:latin typeface="+mn-lt"/>
                        </a:rPr>
                        <a:t>Bring ICO Master data in a state that will enable BlackLine B&amp;R effectiveness</a:t>
                      </a:r>
                      <a:r>
                        <a:rPr lang="en-IN" sz="1000">
                          <a:solidFill>
                            <a:schemeClr val="bg1"/>
                          </a:solidFill>
                          <a:latin typeface="+mn-lt"/>
                          <a:cs typeface="Arial"/>
                        </a:rPr>
                        <a:t>4) </a:t>
                      </a:r>
                      <a:r>
                        <a:rPr lang="en-IN" sz="1000">
                          <a:solidFill>
                            <a:schemeClr val="bg1"/>
                          </a:solidFill>
                          <a:latin typeface="+mn-lt"/>
                        </a:rPr>
                        <a:t>Prepare the organization and steer it throughout the change journey</a:t>
                      </a:r>
                      <a:endParaRPr lang="en-IN" sz="1000">
                        <a:solidFill>
                          <a:schemeClr val="bg1"/>
                        </a:solidFill>
                        <a:latin typeface="+mn-lt"/>
                        <a:cs typeface="Arial"/>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Pharma</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117421767"/>
                  </a:ext>
                </a:extLst>
              </a:tr>
              <a:tr h="324000">
                <a:tc>
                  <a:txBody>
                    <a:bodyPr/>
                    <a:lstStyle/>
                    <a:p>
                      <a:pPr marL="0" marR="0" lvl="0" indent="0" algn="l" defTabSz="913943" rtl="0" eaLnBrk="1" fontAlgn="auto" latinLnBrk="0" hangingPunct="1">
                        <a:lnSpc>
                          <a:spcPct val="90000"/>
                        </a:lnSpc>
                        <a:spcBef>
                          <a:spcPct val="0"/>
                        </a:spcBef>
                        <a:spcAft>
                          <a:spcPts val="0"/>
                        </a:spcAft>
                        <a:buClrTx/>
                        <a:buSzTx/>
                        <a:buFontTx/>
                        <a:buNone/>
                        <a:tabLst/>
                        <a:defRPr/>
                      </a:pPr>
                      <a:r>
                        <a:rPr lang="en-IN" sz="1000" b="0" err="1">
                          <a:solidFill>
                            <a:schemeClr val="bg1"/>
                          </a:solidFill>
                          <a:latin typeface="+mn-lt"/>
                        </a:rPr>
                        <a:t>Viatris</a:t>
                      </a:r>
                      <a:r>
                        <a:rPr lang="en-IN" sz="1000" b="0">
                          <a:solidFill>
                            <a:schemeClr val="bg1"/>
                          </a:solidFill>
                          <a:latin typeface="+mn-lt"/>
                        </a:rPr>
                        <a:t> </a:t>
                      </a:r>
                      <a:r>
                        <a:rPr kumimoji="0" lang="en-IN" sz="1000" b="0" i="0" u="none" strike="noStrike" kern="1200" cap="none" spc="0" normalizeH="0" baseline="0" noProof="0">
                          <a:ln>
                            <a:noFill/>
                          </a:ln>
                          <a:solidFill>
                            <a:schemeClr val="bg1"/>
                          </a:solidFill>
                          <a:effectLst/>
                          <a:uLnTx/>
                          <a:uFillTx/>
                          <a:latin typeface="+mn-lt"/>
                        </a:rPr>
                        <a:t>: BlackLine ICH Balance &amp; Resolve</a:t>
                      </a:r>
                      <a:endParaRPr kumimoji="0" lang="en-US" sz="1000" b="0" i="0" u="none" strike="noStrike" kern="1200" cap="none" spc="0" normalizeH="0" baseline="0" noProof="0">
                        <a:ln>
                          <a:noFill/>
                        </a:ln>
                        <a:solidFill>
                          <a:schemeClr val="bg1"/>
                        </a:solidFill>
                        <a:effectLst/>
                        <a:uLnTx/>
                        <a:uFillTx/>
                        <a:latin typeface="+mn-lt"/>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169863" marR="0" lvl="1" indent="-169863" algn="l" defTabSz="1041096" rtl="0" eaLnBrk="1" fontAlgn="ctr" latinLnBrk="0" hangingPunct="1">
                        <a:lnSpc>
                          <a:spcPct val="100000"/>
                        </a:lnSpc>
                        <a:spcBef>
                          <a:spcPts val="0"/>
                        </a:spcBef>
                        <a:spcAft>
                          <a:spcPts val="600"/>
                        </a:spcAft>
                        <a:buClr>
                          <a:srgbClr val="FFE600"/>
                        </a:buClr>
                        <a:buSzPct val="100000"/>
                        <a:buFontTx/>
                        <a:buNone/>
                        <a:defRPr/>
                      </a:pPr>
                      <a:r>
                        <a:rPr kumimoji="0" lang="en-IN" sz="1000" b="1" i="0" u="none" strike="noStrike" kern="1200" cap="none" spc="0" normalizeH="0" baseline="0" noProof="0">
                          <a:ln>
                            <a:noFill/>
                          </a:ln>
                          <a:solidFill>
                            <a:schemeClr val="bg1"/>
                          </a:solidFill>
                          <a:effectLst/>
                          <a:uLnTx/>
                          <a:uFillTx/>
                          <a:latin typeface="+mn-lt"/>
                          <a:ea typeface="+mn-ea"/>
                          <a:cs typeface="+mn-cs"/>
                        </a:rPr>
                        <a:t>Client was looking for: 1) </a:t>
                      </a:r>
                      <a:r>
                        <a:rPr kumimoji="0" lang="en-IN" sz="1000" b="0" i="0" u="none" strike="noStrike" kern="1200" cap="none" spc="0" normalizeH="0" baseline="0" noProof="0">
                          <a:ln>
                            <a:noFill/>
                          </a:ln>
                          <a:solidFill>
                            <a:schemeClr val="bg1"/>
                          </a:solidFill>
                          <a:effectLst/>
                          <a:uLnTx/>
                          <a:uFillTx/>
                          <a:latin typeface="+mn-lt"/>
                          <a:ea typeface="+mn-ea"/>
                          <a:cs typeface="+mn-cs"/>
                        </a:rPr>
                        <a:t>Automation major part of the intercompany reconciliation process  </a:t>
                      </a:r>
                      <a:r>
                        <a:rPr lang="en-IN" sz="1000">
                          <a:solidFill>
                            <a:schemeClr val="bg1"/>
                          </a:solidFill>
                          <a:latin typeface="+mn-lt"/>
                        </a:rPr>
                        <a:t>in an efficient manner by levering BlackLine ICH B&amp;R Module. 2) Create and post month end SIT Accruals by integration of BlackLine Journals  Module. </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chemeClr val="bg1"/>
                          </a:solidFill>
                          <a:effectLst/>
                          <a:uLnTx/>
                          <a:uFillTx/>
                          <a:latin typeface="+mn-lt"/>
                          <a:ea typeface="+mn-ea"/>
                          <a:cs typeface="+mn-cs"/>
                        </a:rPr>
                        <a:t>Pharma</a:t>
                      </a:r>
                      <a:endParaRPr lang="en-US" sz="1000" b="0" i="0" kern="1200" noProof="0">
                        <a:solidFill>
                          <a:schemeClr val="bg1"/>
                        </a:solidFill>
                        <a:latin typeface="+mn-lt"/>
                        <a:ea typeface="+mn-ea"/>
                        <a:cs typeface="Arial" panose="020B0604020202020204" pitchFamily="34" charset="0"/>
                      </a:endParaRP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9574532"/>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0" i="0" u="none" strike="noStrike" kern="1200" cap="none" spc="0" normalizeH="0" baseline="0" noProof="0" dirty="0">
                          <a:ln>
                            <a:noFill/>
                          </a:ln>
                          <a:solidFill>
                            <a:schemeClr val="bg1"/>
                          </a:solidFill>
                          <a:effectLst/>
                          <a:uLnTx/>
                          <a:uFillTx/>
                          <a:latin typeface="+mn-lt"/>
                          <a:ea typeface="+mn-ea"/>
                          <a:cs typeface="+mn-cs"/>
                        </a:rPr>
                        <a:t>client Benckiser : </a:t>
                      </a:r>
                      <a:r>
                        <a:rPr kumimoji="0" lang="en-IN" sz="1000" b="0" i="0" u="none" strike="noStrike" kern="1200" cap="none" spc="0" normalizeH="0" baseline="0" noProof="0" dirty="0" err="1">
                          <a:ln>
                            <a:noFill/>
                          </a:ln>
                          <a:solidFill>
                            <a:schemeClr val="bg1"/>
                          </a:solidFill>
                          <a:effectLst/>
                          <a:uLnTx/>
                          <a:uFillTx/>
                          <a:latin typeface="+mn-lt"/>
                          <a:ea typeface="+mn-ea"/>
                          <a:cs typeface="+mn-cs"/>
                        </a:rPr>
                        <a:t>BlackLine</a:t>
                      </a:r>
                      <a:r>
                        <a:rPr kumimoji="0" lang="en-IN" sz="1000" b="0" i="0" u="none" strike="noStrike" kern="1200" cap="none" spc="0" normalizeH="0" baseline="0" noProof="0" dirty="0">
                          <a:ln>
                            <a:noFill/>
                          </a:ln>
                          <a:solidFill>
                            <a:schemeClr val="bg1"/>
                          </a:solidFill>
                          <a:effectLst/>
                          <a:uLnTx/>
                          <a:uFillTx/>
                          <a:latin typeface="+mn-lt"/>
                          <a:ea typeface="+mn-ea"/>
                          <a:cs typeface="+mn-cs"/>
                        </a:rPr>
                        <a:t> Journals, Task, Variance and Account Reconciliations Implementation</a:t>
                      </a:r>
                      <a:endParaRPr kumimoji="0" lang="en-US" sz="1000" b="0" i="0" u="none" strike="noStrike" kern="1200" cap="none" spc="0" normalizeH="0" baseline="0" noProof="0" dirty="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600"/>
                        </a:spcBef>
                        <a:spcAft>
                          <a:spcPts val="200"/>
                        </a:spcAft>
                        <a:buClr>
                          <a:srgbClr val="333333"/>
                        </a:buClr>
                        <a:buSzTx/>
                        <a:buFontTx/>
                        <a:buNone/>
                        <a:tabLst>
                          <a:tab pos="88766"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1) </a:t>
                      </a:r>
                      <a:r>
                        <a:rPr kumimoji="0" lang="en-IN" sz="1000" b="0" i="0" u="none" strike="noStrike" kern="1200" cap="none" spc="0" normalizeH="0" baseline="0" noProof="0">
                          <a:ln>
                            <a:noFill/>
                          </a:ln>
                          <a:solidFill>
                            <a:schemeClr val="bg1"/>
                          </a:solidFill>
                          <a:effectLst/>
                          <a:uLnTx/>
                          <a:uFillTx/>
                          <a:latin typeface="+mn-lt"/>
                          <a:ea typeface="+mn-ea"/>
                          <a:cs typeface="+mn-cs"/>
                        </a:rPr>
                        <a:t>Implementing a global best in class digital R2R process that is standardized, simplified, automated and UK Sox compliant 2) Eliminate manual effort, design automated month end process by levering multiple BlackLine modules that provides a single version of truth</a:t>
                      </a:r>
                      <a:endParaRPr kumimoji="0" lang="en-IN"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UKI</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Consumer Products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183868604"/>
                  </a:ext>
                </a:extLst>
              </a:tr>
              <a:tr h="324000">
                <a:tc>
                  <a:txBody>
                    <a:bodyPr/>
                    <a:lstStyle/>
                    <a:p>
                      <a:pPr defTabSz="913943">
                        <a:defRPr/>
                      </a:pPr>
                      <a:r>
                        <a:rPr lang="en-IN" sz="1000" b="0">
                          <a:solidFill>
                            <a:schemeClr val="bg1"/>
                          </a:solidFill>
                          <a:latin typeface="+mn-lt"/>
                        </a:rPr>
                        <a:t>Asahi: BlackLine Account Reconciliations, Task Management, Journals and Transaction Matching Implementation</a:t>
                      </a:r>
                      <a:endParaRPr lang="en-US" sz="1000" b="0" i="1">
                        <a:solidFill>
                          <a:schemeClr val="bg1"/>
                        </a:solidFill>
                        <a:latin typeface="+mn-lt"/>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spcBef>
                          <a:spcPts val="200"/>
                        </a:spcBef>
                        <a:spcAft>
                          <a:spcPts val="200"/>
                        </a:spcAft>
                        <a:buClr>
                          <a:srgbClr val="333333"/>
                        </a:buClr>
                        <a:tabLst>
                          <a:tab pos="88766" algn="l"/>
                        </a:tabLst>
                        <a:defRPr/>
                      </a:pPr>
                      <a:r>
                        <a:rPr lang="en-US" sz="1000" b="1">
                          <a:solidFill>
                            <a:schemeClr val="bg1"/>
                          </a:solidFill>
                          <a:latin typeface="+mn-lt"/>
                        </a:rPr>
                        <a:t>Client was looking for: 1) </a:t>
                      </a:r>
                      <a:r>
                        <a:rPr lang="en-IN" sz="1000">
                          <a:solidFill>
                            <a:schemeClr val="bg1"/>
                          </a:solidFill>
                          <a:latin typeface="+mn-lt"/>
                        </a:rPr>
                        <a:t>To reimagine and transform RTR processes enabled by a modern platform like BlackLine to improve visibility, control and to </a:t>
                      </a:r>
                      <a:r>
                        <a:rPr lang="en-GB" sz="1000">
                          <a:solidFill>
                            <a:schemeClr val="bg1"/>
                          </a:solidFill>
                          <a:latin typeface="+mn-lt"/>
                        </a:rPr>
                        <a:t>analyse and report on data in a consistent way</a:t>
                      </a:r>
                      <a:r>
                        <a:rPr lang="en-IN" sz="1000">
                          <a:solidFill>
                            <a:schemeClr val="bg1"/>
                          </a:solidFill>
                          <a:latin typeface="+mn-lt"/>
                        </a:rPr>
                        <a:t> 2) Eliminate manual effort, design automated month end process and bring in data from multiple sources by leveraging multiple BlackLine modules that provides a single version of truth</a:t>
                      </a:r>
                      <a:endParaRPr lang="en-IN" sz="1000" b="1">
                        <a:solidFill>
                          <a:schemeClr val="bg1"/>
                        </a:solidFill>
                        <a:latin typeface="+mn-lt"/>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UKI</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Consumer Products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53183638"/>
                  </a:ext>
                </a:extLst>
              </a:tr>
              <a:tr h="164705">
                <a:tc>
                  <a:txBody>
                    <a:bodyPr/>
                    <a:lstStyle/>
                    <a:p>
                      <a:pPr defTabSz="913943">
                        <a:defRPr/>
                      </a:pPr>
                      <a:r>
                        <a:rPr lang="en-IN" sz="1000" b="0" err="1">
                          <a:solidFill>
                            <a:schemeClr val="bg1"/>
                          </a:solidFill>
                          <a:latin typeface="+mn-lt"/>
                        </a:rPr>
                        <a:t>CoStarwood</a:t>
                      </a:r>
                      <a:r>
                        <a:rPr lang="en-IN" sz="1000" b="0">
                          <a:solidFill>
                            <a:schemeClr val="bg1"/>
                          </a:solidFill>
                          <a:latin typeface="+mn-lt"/>
                        </a:rPr>
                        <a:t> Capital: BlackLine Account Reconciliation, Transaction Matching and Tasks Implementation</a:t>
                      </a:r>
                      <a:endParaRPr lang="en-US" sz="1000" b="0">
                        <a:solidFill>
                          <a:schemeClr val="bg1"/>
                        </a:solidFill>
                        <a:latin typeface="+mn-lt"/>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lvl="1" indent="0" defTabSz="913943" fontAlgn="ctr">
                        <a:spcBef>
                          <a:spcPts val="200"/>
                        </a:spcBef>
                        <a:spcAft>
                          <a:spcPts val="200"/>
                        </a:spcAft>
                        <a:buClr>
                          <a:srgbClr val="FFE600"/>
                        </a:buClr>
                        <a:buSzPct val="70000"/>
                        <a:buFont typeface="Arial" panose="020B0604020202020204" pitchFamily="34" charset="0"/>
                        <a:buNone/>
                        <a:tabLst>
                          <a:tab pos="88768" algn="l"/>
                        </a:tabLst>
                        <a:defRPr/>
                      </a:pPr>
                      <a:r>
                        <a:rPr lang="en-IN" sz="1000">
                          <a:solidFill>
                            <a:schemeClr val="bg1"/>
                          </a:solidFill>
                          <a:latin typeface="+mn-lt"/>
                        </a:rPr>
                        <a:t>Support the additional rollouts of BlackLine for remaining functions (Property, Fund) and provide administrative support to maintain the BlackLine activities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Real Estate</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51985285"/>
                  </a:ext>
                </a:extLst>
              </a:tr>
            </a:tbl>
          </a:graphicData>
        </a:graphic>
      </p:graphicFrame>
    </p:spTree>
    <p:extLst>
      <p:ext uri="{BB962C8B-B14F-4D97-AF65-F5344CB8AC3E}">
        <p14:creationId xmlns:p14="http://schemas.microsoft.com/office/powerpoint/2010/main" val="24392360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1780-F308-3BB6-E1F6-7414AAF1F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FCF8C-B6D4-F26E-8832-177F8935A35B}"/>
              </a:ext>
            </a:extLst>
          </p:cNvPr>
          <p:cNvSpPr>
            <a:spLocks noGrp="1"/>
          </p:cNvSpPr>
          <p:nvPr>
            <p:ph type="title"/>
          </p:nvPr>
        </p:nvSpPr>
        <p:spPr/>
        <p:txBody>
          <a:bodyPr/>
          <a:lstStyle/>
          <a:p>
            <a:r>
              <a:rPr lang="en-IN"/>
              <a:t>GDS Projects (4/x)</a:t>
            </a:r>
          </a:p>
        </p:txBody>
      </p:sp>
      <p:sp>
        <p:nvSpPr>
          <p:cNvPr id="5" name="Slide Number Placeholder 4">
            <a:extLst>
              <a:ext uri="{FF2B5EF4-FFF2-40B4-BE49-F238E27FC236}">
                <a16:creationId xmlns:a16="http://schemas.microsoft.com/office/drawing/2014/main" id="{1FD118FC-C35F-2816-DA5C-F810880CFF53}"/>
              </a:ext>
            </a:extLst>
          </p:cNvPr>
          <p:cNvSpPr>
            <a:spLocks noGrp="1"/>
          </p:cNvSpPr>
          <p:nvPr>
            <p:ph type="sldNum" sz="quarter" idx="12"/>
          </p:nvPr>
        </p:nvSpPr>
        <p:spPr/>
        <p:txBody>
          <a:bodyPr/>
          <a:lstStyle/>
          <a:p>
            <a:fld id="{94FCA0F3-9F3A-694B-99BB-0E592A797735}" type="slidenum">
              <a:rPr lang="en-US" smtClean="0"/>
              <a:t>80</a:t>
            </a:fld>
            <a:endParaRPr lang="en-US"/>
          </a:p>
        </p:txBody>
      </p:sp>
      <p:sp>
        <p:nvSpPr>
          <p:cNvPr id="6" name="Date Placeholder 5">
            <a:extLst>
              <a:ext uri="{FF2B5EF4-FFF2-40B4-BE49-F238E27FC236}">
                <a16:creationId xmlns:a16="http://schemas.microsoft.com/office/drawing/2014/main" id="{28928AD6-9882-292B-A1D1-C56C32D5C39B}"/>
              </a:ext>
            </a:extLst>
          </p:cNvPr>
          <p:cNvSpPr>
            <a:spLocks noGrp="1"/>
          </p:cNvSpPr>
          <p:nvPr>
            <p:ph type="dt" sz="half" idx="10"/>
          </p:nvPr>
        </p:nvSpPr>
        <p:spPr/>
        <p:txBody>
          <a:bodyPr/>
          <a:lstStyle/>
          <a:p>
            <a:fld id="{345C9E22-11CE-425B-9864-64378F237137}" type="datetime1">
              <a:rPr lang="en-US" smtClean="0"/>
              <a:t>11/28/2025</a:t>
            </a:fld>
            <a:endParaRPr lang="en-US"/>
          </a:p>
        </p:txBody>
      </p:sp>
      <p:sp>
        <p:nvSpPr>
          <p:cNvPr id="7" name="SmartArt Placeholder 6">
            <a:extLst>
              <a:ext uri="{FF2B5EF4-FFF2-40B4-BE49-F238E27FC236}">
                <a16:creationId xmlns:a16="http://schemas.microsoft.com/office/drawing/2014/main" id="{4BEA7DDD-3B91-C6BF-4526-13C2184083A4}"/>
              </a:ext>
            </a:extLst>
          </p:cNvPr>
          <p:cNvSpPr>
            <a:spLocks noGrp="1"/>
          </p:cNvSpPr>
          <p:nvPr>
            <p:ph type="dgm" sz="quarter" idx="17"/>
          </p:nvPr>
        </p:nvSpPr>
        <p:spPr/>
        <p:txBody>
          <a:bodyPr/>
          <a:lstStyle/>
          <a:p>
            <a:endParaRPr lang="en-IN"/>
          </a:p>
        </p:txBody>
      </p:sp>
      <p:graphicFrame>
        <p:nvGraphicFramePr>
          <p:cNvPr id="8" name="Table 7">
            <a:extLst>
              <a:ext uri="{FF2B5EF4-FFF2-40B4-BE49-F238E27FC236}">
                <a16:creationId xmlns:a16="http://schemas.microsoft.com/office/drawing/2014/main" id="{247E78AF-467A-4223-2F6F-53CC1DB4E066}"/>
              </a:ext>
            </a:extLst>
          </p:cNvPr>
          <p:cNvGraphicFramePr>
            <a:graphicFrameLocks noGrp="1"/>
          </p:cNvGraphicFramePr>
          <p:nvPr>
            <p:extLst>
              <p:ext uri="{D42A27DB-BD31-4B8C-83A1-F6EECF244321}">
                <p14:modId xmlns:p14="http://schemas.microsoft.com/office/powerpoint/2010/main" val="2152947212"/>
              </p:ext>
            </p:extLst>
          </p:nvPr>
        </p:nvGraphicFramePr>
        <p:xfrm>
          <a:off x="484632" y="1126522"/>
          <a:ext cx="11222736" cy="4685933"/>
        </p:xfrm>
        <a:graphic>
          <a:graphicData uri="http://schemas.openxmlformats.org/drawingml/2006/table">
            <a:tbl>
              <a:tblPr/>
              <a:tblGrid>
                <a:gridCol w="2361044">
                  <a:extLst>
                    <a:ext uri="{9D8B030D-6E8A-4147-A177-3AD203B41FA5}">
                      <a16:colId xmlns:a16="http://schemas.microsoft.com/office/drawing/2014/main" val="2181700987"/>
                    </a:ext>
                  </a:extLst>
                </a:gridCol>
                <a:gridCol w="6238380">
                  <a:extLst>
                    <a:ext uri="{9D8B030D-6E8A-4147-A177-3AD203B41FA5}">
                      <a16:colId xmlns:a16="http://schemas.microsoft.com/office/drawing/2014/main" val="3465123203"/>
                    </a:ext>
                  </a:extLst>
                </a:gridCol>
                <a:gridCol w="1311656">
                  <a:extLst>
                    <a:ext uri="{9D8B030D-6E8A-4147-A177-3AD203B41FA5}">
                      <a16:colId xmlns:a16="http://schemas.microsoft.com/office/drawing/2014/main" val="3957014870"/>
                    </a:ext>
                  </a:extLst>
                </a:gridCol>
                <a:gridCol w="1311656">
                  <a:extLst>
                    <a:ext uri="{9D8B030D-6E8A-4147-A177-3AD203B41FA5}">
                      <a16:colId xmlns:a16="http://schemas.microsoft.com/office/drawing/2014/main" val="3052045837"/>
                    </a:ext>
                  </a:extLst>
                </a:gridCol>
              </a:tblGrid>
              <a:tr h="291533">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a:solidFill>
                            <a:schemeClr val="bg1"/>
                          </a:solidFill>
                          <a:latin typeface="+mj-lt"/>
                          <a:ea typeface="+mn-ea"/>
                          <a:cs typeface="Arial" panose="020B0604020202020204" pitchFamily="34" charset="0"/>
                        </a:rPr>
                        <a:t>Client – Project Name</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bg1"/>
                          </a:solidFill>
                          <a:latin typeface="+mj-lt"/>
                          <a:ea typeface="+mn-ea"/>
                          <a:cs typeface="Arial" panose="020B0604020202020204" pitchFamily="34" charset="0"/>
                        </a:rPr>
                        <a:t>Description</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tx1"/>
                          </a:solidFill>
                          <a:effectLst/>
                          <a:uLnTx/>
                          <a:uFillTx/>
                          <a:latin typeface="+mj-lt"/>
                          <a:ea typeface="+mn-ea"/>
                          <a:cs typeface="Arial" panose="020B0604020202020204" pitchFamily="34" charset="0"/>
                        </a:rPr>
                        <a:t>Region</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tx1"/>
                          </a:solidFill>
                          <a:latin typeface="+mj-lt"/>
                          <a:ea typeface="+mn-ea"/>
                          <a:cs typeface="Arial" panose="020B0604020202020204" pitchFamily="34" charset="0"/>
                        </a:rPr>
                        <a:t>Sector</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15A6C"/>
                    </a:solidFill>
                  </a:tcPr>
                </a:tc>
                <a:extLst>
                  <a:ext uri="{0D108BD9-81ED-4DB2-BD59-A6C34878D82A}">
                    <a16:rowId xmlns:a16="http://schemas.microsoft.com/office/drawing/2014/main" val="243059793"/>
                  </a:ext>
                </a:extLst>
              </a:tr>
              <a:tr h="324000">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a:defRPr/>
                      </a:pPr>
                      <a:r>
                        <a:rPr lang="en-IN" sz="1000" b="1">
                          <a:solidFill>
                            <a:schemeClr val="bg1"/>
                          </a:solidFill>
                          <a:latin typeface="+mn-lt"/>
                        </a:rPr>
                        <a:t>Partners Group : BlackLine Account Reconciliation, Tasks, Financial Reporting Analytics &amp; Transaction Matching Implementation</a:t>
                      </a:r>
                      <a:endParaRPr lang="en-US" sz="1000" b="1">
                        <a:solidFill>
                          <a:schemeClr val="bg1"/>
                        </a:solidFill>
                        <a:latin typeface="+mn-lt"/>
                      </a:endParaRP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defTabSz="913486">
                        <a:spcBef>
                          <a:spcPts val="200"/>
                        </a:spcBef>
                        <a:spcAft>
                          <a:spcPts val="200"/>
                        </a:spcAft>
                        <a:buClr>
                          <a:srgbClr val="333333"/>
                        </a:buClr>
                        <a:tabLst>
                          <a:tab pos="88722" algn="l"/>
                        </a:tabLst>
                        <a:defRPr/>
                      </a:pPr>
                      <a:r>
                        <a:rPr lang="en-US" sz="1000" b="1">
                          <a:solidFill>
                            <a:schemeClr val="bg1"/>
                          </a:solidFill>
                          <a:latin typeface="+mn-lt"/>
                        </a:rPr>
                        <a:t>Client was looking for: 1) </a:t>
                      </a:r>
                      <a:r>
                        <a:rPr lang="en-IN" sz="1000">
                          <a:solidFill>
                            <a:schemeClr val="bg1"/>
                          </a:solidFill>
                          <a:latin typeface="+mn-lt"/>
                        </a:rPr>
                        <a:t>To incorporate automation while strengthening their month-end processes and centralized tracking. 2) Detailed insight of overall performance and financials of the organization  3) Automated reconciliation in fit-for-purpose tool, increasing efficiency and reducing control risk 4) Standardized global design that will enable scalability when rolled out to other entities of Partners Group</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EMEA</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Energy"/>
                        </a:defRPr>
                      </a:lvl1pPr>
                      <a:lvl2pPr marL="457200" algn="l" defTabSz="914400" rtl="0" eaLnBrk="1" latinLnBrk="0" hangingPunct="1">
                        <a:defRPr sz="1800" kern="1200">
                          <a:solidFill>
                            <a:schemeClr val="dk1"/>
                          </a:solidFill>
                          <a:latin typeface="Energy"/>
                        </a:defRPr>
                      </a:lvl2pPr>
                      <a:lvl3pPr marL="914400" algn="l" defTabSz="914400" rtl="0" eaLnBrk="1" latinLnBrk="0" hangingPunct="1">
                        <a:defRPr sz="1800" kern="1200">
                          <a:solidFill>
                            <a:schemeClr val="dk1"/>
                          </a:solidFill>
                          <a:latin typeface="Energy"/>
                        </a:defRPr>
                      </a:lvl3pPr>
                      <a:lvl4pPr marL="1371600" algn="l" defTabSz="914400" rtl="0" eaLnBrk="1" latinLnBrk="0" hangingPunct="1">
                        <a:defRPr sz="1800" kern="1200">
                          <a:solidFill>
                            <a:schemeClr val="dk1"/>
                          </a:solidFill>
                          <a:latin typeface="Energy"/>
                        </a:defRPr>
                      </a:lvl4pPr>
                      <a:lvl5pPr marL="1828800" algn="l" defTabSz="914400" rtl="0" eaLnBrk="1" latinLnBrk="0" hangingPunct="1">
                        <a:defRPr sz="1800" kern="1200">
                          <a:solidFill>
                            <a:schemeClr val="dk1"/>
                          </a:solidFill>
                          <a:latin typeface="Energy"/>
                        </a:defRPr>
                      </a:lvl5pPr>
                      <a:lvl6pPr marL="2286000" algn="l" defTabSz="914400" rtl="0" eaLnBrk="1" latinLnBrk="0" hangingPunct="1">
                        <a:defRPr sz="1800" kern="1200">
                          <a:solidFill>
                            <a:schemeClr val="dk1"/>
                          </a:solidFill>
                          <a:latin typeface="Energy"/>
                        </a:defRPr>
                      </a:lvl6pPr>
                      <a:lvl7pPr marL="2743200" algn="l" defTabSz="914400" rtl="0" eaLnBrk="1" latinLnBrk="0" hangingPunct="1">
                        <a:defRPr sz="1800" kern="1200">
                          <a:solidFill>
                            <a:schemeClr val="dk1"/>
                          </a:solidFill>
                          <a:latin typeface="Energy"/>
                        </a:defRPr>
                      </a:lvl7pPr>
                      <a:lvl8pPr marL="3200400" algn="l" defTabSz="914400" rtl="0" eaLnBrk="1" latinLnBrk="0" hangingPunct="1">
                        <a:defRPr sz="1800" kern="1200">
                          <a:solidFill>
                            <a:schemeClr val="dk1"/>
                          </a:solidFill>
                          <a:latin typeface="Energy"/>
                        </a:defRPr>
                      </a:lvl8pPr>
                      <a:lvl9pPr marL="3657600" algn="l" defTabSz="914400" rtl="0" eaLnBrk="1" latinLnBrk="0" hangingPunct="1">
                        <a:defRPr sz="1800" kern="1200">
                          <a:solidFill>
                            <a:schemeClr val="dk1"/>
                          </a:solidFill>
                          <a:latin typeface="Energy"/>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Private Equity</a:t>
                      </a:r>
                    </a:p>
                  </a:txBody>
                  <a:tcPr marL="36000" marR="36000" marT="36000" marB="360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073813071"/>
                  </a:ext>
                </a:extLst>
              </a:tr>
              <a:tr h="324000">
                <a:tc>
                  <a:txBody>
                    <a:bodyPr/>
                    <a:lstStyle/>
                    <a:p>
                      <a:pPr>
                        <a:defRPr/>
                      </a:pPr>
                      <a:r>
                        <a:rPr lang="en-IN" sz="1000" b="1">
                          <a:solidFill>
                            <a:schemeClr val="bg1"/>
                          </a:solidFill>
                          <a:latin typeface="+mn-lt"/>
                        </a:rPr>
                        <a:t>Getinge AB : BlackLine Account Reconciliation, Journals &amp; Smart Close Implementation</a:t>
                      </a:r>
                      <a:endParaRPr lang="en-US" sz="1000" b="1">
                        <a:solidFill>
                          <a:schemeClr val="bg1"/>
                        </a:solidFill>
                        <a:latin typeface="+mn-lt"/>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defTabSz="913486">
                        <a:spcBef>
                          <a:spcPts val="200"/>
                        </a:spcBef>
                        <a:spcAft>
                          <a:spcPts val="200"/>
                        </a:spcAft>
                        <a:buClr>
                          <a:srgbClr val="333333"/>
                        </a:buClr>
                        <a:tabLst>
                          <a:tab pos="88722" algn="l"/>
                        </a:tabLst>
                        <a:defRPr/>
                      </a:pPr>
                      <a:r>
                        <a:rPr lang="en-US" sz="1000" b="1">
                          <a:solidFill>
                            <a:schemeClr val="bg1"/>
                          </a:solidFill>
                          <a:latin typeface="+mn-lt"/>
                        </a:rPr>
                        <a:t>Client was looking for: 1) </a:t>
                      </a:r>
                      <a:r>
                        <a:rPr lang="en-IN" sz="1000">
                          <a:solidFill>
                            <a:schemeClr val="bg1"/>
                          </a:solidFill>
                          <a:latin typeface="+mn-lt"/>
                        </a:rPr>
                        <a:t>Automation to refine their reconciliation processes, enhance efficiency, and reduce control risks 2) Automating journal entries to minimize manual errors, establish a robust approval workflow, and maintain a comprehensive audit trail 3) Moving away from individual local close calendars for each entity in favour of a unified, harmonized global calendar</a:t>
                      </a:r>
                      <a:endParaRPr lang="en-IN" sz="1000" b="1">
                        <a:solidFill>
                          <a:schemeClr val="bg1"/>
                        </a:solidFill>
                        <a:latin typeface="+mn-lt"/>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Healthcare &amp; Life Sciences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253257927"/>
                  </a:ext>
                </a:extLst>
              </a:tr>
              <a:tr h="324000">
                <a:tc>
                  <a:txBody>
                    <a:bodyPr/>
                    <a:lstStyle/>
                    <a:p>
                      <a:pPr defTabSz="913486">
                        <a:defRPr/>
                      </a:pPr>
                      <a:r>
                        <a:rPr lang="en-IN" sz="1000" b="1">
                          <a:solidFill>
                            <a:schemeClr val="bg1"/>
                          </a:solidFill>
                          <a:latin typeface="+mn-lt"/>
                        </a:rPr>
                        <a:t>BP International: BlackLine Account Reconciliation, and Transaction Matching</a:t>
                      </a:r>
                      <a:endParaRPr lang="en-US" sz="1000" b="1">
                        <a:solidFill>
                          <a:schemeClr val="bg1"/>
                        </a:solidFill>
                        <a:latin typeface="+mn-lt"/>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lvl="1" defTabSz="1040575" fontAlgn="ctr">
                        <a:spcAft>
                          <a:spcPts val="600"/>
                        </a:spcAft>
                        <a:buClr>
                          <a:srgbClr val="FFE600"/>
                        </a:buClr>
                        <a:buSzPct val="100000"/>
                        <a:defRPr/>
                      </a:pPr>
                      <a:r>
                        <a:rPr lang="en-IN" sz="1000" b="1">
                          <a:solidFill>
                            <a:schemeClr val="bg1"/>
                          </a:solidFill>
                          <a:latin typeface="+mn-lt"/>
                        </a:rPr>
                        <a:t>Client was looking for: 1) </a:t>
                      </a:r>
                      <a:r>
                        <a:rPr lang="en-IN" sz="1000">
                          <a:solidFill>
                            <a:schemeClr val="bg1"/>
                          </a:solidFill>
                          <a:latin typeface="+mn-lt"/>
                        </a:rPr>
                        <a:t>Moving from only a 8% non-standard BSA process to a 100% standardized &amp; centralised BSA process as per leading practices 2) Design a standard process across client’s complex financial structure spanning across 15+ ERP instances, Finance Business Warehouse (FBW), Other Systems 3) Develop a reconciliation handbook for 50+ type of account types defining underlying procedures as per best practises to support first time reconciliations for 90% of the balance sheet accounts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Oli &amp; Gas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117421767"/>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Athene : BlackLine Account Reconciliation, Transaction Matching, Journals &amp; Task Implementation</a:t>
                      </a:r>
                      <a:endParaRPr kumimoji="0" lang="en-US"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3943" rtl="0" eaLnBrk="1" fontAlgn="auto" latinLnBrk="0" hangingPunct="1">
                        <a:lnSpc>
                          <a:spcPct val="100000"/>
                        </a:lnSpc>
                        <a:spcBef>
                          <a:spcPts val="200"/>
                        </a:spcBef>
                        <a:spcAft>
                          <a:spcPts val="200"/>
                        </a:spcAft>
                        <a:buClr>
                          <a:srgbClr val="333333"/>
                        </a:buClr>
                        <a:buSzTx/>
                        <a:buFontTx/>
                        <a:buNone/>
                        <a:tabLst>
                          <a:tab pos="88766" algn="l"/>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Client was looking for: 1) </a:t>
                      </a:r>
                      <a:r>
                        <a:rPr kumimoji="0" lang="en-IN" sz="1000" b="0" i="0" u="none" strike="noStrike" kern="1200" cap="none" spc="0" normalizeH="0" baseline="0" noProof="0">
                          <a:ln>
                            <a:noFill/>
                          </a:ln>
                          <a:solidFill>
                            <a:schemeClr val="bg1"/>
                          </a:solidFill>
                          <a:effectLst/>
                          <a:uLnTx/>
                          <a:uFillTx/>
                          <a:latin typeface="+mn-lt"/>
                          <a:ea typeface="+mn-ea"/>
                          <a:cs typeface="+mn-cs"/>
                        </a:rPr>
                        <a:t>To move from their legacy system due to stability issues which in turn posed Operational risk 2) BlackLine provided further automation opportunities and ease of implementation due to flexibility of tool  3) Automated reconciliation in fit-for-purpose tool, increasing efficiency and reducing control risk 4) Mapping tables to automatically create journals based on data input 5) Automated certification, substantiated by matching results</a:t>
                      </a:r>
                      <a:endParaRPr kumimoji="0" lang="en-IN" sz="1000" b="0" i="0" u="none" strike="noStrike" kern="1200" cap="none" spc="0" normalizeH="0" baseline="0" noProof="0">
                        <a:ln>
                          <a:noFill/>
                        </a:ln>
                        <a:solidFill>
                          <a:schemeClr val="bg1"/>
                        </a:solidFill>
                        <a:effectLst/>
                        <a:uLnTx/>
                        <a:uFillTx/>
                        <a:latin typeface="+mn-lt"/>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err="1">
                          <a:ln>
                            <a:noFill/>
                          </a:ln>
                          <a:solidFill>
                            <a:schemeClr val="bg1"/>
                          </a:solidFill>
                          <a:effectLst/>
                          <a:uLnTx/>
                          <a:uFillTx/>
                          <a:latin typeface="+mn-lt"/>
                          <a:ea typeface="+mn-ea"/>
                          <a:cs typeface="Arial" panose="020B0604020202020204" pitchFamily="34" charset="0"/>
                        </a:rPr>
                        <a:t>Amercias</a:t>
                      </a:r>
                      <a:endPar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FS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9574532"/>
                  </a:ext>
                </a:extLst>
              </a:tr>
              <a:tr h="324000">
                <a:tc>
                  <a: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Diageo : BlackLine Account Reconciliations and Transaction Matching Implementation</a:t>
                      </a:r>
                      <a:endParaRPr kumimoji="0" lang="en-US" sz="1000" b="1" i="1"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200"/>
                        </a:spcBef>
                        <a:spcAft>
                          <a:spcPts val="200"/>
                        </a:spcAft>
                        <a:buClr>
                          <a:srgbClr val="333333"/>
                        </a:buClr>
                        <a:buSzTx/>
                        <a:buFontTx/>
                        <a:buNone/>
                        <a:tabLst>
                          <a:tab pos="88766" algn="l"/>
                        </a:tabLst>
                        <a:defRPr/>
                      </a:pPr>
                      <a:r>
                        <a:rPr kumimoji="0" lang="en-US" sz="10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rPr>
                        <a:t>Client was looking for:</a:t>
                      </a:r>
                      <a:r>
                        <a:rPr kumimoji="0" lang="en-IN" sz="1000" b="0" i="0" u="none" strike="noStrike" kern="1200" cap="none" spc="0" normalizeH="0" baseline="0" noProof="0" dirty="0">
                          <a:ln>
                            <a:noFill/>
                          </a:ln>
                          <a:solidFill>
                            <a:schemeClr val="bg1"/>
                          </a:solidFill>
                          <a:effectLst/>
                          <a:uLnTx/>
                          <a:uFillTx/>
                          <a:latin typeface="+mn-lt"/>
                          <a:ea typeface="+mn-ea"/>
                          <a:cs typeface="+mn-cs"/>
                        </a:rPr>
                        <a:t> 1) Initially used Trintech for their digital close transformation however the said tool was not able to deliver as per the expectations 2) Moved to BlackLine modules to enhance flexibility for Diageo in terms of maintenance and focus on key activities such as analysis to improve accuracy 3) </a:t>
                      </a:r>
                      <a:r>
                        <a:rPr kumimoji="0" lang="en-IN" sz="10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rPr>
                        <a:t>Implementing Account Reconciliation &amp; Transaction Matching Modules with new Reporting currency</a:t>
                      </a:r>
                      <a:endParaRPr kumimoji="0" lang="en-IN" sz="10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UKI</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Consumer Products</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4183868604"/>
                  </a:ext>
                </a:extLst>
              </a:tr>
              <a:tr h="324000">
                <a:tc>
                  <a:txBody>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mn-lt"/>
                          <a:ea typeface="+mn-ea"/>
                          <a:cs typeface="+mn-cs"/>
                        </a:rPr>
                        <a:t>Nike: BlackLine Transaction Matching Implementation </a:t>
                      </a:r>
                      <a:endParaRPr kumimoji="0" lang="en-US" sz="1000" b="1" i="0" u="none" strike="noStrike" kern="1200" cap="none" spc="0" normalizeH="0" baseline="0" noProof="0">
                        <a:ln>
                          <a:noFill/>
                        </a:ln>
                        <a:solidFill>
                          <a:schemeClr val="bg1"/>
                        </a:solidFill>
                        <a:effectLst/>
                        <a:uLnTx/>
                        <a:uFillTx/>
                        <a:latin typeface="+mn-lt"/>
                        <a:ea typeface="+mn-ea"/>
                        <a:cs typeface="+mn-cs"/>
                      </a:endParaRPr>
                    </a:p>
                  </a:txBody>
                  <a:tcPr marL="36000" marR="36000" marT="36000" marB="3600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1" indent="0" algn="l" defTabSz="1041617" rtl="0" eaLnBrk="1" fontAlgn="ctr" latinLnBrk="0" hangingPunct="1">
                        <a:lnSpc>
                          <a:spcPct val="100000"/>
                        </a:lnSpc>
                        <a:spcBef>
                          <a:spcPts val="0"/>
                        </a:spcBef>
                        <a:spcAft>
                          <a:spcPts val="600"/>
                        </a:spcAft>
                        <a:buClr>
                          <a:srgbClr val="FFE600"/>
                        </a:buClr>
                        <a:buSzPct val="100000"/>
                        <a:buFontTx/>
                        <a:buNone/>
                        <a:tabLst/>
                        <a:defRPr/>
                      </a:pPr>
                      <a:r>
                        <a:rPr kumimoji="0" lang="en-IN" sz="1000" b="1" i="0" u="none" strike="noStrike" kern="1200" cap="none" spc="0" normalizeH="0" baseline="0" noProof="0" dirty="0">
                          <a:ln>
                            <a:noFill/>
                          </a:ln>
                          <a:solidFill>
                            <a:schemeClr val="bg1"/>
                          </a:solidFill>
                          <a:effectLst/>
                          <a:uLnTx/>
                          <a:uFillTx/>
                          <a:latin typeface="+mn-lt"/>
                          <a:ea typeface="+mn-ea"/>
                          <a:cs typeface="+mn-cs"/>
                        </a:rPr>
                        <a:t>Client was looking for: 1) </a:t>
                      </a:r>
                      <a:r>
                        <a:rPr kumimoji="0" lang="en-IN" sz="1000" b="0" i="0" u="none" strike="noStrike" kern="1200" cap="none" spc="0" normalizeH="0" baseline="0" noProof="0" dirty="0">
                          <a:ln>
                            <a:noFill/>
                          </a:ln>
                          <a:solidFill>
                            <a:schemeClr val="bg1"/>
                          </a:solidFill>
                          <a:effectLst/>
                          <a:uLnTx/>
                          <a:uFillTx/>
                          <a:latin typeface="+mn-lt"/>
                          <a:ea typeface="+mn-ea"/>
                          <a:cs typeface="+mn-cs"/>
                        </a:rPr>
                        <a:t>Implementing BlackLine Transaction Matching for cash, gift cards and digital sales transaction 2) Replace Trintech which is currently being utilized for transaction matching, but would be retired in Dec 21 3) Process optimisation, increased matching results, process change and match results to integrate with reconciliations 4) Build templates for each reconciliations&amp; Build reports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bg1"/>
                          </a:solidFill>
                          <a:effectLst/>
                          <a:uLnTx/>
                          <a:uFillTx/>
                          <a:latin typeface="+mn-lt"/>
                          <a:ea typeface="+mn-ea"/>
                          <a:cs typeface="Arial" panose="020B0604020202020204" pitchFamily="34" charset="0"/>
                        </a:rPr>
                        <a:t>Americas</a:t>
                      </a:r>
                    </a:p>
                  </a:txBody>
                  <a:tcPr marL="36000" marR="36000" marT="36000" marB="360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noProof="0">
                          <a:solidFill>
                            <a:schemeClr val="bg1"/>
                          </a:solidFill>
                          <a:latin typeface="+mn-lt"/>
                          <a:ea typeface="+mn-ea"/>
                          <a:cs typeface="Arial" panose="020B0604020202020204" pitchFamily="34" charset="0"/>
                        </a:rPr>
                        <a:t>AM&amp;M</a:t>
                      </a:r>
                    </a:p>
                  </a:txBody>
                  <a:tcPr marL="36000" marR="36000" marT="36000" marB="3600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653183638"/>
                  </a:ext>
                </a:extLst>
              </a:tr>
            </a:tbl>
          </a:graphicData>
        </a:graphic>
      </p:graphicFrame>
    </p:spTree>
    <p:extLst>
      <p:ext uri="{BB962C8B-B14F-4D97-AF65-F5344CB8AC3E}">
        <p14:creationId xmlns:p14="http://schemas.microsoft.com/office/powerpoint/2010/main" val="42559764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CLASSIFICATION" val="No_Classification"/>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9.xml><?xml version="1.0" encoding="utf-8"?>
<p:tagLst xmlns:a="http://schemas.openxmlformats.org/drawingml/2006/main" xmlns:r="http://schemas.openxmlformats.org/officeDocument/2006/relationships" xmlns:p="http://schemas.openxmlformats.org/presentationml/2006/main">
  <p:tag name="SHAPENAME" val="3. Subtitl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6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9.xml><?xml version="1.0" encoding="utf-8"?>
<p:tagLst xmlns:a="http://schemas.openxmlformats.org/drawingml/2006/main" xmlns:r="http://schemas.openxmlformats.org/officeDocument/2006/relationships" xmlns:p="http://schemas.openxmlformats.org/presentationml/2006/main">
  <p:tag name="SHAPENAME" val="5. Source"/>
</p:tagLst>
</file>

<file path=ppt/tags/tag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U2Hom3ROLU.QL9h8ZEkKV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U2Hom3ROLU.QL9h8ZEkKV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U2Hom3ROLU.QL9h8ZEkKVQ"/>
</p:tagLst>
</file>

<file path=ppt/tags/tag75.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0E4DCAC7_95CD_4786_9856_A1B4D1DAC9A9&quot;,&quot;SourceFullName&quot;:&quot;&quot;,&quot;LastUpdate&quot;:&quot;2024-04-20 4:34 PM&quot;,&quot;UpdatedBy&quot;:&quot;GS649UP&quot;,&quot;IsLinked&quot;:false,&quot;IsBrokenLink&quot;:false,&quot;Type&quot;:2}"/>
</p:tagLst>
</file>

<file path=ppt/tags/tag76.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0E4DCAC7_95CD_4786_9856_A1B4D1DAC9A9&quot;,&quot;SourceFullName&quot;:&quot;&quot;,&quot;LastUpdate&quot;:&quot;2024-04-20 4:34 PM&quot;,&quot;UpdatedBy&quot;:&quot;GS649UP&quot;,&quot;IsLinked&quot;:false,&quot;IsBrokenLink&quot;:false,&quot;Type&quot;:2}"/>
</p:tagLst>
</file>

<file path=ppt/tags/tag77.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0E4DCAC7_95CD_4786_9856_A1B4D1DAC9A9&quot;,&quot;SourceFullName&quot;:&quot;&quot;,&quot;LastUpdate&quot;:&quot;2024-04-20 4:34 PM&quot;,&quot;UpdatedBy&quot;:&quot;GS649UP&quot;,&quot;IsLinked&quot;:false,&quot;IsBrokenLink&quot;:false,&quot;Type&quot;:2}"/>
</p:tagLst>
</file>

<file path=ppt/theme/theme1.xml><?xml version="1.0" encoding="utf-8"?>
<a:theme xmlns:a="http://schemas.openxmlformats.org/drawingml/2006/main" name="Small Text [LIGHT]">
  <a:themeElements>
    <a:clrScheme name="Custom 87">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latin typeface="EYInterstate Light"/>
            <a:ea typeface="+mn-ea"/>
            <a:cs typeface="+mn-cs"/>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resentation7" id="{74771858-A977-49C2-9E64-CE01AF1A8B8F}" vid="{58E32788-D00A-4C8A-8A2F-96C23E3F44A2}"/>
    </a:ext>
  </a:extLst>
</a:theme>
</file>

<file path=ppt/theme/theme2.xml><?xml version="1.0" encoding="utf-8"?>
<a:theme xmlns:a="http://schemas.openxmlformats.org/drawingml/2006/main" name="1_EY dark background">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Normative Model - EY dark background">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4.xml><?xml version="1.0" encoding="utf-8"?>
<a:theme xmlns:a="http://schemas.openxmlformats.org/drawingml/2006/main" name="5_Global Summary">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5.xml><?xml version="1.0" encoding="utf-8"?>
<a:theme xmlns:a="http://schemas.openxmlformats.org/drawingml/2006/main" name="2_RTX Masters: Content">
  <a:themeElements>
    <a:clrScheme name="RTX ACCENT COLORS">
      <a:dk1>
        <a:sysClr val="windowText" lastClr="000000"/>
      </a:dk1>
      <a:lt1>
        <a:sysClr val="window" lastClr="FFFFFF"/>
      </a:lt1>
      <a:dk2>
        <a:srgbClr val="CE1126"/>
      </a:dk2>
      <a:lt2>
        <a:srgbClr val="E0E1DD"/>
      </a:lt2>
      <a:accent1>
        <a:srgbClr val="616365"/>
      </a:accent1>
      <a:accent2>
        <a:srgbClr val="B7A99A"/>
      </a:accent2>
      <a:accent3>
        <a:srgbClr val="7BA7BC"/>
      </a:accent3>
      <a:accent4>
        <a:srgbClr val="EFB661"/>
      </a:accent4>
      <a:accent5>
        <a:srgbClr val="908CC2"/>
      </a:accent5>
      <a:accent6>
        <a:srgbClr val="9ABEC0"/>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TX_PPT_2021" id="{5C0CD37E-348F-49C2-8AF2-DD958A7E3408}" vid="{28AF2674-1FE4-486E-B3B6-BAF62E76EF7A}"/>
    </a:ext>
  </a:extLst>
</a:theme>
</file>

<file path=ppt/theme/theme6.xml><?xml version="1.0" encoding="utf-8"?>
<a:theme xmlns:a="http://schemas.openxmlformats.org/drawingml/2006/main" name="11_Reckitt Group plc Template">
  <a:themeElements>
    <a:clrScheme name="Energy">
      <a:dk1>
        <a:sysClr val="windowText" lastClr="000000"/>
      </a:dk1>
      <a:lt1>
        <a:srgbClr val="FFFFFF"/>
      </a:lt1>
      <a:dk2>
        <a:srgbClr val="415A6C"/>
      </a:dk2>
      <a:lt2>
        <a:srgbClr val="E7E9EE"/>
      </a:lt2>
      <a:accent1>
        <a:srgbClr val="FF007F"/>
      </a:accent1>
      <a:accent2>
        <a:srgbClr val="F08C2A"/>
      </a:accent2>
      <a:accent3>
        <a:srgbClr val="F0CD28"/>
      </a:accent3>
      <a:accent4>
        <a:srgbClr val="50B428"/>
      </a:accent4>
      <a:accent5>
        <a:srgbClr val="00A6A5"/>
      </a:accent5>
      <a:accent6>
        <a:srgbClr val="55C3F0"/>
      </a:accent6>
      <a:hlink>
        <a:srgbClr val="000000"/>
      </a:hlink>
      <a:folHlink>
        <a:srgbClr val="000000"/>
      </a:folHlink>
    </a:clrScheme>
    <a:fontScheme name="Custom 11">
      <a:majorFont>
        <a:latin typeface="Energy"/>
        <a:ea typeface=""/>
        <a:cs typeface=""/>
      </a:majorFont>
      <a:minorFont>
        <a:latin typeface="Energy"/>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50000">
              <a:schemeClr val="accent1"/>
            </a:gs>
            <a:gs pos="0">
              <a:srgbClr val="C41974"/>
            </a:gs>
            <a:gs pos="100000">
              <a:srgbClr val="FF593D"/>
            </a:gs>
          </a:gsLst>
          <a:lin ang="195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spcAft>
            <a:spcPts val="200"/>
          </a:spcAft>
          <a:defRPr sz="1400" b="1" dirty="0" smtClean="0"/>
        </a:defPPr>
      </a:lstStyle>
    </a:txDef>
  </a:objectDefaults>
  <a:extraClrSchemeLst/>
  <a:custClrLst>
    <a:custClr name="Twilight Blue">
      <a:srgbClr val="0058AA"/>
    </a:custClr>
    <a:custClr name="Floral Purple">
      <a:srgbClr val="5A2882"/>
    </a:custClr>
  </a:custClrLst>
  <a:extLst>
    <a:ext uri="{05A4C25C-085E-4340-85A3-A5531E510DB2}">
      <thm15:themeFamily xmlns:thm15="http://schemas.microsoft.com/office/thememl/2012/main" name="reckitt_PowerPoint_Template.pptx" id="{BD5E1C97-2838-D949-8FE5-533959A1610D}" vid="{2231A1C0-54E1-4B44-AEA9-149E534896FE}"/>
    </a:ext>
  </a:extLst>
</a:theme>
</file>

<file path=ppt/theme/theme7.xml><?xml version="1.0" encoding="utf-8"?>
<a:theme xmlns:a="http://schemas.openxmlformats.org/drawingml/2006/main" name="14_Reckitt Group plc Template">
  <a:themeElements>
    <a:clrScheme name="Energy">
      <a:dk1>
        <a:sysClr val="windowText" lastClr="000000"/>
      </a:dk1>
      <a:lt1>
        <a:srgbClr val="FFFFFF"/>
      </a:lt1>
      <a:dk2>
        <a:srgbClr val="415A6C"/>
      </a:dk2>
      <a:lt2>
        <a:srgbClr val="E7E9EE"/>
      </a:lt2>
      <a:accent1>
        <a:srgbClr val="FF007F"/>
      </a:accent1>
      <a:accent2>
        <a:srgbClr val="F08C2A"/>
      </a:accent2>
      <a:accent3>
        <a:srgbClr val="F0CD28"/>
      </a:accent3>
      <a:accent4>
        <a:srgbClr val="50B428"/>
      </a:accent4>
      <a:accent5>
        <a:srgbClr val="00A6A5"/>
      </a:accent5>
      <a:accent6>
        <a:srgbClr val="55C3F0"/>
      </a:accent6>
      <a:hlink>
        <a:srgbClr val="000000"/>
      </a:hlink>
      <a:folHlink>
        <a:srgbClr val="000000"/>
      </a:folHlink>
    </a:clrScheme>
    <a:fontScheme name="Custom 11">
      <a:majorFont>
        <a:latin typeface="Energy"/>
        <a:ea typeface=""/>
        <a:cs typeface=""/>
      </a:majorFont>
      <a:minorFont>
        <a:latin typeface="Energy"/>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50000">
              <a:schemeClr val="accent1"/>
            </a:gs>
            <a:gs pos="0">
              <a:srgbClr val="C41974"/>
            </a:gs>
            <a:gs pos="100000">
              <a:srgbClr val="FF593D"/>
            </a:gs>
          </a:gsLst>
          <a:lin ang="195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spcAft>
            <a:spcPts val="200"/>
          </a:spcAft>
          <a:defRPr sz="1400" b="1" dirty="0" smtClean="0"/>
        </a:defPPr>
      </a:lstStyle>
    </a:txDef>
  </a:objectDefaults>
  <a:extraClrSchemeLst/>
  <a:custClrLst>
    <a:custClr name="Twilight Blue">
      <a:srgbClr val="0058AA"/>
    </a:custClr>
    <a:custClr name="Floral Purple">
      <a:srgbClr val="5A2882"/>
    </a:custClr>
  </a:custClrLst>
  <a:extLst>
    <a:ext uri="{05A4C25C-085E-4340-85A3-A5531E510DB2}">
      <thm15:themeFamily xmlns:thm15="http://schemas.microsoft.com/office/thememl/2012/main" name="reckitt_PowerPoint_Template.pptx" id="{BD5E1C97-2838-D949-8FE5-533959A1610D}" vid="{2231A1C0-54E1-4B44-AEA9-149E534896FE}"/>
    </a:ext>
  </a:extLst>
</a:theme>
</file>

<file path=ppt/theme/theme8.xml><?xml version="1.0" encoding="utf-8"?>
<a:theme xmlns:a="http://schemas.openxmlformats.org/drawingml/2006/main" name="21_Reckitt Group plc Template">
  <a:themeElements>
    <a:clrScheme name="Energy">
      <a:dk1>
        <a:sysClr val="windowText" lastClr="000000"/>
      </a:dk1>
      <a:lt1>
        <a:srgbClr val="FFFFFF"/>
      </a:lt1>
      <a:dk2>
        <a:srgbClr val="415A6C"/>
      </a:dk2>
      <a:lt2>
        <a:srgbClr val="E7E9EE"/>
      </a:lt2>
      <a:accent1>
        <a:srgbClr val="FF007F"/>
      </a:accent1>
      <a:accent2>
        <a:srgbClr val="F08C2A"/>
      </a:accent2>
      <a:accent3>
        <a:srgbClr val="F0CD28"/>
      </a:accent3>
      <a:accent4>
        <a:srgbClr val="50B428"/>
      </a:accent4>
      <a:accent5>
        <a:srgbClr val="00A6A5"/>
      </a:accent5>
      <a:accent6>
        <a:srgbClr val="55C3F0"/>
      </a:accent6>
      <a:hlink>
        <a:srgbClr val="000000"/>
      </a:hlink>
      <a:folHlink>
        <a:srgbClr val="000000"/>
      </a:folHlink>
    </a:clrScheme>
    <a:fontScheme name="Custom 11">
      <a:majorFont>
        <a:latin typeface="Energy"/>
        <a:ea typeface=""/>
        <a:cs typeface=""/>
      </a:majorFont>
      <a:minorFont>
        <a:latin typeface="Energy"/>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50000">
              <a:schemeClr val="accent1"/>
            </a:gs>
            <a:gs pos="0">
              <a:srgbClr val="C41974"/>
            </a:gs>
            <a:gs pos="100000">
              <a:srgbClr val="FF593D"/>
            </a:gs>
          </a:gsLst>
          <a:lin ang="195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spcAft>
            <a:spcPts val="200"/>
          </a:spcAft>
          <a:defRPr sz="1400" b="1" dirty="0" smtClean="0"/>
        </a:defPPr>
      </a:lstStyle>
    </a:txDef>
  </a:objectDefaults>
  <a:extraClrSchemeLst/>
  <a:custClrLst>
    <a:custClr name="Twilight Blue">
      <a:srgbClr val="0058AA"/>
    </a:custClr>
    <a:custClr name="Floral Purple">
      <a:srgbClr val="5A2882"/>
    </a:custClr>
  </a:custClrLst>
  <a:extLst>
    <a:ext uri="{05A4C25C-085E-4340-85A3-A5531E510DB2}">
      <thm15:themeFamily xmlns:thm15="http://schemas.microsoft.com/office/thememl/2012/main" name="reckitt_PowerPoint_Template.pptx" id="{BD5E1C97-2838-D949-8FE5-533959A1610D}" vid="{2231A1C0-54E1-4B44-AEA9-149E534896FE}"/>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ENV">
    <a:dk1>
      <a:srgbClr val="000000"/>
    </a:dk1>
    <a:lt1>
      <a:srgbClr val="FFFFFF"/>
    </a:lt1>
    <a:dk2>
      <a:srgbClr val="343741"/>
    </a:dk2>
    <a:lt2>
      <a:srgbClr val="E7E6E6"/>
    </a:lt2>
    <a:accent1>
      <a:srgbClr val="0083D3"/>
    </a:accent1>
    <a:accent2>
      <a:srgbClr val="FCB513"/>
    </a:accent2>
    <a:accent3>
      <a:srgbClr val="0090A0"/>
    </a:accent3>
    <a:accent4>
      <a:srgbClr val="005F9E"/>
    </a:accent4>
    <a:accent5>
      <a:srgbClr val="8BD3E6"/>
    </a:accent5>
    <a:accent6>
      <a:srgbClr val="F37520"/>
    </a:accent6>
    <a:hlink>
      <a:srgbClr val="005F9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ENV">
    <a:dk1>
      <a:srgbClr val="000000"/>
    </a:dk1>
    <a:lt1>
      <a:srgbClr val="FFFFFF"/>
    </a:lt1>
    <a:dk2>
      <a:srgbClr val="343741"/>
    </a:dk2>
    <a:lt2>
      <a:srgbClr val="E7E6E6"/>
    </a:lt2>
    <a:accent1>
      <a:srgbClr val="0083D3"/>
    </a:accent1>
    <a:accent2>
      <a:srgbClr val="FCB513"/>
    </a:accent2>
    <a:accent3>
      <a:srgbClr val="0090A0"/>
    </a:accent3>
    <a:accent4>
      <a:srgbClr val="005F9E"/>
    </a:accent4>
    <a:accent5>
      <a:srgbClr val="8BD3E6"/>
    </a:accent5>
    <a:accent6>
      <a:srgbClr val="F37520"/>
    </a:accent6>
    <a:hlink>
      <a:srgbClr val="005F9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87FB8A11048E4EBD62242F9892B7D2" ma:contentTypeVersion="3" ma:contentTypeDescription="Create a new document." ma:contentTypeScope="" ma:versionID="394d1f17ab50b167fd1c9bdf83a70e96">
  <xsd:schema xmlns:xsd="http://www.w3.org/2001/XMLSchema" xmlns:xs="http://www.w3.org/2001/XMLSchema" xmlns:p="http://schemas.microsoft.com/office/2006/metadata/properties" xmlns:ns2="1f68a0f6-12ba-43bc-af29-28e621509147" targetNamespace="http://schemas.microsoft.com/office/2006/metadata/properties" ma:root="true" ma:fieldsID="e30850b013ddcf4a47f8c418a9d2d3ec" ns2:_="">
    <xsd:import namespace="1f68a0f6-12ba-43bc-af29-28e621509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68a0f6-12ba-43bc-af29-28e621509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5B383D-57D4-4F11-B7D0-CA877B7FF17C}"/>
</file>

<file path=customXml/itemProps2.xml><?xml version="1.0" encoding="utf-8"?>
<ds:datastoreItem xmlns:ds="http://schemas.openxmlformats.org/officeDocument/2006/customXml" ds:itemID="{6597FC56-33D0-477C-B90B-BC51639E2EA2}">
  <ds:schemaRefs>
    <ds:schemaRef ds:uri="http://schemas.microsoft.com/sharepoint/v3/contenttype/forms"/>
  </ds:schemaRefs>
</ds:datastoreItem>
</file>

<file path=customXml/itemProps3.xml><?xml version="1.0" encoding="utf-8"?>
<ds:datastoreItem xmlns:ds="http://schemas.openxmlformats.org/officeDocument/2006/customXml" ds:itemID="{2584FD74-B24C-4FBB-B1C6-27AB45EADA39}">
  <ds:schemaRefs>
    <ds:schemaRef ds:uri="http://schemas.openxmlformats.org/package/2006/metadata/core-properties"/>
    <ds:schemaRef ds:uri="http://purl.org/dc/elements/1.1/"/>
    <ds:schemaRef ds:uri="http://purl.org/dc/terms/"/>
    <ds:schemaRef ds:uri="1f68a0f6-12ba-43bc-af29-28e621509147"/>
    <ds:schemaRef ds:uri="http://schemas.microsoft.com/office/2006/documentManagement/types"/>
    <ds:schemaRef ds:uri="http://purl.org/dc/dcmitype/"/>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7410</TotalTime>
  <Words>17262</Words>
  <Application>Microsoft Office PowerPoint</Application>
  <PresentationFormat>Widescreen</PresentationFormat>
  <Paragraphs>2955</Paragraphs>
  <Slides>80</Slides>
  <Notes>0</Notes>
  <HiddenSlides>0</HiddenSlides>
  <MMClips>0</MMClips>
  <ScaleCrop>false</ScaleCrop>
  <HeadingPairs>
    <vt:vector size="8" baseType="variant">
      <vt:variant>
        <vt:lpstr>Fonts Used</vt:lpstr>
      </vt:variant>
      <vt:variant>
        <vt:i4>21</vt:i4>
      </vt:variant>
      <vt:variant>
        <vt:lpstr>Theme</vt:lpstr>
      </vt:variant>
      <vt:variant>
        <vt:i4>8</vt:i4>
      </vt:variant>
      <vt:variant>
        <vt:lpstr>Embedded OLE Servers</vt:lpstr>
      </vt:variant>
      <vt:variant>
        <vt:i4>1</vt:i4>
      </vt:variant>
      <vt:variant>
        <vt:lpstr>Slide Titles</vt:lpstr>
      </vt:variant>
      <vt:variant>
        <vt:i4>80</vt:i4>
      </vt:variant>
    </vt:vector>
  </HeadingPairs>
  <TitlesOfParts>
    <vt:vector size="110" baseType="lpstr">
      <vt:lpstr>Aptos</vt:lpstr>
      <vt:lpstr>Aptos Narrow</vt:lpstr>
      <vt:lpstr>Arial</vt:lpstr>
      <vt:lpstr>Arial Unicode MS</vt:lpstr>
      <vt:lpstr>Calibri</vt:lpstr>
      <vt:lpstr>Courier New</vt:lpstr>
      <vt:lpstr>Energy</vt:lpstr>
      <vt:lpstr>Energy Display</vt:lpstr>
      <vt:lpstr>EY interstate light</vt:lpstr>
      <vt:lpstr>EYInterstate</vt:lpstr>
      <vt:lpstr>EYInterstate Light</vt:lpstr>
      <vt:lpstr>EYInterstate Regular</vt:lpstr>
      <vt:lpstr>Georgia</vt:lpstr>
      <vt:lpstr>Gill Sans</vt:lpstr>
      <vt:lpstr>Kenvue Sans</vt:lpstr>
      <vt:lpstr>Nokia Pure Text Light</vt:lpstr>
      <vt:lpstr>Segoe UI</vt:lpstr>
      <vt:lpstr>Times</vt:lpstr>
      <vt:lpstr>Wingdings</vt:lpstr>
      <vt:lpstr>Wingdings 3</vt:lpstr>
      <vt:lpstr>ヒラギノ角ゴ ProN W3</vt:lpstr>
      <vt:lpstr>Small Text [LIGHT]</vt:lpstr>
      <vt:lpstr>1_EY dark background</vt:lpstr>
      <vt:lpstr>Normative Model - EY dark background</vt:lpstr>
      <vt:lpstr>5_Global Summary</vt:lpstr>
      <vt:lpstr>2_RTX Masters: Content</vt:lpstr>
      <vt:lpstr>11_Reckitt Group plc Template</vt:lpstr>
      <vt:lpstr>14_Reckitt Group plc Template</vt:lpstr>
      <vt:lpstr>21_Reckitt Group plc Template</vt:lpstr>
      <vt:lpstr>think-cell Slide</vt:lpstr>
      <vt:lpstr>PowerPoint Presentation</vt:lpstr>
      <vt:lpstr>PowerPoint Presentation</vt:lpstr>
      <vt:lpstr>Executive Summary</vt:lpstr>
      <vt:lpstr>Objectives and Scope</vt:lpstr>
      <vt:lpstr>PowerPoint Presentation</vt:lpstr>
      <vt:lpstr>Global Process Ownership (GPO) Structure</vt:lpstr>
      <vt:lpstr>Responsibilities of Global Process Owners (GPO)</vt:lpstr>
      <vt:lpstr>GPO Responsibilities | Interaction Model</vt:lpstr>
      <vt:lpstr>Taxonomy Review | R2R (updated) Confirming the in-scope activities performed today so that sub-functional benchmarking can be like for like </vt:lpstr>
      <vt:lpstr>Taxonomy Review | Design Principles Four key design principles used to evaluate current state organization </vt:lpstr>
      <vt:lpstr>GL Process Maps</vt:lpstr>
      <vt:lpstr>GL Process Maps</vt:lpstr>
      <vt:lpstr>GL Process Maps</vt:lpstr>
      <vt:lpstr>GL Process Maps</vt:lpstr>
      <vt:lpstr>GL Process Maps</vt:lpstr>
      <vt:lpstr>GL Process Maps</vt:lpstr>
      <vt:lpstr>GL Process Maps</vt:lpstr>
      <vt:lpstr>GL Process Maps</vt:lpstr>
      <vt:lpstr>Placement of General Accounting Activities (1/2)</vt:lpstr>
      <vt:lpstr>Placement of General Accounting Activities (2/2)</vt:lpstr>
      <vt:lpstr>RACI Definitions and Rules</vt:lpstr>
      <vt:lpstr>GL | RACI Matrix (1/3)</vt:lpstr>
      <vt:lpstr>GL | RACI Matrix (2/3)</vt:lpstr>
      <vt:lpstr>PowerPoint Presentation</vt:lpstr>
      <vt:lpstr>GL Accounting Sub-Process Ownership Model</vt:lpstr>
      <vt:lpstr>GA Organizational Framework | Revenue Recognition Accounting</vt:lpstr>
      <vt:lpstr>GA Organizational Framework | Technical Accounting &amp; Reporting</vt:lpstr>
      <vt:lpstr>GA Organizational Framework | SSC General Ledger (GL)</vt:lpstr>
      <vt:lpstr>Sourcing Models</vt:lpstr>
      <vt:lpstr>Transition Strategy</vt:lpstr>
      <vt:lpstr>PowerPoint Presentation</vt:lpstr>
      <vt:lpstr>Persona Capability Summary – General Ledger (GL) Accountant</vt:lpstr>
      <vt:lpstr>Persona Capability Summary – Intercompany Accountant</vt:lpstr>
      <vt:lpstr>Persona Capability Summary – Consolidation &amp; Reporting Specialist</vt:lpstr>
      <vt:lpstr>Record-to-Report | Maturity Model</vt:lpstr>
      <vt:lpstr>Intercompany Accounting | Maturity Model</vt:lpstr>
      <vt:lpstr>Revenue Recognition Model (1/3)</vt:lpstr>
      <vt:lpstr>Revenue Recognition Model (2/3)</vt:lpstr>
      <vt:lpstr>Revenue Recognition Model (3/3)</vt:lpstr>
      <vt:lpstr>Roadmap Builder (Method 1 – Generic)</vt:lpstr>
      <vt:lpstr>Roadmap Builder (Method 2 – Scoring Based)</vt:lpstr>
      <vt:lpstr>PowerPoint Presentation</vt:lpstr>
      <vt:lpstr>KPIs for GBS performance (1/2)</vt:lpstr>
      <vt:lpstr>KPIs for GBS performance (2/2)</vt:lpstr>
      <vt:lpstr>KPIs for CoE performance (1/2)</vt:lpstr>
      <vt:lpstr>KPIs for CoE performance (2/2)</vt:lpstr>
      <vt:lpstr>PowerPoint Presentation</vt:lpstr>
      <vt:lpstr>GL Technology Landscape</vt:lpstr>
      <vt:lpstr>What is BlackLine?</vt:lpstr>
      <vt:lpstr>How do BlackLine and SAP work together? </vt:lpstr>
      <vt:lpstr>Why use BlackLine with SAP? </vt:lpstr>
      <vt:lpstr>What is Trintech?</vt:lpstr>
      <vt:lpstr>Trintech - Capabilities</vt:lpstr>
      <vt:lpstr>Account Reconciliation Cloud Service (ARCS) Overview</vt:lpstr>
      <vt:lpstr>Account Reconciliation Cloud Service (ARCS) Architecture</vt:lpstr>
      <vt:lpstr>FCPM leading vendors comparison</vt:lpstr>
      <vt:lpstr>Financial Consolidation Solutions Assessment (1/3)</vt:lpstr>
      <vt:lpstr>Financial Consolidation Solutions Assessment (2/3)</vt:lpstr>
      <vt:lpstr>Financial Consolidation Solutions Assessment (3/3)</vt:lpstr>
      <vt:lpstr>PowerPoint Presentation</vt:lpstr>
      <vt:lpstr>What is a Change Impact Assessment (CIA)</vt:lpstr>
      <vt:lpstr>Purpose of a CIA</vt:lpstr>
      <vt:lpstr>CIA Template The following template can be accessed by clicking on the screenshot. The template has been adapted to client’s expectation of the CIA deliverable to help ensure consistency is maintained </vt:lpstr>
      <vt:lpstr>CIA Impact Scale The following scale should be used when assessing the degree of each impact identified    </vt:lpstr>
      <vt:lpstr>Adoption KPIs | Technology</vt:lpstr>
      <vt:lpstr>PowerPoint Presentation</vt:lpstr>
      <vt:lpstr>Case Study#1 Manual journal entry (MJE) analysis   </vt:lpstr>
      <vt:lpstr>Case Study #2 Record to Report Assessment </vt:lpstr>
      <vt:lpstr>Case Study #3 Close Optimization </vt:lpstr>
      <vt:lpstr>Top 20 US Pharma Company – Fast Close Project</vt:lpstr>
      <vt:lpstr>FTSE 100 Global Pharma Company – Fast Close Project</vt:lpstr>
      <vt:lpstr>Finance integration of multinational Swiss group into global life sciences company</vt:lpstr>
      <vt:lpstr>Finance Process Standardization &amp; Documentation</vt:lpstr>
      <vt:lpstr>Dairy Farm: BlackLine Transaction Matching &amp; Journal Implementation</vt:lpstr>
      <vt:lpstr>Coupang: BlackLine Account Reconciliation Implementation</vt:lpstr>
      <vt:lpstr>Marathon Petroleum Corporation: BlackLine Journal Module Implementation</vt:lpstr>
      <vt:lpstr>GDS Projects (1/x)</vt:lpstr>
      <vt:lpstr>GDS Projects (2/x)</vt:lpstr>
      <vt:lpstr>GDS Projects (3/x)</vt:lpstr>
      <vt:lpstr>GDS Projects (4/x)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Baldev Chopra</dc:creator>
  <cp:lastModifiedBy>Baldev Chopra</cp:lastModifiedBy>
  <cp:revision>1</cp:revision>
  <dcterms:created xsi:type="dcterms:W3CDTF">2025-08-11T06:43:10Z</dcterms:created>
  <dcterms:modified xsi:type="dcterms:W3CDTF">2025-11-27T20:05:53Z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0x010100AF87FB8A11048E4EBD62242F9892B7D2</vt:lpwstr>
  </property>
</Properties>
</file>